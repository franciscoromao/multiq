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4AD6C1-3F53-4ADD-8948-A2F0C5C4A2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5F7A5F-80E7-45F1-AB9C-4B9C4349B9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165280" y="3537000"/>
            <a:ext cx="4378680" cy="922680"/>
          </a:xfrm>
          <a:custGeom>
            <a:avLst/>
            <a:gdLst/>
            <a:ahLst/>
            <a:rect l="0" t="0" r="r" b="b"/>
            <a:pathLst>
              <a:path w="12163" h="2563">
                <a:moveTo>
                  <a:pt x="0" y="0"/>
                </a:moveTo>
                <a:lnTo>
                  <a:pt x="12163" y="0"/>
                </a:lnTo>
                <a:lnTo>
                  <a:pt x="12163" y="2563"/>
                </a:lnTo>
                <a:lnTo>
                  <a:pt x="0" y="2563"/>
                </a:lnTo>
                <a:lnTo>
                  <a:pt x="0" y="0"/>
                </a:ln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165280" y="3334320"/>
            <a:ext cx="4378680" cy="202680"/>
          </a:xfrm>
          <a:custGeom>
            <a:avLst/>
            <a:gdLst/>
            <a:ahLst/>
            <a:rect l="0" t="0" r="r" b="b"/>
            <a:pathLst>
              <a:path w="12163" h="563">
                <a:moveTo>
                  <a:pt x="0" y="0"/>
                </a:moveTo>
                <a:lnTo>
                  <a:pt x="12163" y="0"/>
                </a:lnTo>
                <a:lnTo>
                  <a:pt x="12163" y="563"/>
                </a:lnTo>
                <a:lnTo>
                  <a:pt x="0" y="563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165280" y="2153880"/>
            <a:ext cx="4378680" cy="209880"/>
          </a:xfrm>
          <a:custGeom>
            <a:avLst/>
            <a:gdLst/>
            <a:ahLst/>
            <a:rect l="0" t="0" r="r" b="b"/>
            <a:pathLst>
              <a:path w="12163" h="583">
                <a:moveTo>
                  <a:pt x="0" y="0"/>
                </a:moveTo>
                <a:lnTo>
                  <a:pt x="12163" y="0"/>
                </a:lnTo>
                <a:lnTo>
                  <a:pt x="12163" y="583"/>
                </a:lnTo>
                <a:lnTo>
                  <a:pt x="0" y="583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5165280" y="2363760"/>
            <a:ext cx="4378680" cy="977760"/>
          </a:xfrm>
          <a:custGeom>
            <a:avLst/>
            <a:gdLst/>
            <a:ahLst/>
            <a:rect l="0" t="0" r="r" b="b"/>
            <a:pathLst>
              <a:path w="12163" h="2716">
                <a:moveTo>
                  <a:pt x="0" y="0"/>
                </a:moveTo>
                <a:lnTo>
                  <a:pt x="12163" y="0"/>
                </a:lnTo>
                <a:lnTo>
                  <a:pt x="12163" y="2716"/>
                </a:lnTo>
                <a:lnTo>
                  <a:pt x="0" y="2716"/>
                </a:lnTo>
                <a:lnTo>
                  <a:pt x="0" y="0"/>
                </a:lnTo>
                <a:close/>
              </a:path>
            </a:pathLst>
          </a:custGeom>
          <a:solidFill>
            <a:srgbClr val="f8ce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5165280" y="1204560"/>
            <a:ext cx="4378680" cy="950040"/>
          </a:xfrm>
          <a:custGeom>
            <a:avLst/>
            <a:gdLst/>
            <a:ahLst/>
            <a:rect l="0" t="0" r="r" b="b"/>
            <a:pathLst>
              <a:path w="12163" h="2639">
                <a:moveTo>
                  <a:pt x="0" y="0"/>
                </a:moveTo>
                <a:lnTo>
                  <a:pt x="12163" y="0"/>
                </a:lnTo>
                <a:lnTo>
                  <a:pt x="12163" y="2639"/>
                </a:lnTo>
                <a:lnTo>
                  <a:pt x="0" y="2639"/>
                </a:lnTo>
                <a:lnTo>
                  <a:pt x="0" y="0"/>
                </a:ln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271120" y="1717920"/>
            <a:ext cx="1864440" cy="376200"/>
          </a:xfrm>
          <a:custGeom>
            <a:avLst/>
            <a:gdLst/>
            <a:ahLst/>
            <a:rect l="0" t="0" r="r" b="b"/>
            <a:pathLst>
              <a:path w="5179" h="1045">
                <a:moveTo>
                  <a:pt x="5179" y="783"/>
                </a:moveTo>
                <a:cubicBezTo>
                  <a:pt x="5179" y="928"/>
                  <a:pt x="5062" y="1045"/>
                  <a:pt x="4917" y="1045"/>
                </a:cubicBezTo>
                <a:lnTo>
                  <a:pt x="262" y="1045"/>
                </a:lnTo>
                <a:cubicBezTo>
                  <a:pt x="116" y="1045"/>
                  <a:pt x="0" y="928"/>
                  <a:pt x="0" y="783"/>
                </a:cubicBezTo>
                <a:lnTo>
                  <a:pt x="0" y="261"/>
                </a:lnTo>
                <a:cubicBezTo>
                  <a:pt x="0" y="116"/>
                  <a:pt x="116" y="0"/>
                  <a:pt x="262" y="0"/>
                </a:cubicBezTo>
                <a:lnTo>
                  <a:pt x="4917" y="0"/>
                </a:lnTo>
                <a:cubicBezTo>
                  <a:pt x="5062" y="0"/>
                  <a:pt x="5179" y="116"/>
                  <a:pt x="5179" y="261"/>
                </a:cubicBezTo>
                <a:lnTo>
                  <a:pt x="5179" y="783"/>
                </a:lnTo>
                <a:close/>
              </a:path>
            </a:pathLst>
          </a:custGeom>
          <a:noFill/>
          <a:ln cap="rnd" w="31320">
            <a:solidFill>
              <a:srgbClr val="bb5450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48240" y="1209240"/>
            <a:ext cx="3876840" cy="1864080"/>
          </a:xfrm>
          <a:custGeom>
            <a:avLst/>
            <a:gdLst/>
            <a:ahLst/>
            <a:rect l="0" t="0" r="r" b="b"/>
            <a:pathLst>
              <a:path w="10769" h="5178">
                <a:moveTo>
                  <a:pt x="10769" y="117"/>
                </a:moveTo>
                <a:lnTo>
                  <a:pt x="10769" y="5178"/>
                </a:lnTo>
                <a:lnTo>
                  <a:pt x="0" y="5178"/>
                </a:lnTo>
                <a:lnTo>
                  <a:pt x="0" y="108"/>
                </a:lnTo>
                <a:cubicBezTo>
                  <a:pt x="3" y="50"/>
                  <a:pt x="31" y="5"/>
                  <a:pt x="67" y="0"/>
                </a:cubicBezTo>
                <a:lnTo>
                  <a:pt x="10702" y="0"/>
                </a:lnTo>
                <a:cubicBezTo>
                  <a:pt x="10740" y="5"/>
                  <a:pt x="10769" y="55"/>
                  <a:pt x="10769" y="117"/>
                </a:cubicBez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952920" y="3073320"/>
            <a:ext cx="3872160" cy="220320"/>
          </a:xfrm>
          <a:custGeom>
            <a:avLst/>
            <a:gdLst/>
            <a:ahLst/>
            <a:rect l="0" t="0" r="r" b="b"/>
            <a:pathLst>
              <a:path w="10756" h="612">
                <a:moveTo>
                  <a:pt x="10756" y="612"/>
                </a:moveTo>
                <a:lnTo>
                  <a:pt x="0" y="612"/>
                </a:lnTo>
                <a:lnTo>
                  <a:pt x="0" y="0"/>
                </a:lnTo>
                <a:lnTo>
                  <a:pt x="10756" y="0"/>
                </a:lnTo>
                <a:lnTo>
                  <a:pt x="10756" y="612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48240" y="3293640"/>
            <a:ext cx="3876840" cy="1117800"/>
          </a:xfrm>
          <a:custGeom>
            <a:avLst/>
            <a:gdLst/>
            <a:ahLst/>
            <a:rect l="0" t="0" r="r" b="b"/>
            <a:pathLst>
              <a:path w="10769" h="3105">
                <a:moveTo>
                  <a:pt x="10769" y="3008"/>
                </a:moveTo>
                <a:cubicBezTo>
                  <a:pt x="10769" y="3049"/>
                  <a:pt x="10756" y="3084"/>
                  <a:pt x="10736" y="3105"/>
                </a:cubicBezTo>
                <a:lnTo>
                  <a:pt x="32" y="3105"/>
                </a:lnTo>
                <a:cubicBezTo>
                  <a:pt x="14" y="3086"/>
                  <a:pt x="2" y="3054"/>
                  <a:pt x="0" y="3018"/>
                </a:cubicBezTo>
                <a:lnTo>
                  <a:pt x="0" y="0"/>
                </a:lnTo>
                <a:lnTo>
                  <a:pt x="10769" y="0"/>
                </a:lnTo>
                <a:lnTo>
                  <a:pt x="10769" y="3008"/>
                </a:lnTo>
                <a:close/>
              </a:path>
            </a:pathLst>
          </a:custGeom>
          <a:solidFill>
            <a:srgbClr val="f8ce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48240" y="1209240"/>
            <a:ext cx="3876840" cy="3207960"/>
          </a:xfrm>
          <a:custGeom>
            <a:avLst/>
            <a:gdLst/>
            <a:ahLst/>
            <a:rect l="0" t="0" r="r" b="b"/>
            <a:pathLst>
              <a:path w="10769" h="8911">
                <a:moveTo>
                  <a:pt x="10769" y="8798"/>
                </a:moveTo>
                <a:cubicBezTo>
                  <a:pt x="10769" y="8831"/>
                  <a:pt x="10760" y="8861"/>
                  <a:pt x="10747" y="8882"/>
                </a:cubicBezTo>
                <a:cubicBezTo>
                  <a:pt x="10720" y="8901"/>
                  <a:pt x="10687" y="8911"/>
                  <a:pt x="10653" y="8911"/>
                </a:cubicBezTo>
                <a:lnTo>
                  <a:pt x="167" y="8911"/>
                </a:lnTo>
                <a:cubicBezTo>
                  <a:pt x="74" y="8911"/>
                  <a:pt x="0" y="8837"/>
                  <a:pt x="0" y="8744"/>
                </a:cubicBezTo>
                <a:lnTo>
                  <a:pt x="0" y="166"/>
                </a:lnTo>
                <a:cubicBezTo>
                  <a:pt x="0" y="74"/>
                  <a:pt x="74" y="0"/>
                  <a:pt x="167" y="0"/>
                </a:cubicBezTo>
                <a:lnTo>
                  <a:pt x="10653" y="0"/>
                </a:lnTo>
                <a:cubicBezTo>
                  <a:pt x="10698" y="0"/>
                  <a:pt x="10739" y="18"/>
                  <a:pt x="10769" y="47"/>
                </a:cubicBezTo>
                <a:lnTo>
                  <a:pt x="10769" y="8798"/>
                </a:lnTo>
                <a:close/>
              </a:path>
            </a:pathLst>
          </a:custGeom>
          <a:noFill/>
          <a:ln cap="rnd" w="38520">
            <a:solidFill>
              <a:srgbClr val="000000"/>
            </a:solidFill>
            <a:round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739160" y="1268280"/>
            <a:ext cx="1969560" cy="3078360"/>
          </a:xfrm>
          <a:custGeom>
            <a:avLst/>
            <a:gdLst/>
            <a:ahLst/>
            <a:rect l="0" t="0" r="r" b="b"/>
            <a:pathLst>
              <a:path w="5471" h="8551">
                <a:moveTo>
                  <a:pt x="39" y="0"/>
                </a:moveTo>
                <a:lnTo>
                  <a:pt x="5431" y="0"/>
                </a:lnTo>
                <a:cubicBezTo>
                  <a:pt x="5453" y="0"/>
                  <a:pt x="5471" y="17"/>
                  <a:pt x="5471" y="39"/>
                </a:cubicBezTo>
                <a:lnTo>
                  <a:pt x="5471" y="8512"/>
                </a:lnTo>
                <a:cubicBezTo>
                  <a:pt x="5471" y="8533"/>
                  <a:pt x="5453" y="8551"/>
                  <a:pt x="5431" y="8551"/>
                </a:cubicBezTo>
                <a:lnTo>
                  <a:pt x="39" y="8551"/>
                </a:lnTo>
                <a:cubicBezTo>
                  <a:pt x="17" y="8551"/>
                  <a:pt x="0" y="8533"/>
                  <a:pt x="0" y="8512"/>
                </a:cubicBezTo>
                <a:lnTo>
                  <a:pt x="0" y="39"/>
                </a:lnTo>
                <a:cubicBezTo>
                  <a:pt x="0" y="17"/>
                  <a:pt x="17" y="0"/>
                  <a:pt x="39" y="0"/>
                </a:cubicBezTo>
                <a:close/>
              </a:path>
            </a:pathLst>
          </a:custGeom>
          <a:noFill/>
          <a:ln cap="sq" w="28440">
            <a:solidFill>
              <a:srgbClr val="000000"/>
            </a:solidFill>
            <a:round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1024200" y="1253520"/>
            <a:ext cx="636120" cy="3107160"/>
          </a:xfrm>
          <a:custGeom>
            <a:avLst/>
            <a:gdLst/>
            <a:ahLst/>
            <a:rect l="0" t="0" r="r" b="b"/>
            <a:pathLst>
              <a:path w="1767" h="8631">
                <a:moveTo>
                  <a:pt x="167" y="0"/>
                </a:moveTo>
                <a:lnTo>
                  <a:pt x="1600" y="0"/>
                </a:lnTo>
                <a:cubicBezTo>
                  <a:pt x="1693" y="0"/>
                  <a:pt x="1767" y="74"/>
                  <a:pt x="1767" y="167"/>
                </a:cubicBezTo>
                <a:lnTo>
                  <a:pt x="1767" y="8465"/>
                </a:lnTo>
                <a:cubicBezTo>
                  <a:pt x="1767" y="8557"/>
                  <a:pt x="1693" y="8631"/>
                  <a:pt x="1600" y="8631"/>
                </a:cubicBezTo>
                <a:lnTo>
                  <a:pt x="167" y="8631"/>
                </a:lnTo>
                <a:cubicBezTo>
                  <a:pt x="75" y="8631"/>
                  <a:pt x="0" y="8557"/>
                  <a:pt x="0" y="8465"/>
                </a:cubicBezTo>
                <a:lnTo>
                  <a:pt x="0" y="167"/>
                </a:lnTo>
                <a:cubicBezTo>
                  <a:pt x="0" y="74"/>
                  <a:pt x="75" y="0"/>
                  <a:pt x="167" y="0"/>
                </a:cubicBezTo>
                <a:close/>
              </a:path>
            </a:pathLst>
          </a:custGeom>
          <a:noFill/>
          <a:ln cap="sq" w="28440">
            <a:solidFill>
              <a:srgbClr val="000000"/>
            </a:solidFill>
            <a:round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786120" y="1253520"/>
            <a:ext cx="978480" cy="3107160"/>
          </a:xfrm>
          <a:custGeom>
            <a:avLst/>
            <a:gdLst/>
            <a:ahLst/>
            <a:rect l="0" t="0" r="r" b="b"/>
            <a:pathLst>
              <a:path w="2718" h="8631">
                <a:moveTo>
                  <a:pt x="167" y="0"/>
                </a:moveTo>
                <a:lnTo>
                  <a:pt x="2551" y="0"/>
                </a:lnTo>
                <a:cubicBezTo>
                  <a:pt x="2643" y="0"/>
                  <a:pt x="2718" y="74"/>
                  <a:pt x="2718" y="167"/>
                </a:cubicBezTo>
                <a:lnTo>
                  <a:pt x="2718" y="8465"/>
                </a:lnTo>
                <a:cubicBezTo>
                  <a:pt x="2718" y="8557"/>
                  <a:pt x="2643" y="8631"/>
                  <a:pt x="2551" y="8631"/>
                </a:cubicBezTo>
                <a:lnTo>
                  <a:pt x="167" y="8631"/>
                </a:lnTo>
                <a:cubicBezTo>
                  <a:pt x="74" y="8631"/>
                  <a:pt x="0" y="8557"/>
                  <a:pt x="0" y="8465"/>
                </a:cubicBezTo>
                <a:lnTo>
                  <a:pt x="0" y="167"/>
                </a:lnTo>
                <a:cubicBezTo>
                  <a:pt x="0" y="74"/>
                  <a:pt x="74" y="0"/>
                  <a:pt x="167" y="0"/>
                </a:cubicBezTo>
                <a:close/>
              </a:path>
            </a:pathLst>
          </a:custGeom>
          <a:noFill/>
          <a:ln cap="sq" w="28440">
            <a:solidFill>
              <a:srgbClr val="000000"/>
            </a:solidFill>
            <a:round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082880" y="1305000"/>
            <a:ext cx="507960" cy="1684800"/>
          </a:xfrm>
          <a:custGeom>
            <a:avLst/>
            <a:gdLst/>
            <a:ahLst/>
            <a:rect l="0" t="0" r="r" b="b"/>
            <a:pathLst>
              <a:path w="1411" h="4680">
                <a:moveTo>
                  <a:pt x="262" y="4680"/>
                </a:moveTo>
                <a:cubicBezTo>
                  <a:pt x="117" y="4680"/>
                  <a:pt x="0" y="4564"/>
                  <a:pt x="0" y="4419"/>
                </a:cubicBezTo>
                <a:lnTo>
                  <a:pt x="0" y="262"/>
                </a:lnTo>
                <a:cubicBezTo>
                  <a:pt x="0" y="117"/>
                  <a:pt x="117" y="0"/>
                  <a:pt x="262" y="0"/>
                </a:cubicBezTo>
                <a:lnTo>
                  <a:pt x="1149" y="0"/>
                </a:lnTo>
                <a:cubicBezTo>
                  <a:pt x="1294" y="0"/>
                  <a:pt x="1411" y="117"/>
                  <a:pt x="1411" y="262"/>
                </a:cubicBezTo>
                <a:lnTo>
                  <a:pt x="1411" y="4419"/>
                </a:lnTo>
                <a:cubicBezTo>
                  <a:pt x="1411" y="4564"/>
                  <a:pt x="1294" y="4680"/>
                  <a:pt x="1149" y="4680"/>
                </a:cubicBezTo>
                <a:lnTo>
                  <a:pt x="262" y="4680"/>
                </a:lnTo>
                <a:close/>
              </a:path>
            </a:pathLst>
          </a:custGeom>
          <a:noFill/>
          <a:ln cap="rnd" w="31320">
            <a:solidFill>
              <a:srgbClr val="bb5450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779480" y="2657160"/>
            <a:ext cx="1864440" cy="375840"/>
          </a:xfrm>
          <a:custGeom>
            <a:avLst/>
            <a:gdLst/>
            <a:ahLst/>
            <a:rect l="0" t="0" r="r" b="b"/>
            <a:pathLst>
              <a:path w="5179" h="1044">
                <a:moveTo>
                  <a:pt x="5179" y="783"/>
                </a:moveTo>
                <a:cubicBezTo>
                  <a:pt x="5179" y="928"/>
                  <a:pt x="5062" y="1044"/>
                  <a:pt x="4917" y="1044"/>
                </a:cubicBezTo>
                <a:lnTo>
                  <a:pt x="262" y="1044"/>
                </a:lnTo>
                <a:cubicBezTo>
                  <a:pt x="117" y="1044"/>
                  <a:pt x="0" y="928"/>
                  <a:pt x="0" y="783"/>
                </a:cubicBezTo>
                <a:lnTo>
                  <a:pt x="0" y="262"/>
                </a:lnTo>
                <a:cubicBezTo>
                  <a:pt x="0" y="117"/>
                  <a:pt x="117" y="0"/>
                  <a:pt x="262" y="0"/>
                </a:cubicBezTo>
                <a:lnTo>
                  <a:pt x="4917" y="0"/>
                </a:lnTo>
                <a:cubicBezTo>
                  <a:pt x="5062" y="0"/>
                  <a:pt x="5179" y="117"/>
                  <a:pt x="5179" y="262"/>
                </a:cubicBezTo>
                <a:lnTo>
                  <a:pt x="5179" y="783"/>
                </a:lnTo>
                <a:close/>
              </a:path>
            </a:pathLst>
          </a:custGeom>
          <a:noFill/>
          <a:ln cap="rnd" w="31320">
            <a:solidFill>
              <a:srgbClr val="bb5450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843720" y="2222280"/>
            <a:ext cx="884160" cy="796680"/>
          </a:xfrm>
          <a:custGeom>
            <a:avLst/>
            <a:gdLst/>
            <a:ahLst/>
            <a:rect l="0" t="0" r="r" b="b"/>
            <a:pathLst>
              <a:path w="2456" h="2213">
                <a:moveTo>
                  <a:pt x="2456" y="1952"/>
                </a:moveTo>
                <a:cubicBezTo>
                  <a:pt x="2456" y="2097"/>
                  <a:pt x="2339" y="2213"/>
                  <a:pt x="2194" y="2213"/>
                </a:cubicBezTo>
                <a:lnTo>
                  <a:pt x="262" y="2213"/>
                </a:lnTo>
                <a:cubicBezTo>
                  <a:pt x="117" y="2213"/>
                  <a:pt x="0" y="2097"/>
                  <a:pt x="0" y="1952"/>
                </a:cubicBezTo>
                <a:lnTo>
                  <a:pt x="0" y="262"/>
                </a:lnTo>
                <a:cubicBezTo>
                  <a:pt x="0" y="117"/>
                  <a:pt x="117" y="0"/>
                  <a:pt x="262" y="0"/>
                </a:cubicBezTo>
                <a:lnTo>
                  <a:pt x="2194" y="0"/>
                </a:lnTo>
                <a:cubicBezTo>
                  <a:pt x="2339" y="0"/>
                  <a:pt x="2456" y="117"/>
                  <a:pt x="2456" y="262"/>
                </a:cubicBezTo>
                <a:lnTo>
                  <a:pt x="2456" y="1952"/>
                </a:lnTo>
                <a:close/>
              </a:path>
            </a:pathLst>
          </a:custGeom>
          <a:noFill/>
          <a:ln cap="rnd" w="31320">
            <a:solidFill>
              <a:srgbClr val="bb5450"/>
            </a:solidFill>
            <a:round/>
          </a:ln>
        </p:spPr>
        <p:txBody>
          <a:bodyPr lIns="105480" rIns="105480" tIns="60480" bIns="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805760" y="3027600"/>
            <a:ext cx="192600" cy="185400"/>
          </a:xfrm>
          <a:custGeom>
            <a:avLst/>
            <a:gdLst/>
            <a:ahLst/>
            <a:rect l="0" t="0" r="r" b="b"/>
            <a:pathLst>
              <a:path w="535" h="515">
                <a:moveTo>
                  <a:pt x="426" y="507"/>
                </a:moveTo>
                <a:lnTo>
                  <a:pt x="34" y="312"/>
                </a:lnTo>
                <a:cubicBezTo>
                  <a:pt x="-11" y="289"/>
                  <a:pt x="-11" y="225"/>
                  <a:pt x="34" y="203"/>
                </a:cubicBezTo>
                <a:lnTo>
                  <a:pt x="426" y="7"/>
                </a:lnTo>
                <a:cubicBezTo>
                  <a:pt x="476" y="-17"/>
                  <a:pt x="535" y="19"/>
                  <a:pt x="535" y="75"/>
                </a:cubicBezTo>
                <a:lnTo>
                  <a:pt x="535" y="440"/>
                </a:lnTo>
                <a:cubicBezTo>
                  <a:pt x="535" y="496"/>
                  <a:pt x="476" y="532"/>
                  <a:pt x="426" y="507"/>
                </a:cubicBezTo>
                <a:close/>
              </a:path>
            </a:pathLst>
          </a:custGeom>
          <a:solidFill>
            <a:srgbClr val="bb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361680" y="3027600"/>
            <a:ext cx="192240" cy="185400"/>
          </a:xfrm>
          <a:custGeom>
            <a:avLst/>
            <a:gdLst/>
            <a:ahLst/>
            <a:rect l="0" t="0" r="r" b="b"/>
            <a:pathLst>
              <a:path w="534" h="515">
                <a:moveTo>
                  <a:pt x="109" y="7"/>
                </a:moveTo>
                <a:lnTo>
                  <a:pt x="501" y="203"/>
                </a:lnTo>
                <a:cubicBezTo>
                  <a:pt x="546" y="225"/>
                  <a:pt x="546" y="289"/>
                  <a:pt x="501" y="312"/>
                </a:cubicBezTo>
                <a:lnTo>
                  <a:pt x="109" y="507"/>
                </a:lnTo>
                <a:cubicBezTo>
                  <a:pt x="60" y="532"/>
                  <a:pt x="0" y="496"/>
                  <a:pt x="0" y="440"/>
                </a:cubicBezTo>
                <a:lnTo>
                  <a:pt x="0" y="75"/>
                </a:lnTo>
                <a:cubicBezTo>
                  <a:pt x="0" y="19"/>
                  <a:pt x="60" y="-17"/>
                  <a:pt x="109" y="7"/>
                </a:cubicBezTo>
                <a:close/>
              </a:path>
            </a:pathLst>
          </a:custGeom>
          <a:solidFill>
            <a:srgbClr val="bb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954440" y="3120120"/>
            <a:ext cx="1451160" cy="0"/>
          </a:xfrm>
          <a:prstGeom prst="line">
            <a:avLst/>
          </a:prstGeom>
          <a:ln cap="rnd" w="31320">
            <a:solidFill>
              <a:srgbClr val="bb5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5480" rIns="105480" tIns="-60480" bIns="-60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216440" y="13755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216440" y="13755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218240" y="18082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218240" y="18082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1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218240" y="224136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1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218240" y="224136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1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209240" y="267444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2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2" y="0"/>
                  <a:pt x="736" y="164"/>
                  <a:pt x="736" y="3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209240" y="267444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2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2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082520" y="34981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69"/>
                  <a:pt x="570" y="734"/>
                  <a:pt x="367" y="734"/>
                </a:cubicBezTo>
                <a:cubicBezTo>
                  <a:pt x="164" y="734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082520" y="34981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69"/>
                  <a:pt x="570" y="734"/>
                  <a:pt x="367" y="734"/>
                </a:cubicBezTo>
                <a:cubicBezTo>
                  <a:pt x="164" y="734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1357560" y="34981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2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2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357560" y="34981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2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2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1075320" y="40402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075320" y="40402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350720" y="404028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350720" y="404028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830320" y="13888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368" y="734"/>
                </a:move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ubicBezTo>
                  <a:pt x="736" y="569"/>
                  <a:pt x="571" y="734"/>
                  <a:pt x="368" y="7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830320" y="13888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1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836440" y="183024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1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836440" y="183024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1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836440" y="227196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7" y="733"/>
                </a:cubicBezTo>
                <a:cubicBezTo>
                  <a:pt x="164" y="733"/>
                  <a:pt x="0" y="568"/>
                  <a:pt x="0" y="366"/>
                </a:cubicBezTo>
                <a:cubicBezTo>
                  <a:pt x="0" y="163"/>
                  <a:pt x="164" y="0"/>
                  <a:pt x="367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836440" y="227196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8"/>
                  <a:pt x="571" y="733"/>
                  <a:pt x="367" y="733"/>
                </a:cubicBezTo>
                <a:cubicBezTo>
                  <a:pt x="164" y="733"/>
                  <a:pt x="0" y="568"/>
                  <a:pt x="0" y="366"/>
                </a:cubicBezTo>
                <a:cubicBezTo>
                  <a:pt x="0" y="163"/>
                  <a:pt x="164" y="0"/>
                  <a:pt x="367" y="0"/>
                </a:cubicBezTo>
                <a:cubicBezTo>
                  <a:pt x="571" y="0"/>
                  <a:pt x="735" y="163"/>
                  <a:pt x="735" y="366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827440" y="271332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827440" y="271332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323080" y="138888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367" y="734"/>
                </a:moveTo>
                <a:cubicBezTo>
                  <a:pt x="164" y="734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7"/>
                </a:cubicBezTo>
                <a:cubicBezTo>
                  <a:pt x="735" y="569"/>
                  <a:pt x="571" y="734"/>
                  <a:pt x="367" y="7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323080" y="138888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69"/>
                  <a:pt x="571" y="734"/>
                  <a:pt x="367" y="734"/>
                </a:cubicBezTo>
                <a:cubicBezTo>
                  <a:pt x="164" y="734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330280" y="183024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330280" y="183024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330280" y="22719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330280" y="22719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3"/>
                  <a:pt x="736" y="366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2321280" y="271332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321280" y="271332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815480" y="138348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7"/>
                </a:moveTo>
                <a:cubicBezTo>
                  <a:pt x="735" y="569"/>
                  <a:pt x="571" y="733"/>
                  <a:pt x="367" y="733"/>
                </a:cubicBezTo>
                <a:cubicBezTo>
                  <a:pt x="164" y="733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815480" y="138348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7"/>
                </a:moveTo>
                <a:cubicBezTo>
                  <a:pt x="735" y="569"/>
                  <a:pt x="571" y="733"/>
                  <a:pt x="367" y="733"/>
                </a:cubicBezTo>
                <a:cubicBezTo>
                  <a:pt x="164" y="733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824120" y="182232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824120" y="182232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3"/>
                  <a:pt x="736" y="366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4120" y="22611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824120" y="22611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3"/>
                  <a:pt x="736" y="366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815480" y="2700000"/>
            <a:ext cx="264600" cy="263520"/>
          </a:xfrm>
          <a:custGeom>
            <a:avLst/>
            <a:gdLst/>
            <a:ahLst/>
            <a:rect l="0" t="0" r="r" b="b"/>
            <a:pathLst>
              <a:path w="735" h="732">
                <a:moveTo>
                  <a:pt x="735" y="366"/>
                </a:moveTo>
                <a:cubicBezTo>
                  <a:pt x="735" y="568"/>
                  <a:pt x="571" y="732"/>
                  <a:pt x="367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815480" y="2700000"/>
            <a:ext cx="264600" cy="263520"/>
          </a:xfrm>
          <a:custGeom>
            <a:avLst/>
            <a:gdLst/>
            <a:ahLst/>
            <a:rect l="0" t="0" r="r" b="b"/>
            <a:pathLst>
              <a:path w="735" h="732">
                <a:moveTo>
                  <a:pt x="735" y="366"/>
                </a:moveTo>
                <a:cubicBezTo>
                  <a:pt x="735" y="568"/>
                  <a:pt x="571" y="732"/>
                  <a:pt x="367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822680" y="34891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0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5"/>
                  <a:pt x="164" y="0"/>
                  <a:pt x="367" y="0"/>
                </a:cubicBezTo>
                <a:cubicBezTo>
                  <a:pt x="570" y="0"/>
                  <a:pt x="735" y="165"/>
                  <a:pt x="735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822680" y="34891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0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5"/>
                  <a:pt x="164" y="0"/>
                  <a:pt x="367" y="0"/>
                </a:cubicBezTo>
                <a:cubicBezTo>
                  <a:pt x="570" y="0"/>
                  <a:pt x="735" y="165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2097720" y="34891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097720" y="34891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81548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7" y="733"/>
                </a:cubicBezTo>
                <a:cubicBezTo>
                  <a:pt x="164" y="733"/>
                  <a:pt x="0" y="569"/>
                  <a:pt x="0" y="366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81548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7" y="733"/>
                </a:cubicBezTo>
                <a:cubicBezTo>
                  <a:pt x="164" y="733"/>
                  <a:pt x="0" y="569"/>
                  <a:pt x="0" y="366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09088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8" y="733"/>
                </a:cubicBezTo>
                <a:cubicBezTo>
                  <a:pt x="164" y="733"/>
                  <a:pt x="0" y="569"/>
                  <a:pt x="0" y="366"/>
                </a:cubicBezTo>
                <a:cubicBezTo>
                  <a:pt x="0" y="164"/>
                  <a:pt x="164" y="0"/>
                  <a:pt x="368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09088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8" y="733"/>
                </a:cubicBezTo>
                <a:cubicBezTo>
                  <a:pt x="164" y="733"/>
                  <a:pt x="0" y="569"/>
                  <a:pt x="0" y="366"/>
                </a:cubicBezTo>
                <a:cubicBezTo>
                  <a:pt x="0" y="164"/>
                  <a:pt x="164" y="0"/>
                  <a:pt x="368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337920" y="138816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337920" y="138816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342240" y="18298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342240" y="18298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342240" y="227160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342240" y="227160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3333600" y="271332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333600" y="271332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391640" y="138744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368" y="734"/>
                </a:move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7"/>
                </a:cubicBezTo>
                <a:cubicBezTo>
                  <a:pt x="735" y="569"/>
                  <a:pt x="571" y="734"/>
                  <a:pt x="368" y="7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391640" y="138744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69"/>
                  <a:pt x="571" y="734"/>
                  <a:pt x="368" y="734"/>
                </a:cubicBezTo>
                <a:cubicBezTo>
                  <a:pt x="165" y="734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400280" y="18291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400280" y="18291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400280" y="227088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4"/>
                  <a:pt x="736" y="36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400280" y="227088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6"/>
                </a:moveTo>
                <a:cubicBezTo>
                  <a:pt x="736" y="568"/>
                  <a:pt x="571" y="733"/>
                  <a:pt x="368" y="733"/>
                </a:cubicBezTo>
                <a:cubicBezTo>
                  <a:pt x="165" y="733"/>
                  <a:pt x="0" y="568"/>
                  <a:pt x="0" y="366"/>
                </a:cubicBezTo>
                <a:cubicBezTo>
                  <a:pt x="0" y="163"/>
                  <a:pt x="165" y="0"/>
                  <a:pt x="368" y="0"/>
                </a:cubicBezTo>
                <a:cubicBezTo>
                  <a:pt x="571" y="0"/>
                  <a:pt x="736" y="163"/>
                  <a:pt x="736" y="366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391640" y="2712600"/>
            <a:ext cx="264600" cy="263520"/>
          </a:xfrm>
          <a:custGeom>
            <a:avLst/>
            <a:gdLst/>
            <a:ahLst/>
            <a:rect l="0" t="0" r="r" b="b"/>
            <a:pathLst>
              <a:path w="735" h="732">
                <a:moveTo>
                  <a:pt x="735" y="365"/>
                </a:moveTo>
                <a:cubicBezTo>
                  <a:pt x="735" y="568"/>
                  <a:pt x="571" y="732"/>
                  <a:pt x="368" y="732"/>
                </a:cubicBezTo>
                <a:cubicBezTo>
                  <a:pt x="165" y="732"/>
                  <a:pt x="0" y="568"/>
                  <a:pt x="0" y="365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391640" y="2712600"/>
            <a:ext cx="264600" cy="263520"/>
          </a:xfrm>
          <a:custGeom>
            <a:avLst/>
            <a:gdLst/>
            <a:ahLst/>
            <a:rect l="0" t="0" r="r" b="b"/>
            <a:pathLst>
              <a:path w="735" h="732">
                <a:moveTo>
                  <a:pt x="735" y="365"/>
                </a:moveTo>
                <a:cubicBezTo>
                  <a:pt x="735" y="568"/>
                  <a:pt x="571" y="732"/>
                  <a:pt x="368" y="732"/>
                </a:cubicBezTo>
                <a:cubicBezTo>
                  <a:pt x="165" y="732"/>
                  <a:pt x="0" y="568"/>
                  <a:pt x="0" y="365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5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885120" y="138924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367" y="734"/>
                </a:moveTo>
                <a:cubicBezTo>
                  <a:pt x="164" y="734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7"/>
                </a:cubicBezTo>
                <a:cubicBezTo>
                  <a:pt x="735" y="569"/>
                  <a:pt x="570" y="734"/>
                  <a:pt x="367" y="7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885120" y="138924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69"/>
                  <a:pt x="570" y="734"/>
                  <a:pt x="367" y="734"/>
                </a:cubicBezTo>
                <a:cubicBezTo>
                  <a:pt x="164" y="734"/>
                  <a:pt x="0" y="569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893760" y="18309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893760" y="183096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893760" y="227268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893760" y="2272680"/>
            <a:ext cx="264960" cy="263880"/>
          </a:xfrm>
          <a:custGeom>
            <a:avLst/>
            <a:gdLst/>
            <a:ahLst/>
            <a:rect l="0" t="0" r="r" b="b"/>
            <a:pathLst>
              <a:path w="736" h="733">
                <a:moveTo>
                  <a:pt x="736" y="367"/>
                </a:moveTo>
                <a:cubicBezTo>
                  <a:pt x="736" y="569"/>
                  <a:pt x="571" y="733"/>
                  <a:pt x="368" y="733"/>
                </a:cubicBezTo>
                <a:cubicBezTo>
                  <a:pt x="165" y="733"/>
                  <a:pt x="0" y="569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885120" y="2714400"/>
            <a:ext cx="264600" cy="263520"/>
          </a:xfrm>
          <a:custGeom>
            <a:avLst/>
            <a:gdLst/>
            <a:ahLst/>
            <a:rect l="0" t="0" r="r" b="b"/>
            <a:pathLst>
              <a:path w="735" h="732">
                <a:moveTo>
                  <a:pt x="735" y="365"/>
                </a:moveTo>
                <a:cubicBezTo>
                  <a:pt x="735" y="568"/>
                  <a:pt x="570" y="732"/>
                  <a:pt x="367" y="732"/>
                </a:cubicBezTo>
                <a:cubicBezTo>
                  <a:pt x="164" y="732"/>
                  <a:pt x="0" y="568"/>
                  <a:pt x="0" y="365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5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3885120" y="2714400"/>
            <a:ext cx="264600" cy="263520"/>
          </a:xfrm>
          <a:custGeom>
            <a:avLst/>
            <a:gdLst/>
            <a:ahLst/>
            <a:rect l="0" t="0" r="r" b="b"/>
            <a:pathLst>
              <a:path w="735" h="732">
                <a:moveTo>
                  <a:pt x="735" y="365"/>
                </a:moveTo>
                <a:cubicBezTo>
                  <a:pt x="735" y="568"/>
                  <a:pt x="570" y="732"/>
                  <a:pt x="367" y="732"/>
                </a:cubicBezTo>
                <a:cubicBezTo>
                  <a:pt x="164" y="732"/>
                  <a:pt x="0" y="568"/>
                  <a:pt x="0" y="365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5"/>
                </a:cubicBezTo>
                <a:close/>
              </a:path>
            </a:pathLst>
          </a:custGeom>
          <a:noFill/>
          <a:ln cap="sq" w="37800">
            <a:solidFill>
              <a:srgbClr val="0000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067200" y="34891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0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5"/>
                  <a:pt x="164" y="0"/>
                  <a:pt x="367" y="0"/>
                </a:cubicBezTo>
                <a:cubicBezTo>
                  <a:pt x="570" y="0"/>
                  <a:pt x="735" y="165"/>
                  <a:pt x="735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067200" y="34891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0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5"/>
                  <a:pt x="164" y="0"/>
                  <a:pt x="367" y="0"/>
                </a:cubicBezTo>
                <a:cubicBezTo>
                  <a:pt x="570" y="0"/>
                  <a:pt x="735" y="165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342240" y="34891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342240" y="34891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5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06000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7" y="733"/>
                </a:cubicBezTo>
                <a:cubicBezTo>
                  <a:pt x="164" y="733"/>
                  <a:pt x="0" y="569"/>
                  <a:pt x="0" y="366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306000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7" y="733"/>
                </a:cubicBezTo>
                <a:cubicBezTo>
                  <a:pt x="164" y="733"/>
                  <a:pt x="0" y="569"/>
                  <a:pt x="0" y="366"/>
                </a:cubicBezTo>
                <a:cubicBezTo>
                  <a:pt x="0" y="164"/>
                  <a:pt x="164" y="0"/>
                  <a:pt x="367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33540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8" y="733"/>
                </a:cubicBezTo>
                <a:cubicBezTo>
                  <a:pt x="165" y="733"/>
                  <a:pt x="0" y="569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335400" y="4031640"/>
            <a:ext cx="264600" cy="263880"/>
          </a:xfrm>
          <a:custGeom>
            <a:avLst/>
            <a:gdLst/>
            <a:ahLst/>
            <a:rect l="0" t="0" r="r" b="b"/>
            <a:pathLst>
              <a:path w="735" h="733">
                <a:moveTo>
                  <a:pt x="735" y="366"/>
                </a:moveTo>
                <a:cubicBezTo>
                  <a:pt x="735" y="569"/>
                  <a:pt x="571" y="733"/>
                  <a:pt x="368" y="733"/>
                </a:cubicBezTo>
                <a:cubicBezTo>
                  <a:pt x="165" y="733"/>
                  <a:pt x="0" y="569"/>
                  <a:pt x="0" y="366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5" y="164"/>
                  <a:pt x="735" y="366"/>
                </a:cubicBezTo>
                <a:close/>
              </a:path>
            </a:pathLst>
          </a:custGeom>
          <a:noFill/>
          <a:ln cap="sq" w="37800">
            <a:solidFill>
              <a:srgbClr val="666666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891960" y="34963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891960" y="349632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69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167360" y="34963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69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167360" y="349632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69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5"/>
                  <a:pt x="165" y="0"/>
                  <a:pt x="368" y="0"/>
                </a:cubicBezTo>
                <a:cubicBezTo>
                  <a:pt x="571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885120" y="403848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0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885120" y="4038480"/>
            <a:ext cx="264600" cy="264240"/>
          </a:xfrm>
          <a:custGeom>
            <a:avLst/>
            <a:gdLst/>
            <a:ahLst/>
            <a:rect l="0" t="0" r="r" b="b"/>
            <a:pathLst>
              <a:path w="735" h="734">
                <a:moveTo>
                  <a:pt x="735" y="367"/>
                </a:moveTo>
                <a:cubicBezTo>
                  <a:pt x="735" y="570"/>
                  <a:pt x="570" y="734"/>
                  <a:pt x="367" y="734"/>
                </a:cubicBezTo>
                <a:cubicBezTo>
                  <a:pt x="164" y="734"/>
                  <a:pt x="0" y="570"/>
                  <a:pt x="0" y="367"/>
                </a:cubicBezTo>
                <a:cubicBezTo>
                  <a:pt x="0" y="164"/>
                  <a:pt x="164" y="0"/>
                  <a:pt x="367" y="0"/>
                </a:cubicBezTo>
                <a:cubicBezTo>
                  <a:pt x="570" y="0"/>
                  <a:pt x="735" y="164"/>
                  <a:pt x="735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160160" y="40384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solidFill>
            <a:srgbClr val="ffe6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160160" y="4038480"/>
            <a:ext cx="264960" cy="264240"/>
          </a:xfrm>
          <a:custGeom>
            <a:avLst/>
            <a:gdLst/>
            <a:ahLst/>
            <a:rect l="0" t="0" r="r" b="b"/>
            <a:pathLst>
              <a:path w="736" h="734">
                <a:moveTo>
                  <a:pt x="736" y="367"/>
                </a:moveTo>
                <a:cubicBezTo>
                  <a:pt x="736" y="570"/>
                  <a:pt x="571" y="734"/>
                  <a:pt x="368" y="734"/>
                </a:cubicBezTo>
                <a:cubicBezTo>
                  <a:pt x="165" y="734"/>
                  <a:pt x="0" y="570"/>
                  <a:pt x="0" y="367"/>
                </a:cubicBezTo>
                <a:cubicBezTo>
                  <a:pt x="0" y="164"/>
                  <a:pt x="165" y="0"/>
                  <a:pt x="368" y="0"/>
                </a:cubicBezTo>
                <a:cubicBezTo>
                  <a:pt x="571" y="0"/>
                  <a:pt x="736" y="164"/>
                  <a:pt x="736" y="367"/>
                </a:cubicBezTo>
                <a:close/>
              </a:path>
            </a:pathLst>
          </a:custGeom>
          <a:noFill/>
          <a:ln cap="sq" w="37800">
            <a:solidFill>
              <a:srgbClr val="d79b00"/>
            </a:solidFill>
            <a:round/>
          </a:ln>
        </p:spPr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2026-02-13T16:06:29Z</dcterms:created>
  <dc:creator/>
  <dc:description/>
  <dc:language>en-US</dc:language>
  <cp:lastModifiedBy/>
  <dcterms:modified xsi:type="dcterms:W3CDTF">2026-02-13T16:06:32Z</dcterms:modified>
  <cp:revision>1</cp:revision>
  <dc:subject/>
  <dc:title/>
</cp:coreProperties>
</file>