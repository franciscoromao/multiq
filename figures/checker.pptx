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62BD9A-EAAB-4C51-B673-2DB5102C1D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0ECECB5-426A-4348-AC9A-26624FC785E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424240" y="1450080"/>
            <a:ext cx="184320" cy="695880"/>
          </a:xfrm>
          <a:custGeom>
            <a:avLst/>
            <a:gdLst/>
            <a:ahLst/>
            <a:rect l="0" t="0" r="r" b="b"/>
            <a:pathLst>
              <a:path w="512" h="1933">
                <a:moveTo>
                  <a:pt x="139" y="17"/>
                </a:moveTo>
                <a:cubicBezTo>
                  <a:pt x="127" y="17"/>
                  <a:pt x="116" y="20"/>
                  <a:pt x="106" y="25"/>
                </a:cubicBezTo>
                <a:cubicBezTo>
                  <a:pt x="95" y="31"/>
                  <a:pt x="85" y="39"/>
                  <a:pt x="76" y="49"/>
                </a:cubicBezTo>
                <a:cubicBezTo>
                  <a:pt x="67" y="60"/>
                  <a:pt x="59" y="75"/>
                  <a:pt x="54" y="93"/>
                </a:cubicBezTo>
                <a:cubicBezTo>
                  <a:pt x="48" y="112"/>
                  <a:pt x="45" y="133"/>
                  <a:pt x="45" y="156"/>
                </a:cubicBezTo>
                <a:cubicBezTo>
                  <a:pt x="45" y="200"/>
                  <a:pt x="56" y="235"/>
                  <a:pt x="78" y="261"/>
                </a:cubicBezTo>
                <a:cubicBezTo>
                  <a:pt x="100" y="287"/>
                  <a:pt x="127" y="300"/>
                  <a:pt x="157" y="300"/>
                </a:cubicBezTo>
                <a:cubicBezTo>
                  <a:pt x="185" y="300"/>
                  <a:pt x="207" y="288"/>
                  <a:pt x="225" y="263"/>
                </a:cubicBezTo>
                <a:cubicBezTo>
                  <a:pt x="242" y="238"/>
                  <a:pt x="251" y="206"/>
                  <a:pt x="251" y="164"/>
                </a:cubicBezTo>
                <a:cubicBezTo>
                  <a:pt x="251" y="118"/>
                  <a:pt x="240" y="82"/>
                  <a:pt x="219" y="56"/>
                </a:cubicBezTo>
                <a:cubicBezTo>
                  <a:pt x="198" y="30"/>
                  <a:pt x="171" y="17"/>
                  <a:pt x="139" y="17"/>
                </a:cubicBezTo>
                <a:moveTo>
                  <a:pt x="267" y="256"/>
                </a:moveTo>
                <a:cubicBezTo>
                  <a:pt x="245" y="288"/>
                  <a:pt x="214" y="307"/>
                  <a:pt x="176" y="313"/>
                </a:cubicBezTo>
                <a:cubicBezTo>
                  <a:pt x="155" y="319"/>
                  <a:pt x="134" y="329"/>
                  <a:pt x="114" y="344"/>
                </a:cubicBezTo>
                <a:cubicBezTo>
                  <a:pt x="117" y="344"/>
                  <a:pt x="120" y="344"/>
                  <a:pt x="123" y="344"/>
                </a:cubicBezTo>
                <a:cubicBezTo>
                  <a:pt x="141" y="344"/>
                  <a:pt x="165" y="350"/>
                  <a:pt x="193" y="363"/>
                </a:cubicBezTo>
                <a:cubicBezTo>
                  <a:pt x="221" y="376"/>
                  <a:pt x="242" y="382"/>
                  <a:pt x="255" y="382"/>
                </a:cubicBezTo>
                <a:cubicBezTo>
                  <a:pt x="273" y="382"/>
                  <a:pt x="286" y="377"/>
                  <a:pt x="296" y="365"/>
                </a:cubicBezTo>
                <a:lnTo>
                  <a:pt x="304" y="371"/>
                </a:lnTo>
                <a:cubicBezTo>
                  <a:pt x="286" y="397"/>
                  <a:pt x="263" y="409"/>
                  <a:pt x="236" y="409"/>
                </a:cubicBezTo>
                <a:cubicBezTo>
                  <a:pt x="222" y="409"/>
                  <a:pt x="208" y="407"/>
                  <a:pt x="195" y="402"/>
                </a:cubicBezTo>
                <a:cubicBezTo>
                  <a:pt x="182" y="397"/>
                  <a:pt x="170" y="392"/>
                  <a:pt x="162" y="387"/>
                </a:cubicBezTo>
                <a:cubicBezTo>
                  <a:pt x="153" y="381"/>
                  <a:pt x="143" y="376"/>
                  <a:pt x="132" y="371"/>
                </a:cubicBezTo>
                <a:cubicBezTo>
                  <a:pt x="121" y="367"/>
                  <a:pt x="111" y="365"/>
                  <a:pt x="101" y="365"/>
                </a:cubicBezTo>
                <a:cubicBezTo>
                  <a:pt x="96" y="365"/>
                  <a:pt x="91" y="367"/>
                  <a:pt x="84" y="370"/>
                </a:cubicBezTo>
                <a:cubicBezTo>
                  <a:pt x="78" y="377"/>
                  <a:pt x="72" y="384"/>
                  <a:pt x="67" y="392"/>
                </a:cubicBezTo>
                <a:lnTo>
                  <a:pt x="48" y="383"/>
                </a:lnTo>
                <a:cubicBezTo>
                  <a:pt x="49" y="381"/>
                  <a:pt x="51" y="379"/>
                  <a:pt x="52" y="377"/>
                </a:cubicBezTo>
                <a:cubicBezTo>
                  <a:pt x="53" y="375"/>
                  <a:pt x="55" y="374"/>
                  <a:pt x="57" y="372"/>
                </a:cubicBezTo>
                <a:cubicBezTo>
                  <a:pt x="76" y="348"/>
                  <a:pt x="100" y="329"/>
                  <a:pt x="129" y="314"/>
                </a:cubicBezTo>
                <a:cubicBezTo>
                  <a:pt x="91" y="310"/>
                  <a:pt x="61" y="294"/>
                  <a:pt x="37" y="267"/>
                </a:cubicBezTo>
                <a:cubicBezTo>
                  <a:pt x="12" y="240"/>
                  <a:pt x="0" y="206"/>
                  <a:pt x="0" y="164"/>
                </a:cubicBezTo>
                <a:cubicBezTo>
                  <a:pt x="0" y="123"/>
                  <a:pt x="11" y="87"/>
                  <a:pt x="32" y="58"/>
                </a:cubicBezTo>
                <a:cubicBezTo>
                  <a:pt x="45" y="40"/>
                  <a:pt x="61" y="26"/>
                  <a:pt x="81" y="15"/>
                </a:cubicBezTo>
                <a:cubicBezTo>
                  <a:pt x="100" y="5"/>
                  <a:pt x="122" y="0"/>
                  <a:pt x="145" y="0"/>
                </a:cubicBezTo>
                <a:cubicBezTo>
                  <a:pt x="189" y="0"/>
                  <a:pt x="225" y="14"/>
                  <a:pt x="254" y="42"/>
                </a:cubicBezTo>
                <a:cubicBezTo>
                  <a:pt x="282" y="70"/>
                  <a:pt x="296" y="108"/>
                  <a:pt x="296" y="156"/>
                </a:cubicBezTo>
                <a:cubicBezTo>
                  <a:pt x="296" y="195"/>
                  <a:pt x="287" y="229"/>
                  <a:pt x="267" y="256"/>
                </a:cubicBezTo>
                <a:moveTo>
                  <a:pt x="406" y="46"/>
                </a:moveTo>
                <a:cubicBezTo>
                  <a:pt x="400" y="49"/>
                  <a:pt x="395" y="56"/>
                  <a:pt x="390" y="64"/>
                </a:cubicBezTo>
                <a:cubicBezTo>
                  <a:pt x="384" y="74"/>
                  <a:pt x="380" y="88"/>
                  <a:pt x="377" y="107"/>
                </a:cubicBezTo>
                <a:cubicBezTo>
                  <a:pt x="374" y="127"/>
                  <a:pt x="373" y="150"/>
                  <a:pt x="373" y="177"/>
                </a:cubicBezTo>
                <a:cubicBezTo>
                  <a:pt x="373" y="258"/>
                  <a:pt x="389" y="299"/>
                  <a:pt x="421" y="299"/>
                </a:cubicBezTo>
                <a:cubicBezTo>
                  <a:pt x="424" y="299"/>
                  <a:pt x="427" y="299"/>
                  <a:pt x="430" y="298"/>
                </a:cubicBezTo>
                <a:cubicBezTo>
                  <a:pt x="433" y="297"/>
                  <a:pt x="437" y="295"/>
                  <a:pt x="441" y="292"/>
                </a:cubicBezTo>
                <a:cubicBezTo>
                  <a:pt x="445" y="290"/>
                  <a:pt x="449" y="285"/>
                  <a:pt x="453" y="279"/>
                </a:cubicBezTo>
                <a:cubicBezTo>
                  <a:pt x="457" y="273"/>
                  <a:pt x="460" y="265"/>
                  <a:pt x="463" y="256"/>
                </a:cubicBezTo>
                <a:cubicBezTo>
                  <a:pt x="468" y="237"/>
                  <a:pt x="471" y="204"/>
                  <a:pt x="471" y="159"/>
                </a:cubicBezTo>
                <a:cubicBezTo>
                  <a:pt x="471" y="100"/>
                  <a:pt x="462" y="63"/>
                  <a:pt x="444" y="47"/>
                </a:cubicBezTo>
                <a:cubicBezTo>
                  <a:pt x="438" y="42"/>
                  <a:pt x="430" y="39"/>
                  <a:pt x="422" y="39"/>
                </a:cubicBezTo>
                <a:cubicBezTo>
                  <a:pt x="416" y="39"/>
                  <a:pt x="411" y="42"/>
                  <a:pt x="406" y="46"/>
                </a:cubicBezTo>
                <a:moveTo>
                  <a:pt x="420" y="316"/>
                </a:moveTo>
                <a:cubicBezTo>
                  <a:pt x="402" y="316"/>
                  <a:pt x="386" y="309"/>
                  <a:pt x="373" y="295"/>
                </a:cubicBezTo>
                <a:cubicBezTo>
                  <a:pt x="360" y="283"/>
                  <a:pt x="350" y="265"/>
                  <a:pt x="343" y="243"/>
                </a:cubicBezTo>
                <a:cubicBezTo>
                  <a:pt x="335" y="221"/>
                  <a:pt x="332" y="198"/>
                  <a:pt x="332" y="172"/>
                </a:cubicBezTo>
                <a:cubicBezTo>
                  <a:pt x="332" y="127"/>
                  <a:pt x="341" y="91"/>
                  <a:pt x="359" y="64"/>
                </a:cubicBezTo>
                <a:cubicBezTo>
                  <a:pt x="376" y="37"/>
                  <a:pt x="398" y="23"/>
                  <a:pt x="422" y="23"/>
                </a:cubicBezTo>
                <a:cubicBezTo>
                  <a:pt x="446" y="23"/>
                  <a:pt x="465" y="33"/>
                  <a:pt x="480" y="53"/>
                </a:cubicBezTo>
                <a:cubicBezTo>
                  <a:pt x="501" y="82"/>
                  <a:pt x="512" y="120"/>
                  <a:pt x="512" y="168"/>
                </a:cubicBezTo>
                <a:cubicBezTo>
                  <a:pt x="512" y="194"/>
                  <a:pt x="509" y="217"/>
                  <a:pt x="503" y="237"/>
                </a:cubicBezTo>
                <a:cubicBezTo>
                  <a:pt x="497" y="257"/>
                  <a:pt x="489" y="273"/>
                  <a:pt x="480" y="284"/>
                </a:cubicBezTo>
                <a:cubicBezTo>
                  <a:pt x="470" y="295"/>
                  <a:pt x="461" y="303"/>
                  <a:pt x="450" y="308"/>
                </a:cubicBezTo>
                <a:cubicBezTo>
                  <a:pt x="440" y="313"/>
                  <a:pt x="430" y="316"/>
                  <a:pt x="420" y="316"/>
                </a:cubicBezTo>
                <a:moveTo>
                  <a:pt x="139" y="778"/>
                </a:moveTo>
                <a:cubicBezTo>
                  <a:pt x="127" y="778"/>
                  <a:pt x="116" y="781"/>
                  <a:pt x="106" y="787"/>
                </a:cubicBezTo>
                <a:cubicBezTo>
                  <a:pt x="95" y="792"/>
                  <a:pt x="85" y="800"/>
                  <a:pt x="76" y="811"/>
                </a:cubicBezTo>
                <a:cubicBezTo>
                  <a:pt x="67" y="821"/>
                  <a:pt x="59" y="836"/>
                  <a:pt x="54" y="855"/>
                </a:cubicBezTo>
                <a:cubicBezTo>
                  <a:pt x="48" y="874"/>
                  <a:pt x="45" y="895"/>
                  <a:pt x="45" y="918"/>
                </a:cubicBezTo>
                <a:cubicBezTo>
                  <a:pt x="45" y="961"/>
                  <a:pt x="56" y="996"/>
                  <a:pt x="78" y="1022"/>
                </a:cubicBezTo>
                <a:cubicBezTo>
                  <a:pt x="100" y="1048"/>
                  <a:pt x="127" y="1061"/>
                  <a:pt x="157" y="1061"/>
                </a:cubicBezTo>
                <a:cubicBezTo>
                  <a:pt x="185" y="1061"/>
                  <a:pt x="207" y="1049"/>
                  <a:pt x="225" y="1025"/>
                </a:cubicBezTo>
                <a:cubicBezTo>
                  <a:pt x="242" y="1000"/>
                  <a:pt x="251" y="967"/>
                  <a:pt x="251" y="926"/>
                </a:cubicBezTo>
                <a:cubicBezTo>
                  <a:pt x="251" y="880"/>
                  <a:pt x="240" y="844"/>
                  <a:pt x="219" y="817"/>
                </a:cubicBezTo>
                <a:cubicBezTo>
                  <a:pt x="198" y="791"/>
                  <a:pt x="171" y="778"/>
                  <a:pt x="139" y="778"/>
                </a:cubicBezTo>
                <a:moveTo>
                  <a:pt x="267" y="1018"/>
                </a:moveTo>
                <a:cubicBezTo>
                  <a:pt x="245" y="1049"/>
                  <a:pt x="214" y="1068"/>
                  <a:pt x="176" y="1075"/>
                </a:cubicBezTo>
                <a:cubicBezTo>
                  <a:pt x="155" y="1080"/>
                  <a:pt x="134" y="1091"/>
                  <a:pt x="114" y="1106"/>
                </a:cubicBezTo>
                <a:cubicBezTo>
                  <a:pt x="117" y="1106"/>
                  <a:pt x="120" y="1105"/>
                  <a:pt x="123" y="1105"/>
                </a:cubicBezTo>
                <a:cubicBezTo>
                  <a:pt x="141" y="1105"/>
                  <a:pt x="165" y="1112"/>
                  <a:pt x="193" y="1124"/>
                </a:cubicBezTo>
                <a:cubicBezTo>
                  <a:pt x="221" y="1137"/>
                  <a:pt x="242" y="1144"/>
                  <a:pt x="255" y="1144"/>
                </a:cubicBezTo>
                <a:cubicBezTo>
                  <a:pt x="273" y="1144"/>
                  <a:pt x="286" y="1138"/>
                  <a:pt x="296" y="1127"/>
                </a:cubicBezTo>
                <a:lnTo>
                  <a:pt x="304" y="1132"/>
                </a:lnTo>
                <a:cubicBezTo>
                  <a:pt x="286" y="1158"/>
                  <a:pt x="263" y="1171"/>
                  <a:pt x="236" y="1171"/>
                </a:cubicBezTo>
                <a:cubicBezTo>
                  <a:pt x="222" y="1171"/>
                  <a:pt x="208" y="1169"/>
                  <a:pt x="195" y="1164"/>
                </a:cubicBezTo>
                <a:cubicBezTo>
                  <a:pt x="182" y="1159"/>
                  <a:pt x="170" y="1154"/>
                  <a:pt x="162" y="1148"/>
                </a:cubicBezTo>
                <a:cubicBezTo>
                  <a:pt x="153" y="1143"/>
                  <a:pt x="143" y="1138"/>
                  <a:pt x="132" y="1133"/>
                </a:cubicBezTo>
                <a:cubicBezTo>
                  <a:pt x="121" y="1128"/>
                  <a:pt x="111" y="1126"/>
                  <a:pt x="101" y="1126"/>
                </a:cubicBezTo>
                <a:cubicBezTo>
                  <a:pt x="96" y="1126"/>
                  <a:pt x="91" y="1128"/>
                  <a:pt x="84" y="1132"/>
                </a:cubicBezTo>
                <a:cubicBezTo>
                  <a:pt x="78" y="1139"/>
                  <a:pt x="72" y="1146"/>
                  <a:pt x="67" y="1154"/>
                </a:cubicBezTo>
                <a:lnTo>
                  <a:pt x="48" y="1145"/>
                </a:lnTo>
                <a:cubicBezTo>
                  <a:pt x="49" y="1142"/>
                  <a:pt x="51" y="1140"/>
                  <a:pt x="52" y="1138"/>
                </a:cubicBezTo>
                <a:cubicBezTo>
                  <a:pt x="53" y="1137"/>
                  <a:pt x="55" y="1135"/>
                  <a:pt x="57" y="1134"/>
                </a:cubicBezTo>
                <a:cubicBezTo>
                  <a:pt x="76" y="1110"/>
                  <a:pt x="100" y="1091"/>
                  <a:pt x="129" y="1076"/>
                </a:cubicBezTo>
                <a:cubicBezTo>
                  <a:pt x="91" y="1072"/>
                  <a:pt x="61" y="1056"/>
                  <a:pt x="37" y="1029"/>
                </a:cubicBezTo>
                <a:cubicBezTo>
                  <a:pt x="12" y="1002"/>
                  <a:pt x="0" y="968"/>
                  <a:pt x="0" y="926"/>
                </a:cubicBezTo>
                <a:cubicBezTo>
                  <a:pt x="0" y="884"/>
                  <a:pt x="11" y="849"/>
                  <a:pt x="32" y="819"/>
                </a:cubicBezTo>
                <a:cubicBezTo>
                  <a:pt x="45" y="801"/>
                  <a:pt x="61" y="787"/>
                  <a:pt x="81" y="777"/>
                </a:cubicBezTo>
                <a:cubicBezTo>
                  <a:pt x="100" y="767"/>
                  <a:pt x="122" y="762"/>
                  <a:pt x="145" y="762"/>
                </a:cubicBezTo>
                <a:cubicBezTo>
                  <a:pt x="189" y="762"/>
                  <a:pt x="225" y="776"/>
                  <a:pt x="254" y="804"/>
                </a:cubicBezTo>
                <a:cubicBezTo>
                  <a:pt x="282" y="832"/>
                  <a:pt x="296" y="870"/>
                  <a:pt x="296" y="917"/>
                </a:cubicBezTo>
                <a:cubicBezTo>
                  <a:pt x="296" y="957"/>
                  <a:pt x="287" y="990"/>
                  <a:pt x="267" y="1018"/>
                </a:cubicBezTo>
                <a:moveTo>
                  <a:pt x="449" y="1015"/>
                </a:moveTo>
                <a:cubicBezTo>
                  <a:pt x="449" y="1034"/>
                  <a:pt x="451" y="1045"/>
                  <a:pt x="456" y="1050"/>
                </a:cubicBezTo>
                <a:cubicBezTo>
                  <a:pt x="461" y="1054"/>
                  <a:pt x="472" y="1057"/>
                  <a:pt x="490" y="1058"/>
                </a:cubicBezTo>
                <a:cubicBezTo>
                  <a:pt x="491" y="1059"/>
                  <a:pt x="492" y="1062"/>
                  <a:pt x="492" y="1066"/>
                </a:cubicBezTo>
                <a:cubicBezTo>
                  <a:pt x="492" y="1069"/>
                  <a:pt x="491" y="1072"/>
                  <a:pt x="490" y="1074"/>
                </a:cubicBezTo>
                <a:cubicBezTo>
                  <a:pt x="458" y="1073"/>
                  <a:pt x="439" y="1072"/>
                  <a:pt x="433" y="1072"/>
                </a:cubicBezTo>
                <a:cubicBezTo>
                  <a:pt x="420" y="1072"/>
                  <a:pt x="397" y="1073"/>
                  <a:pt x="367" y="1074"/>
                </a:cubicBezTo>
                <a:cubicBezTo>
                  <a:pt x="365" y="1072"/>
                  <a:pt x="365" y="1069"/>
                  <a:pt x="365" y="1066"/>
                </a:cubicBezTo>
                <a:cubicBezTo>
                  <a:pt x="365" y="1062"/>
                  <a:pt x="365" y="1059"/>
                  <a:pt x="367" y="1058"/>
                </a:cubicBezTo>
                <a:cubicBezTo>
                  <a:pt x="385" y="1057"/>
                  <a:pt x="397" y="1055"/>
                  <a:pt x="403" y="1050"/>
                </a:cubicBezTo>
                <a:cubicBezTo>
                  <a:pt x="409" y="1045"/>
                  <a:pt x="412" y="1033"/>
                  <a:pt x="412" y="1015"/>
                </a:cubicBezTo>
                <a:lnTo>
                  <a:pt x="412" y="861"/>
                </a:lnTo>
                <a:cubicBezTo>
                  <a:pt x="412" y="843"/>
                  <a:pt x="409" y="833"/>
                  <a:pt x="403" y="833"/>
                </a:cubicBezTo>
                <a:cubicBezTo>
                  <a:pt x="395" y="833"/>
                  <a:pt x="381" y="838"/>
                  <a:pt x="362" y="846"/>
                </a:cubicBezTo>
                <a:cubicBezTo>
                  <a:pt x="359" y="843"/>
                  <a:pt x="356" y="839"/>
                  <a:pt x="355" y="833"/>
                </a:cubicBezTo>
                <a:cubicBezTo>
                  <a:pt x="399" y="812"/>
                  <a:pt x="430" y="797"/>
                  <a:pt x="447" y="786"/>
                </a:cubicBezTo>
                <a:cubicBezTo>
                  <a:pt x="449" y="786"/>
                  <a:pt x="450" y="787"/>
                  <a:pt x="450" y="788"/>
                </a:cubicBezTo>
                <a:cubicBezTo>
                  <a:pt x="450" y="795"/>
                  <a:pt x="449" y="816"/>
                  <a:pt x="449" y="851"/>
                </a:cubicBezTo>
                <a:lnTo>
                  <a:pt x="449" y="1015"/>
                </a:lnTo>
                <a:moveTo>
                  <a:pt x="139" y="1540"/>
                </a:moveTo>
                <a:cubicBezTo>
                  <a:pt x="127" y="1540"/>
                  <a:pt x="116" y="1543"/>
                  <a:pt x="106" y="1549"/>
                </a:cubicBezTo>
                <a:cubicBezTo>
                  <a:pt x="95" y="1554"/>
                  <a:pt x="85" y="1562"/>
                  <a:pt x="76" y="1572"/>
                </a:cubicBezTo>
                <a:cubicBezTo>
                  <a:pt x="67" y="1583"/>
                  <a:pt x="59" y="1598"/>
                  <a:pt x="54" y="1617"/>
                </a:cubicBezTo>
                <a:cubicBezTo>
                  <a:pt x="48" y="1635"/>
                  <a:pt x="45" y="1656"/>
                  <a:pt x="45" y="1680"/>
                </a:cubicBezTo>
                <a:cubicBezTo>
                  <a:pt x="45" y="1723"/>
                  <a:pt x="56" y="1758"/>
                  <a:pt x="78" y="1784"/>
                </a:cubicBezTo>
                <a:cubicBezTo>
                  <a:pt x="100" y="1810"/>
                  <a:pt x="127" y="1823"/>
                  <a:pt x="157" y="1823"/>
                </a:cubicBezTo>
                <a:cubicBezTo>
                  <a:pt x="185" y="1823"/>
                  <a:pt x="207" y="1811"/>
                  <a:pt x="225" y="1786"/>
                </a:cubicBezTo>
                <a:cubicBezTo>
                  <a:pt x="242" y="1762"/>
                  <a:pt x="251" y="1729"/>
                  <a:pt x="251" y="1688"/>
                </a:cubicBezTo>
                <a:cubicBezTo>
                  <a:pt x="251" y="1641"/>
                  <a:pt x="240" y="1605"/>
                  <a:pt x="219" y="1579"/>
                </a:cubicBezTo>
                <a:cubicBezTo>
                  <a:pt x="198" y="1553"/>
                  <a:pt x="171" y="1540"/>
                  <a:pt x="139" y="1540"/>
                </a:cubicBezTo>
                <a:moveTo>
                  <a:pt x="267" y="1779"/>
                </a:moveTo>
                <a:cubicBezTo>
                  <a:pt x="245" y="1811"/>
                  <a:pt x="214" y="1830"/>
                  <a:pt x="176" y="1836"/>
                </a:cubicBezTo>
                <a:cubicBezTo>
                  <a:pt x="155" y="1842"/>
                  <a:pt x="134" y="1853"/>
                  <a:pt x="114" y="1868"/>
                </a:cubicBezTo>
                <a:cubicBezTo>
                  <a:pt x="117" y="1867"/>
                  <a:pt x="120" y="1867"/>
                  <a:pt x="123" y="1867"/>
                </a:cubicBezTo>
                <a:cubicBezTo>
                  <a:pt x="141" y="1867"/>
                  <a:pt x="165" y="1873"/>
                  <a:pt x="193" y="1886"/>
                </a:cubicBezTo>
                <a:cubicBezTo>
                  <a:pt x="221" y="1899"/>
                  <a:pt x="242" y="1906"/>
                  <a:pt x="255" y="1906"/>
                </a:cubicBezTo>
                <a:cubicBezTo>
                  <a:pt x="273" y="1906"/>
                  <a:pt x="286" y="1900"/>
                  <a:pt x="296" y="1889"/>
                </a:cubicBezTo>
                <a:lnTo>
                  <a:pt x="304" y="1894"/>
                </a:lnTo>
                <a:cubicBezTo>
                  <a:pt x="286" y="1920"/>
                  <a:pt x="263" y="1933"/>
                  <a:pt x="236" y="1933"/>
                </a:cubicBezTo>
                <a:cubicBezTo>
                  <a:pt x="222" y="1933"/>
                  <a:pt x="208" y="1930"/>
                  <a:pt x="195" y="1925"/>
                </a:cubicBezTo>
                <a:cubicBezTo>
                  <a:pt x="182" y="1921"/>
                  <a:pt x="170" y="1916"/>
                  <a:pt x="162" y="1910"/>
                </a:cubicBezTo>
                <a:cubicBezTo>
                  <a:pt x="153" y="1905"/>
                  <a:pt x="143" y="1900"/>
                  <a:pt x="132" y="1895"/>
                </a:cubicBezTo>
                <a:cubicBezTo>
                  <a:pt x="121" y="1890"/>
                  <a:pt x="111" y="1888"/>
                  <a:pt x="101" y="1888"/>
                </a:cubicBezTo>
                <a:cubicBezTo>
                  <a:pt x="96" y="1888"/>
                  <a:pt x="91" y="1890"/>
                  <a:pt x="84" y="1893"/>
                </a:cubicBezTo>
                <a:cubicBezTo>
                  <a:pt x="78" y="1900"/>
                  <a:pt x="72" y="1908"/>
                  <a:pt x="67" y="1915"/>
                </a:cubicBezTo>
                <a:lnTo>
                  <a:pt x="48" y="1906"/>
                </a:lnTo>
                <a:cubicBezTo>
                  <a:pt x="49" y="1904"/>
                  <a:pt x="51" y="1902"/>
                  <a:pt x="52" y="1900"/>
                </a:cubicBezTo>
                <a:cubicBezTo>
                  <a:pt x="53" y="1898"/>
                  <a:pt x="55" y="1897"/>
                  <a:pt x="57" y="1895"/>
                </a:cubicBezTo>
                <a:cubicBezTo>
                  <a:pt x="76" y="1872"/>
                  <a:pt x="100" y="1852"/>
                  <a:pt x="129" y="1838"/>
                </a:cubicBezTo>
                <a:cubicBezTo>
                  <a:pt x="91" y="1833"/>
                  <a:pt x="61" y="1817"/>
                  <a:pt x="37" y="1791"/>
                </a:cubicBezTo>
                <a:cubicBezTo>
                  <a:pt x="12" y="1764"/>
                  <a:pt x="0" y="1729"/>
                  <a:pt x="0" y="1688"/>
                </a:cubicBezTo>
                <a:cubicBezTo>
                  <a:pt x="0" y="1646"/>
                  <a:pt x="11" y="1610"/>
                  <a:pt x="32" y="1581"/>
                </a:cubicBezTo>
                <a:cubicBezTo>
                  <a:pt x="45" y="1563"/>
                  <a:pt x="61" y="1549"/>
                  <a:pt x="81" y="1539"/>
                </a:cubicBezTo>
                <a:cubicBezTo>
                  <a:pt x="100" y="1529"/>
                  <a:pt x="122" y="1523"/>
                  <a:pt x="145" y="1523"/>
                </a:cubicBezTo>
                <a:cubicBezTo>
                  <a:pt x="189" y="1523"/>
                  <a:pt x="225" y="1537"/>
                  <a:pt x="254" y="1566"/>
                </a:cubicBezTo>
                <a:cubicBezTo>
                  <a:pt x="282" y="1594"/>
                  <a:pt x="296" y="1631"/>
                  <a:pt x="296" y="1679"/>
                </a:cubicBezTo>
                <a:cubicBezTo>
                  <a:pt x="296" y="1718"/>
                  <a:pt x="287" y="1752"/>
                  <a:pt x="267" y="1779"/>
                </a:cubicBezTo>
                <a:moveTo>
                  <a:pt x="342" y="1613"/>
                </a:moveTo>
                <a:cubicBezTo>
                  <a:pt x="342" y="1598"/>
                  <a:pt x="350" y="1583"/>
                  <a:pt x="366" y="1568"/>
                </a:cubicBezTo>
                <a:cubicBezTo>
                  <a:pt x="382" y="1553"/>
                  <a:pt x="402" y="1546"/>
                  <a:pt x="427" y="1546"/>
                </a:cubicBezTo>
                <a:cubicBezTo>
                  <a:pt x="448" y="1546"/>
                  <a:pt x="467" y="1552"/>
                  <a:pt x="482" y="1564"/>
                </a:cubicBezTo>
                <a:cubicBezTo>
                  <a:pt x="498" y="1576"/>
                  <a:pt x="506" y="1594"/>
                  <a:pt x="506" y="1618"/>
                </a:cubicBezTo>
                <a:cubicBezTo>
                  <a:pt x="506" y="1629"/>
                  <a:pt x="504" y="1640"/>
                  <a:pt x="499" y="1650"/>
                </a:cubicBezTo>
                <a:cubicBezTo>
                  <a:pt x="494" y="1660"/>
                  <a:pt x="489" y="1668"/>
                  <a:pt x="484" y="1675"/>
                </a:cubicBezTo>
                <a:cubicBezTo>
                  <a:pt x="478" y="1681"/>
                  <a:pt x="470" y="1690"/>
                  <a:pt x="459" y="1700"/>
                </a:cubicBezTo>
                <a:lnTo>
                  <a:pt x="412" y="1746"/>
                </a:lnTo>
                <a:cubicBezTo>
                  <a:pt x="389" y="1770"/>
                  <a:pt x="377" y="1789"/>
                  <a:pt x="377" y="1803"/>
                </a:cubicBezTo>
                <a:lnTo>
                  <a:pt x="461" y="1803"/>
                </a:lnTo>
                <a:cubicBezTo>
                  <a:pt x="469" y="1803"/>
                  <a:pt x="476" y="1800"/>
                  <a:pt x="481" y="1794"/>
                </a:cubicBezTo>
                <a:cubicBezTo>
                  <a:pt x="485" y="1787"/>
                  <a:pt x="490" y="1775"/>
                  <a:pt x="493" y="1758"/>
                </a:cubicBezTo>
                <a:cubicBezTo>
                  <a:pt x="499" y="1757"/>
                  <a:pt x="504" y="1758"/>
                  <a:pt x="507" y="1760"/>
                </a:cubicBezTo>
                <a:cubicBezTo>
                  <a:pt x="507" y="1783"/>
                  <a:pt x="503" y="1808"/>
                  <a:pt x="496" y="1835"/>
                </a:cubicBezTo>
                <a:cubicBezTo>
                  <a:pt x="482" y="1834"/>
                  <a:pt x="469" y="1834"/>
                  <a:pt x="459" y="1834"/>
                </a:cubicBezTo>
                <a:lnTo>
                  <a:pt x="377" y="1834"/>
                </a:lnTo>
                <a:lnTo>
                  <a:pt x="338" y="1835"/>
                </a:lnTo>
                <a:cubicBezTo>
                  <a:pt x="338" y="1820"/>
                  <a:pt x="341" y="1806"/>
                  <a:pt x="348" y="1792"/>
                </a:cubicBezTo>
                <a:cubicBezTo>
                  <a:pt x="356" y="1777"/>
                  <a:pt x="370" y="1759"/>
                  <a:pt x="392" y="1737"/>
                </a:cubicBezTo>
                <a:lnTo>
                  <a:pt x="427" y="1703"/>
                </a:lnTo>
                <a:cubicBezTo>
                  <a:pt x="452" y="1677"/>
                  <a:pt x="465" y="1649"/>
                  <a:pt x="465" y="1620"/>
                </a:cubicBezTo>
                <a:cubicBezTo>
                  <a:pt x="465" y="1599"/>
                  <a:pt x="460" y="1585"/>
                  <a:pt x="452" y="1576"/>
                </a:cubicBezTo>
                <a:cubicBezTo>
                  <a:pt x="444" y="1567"/>
                  <a:pt x="435" y="1563"/>
                  <a:pt x="424" y="1563"/>
                </a:cubicBezTo>
                <a:cubicBezTo>
                  <a:pt x="408" y="1563"/>
                  <a:pt x="396" y="1566"/>
                  <a:pt x="389" y="1572"/>
                </a:cubicBezTo>
                <a:cubicBezTo>
                  <a:pt x="381" y="1578"/>
                  <a:pt x="378" y="1584"/>
                  <a:pt x="378" y="1591"/>
                </a:cubicBezTo>
                <a:cubicBezTo>
                  <a:pt x="378" y="1593"/>
                  <a:pt x="378" y="1595"/>
                  <a:pt x="379" y="1598"/>
                </a:cubicBezTo>
                <a:cubicBezTo>
                  <a:pt x="381" y="1601"/>
                  <a:pt x="381" y="1603"/>
                  <a:pt x="381" y="1603"/>
                </a:cubicBezTo>
                <a:cubicBezTo>
                  <a:pt x="382" y="1607"/>
                  <a:pt x="383" y="1610"/>
                  <a:pt x="383" y="1613"/>
                </a:cubicBezTo>
                <a:cubicBezTo>
                  <a:pt x="383" y="1617"/>
                  <a:pt x="380" y="1622"/>
                  <a:pt x="375" y="1626"/>
                </a:cubicBezTo>
                <a:cubicBezTo>
                  <a:pt x="370" y="1630"/>
                  <a:pt x="365" y="1632"/>
                  <a:pt x="361" y="1632"/>
                </a:cubicBezTo>
                <a:cubicBezTo>
                  <a:pt x="356" y="1632"/>
                  <a:pt x="351" y="1630"/>
                  <a:pt x="348" y="1626"/>
                </a:cubicBezTo>
                <a:cubicBezTo>
                  <a:pt x="344" y="1623"/>
                  <a:pt x="342" y="1618"/>
                  <a:pt x="342" y="161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6396840" y="3462120"/>
            <a:ext cx="189720" cy="189720"/>
          </a:xfrm>
          <a:custGeom>
            <a:avLst/>
            <a:gdLst/>
            <a:ahLst/>
            <a:rect l="0" t="0" r="r" b="b"/>
            <a:pathLst>
              <a:path w="527" h="527">
                <a:moveTo>
                  <a:pt x="69" y="0"/>
                </a:moveTo>
                <a:lnTo>
                  <a:pt x="459" y="0"/>
                </a:lnTo>
                <a:cubicBezTo>
                  <a:pt x="497" y="0"/>
                  <a:pt x="527" y="14"/>
                  <a:pt x="527" y="32"/>
                </a:cubicBezTo>
                <a:lnTo>
                  <a:pt x="527" y="495"/>
                </a:lnTo>
                <a:cubicBezTo>
                  <a:pt x="527" y="513"/>
                  <a:pt x="497" y="527"/>
                  <a:pt x="459" y="527"/>
                </a:cubicBezTo>
                <a:lnTo>
                  <a:pt x="69" y="527"/>
                </a:lnTo>
                <a:cubicBezTo>
                  <a:pt x="31" y="527"/>
                  <a:pt x="0" y="513"/>
                  <a:pt x="0" y="495"/>
                </a:cubicBezTo>
                <a:lnTo>
                  <a:pt x="0" y="32"/>
                </a:lnTo>
                <a:cubicBezTo>
                  <a:pt x="0" y="14"/>
                  <a:pt x="31" y="0"/>
                  <a:pt x="6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6396840" y="3462120"/>
            <a:ext cx="189720" cy="189720"/>
          </a:xfrm>
          <a:custGeom>
            <a:avLst/>
            <a:gdLst/>
            <a:ahLst/>
            <a:rect l="0" t="0" r="r" b="b"/>
            <a:pathLst>
              <a:path w="527" h="527">
                <a:moveTo>
                  <a:pt x="69" y="0"/>
                </a:moveTo>
                <a:lnTo>
                  <a:pt x="459" y="0"/>
                </a:lnTo>
                <a:cubicBezTo>
                  <a:pt x="497" y="0"/>
                  <a:pt x="527" y="14"/>
                  <a:pt x="527" y="32"/>
                </a:cubicBezTo>
                <a:lnTo>
                  <a:pt x="527" y="495"/>
                </a:lnTo>
                <a:cubicBezTo>
                  <a:pt x="527" y="513"/>
                  <a:pt x="497" y="527"/>
                  <a:pt x="459" y="527"/>
                </a:cubicBezTo>
                <a:lnTo>
                  <a:pt x="69" y="527"/>
                </a:lnTo>
                <a:cubicBezTo>
                  <a:pt x="31" y="527"/>
                  <a:pt x="0" y="513"/>
                  <a:pt x="0" y="495"/>
                </a:cubicBezTo>
                <a:lnTo>
                  <a:pt x="0" y="32"/>
                </a:lnTo>
                <a:cubicBezTo>
                  <a:pt x="0" y="14"/>
                  <a:pt x="31" y="0"/>
                  <a:pt x="69" y="0"/>
                </a:cubicBezTo>
                <a:close/>
              </a:path>
            </a:pathLst>
          </a:custGeom>
          <a:noFill/>
          <a:ln cap="rnd" w="21240">
            <a:solidFill>
              <a:srgbClr val="000000"/>
            </a:solidFill>
            <a:round/>
          </a:ln>
        </p:spPr>
        <p:txBody>
          <a:bodyPr lIns="100440" rIns="100440" tIns="55440" bIns="55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2421720" y="2275920"/>
            <a:ext cx="4728240" cy="1578960"/>
          </a:xfrm>
          <a:custGeom>
            <a:avLst/>
            <a:gdLst/>
            <a:ahLst/>
            <a:rect l="0" t="0" r="r" b="b"/>
            <a:pathLst>
              <a:path w="13134" h="4386">
                <a:moveTo>
                  <a:pt x="11420" y="3713"/>
                </a:moveTo>
                <a:cubicBezTo>
                  <a:pt x="11419" y="3713"/>
                  <a:pt x="11399" y="3713"/>
                  <a:pt x="11360" y="3712"/>
                </a:cubicBezTo>
                <a:lnTo>
                  <a:pt x="11188" y="3712"/>
                </a:lnTo>
                <a:cubicBezTo>
                  <a:pt x="11182" y="3712"/>
                  <a:pt x="11179" y="3710"/>
                  <a:pt x="11179" y="3705"/>
                </a:cubicBezTo>
                <a:cubicBezTo>
                  <a:pt x="11179" y="3701"/>
                  <a:pt x="11181" y="3698"/>
                  <a:pt x="11183" y="3694"/>
                </a:cubicBezTo>
                <a:cubicBezTo>
                  <a:pt x="11208" y="3657"/>
                  <a:pt x="11239" y="3612"/>
                  <a:pt x="11277" y="3560"/>
                </a:cubicBezTo>
                <a:cubicBezTo>
                  <a:pt x="11314" y="3507"/>
                  <a:pt x="11344" y="3467"/>
                  <a:pt x="11366" y="3439"/>
                </a:cubicBezTo>
                <a:cubicBezTo>
                  <a:pt x="11369" y="3435"/>
                  <a:pt x="11370" y="3432"/>
                  <a:pt x="11370" y="3430"/>
                </a:cubicBezTo>
                <a:cubicBezTo>
                  <a:pt x="11370" y="3428"/>
                  <a:pt x="11368" y="3426"/>
                  <a:pt x="11365" y="3426"/>
                </a:cubicBezTo>
                <a:lnTo>
                  <a:pt x="11266" y="3428"/>
                </a:lnTo>
                <a:cubicBezTo>
                  <a:pt x="11249" y="3428"/>
                  <a:pt x="11235" y="3433"/>
                  <a:pt x="11225" y="3441"/>
                </a:cubicBezTo>
                <a:cubicBezTo>
                  <a:pt x="11215" y="3449"/>
                  <a:pt x="11208" y="3461"/>
                  <a:pt x="11203" y="3478"/>
                </a:cubicBezTo>
                <a:cubicBezTo>
                  <a:pt x="11199" y="3478"/>
                  <a:pt x="11194" y="3477"/>
                  <a:pt x="11189" y="3476"/>
                </a:cubicBezTo>
                <a:cubicBezTo>
                  <a:pt x="11194" y="3448"/>
                  <a:pt x="11197" y="3424"/>
                  <a:pt x="11199" y="3404"/>
                </a:cubicBezTo>
                <a:cubicBezTo>
                  <a:pt x="11230" y="3406"/>
                  <a:pt x="11259" y="3408"/>
                  <a:pt x="11284" y="3408"/>
                </a:cubicBezTo>
                <a:lnTo>
                  <a:pt x="11388" y="3408"/>
                </a:lnTo>
                <a:lnTo>
                  <a:pt x="11409" y="3408"/>
                </a:lnTo>
                <a:cubicBezTo>
                  <a:pt x="11417" y="3407"/>
                  <a:pt x="11421" y="3407"/>
                  <a:pt x="11423" y="3407"/>
                </a:cubicBezTo>
                <a:cubicBezTo>
                  <a:pt x="11427" y="3407"/>
                  <a:pt x="11429" y="3409"/>
                  <a:pt x="11429" y="3412"/>
                </a:cubicBezTo>
                <a:cubicBezTo>
                  <a:pt x="11429" y="3417"/>
                  <a:pt x="11425" y="3424"/>
                  <a:pt x="11418" y="3433"/>
                </a:cubicBezTo>
                <a:cubicBezTo>
                  <a:pt x="11369" y="3497"/>
                  <a:pt x="11310" y="3578"/>
                  <a:pt x="11241" y="3678"/>
                </a:cubicBezTo>
                <a:cubicBezTo>
                  <a:pt x="11238" y="3683"/>
                  <a:pt x="11237" y="3686"/>
                  <a:pt x="11237" y="3688"/>
                </a:cubicBezTo>
                <a:cubicBezTo>
                  <a:pt x="11237" y="3693"/>
                  <a:pt x="11241" y="3695"/>
                  <a:pt x="11249" y="3694"/>
                </a:cubicBezTo>
                <a:lnTo>
                  <a:pt x="11340" y="3693"/>
                </a:lnTo>
                <a:cubicBezTo>
                  <a:pt x="11350" y="3692"/>
                  <a:pt x="11359" y="3691"/>
                  <a:pt x="11366" y="3688"/>
                </a:cubicBezTo>
                <a:cubicBezTo>
                  <a:pt x="11374" y="3686"/>
                  <a:pt x="11380" y="3683"/>
                  <a:pt x="11385" y="3680"/>
                </a:cubicBezTo>
                <a:cubicBezTo>
                  <a:pt x="11390" y="3678"/>
                  <a:pt x="11394" y="3673"/>
                  <a:pt x="11399" y="3667"/>
                </a:cubicBezTo>
                <a:cubicBezTo>
                  <a:pt x="11403" y="3660"/>
                  <a:pt x="11406" y="3655"/>
                  <a:pt x="11409" y="3651"/>
                </a:cubicBezTo>
                <a:cubicBezTo>
                  <a:pt x="11411" y="3647"/>
                  <a:pt x="11414" y="3640"/>
                  <a:pt x="11418" y="3632"/>
                </a:cubicBezTo>
                <a:cubicBezTo>
                  <a:pt x="11422" y="3632"/>
                  <a:pt x="11427" y="3633"/>
                  <a:pt x="11433" y="3634"/>
                </a:cubicBezTo>
                <a:cubicBezTo>
                  <a:pt x="11426" y="3661"/>
                  <a:pt x="11422" y="3687"/>
                  <a:pt x="11420" y="3713"/>
                </a:cubicBezTo>
                <a:moveTo>
                  <a:pt x="105" y="25"/>
                </a:moveTo>
                <a:cubicBezTo>
                  <a:pt x="94" y="30"/>
                  <a:pt x="84" y="38"/>
                  <a:pt x="75" y="49"/>
                </a:cubicBezTo>
                <a:cubicBezTo>
                  <a:pt x="66" y="60"/>
                  <a:pt x="59" y="74"/>
                  <a:pt x="53" y="93"/>
                </a:cubicBezTo>
                <a:cubicBezTo>
                  <a:pt x="47" y="112"/>
                  <a:pt x="44" y="133"/>
                  <a:pt x="44" y="156"/>
                </a:cubicBezTo>
                <a:cubicBezTo>
                  <a:pt x="44" y="199"/>
                  <a:pt x="55" y="234"/>
                  <a:pt x="77" y="260"/>
                </a:cubicBezTo>
                <a:cubicBezTo>
                  <a:pt x="100" y="286"/>
                  <a:pt x="126" y="299"/>
                  <a:pt x="156" y="299"/>
                </a:cubicBezTo>
                <a:cubicBezTo>
                  <a:pt x="184" y="299"/>
                  <a:pt x="206" y="287"/>
                  <a:pt x="224" y="263"/>
                </a:cubicBezTo>
                <a:cubicBezTo>
                  <a:pt x="241" y="238"/>
                  <a:pt x="250" y="205"/>
                  <a:pt x="250" y="164"/>
                </a:cubicBezTo>
                <a:cubicBezTo>
                  <a:pt x="250" y="118"/>
                  <a:pt x="240" y="82"/>
                  <a:pt x="218" y="56"/>
                </a:cubicBezTo>
                <a:cubicBezTo>
                  <a:pt x="197" y="30"/>
                  <a:pt x="170" y="16"/>
                  <a:pt x="138" y="16"/>
                </a:cubicBezTo>
                <a:cubicBezTo>
                  <a:pt x="127" y="16"/>
                  <a:pt x="116" y="19"/>
                  <a:pt x="105" y="25"/>
                </a:cubicBezTo>
                <a:moveTo>
                  <a:pt x="296" y="155"/>
                </a:moveTo>
                <a:cubicBezTo>
                  <a:pt x="296" y="195"/>
                  <a:pt x="286" y="228"/>
                  <a:pt x="266" y="256"/>
                </a:cubicBezTo>
                <a:cubicBezTo>
                  <a:pt x="244" y="287"/>
                  <a:pt x="214" y="306"/>
                  <a:pt x="175" y="313"/>
                </a:cubicBezTo>
                <a:cubicBezTo>
                  <a:pt x="154" y="319"/>
                  <a:pt x="133" y="329"/>
                  <a:pt x="113" y="344"/>
                </a:cubicBezTo>
                <a:cubicBezTo>
                  <a:pt x="116" y="344"/>
                  <a:pt x="119" y="344"/>
                  <a:pt x="122" y="344"/>
                </a:cubicBezTo>
                <a:cubicBezTo>
                  <a:pt x="141" y="344"/>
                  <a:pt x="164" y="350"/>
                  <a:pt x="192" y="363"/>
                </a:cubicBezTo>
                <a:cubicBezTo>
                  <a:pt x="220" y="376"/>
                  <a:pt x="241" y="382"/>
                  <a:pt x="254" y="382"/>
                </a:cubicBezTo>
                <a:cubicBezTo>
                  <a:pt x="272" y="382"/>
                  <a:pt x="285" y="376"/>
                  <a:pt x="295" y="365"/>
                </a:cubicBezTo>
                <a:lnTo>
                  <a:pt x="303" y="370"/>
                </a:lnTo>
                <a:cubicBezTo>
                  <a:pt x="285" y="396"/>
                  <a:pt x="262" y="409"/>
                  <a:pt x="235" y="409"/>
                </a:cubicBezTo>
                <a:cubicBezTo>
                  <a:pt x="221" y="409"/>
                  <a:pt x="207" y="407"/>
                  <a:pt x="194" y="402"/>
                </a:cubicBezTo>
                <a:cubicBezTo>
                  <a:pt x="181" y="397"/>
                  <a:pt x="170" y="392"/>
                  <a:pt x="161" y="386"/>
                </a:cubicBezTo>
                <a:cubicBezTo>
                  <a:pt x="152" y="381"/>
                  <a:pt x="142" y="376"/>
                  <a:pt x="131" y="371"/>
                </a:cubicBezTo>
                <a:cubicBezTo>
                  <a:pt x="120" y="366"/>
                  <a:pt x="110" y="364"/>
                  <a:pt x="100" y="364"/>
                </a:cubicBezTo>
                <a:cubicBezTo>
                  <a:pt x="95" y="364"/>
                  <a:pt x="90" y="366"/>
                  <a:pt x="84" y="370"/>
                </a:cubicBezTo>
                <a:cubicBezTo>
                  <a:pt x="77" y="377"/>
                  <a:pt x="71" y="384"/>
                  <a:pt x="66" y="392"/>
                </a:cubicBezTo>
                <a:lnTo>
                  <a:pt x="47" y="383"/>
                </a:lnTo>
                <a:cubicBezTo>
                  <a:pt x="49" y="381"/>
                  <a:pt x="50" y="379"/>
                  <a:pt x="51" y="377"/>
                </a:cubicBezTo>
                <a:cubicBezTo>
                  <a:pt x="52" y="375"/>
                  <a:pt x="54" y="373"/>
                  <a:pt x="56" y="372"/>
                </a:cubicBezTo>
                <a:cubicBezTo>
                  <a:pt x="76" y="348"/>
                  <a:pt x="100" y="329"/>
                  <a:pt x="128" y="314"/>
                </a:cubicBezTo>
                <a:cubicBezTo>
                  <a:pt x="90" y="310"/>
                  <a:pt x="60" y="294"/>
                  <a:pt x="36" y="267"/>
                </a:cubicBezTo>
                <a:cubicBezTo>
                  <a:pt x="12" y="240"/>
                  <a:pt x="0" y="206"/>
                  <a:pt x="0" y="164"/>
                </a:cubicBezTo>
                <a:cubicBezTo>
                  <a:pt x="0" y="122"/>
                  <a:pt x="10" y="87"/>
                  <a:pt x="32" y="57"/>
                </a:cubicBezTo>
                <a:cubicBezTo>
                  <a:pt x="45" y="39"/>
                  <a:pt x="61" y="25"/>
                  <a:pt x="80" y="15"/>
                </a:cubicBezTo>
                <a:cubicBezTo>
                  <a:pt x="100" y="5"/>
                  <a:pt x="121" y="0"/>
                  <a:pt x="144" y="0"/>
                </a:cubicBezTo>
                <a:cubicBezTo>
                  <a:pt x="188" y="0"/>
                  <a:pt x="224" y="14"/>
                  <a:pt x="253" y="42"/>
                </a:cubicBezTo>
                <a:cubicBezTo>
                  <a:pt x="281" y="70"/>
                  <a:pt x="296" y="108"/>
                  <a:pt x="296" y="155"/>
                </a:cubicBezTo>
                <a:moveTo>
                  <a:pt x="414" y="39"/>
                </a:moveTo>
                <a:cubicBezTo>
                  <a:pt x="408" y="39"/>
                  <a:pt x="402" y="40"/>
                  <a:pt x="396" y="41"/>
                </a:cubicBezTo>
                <a:cubicBezTo>
                  <a:pt x="390" y="43"/>
                  <a:pt x="384" y="47"/>
                  <a:pt x="378" y="53"/>
                </a:cubicBezTo>
                <a:cubicBezTo>
                  <a:pt x="372" y="59"/>
                  <a:pt x="369" y="66"/>
                  <a:pt x="369" y="75"/>
                </a:cubicBezTo>
                <a:cubicBezTo>
                  <a:pt x="369" y="92"/>
                  <a:pt x="363" y="100"/>
                  <a:pt x="351" y="100"/>
                </a:cubicBezTo>
                <a:cubicBezTo>
                  <a:pt x="346" y="100"/>
                  <a:pt x="342" y="98"/>
                  <a:pt x="339" y="95"/>
                </a:cubicBezTo>
                <a:cubicBezTo>
                  <a:pt x="336" y="91"/>
                  <a:pt x="335" y="87"/>
                  <a:pt x="335" y="84"/>
                </a:cubicBezTo>
                <a:cubicBezTo>
                  <a:pt x="335" y="79"/>
                  <a:pt x="336" y="73"/>
                  <a:pt x="339" y="67"/>
                </a:cubicBezTo>
                <a:cubicBezTo>
                  <a:pt x="342" y="61"/>
                  <a:pt x="347" y="55"/>
                  <a:pt x="353" y="48"/>
                </a:cubicBezTo>
                <a:cubicBezTo>
                  <a:pt x="359" y="40"/>
                  <a:pt x="368" y="34"/>
                  <a:pt x="381" y="30"/>
                </a:cubicBezTo>
                <a:cubicBezTo>
                  <a:pt x="393" y="25"/>
                  <a:pt x="408" y="22"/>
                  <a:pt x="423" y="22"/>
                </a:cubicBezTo>
                <a:cubicBezTo>
                  <a:pt x="446" y="22"/>
                  <a:pt x="463" y="29"/>
                  <a:pt x="475" y="41"/>
                </a:cubicBezTo>
                <a:cubicBezTo>
                  <a:pt x="485" y="51"/>
                  <a:pt x="490" y="64"/>
                  <a:pt x="490" y="78"/>
                </a:cubicBezTo>
                <a:cubicBezTo>
                  <a:pt x="490" y="92"/>
                  <a:pt x="487" y="103"/>
                  <a:pt x="479" y="113"/>
                </a:cubicBezTo>
                <a:cubicBezTo>
                  <a:pt x="472" y="123"/>
                  <a:pt x="459" y="132"/>
                  <a:pt x="440" y="141"/>
                </a:cubicBezTo>
                <a:lnTo>
                  <a:pt x="441" y="142"/>
                </a:lnTo>
                <a:cubicBezTo>
                  <a:pt x="458" y="145"/>
                  <a:pt x="474" y="152"/>
                  <a:pt x="487" y="165"/>
                </a:cubicBezTo>
                <a:cubicBezTo>
                  <a:pt x="501" y="177"/>
                  <a:pt x="507" y="194"/>
                  <a:pt x="507" y="217"/>
                </a:cubicBezTo>
                <a:cubicBezTo>
                  <a:pt x="507" y="247"/>
                  <a:pt x="497" y="270"/>
                  <a:pt x="476" y="288"/>
                </a:cubicBezTo>
                <a:cubicBezTo>
                  <a:pt x="455" y="306"/>
                  <a:pt x="430" y="315"/>
                  <a:pt x="401" y="315"/>
                </a:cubicBezTo>
                <a:cubicBezTo>
                  <a:pt x="385" y="315"/>
                  <a:pt x="370" y="312"/>
                  <a:pt x="355" y="306"/>
                </a:cubicBezTo>
                <a:cubicBezTo>
                  <a:pt x="341" y="300"/>
                  <a:pt x="333" y="293"/>
                  <a:pt x="333" y="283"/>
                </a:cubicBezTo>
                <a:cubicBezTo>
                  <a:pt x="333" y="280"/>
                  <a:pt x="335" y="276"/>
                  <a:pt x="340" y="272"/>
                </a:cubicBezTo>
                <a:cubicBezTo>
                  <a:pt x="344" y="269"/>
                  <a:pt x="348" y="267"/>
                  <a:pt x="353" y="267"/>
                </a:cubicBezTo>
                <a:cubicBezTo>
                  <a:pt x="360" y="267"/>
                  <a:pt x="367" y="271"/>
                  <a:pt x="373" y="279"/>
                </a:cubicBezTo>
                <a:cubicBezTo>
                  <a:pt x="374" y="280"/>
                  <a:pt x="374" y="281"/>
                  <a:pt x="376" y="282"/>
                </a:cubicBezTo>
                <a:cubicBezTo>
                  <a:pt x="377" y="284"/>
                  <a:pt x="378" y="285"/>
                  <a:pt x="378" y="286"/>
                </a:cubicBezTo>
                <a:cubicBezTo>
                  <a:pt x="378" y="287"/>
                  <a:pt x="379" y="288"/>
                  <a:pt x="380" y="289"/>
                </a:cubicBezTo>
                <a:cubicBezTo>
                  <a:pt x="381" y="290"/>
                  <a:pt x="382" y="291"/>
                  <a:pt x="383" y="292"/>
                </a:cubicBezTo>
                <a:cubicBezTo>
                  <a:pt x="384" y="293"/>
                  <a:pt x="386" y="293"/>
                  <a:pt x="387" y="294"/>
                </a:cubicBezTo>
                <a:cubicBezTo>
                  <a:pt x="389" y="296"/>
                  <a:pt x="391" y="297"/>
                  <a:pt x="392" y="297"/>
                </a:cubicBezTo>
                <a:cubicBezTo>
                  <a:pt x="394" y="297"/>
                  <a:pt x="397" y="298"/>
                  <a:pt x="399" y="298"/>
                </a:cubicBezTo>
                <a:cubicBezTo>
                  <a:pt x="402" y="299"/>
                  <a:pt x="405" y="299"/>
                  <a:pt x="408" y="299"/>
                </a:cubicBezTo>
                <a:cubicBezTo>
                  <a:pt x="412" y="299"/>
                  <a:pt x="418" y="298"/>
                  <a:pt x="423" y="296"/>
                </a:cubicBezTo>
                <a:cubicBezTo>
                  <a:pt x="429" y="293"/>
                  <a:pt x="435" y="290"/>
                  <a:pt x="442" y="285"/>
                </a:cubicBezTo>
                <a:cubicBezTo>
                  <a:pt x="449" y="280"/>
                  <a:pt x="454" y="272"/>
                  <a:pt x="459" y="261"/>
                </a:cubicBezTo>
                <a:cubicBezTo>
                  <a:pt x="463" y="251"/>
                  <a:pt x="466" y="238"/>
                  <a:pt x="466" y="223"/>
                </a:cubicBezTo>
                <a:cubicBezTo>
                  <a:pt x="466" y="183"/>
                  <a:pt x="445" y="162"/>
                  <a:pt x="404" y="162"/>
                </a:cubicBezTo>
                <a:cubicBezTo>
                  <a:pt x="394" y="162"/>
                  <a:pt x="386" y="163"/>
                  <a:pt x="381" y="163"/>
                </a:cubicBezTo>
                <a:lnTo>
                  <a:pt x="379" y="148"/>
                </a:lnTo>
                <a:cubicBezTo>
                  <a:pt x="401" y="145"/>
                  <a:pt x="419" y="136"/>
                  <a:pt x="432" y="122"/>
                </a:cubicBezTo>
                <a:cubicBezTo>
                  <a:pt x="446" y="109"/>
                  <a:pt x="453" y="95"/>
                  <a:pt x="453" y="82"/>
                </a:cubicBezTo>
                <a:cubicBezTo>
                  <a:pt x="453" y="72"/>
                  <a:pt x="451" y="64"/>
                  <a:pt x="447" y="57"/>
                </a:cubicBezTo>
                <a:cubicBezTo>
                  <a:pt x="444" y="51"/>
                  <a:pt x="439" y="46"/>
                  <a:pt x="433" y="43"/>
                </a:cubicBezTo>
                <a:cubicBezTo>
                  <a:pt x="427" y="41"/>
                  <a:pt x="421" y="39"/>
                  <a:pt x="414" y="39"/>
                </a:cubicBezTo>
                <a:moveTo>
                  <a:pt x="105" y="787"/>
                </a:moveTo>
                <a:cubicBezTo>
                  <a:pt x="94" y="792"/>
                  <a:pt x="84" y="800"/>
                  <a:pt x="75" y="811"/>
                </a:cubicBezTo>
                <a:cubicBezTo>
                  <a:pt x="66" y="821"/>
                  <a:pt x="59" y="836"/>
                  <a:pt x="53" y="855"/>
                </a:cubicBezTo>
                <a:cubicBezTo>
                  <a:pt x="47" y="873"/>
                  <a:pt x="44" y="894"/>
                  <a:pt x="44" y="918"/>
                </a:cubicBezTo>
                <a:cubicBezTo>
                  <a:pt x="44" y="961"/>
                  <a:pt x="55" y="996"/>
                  <a:pt x="77" y="1022"/>
                </a:cubicBezTo>
                <a:cubicBezTo>
                  <a:pt x="100" y="1048"/>
                  <a:pt x="126" y="1061"/>
                  <a:pt x="156" y="1061"/>
                </a:cubicBezTo>
                <a:cubicBezTo>
                  <a:pt x="184" y="1061"/>
                  <a:pt x="206" y="1049"/>
                  <a:pt x="224" y="1024"/>
                </a:cubicBezTo>
                <a:cubicBezTo>
                  <a:pt x="241" y="1000"/>
                  <a:pt x="250" y="967"/>
                  <a:pt x="250" y="926"/>
                </a:cubicBezTo>
                <a:cubicBezTo>
                  <a:pt x="250" y="880"/>
                  <a:pt x="240" y="843"/>
                  <a:pt x="218" y="817"/>
                </a:cubicBezTo>
                <a:cubicBezTo>
                  <a:pt x="197" y="791"/>
                  <a:pt x="170" y="778"/>
                  <a:pt x="138" y="778"/>
                </a:cubicBezTo>
                <a:cubicBezTo>
                  <a:pt x="127" y="778"/>
                  <a:pt x="116" y="781"/>
                  <a:pt x="105" y="787"/>
                </a:cubicBezTo>
                <a:moveTo>
                  <a:pt x="296" y="917"/>
                </a:moveTo>
                <a:cubicBezTo>
                  <a:pt x="296" y="956"/>
                  <a:pt x="286" y="990"/>
                  <a:pt x="266" y="1018"/>
                </a:cubicBezTo>
                <a:cubicBezTo>
                  <a:pt x="244" y="1049"/>
                  <a:pt x="214" y="1068"/>
                  <a:pt x="175" y="1075"/>
                </a:cubicBezTo>
                <a:cubicBezTo>
                  <a:pt x="154" y="1080"/>
                  <a:pt x="133" y="1091"/>
                  <a:pt x="113" y="1106"/>
                </a:cubicBezTo>
                <a:cubicBezTo>
                  <a:pt x="116" y="1105"/>
                  <a:pt x="119" y="1105"/>
                  <a:pt x="122" y="1105"/>
                </a:cubicBezTo>
                <a:cubicBezTo>
                  <a:pt x="141" y="1105"/>
                  <a:pt x="164" y="1111"/>
                  <a:pt x="192" y="1124"/>
                </a:cubicBezTo>
                <a:cubicBezTo>
                  <a:pt x="220" y="1137"/>
                  <a:pt x="241" y="1144"/>
                  <a:pt x="254" y="1144"/>
                </a:cubicBezTo>
                <a:cubicBezTo>
                  <a:pt x="272" y="1144"/>
                  <a:pt x="285" y="1138"/>
                  <a:pt x="295" y="1127"/>
                </a:cubicBezTo>
                <a:lnTo>
                  <a:pt x="303" y="1132"/>
                </a:lnTo>
                <a:cubicBezTo>
                  <a:pt x="285" y="1158"/>
                  <a:pt x="262" y="1171"/>
                  <a:pt x="235" y="1171"/>
                </a:cubicBezTo>
                <a:cubicBezTo>
                  <a:pt x="221" y="1171"/>
                  <a:pt x="207" y="1168"/>
                  <a:pt x="194" y="1163"/>
                </a:cubicBezTo>
                <a:cubicBezTo>
                  <a:pt x="181" y="1159"/>
                  <a:pt x="170" y="1154"/>
                  <a:pt x="161" y="1148"/>
                </a:cubicBezTo>
                <a:cubicBezTo>
                  <a:pt x="152" y="1143"/>
                  <a:pt x="142" y="1138"/>
                  <a:pt x="131" y="1133"/>
                </a:cubicBezTo>
                <a:cubicBezTo>
                  <a:pt x="120" y="1128"/>
                  <a:pt x="110" y="1126"/>
                  <a:pt x="100" y="1126"/>
                </a:cubicBezTo>
                <a:cubicBezTo>
                  <a:pt x="95" y="1126"/>
                  <a:pt x="90" y="1128"/>
                  <a:pt x="84" y="1132"/>
                </a:cubicBezTo>
                <a:cubicBezTo>
                  <a:pt x="77" y="1138"/>
                  <a:pt x="71" y="1146"/>
                  <a:pt x="66" y="1154"/>
                </a:cubicBezTo>
                <a:lnTo>
                  <a:pt x="47" y="1144"/>
                </a:lnTo>
                <a:cubicBezTo>
                  <a:pt x="49" y="1142"/>
                  <a:pt x="50" y="1140"/>
                  <a:pt x="51" y="1138"/>
                </a:cubicBezTo>
                <a:cubicBezTo>
                  <a:pt x="52" y="1137"/>
                  <a:pt x="54" y="1135"/>
                  <a:pt x="56" y="1133"/>
                </a:cubicBezTo>
                <a:cubicBezTo>
                  <a:pt x="76" y="1110"/>
                  <a:pt x="100" y="1090"/>
                  <a:pt x="128" y="1076"/>
                </a:cubicBezTo>
                <a:cubicBezTo>
                  <a:pt x="90" y="1071"/>
                  <a:pt x="60" y="1056"/>
                  <a:pt x="36" y="1029"/>
                </a:cubicBezTo>
                <a:cubicBezTo>
                  <a:pt x="12" y="1002"/>
                  <a:pt x="0" y="967"/>
                  <a:pt x="0" y="926"/>
                </a:cubicBezTo>
                <a:cubicBezTo>
                  <a:pt x="0" y="884"/>
                  <a:pt x="10" y="848"/>
                  <a:pt x="32" y="819"/>
                </a:cubicBezTo>
                <a:cubicBezTo>
                  <a:pt x="45" y="801"/>
                  <a:pt x="61" y="787"/>
                  <a:pt x="80" y="777"/>
                </a:cubicBezTo>
                <a:cubicBezTo>
                  <a:pt x="100" y="767"/>
                  <a:pt x="121" y="761"/>
                  <a:pt x="144" y="761"/>
                </a:cubicBezTo>
                <a:cubicBezTo>
                  <a:pt x="188" y="761"/>
                  <a:pt x="224" y="776"/>
                  <a:pt x="253" y="804"/>
                </a:cubicBezTo>
                <a:cubicBezTo>
                  <a:pt x="281" y="832"/>
                  <a:pt x="296" y="869"/>
                  <a:pt x="296" y="917"/>
                </a:cubicBezTo>
                <a:moveTo>
                  <a:pt x="440" y="833"/>
                </a:moveTo>
                <a:cubicBezTo>
                  <a:pt x="416" y="866"/>
                  <a:pt x="386" y="911"/>
                  <a:pt x="351" y="969"/>
                </a:cubicBezTo>
                <a:lnTo>
                  <a:pt x="440" y="969"/>
                </a:lnTo>
                <a:lnTo>
                  <a:pt x="440" y="833"/>
                </a:lnTo>
                <a:moveTo>
                  <a:pt x="515" y="969"/>
                </a:moveTo>
                <a:cubicBezTo>
                  <a:pt x="520" y="969"/>
                  <a:pt x="522" y="971"/>
                  <a:pt x="522" y="977"/>
                </a:cubicBezTo>
                <a:cubicBezTo>
                  <a:pt x="522" y="979"/>
                  <a:pt x="520" y="982"/>
                  <a:pt x="517" y="986"/>
                </a:cubicBezTo>
                <a:cubicBezTo>
                  <a:pt x="514" y="989"/>
                  <a:pt x="511" y="991"/>
                  <a:pt x="509" y="991"/>
                </a:cubicBezTo>
                <a:lnTo>
                  <a:pt x="476" y="991"/>
                </a:lnTo>
                <a:lnTo>
                  <a:pt x="476" y="1034"/>
                </a:lnTo>
                <a:cubicBezTo>
                  <a:pt x="476" y="1039"/>
                  <a:pt x="476" y="1044"/>
                  <a:pt x="477" y="1046"/>
                </a:cubicBezTo>
                <a:cubicBezTo>
                  <a:pt x="478" y="1049"/>
                  <a:pt x="480" y="1052"/>
                  <a:pt x="484" y="1053"/>
                </a:cubicBezTo>
                <a:cubicBezTo>
                  <a:pt x="487" y="1054"/>
                  <a:pt x="489" y="1055"/>
                  <a:pt x="491" y="1056"/>
                </a:cubicBezTo>
                <a:cubicBezTo>
                  <a:pt x="493" y="1056"/>
                  <a:pt x="497" y="1057"/>
                  <a:pt x="504" y="1057"/>
                </a:cubicBezTo>
                <a:lnTo>
                  <a:pt x="509" y="1057"/>
                </a:lnTo>
                <a:cubicBezTo>
                  <a:pt x="510" y="1059"/>
                  <a:pt x="511" y="1062"/>
                  <a:pt x="511" y="1065"/>
                </a:cubicBezTo>
                <a:cubicBezTo>
                  <a:pt x="511" y="1069"/>
                  <a:pt x="510" y="1072"/>
                  <a:pt x="509" y="1073"/>
                </a:cubicBezTo>
                <a:cubicBezTo>
                  <a:pt x="489" y="1072"/>
                  <a:pt x="472" y="1072"/>
                  <a:pt x="458" y="1072"/>
                </a:cubicBezTo>
                <a:cubicBezTo>
                  <a:pt x="441" y="1072"/>
                  <a:pt x="422" y="1072"/>
                  <a:pt x="402" y="1073"/>
                </a:cubicBezTo>
                <a:cubicBezTo>
                  <a:pt x="401" y="1072"/>
                  <a:pt x="400" y="1069"/>
                  <a:pt x="400" y="1065"/>
                </a:cubicBezTo>
                <a:cubicBezTo>
                  <a:pt x="400" y="1062"/>
                  <a:pt x="401" y="1059"/>
                  <a:pt x="402" y="1057"/>
                </a:cubicBezTo>
                <a:cubicBezTo>
                  <a:pt x="419" y="1056"/>
                  <a:pt x="429" y="1054"/>
                  <a:pt x="434" y="1051"/>
                </a:cubicBezTo>
                <a:cubicBezTo>
                  <a:pt x="438" y="1047"/>
                  <a:pt x="440" y="1041"/>
                  <a:pt x="440" y="1034"/>
                </a:cubicBezTo>
                <a:lnTo>
                  <a:pt x="440" y="991"/>
                </a:lnTo>
                <a:lnTo>
                  <a:pt x="344" y="991"/>
                </a:lnTo>
                <a:cubicBezTo>
                  <a:pt x="334" y="991"/>
                  <a:pt x="328" y="985"/>
                  <a:pt x="325" y="971"/>
                </a:cubicBezTo>
                <a:cubicBezTo>
                  <a:pt x="374" y="895"/>
                  <a:pt x="417" y="834"/>
                  <a:pt x="453" y="790"/>
                </a:cubicBezTo>
                <a:cubicBezTo>
                  <a:pt x="456" y="786"/>
                  <a:pt x="459" y="784"/>
                  <a:pt x="461" y="784"/>
                </a:cubicBezTo>
                <a:lnTo>
                  <a:pt x="476" y="784"/>
                </a:lnTo>
                <a:lnTo>
                  <a:pt x="477" y="785"/>
                </a:lnTo>
                <a:cubicBezTo>
                  <a:pt x="476" y="788"/>
                  <a:pt x="476" y="803"/>
                  <a:pt x="476" y="831"/>
                </a:cubicBezTo>
                <a:lnTo>
                  <a:pt x="476" y="969"/>
                </a:lnTo>
                <a:lnTo>
                  <a:pt x="515" y="969"/>
                </a:lnTo>
                <a:moveTo>
                  <a:pt x="11455" y="4383"/>
                </a:moveTo>
                <a:cubicBezTo>
                  <a:pt x="11455" y="4383"/>
                  <a:pt x="11435" y="4382"/>
                  <a:pt x="11395" y="4381"/>
                </a:cubicBezTo>
                <a:lnTo>
                  <a:pt x="11223" y="4381"/>
                </a:lnTo>
                <a:cubicBezTo>
                  <a:pt x="11218" y="4381"/>
                  <a:pt x="11215" y="4379"/>
                  <a:pt x="11215" y="4374"/>
                </a:cubicBezTo>
                <a:cubicBezTo>
                  <a:pt x="11215" y="4370"/>
                  <a:pt x="11216" y="4367"/>
                  <a:pt x="11219" y="4364"/>
                </a:cubicBezTo>
                <a:cubicBezTo>
                  <a:pt x="11243" y="4326"/>
                  <a:pt x="11275" y="4281"/>
                  <a:pt x="11312" y="4229"/>
                </a:cubicBezTo>
                <a:cubicBezTo>
                  <a:pt x="11350" y="4177"/>
                  <a:pt x="11380" y="4136"/>
                  <a:pt x="11402" y="4108"/>
                </a:cubicBezTo>
                <a:cubicBezTo>
                  <a:pt x="11404" y="4104"/>
                  <a:pt x="11405" y="4102"/>
                  <a:pt x="11405" y="4099"/>
                </a:cubicBezTo>
                <a:cubicBezTo>
                  <a:pt x="11405" y="4097"/>
                  <a:pt x="11404" y="4095"/>
                  <a:pt x="11401" y="4095"/>
                </a:cubicBezTo>
                <a:lnTo>
                  <a:pt x="11301" y="4097"/>
                </a:lnTo>
                <a:cubicBezTo>
                  <a:pt x="11284" y="4097"/>
                  <a:pt x="11270" y="4102"/>
                  <a:pt x="11260" y="4110"/>
                </a:cubicBezTo>
                <a:cubicBezTo>
                  <a:pt x="11250" y="4118"/>
                  <a:pt x="11243" y="4131"/>
                  <a:pt x="11238" y="4147"/>
                </a:cubicBezTo>
                <a:cubicBezTo>
                  <a:pt x="11234" y="4147"/>
                  <a:pt x="11229" y="4147"/>
                  <a:pt x="11224" y="4145"/>
                </a:cubicBezTo>
                <a:cubicBezTo>
                  <a:pt x="11229" y="4117"/>
                  <a:pt x="11233" y="4093"/>
                  <a:pt x="11234" y="4073"/>
                </a:cubicBezTo>
                <a:cubicBezTo>
                  <a:pt x="11265" y="4076"/>
                  <a:pt x="11294" y="4077"/>
                  <a:pt x="11320" y="4077"/>
                </a:cubicBezTo>
                <a:lnTo>
                  <a:pt x="11424" y="4077"/>
                </a:lnTo>
                <a:lnTo>
                  <a:pt x="11444" y="4077"/>
                </a:lnTo>
                <a:cubicBezTo>
                  <a:pt x="11452" y="4077"/>
                  <a:pt x="11457" y="4076"/>
                  <a:pt x="11458" y="4076"/>
                </a:cubicBezTo>
                <a:cubicBezTo>
                  <a:pt x="11462" y="4076"/>
                  <a:pt x="11464" y="4078"/>
                  <a:pt x="11464" y="4081"/>
                </a:cubicBezTo>
                <a:cubicBezTo>
                  <a:pt x="11464" y="4086"/>
                  <a:pt x="11461" y="4093"/>
                  <a:pt x="11453" y="4103"/>
                </a:cubicBezTo>
                <a:cubicBezTo>
                  <a:pt x="11404" y="4166"/>
                  <a:pt x="11345" y="4248"/>
                  <a:pt x="11276" y="4348"/>
                </a:cubicBezTo>
                <a:cubicBezTo>
                  <a:pt x="11274" y="4352"/>
                  <a:pt x="11272" y="4355"/>
                  <a:pt x="11272" y="4357"/>
                </a:cubicBezTo>
                <a:cubicBezTo>
                  <a:pt x="11272" y="4362"/>
                  <a:pt x="11276" y="4364"/>
                  <a:pt x="11284" y="4364"/>
                </a:cubicBezTo>
                <a:lnTo>
                  <a:pt x="11375" y="4362"/>
                </a:lnTo>
                <a:cubicBezTo>
                  <a:pt x="11385" y="4361"/>
                  <a:pt x="11394" y="4360"/>
                  <a:pt x="11402" y="4357"/>
                </a:cubicBezTo>
                <a:cubicBezTo>
                  <a:pt x="11409" y="4355"/>
                  <a:pt x="11416" y="4352"/>
                  <a:pt x="11420" y="4349"/>
                </a:cubicBezTo>
                <a:cubicBezTo>
                  <a:pt x="11425" y="4347"/>
                  <a:pt x="11430" y="4342"/>
                  <a:pt x="11434" y="4336"/>
                </a:cubicBezTo>
                <a:cubicBezTo>
                  <a:pt x="11439" y="4330"/>
                  <a:pt x="11442" y="4324"/>
                  <a:pt x="11444" y="4320"/>
                </a:cubicBezTo>
                <a:cubicBezTo>
                  <a:pt x="11446" y="4316"/>
                  <a:pt x="11450" y="4310"/>
                  <a:pt x="11453" y="4301"/>
                </a:cubicBezTo>
                <a:cubicBezTo>
                  <a:pt x="11457" y="4301"/>
                  <a:pt x="11462" y="4302"/>
                  <a:pt x="11468" y="4304"/>
                </a:cubicBezTo>
                <a:cubicBezTo>
                  <a:pt x="11461" y="4330"/>
                  <a:pt x="11457" y="4356"/>
                  <a:pt x="11455" y="4383"/>
                </a:cubicBezTo>
                <a:moveTo>
                  <a:pt x="11682" y="4212"/>
                </a:moveTo>
                <a:cubicBezTo>
                  <a:pt x="11682" y="4214"/>
                  <a:pt x="11682" y="4215"/>
                  <a:pt x="11683" y="4216"/>
                </a:cubicBezTo>
                <a:cubicBezTo>
                  <a:pt x="11683" y="4216"/>
                  <a:pt x="11684" y="4216"/>
                  <a:pt x="11686" y="4213"/>
                </a:cubicBezTo>
                <a:cubicBezTo>
                  <a:pt x="11692" y="4203"/>
                  <a:pt x="11699" y="4194"/>
                  <a:pt x="11709" y="4186"/>
                </a:cubicBezTo>
                <a:cubicBezTo>
                  <a:pt x="11718" y="4178"/>
                  <a:pt x="11728" y="4174"/>
                  <a:pt x="11738" y="4174"/>
                </a:cubicBezTo>
                <a:cubicBezTo>
                  <a:pt x="11747" y="4174"/>
                  <a:pt x="11754" y="4177"/>
                  <a:pt x="11759" y="4182"/>
                </a:cubicBezTo>
                <a:cubicBezTo>
                  <a:pt x="11764" y="4186"/>
                  <a:pt x="11766" y="4192"/>
                  <a:pt x="11766" y="4197"/>
                </a:cubicBezTo>
                <a:cubicBezTo>
                  <a:pt x="11766" y="4203"/>
                  <a:pt x="11764" y="4209"/>
                  <a:pt x="11759" y="4213"/>
                </a:cubicBezTo>
                <a:cubicBezTo>
                  <a:pt x="11755" y="4218"/>
                  <a:pt x="11750" y="4221"/>
                  <a:pt x="11744" y="4221"/>
                </a:cubicBezTo>
                <a:cubicBezTo>
                  <a:pt x="11742" y="4221"/>
                  <a:pt x="11740" y="4220"/>
                  <a:pt x="11737" y="4219"/>
                </a:cubicBezTo>
                <a:cubicBezTo>
                  <a:pt x="11735" y="4218"/>
                  <a:pt x="11733" y="4217"/>
                  <a:pt x="11732" y="4216"/>
                </a:cubicBezTo>
                <a:cubicBezTo>
                  <a:pt x="11731" y="4215"/>
                  <a:pt x="11730" y="4213"/>
                  <a:pt x="11728" y="4211"/>
                </a:cubicBezTo>
                <a:cubicBezTo>
                  <a:pt x="11726" y="4209"/>
                  <a:pt x="11725" y="4208"/>
                  <a:pt x="11725" y="4207"/>
                </a:cubicBezTo>
                <a:cubicBezTo>
                  <a:pt x="11722" y="4205"/>
                  <a:pt x="11719" y="4204"/>
                  <a:pt x="11715" y="4204"/>
                </a:cubicBezTo>
                <a:cubicBezTo>
                  <a:pt x="11711" y="4204"/>
                  <a:pt x="11704" y="4211"/>
                  <a:pt x="11693" y="4226"/>
                </a:cubicBezTo>
                <a:cubicBezTo>
                  <a:pt x="11686" y="4238"/>
                  <a:pt x="11682" y="4248"/>
                  <a:pt x="11682" y="4258"/>
                </a:cubicBezTo>
                <a:lnTo>
                  <a:pt x="11682" y="4324"/>
                </a:lnTo>
                <a:cubicBezTo>
                  <a:pt x="11682" y="4343"/>
                  <a:pt x="11684" y="4354"/>
                  <a:pt x="11688" y="4359"/>
                </a:cubicBezTo>
                <a:cubicBezTo>
                  <a:pt x="11692" y="4363"/>
                  <a:pt x="11703" y="4365"/>
                  <a:pt x="11721" y="4367"/>
                </a:cubicBezTo>
                <a:cubicBezTo>
                  <a:pt x="11722" y="4368"/>
                  <a:pt x="11723" y="4371"/>
                  <a:pt x="11723" y="4375"/>
                </a:cubicBezTo>
                <a:cubicBezTo>
                  <a:pt x="11723" y="4378"/>
                  <a:pt x="11722" y="4381"/>
                  <a:pt x="11721" y="4383"/>
                </a:cubicBezTo>
                <a:cubicBezTo>
                  <a:pt x="11694" y="4382"/>
                  <a:pt x="11675" y="4381"/>
                  <a:pt x="11664" y="4381"/>
                </a:cubicBezTo>
                <a:cubicBezTo>
                  <a:pt x="11654" y="4381"/>
                  <a:pt x="11636" y="4382"/>
                  <a:pt x="11610" y="4383"/>
                </a:cubicBezTo>
                <a:cubicBezTo>
                  <a:pt x="11609" y="4381"/>
                  <a:pt x="11608" y="4378"/>
                  <a:pt x="11608" y="4375"/>
                </a:cubicBezTo>
                <a:cubicBezTo>
                  <a:pt x="11608" y="4371"/>
                  <a:pt x="11609" y="4368"/>
                  <a:pt x="11610" y="4367"/>
                </a:cubicBezTo>
                <a:cubicBezTo>
                  <a:pt x="11625" y="4366"/>
                  <a:pt x="11634" y="4363"/>
                  <a:pt x="11639" y="4359"/>
                </a:cubicBezTo>
                <a:cubicBezTo>
                  <a:pt x="11643" y="4354"/>
                  <a:pt x="11645" y="4343"/>
                  <a:pt x="11645" y="4324"/>
                </a:cubicBezTo>
                <a:lnTo>
                  <a:pt x="11645" y="4232"/>
                </a:lnTo>
                <a:cubicBezTo>
                  <a:pt x="11645" y="4219"/>
                  <a:pt x="11643" y="4211"/>
                  <a:pt x="11639" y="4207"/>
                </a:cubicBezTo>
                <a:cubicBezTo>
                  <a:pt x="11635" y="4204"/>
                  <a:pt x="11627" y="4201"/>
                  <a:pt x="11614" y="4200"/>
                </a:cubicBezTo>
                <a:cubicBezTo>
                  <a:pt x="11612" y="4195"/>
                  <a:pt x="11612" y="4190"/>
                  <a:pt x="11613" y="4186"/>
                </a:cubicBezTo>
                <a:cubicBezTo>
                  <a:pt x="11638" y="4183"/>
                  <a:pt x="11658" y="4179"/>
                  <a:pt x="11672" y="4173"/>
                </a:cubicBezTo>
                <a:cubicBezTo>
                  <a:pt x="11675" y="4173"/>
                  <a:pt x="11677" y="4174"/>
                  <a:pt x="11678" y="4177"/>
                </a:cubicBezTo>
                <a:cubicBezTo>
                  <a:pt x="11680" y="4183"/>
                  <a:pt x="11682" y="4194"/>
                  <a:pt x="11682" y="4212"/>
                </a:cubicBezTo>
                <a:moveTo>
                  <a:pt x="11788" y="4285"/>
                </a:moveTo>
                <a:cubicBezTo>
                  <a:pt x="11788" y="4254"/>
                  <a:pt x="11797" y="4228"/>
                  <a:pt x="11814" y="4207"/>
                </a:cubicBezTo>
                <a:cubicBezTo>
                  <a:pt x="11833" y="4185"/>
                  <a:pt x="11858" y="4174"/>
                  <a:pt x="11888" y="4174"/>
                </a:cubicBezTo>
                <a:cubicBezTo>
                  <a:pt x="11911" y="4174"/>
                  <a:pt x="11930" y="4180"/>
                  <a:pt x="11945" y="4191"/>
                </a:cubicBezTo>
                <a:cubicBezTo>
                  <a:pt x="11961" y="4202"/>
                  <a:pt x="11972" y="4216"/>
                  <a:pt x="11978" y="4231"/>
                </a:cubicBezTo>
                <a:cubicBezTo>
                  <a:pt x="11984" y="4246"/>
                  <a:pt x="11987" y="4263"/>
                  <a:pt x="11987" y="4280"/>
                </a:cubicBezTo>
                <a:cubicBezTo>
                  <a:pt x="11987" y="4313"/>
                  <a:pt x="11977" y="4340"/>
                  <a:pt x="11956" y="4360"/>
                </a:cubicBezTo>
                <a:cubicBezTo>
                  <a:pt x="11938" y="4377"/>
                  <a:pt x="11915" y="4386"/>
                  <a:pt x="11887" y="4386"/>
                </a:cubicBezTo>
                <a:cubicBezTo>
                  <a:pt x="11855" y="4386"/>
                  <a:pt x="11831" y="4376"/>
                  <a:pt x="11814" y="4356"/>
                </a:cubicBezTo>
                <a:cubicBezTo>
                  <a:pt x="11797" y="4335"/>
                  <a:pt x="11788" y="4311"/>
                  <a:pt x="11788" y="4285"/>
                </a:cubicBezTo>
                <a:moveTo>
                  <a:pt x="11829" y="4273"/>
                </a:moveTo>
                <a:cubicBezTo>
                  <a:pt x="11829" y="4284"/>
                  <a:pt x="11830" y="4294"/>
                  <a:pt x="11832" y="4305"/>
                </a:cubicBezTo>
                <a:cubicBezTo>
                  <a:pt x="11834" y="4315"/>
                  <a:pt x="11838" y="4325"/>
                  <a:pt x="11842" y="4335"/>
                </a:cubicBezTo>
                <a:cubicBezTo>
                  <a:pt x="11847" y="4345"/>
                  <a:pt x="11854" y="4353"/>
                  <a:pt x="11862" y="4360"/>
                </a:cubicBezTo>
                <a:cubicBezTo>
                  <a:pt x="11871" y="4366"/>
                  <a:pt x="11882" y="4370"/>
                  <a:pt x="11894" y="4370"/>
                </a:cubicBezTo>
                <a:cubicBezTo>
                  <a:pt x="11907" y="4370"/>
                  <a:pt x="11920" y="4364"/>
                  <a:pt x="11930" y="4353"/>
                </a:cubicBezTo>
                <a:cubicBezTo>
                  <a:pt x="11941" y="4341"/>
                  <a:pt x="11946" y="4322"/>
                  <a:pt x="11946" y="4296"/>
                </a:cubicBezTo>
                <a:cubicBezTo>
                  <a:pt x="11946" y="4262"/>
                  <a:pt x="11940" y="4236"/>
                  <a:pt x="11929" y="4218"/>
                </a:cubicBezTo>
                <a:cubicBezTo>
                  <a:pt x="11917" y="4200"/>
                  <a:pt x="11901" y="4191"/>
                  <a:pt x="11881" y="4191"/>
                </a:cubicBezTo>
                <a:cubicBezTo>
                  <a:pt x="11846" y="4191"/>
                  <a:pt x="11829" y="4218"/>
                  <a:pt x="11829" y="4273"/>
                </a:cubicBezTo>
                <a:moveTo>
                  <a:pt x="12027" y="4179"/>
                </a:moveTo>
                <a:lnTo>
                  <a:pt x="12048" y="4179"/>
                </a:lnTo>
                <a:lnTo>
                  <a:pt x="12048" y="4154"/>
                </a:lnTo>
                <a:cubicBezTo>
                  <a:pt x="12048" y="4147"/>
                  <a:pt x="12048" y="4142"/>
                  <a:pt x="12047" y="4139"/>
                </a:cubicBezTo>
                <a:cubicBezTo>
                  <a:pt x="12047" y="4135"/>
                  <a:pt x="12047" y="4133"/>
                  <a:pt x="12047" y="4131"/>
                </a:cubicBezTo>
                <a:lnTo>
                  <a:pt x="12047" y="4127"/>
                </a:lnTo>
                <a:lnTo>
                  <a:pt x="12047" y="4124"/>
                </a:lnTo>
                <a:cubicBezTo>
                  <a:pt x="12047" y="4123"/>
                  <a:pt x="12047" y="4122"/>
                  <a:pt x="12049" y="4122"/>
                </a:cubicBezTo>
                <a:cubicBezTo>
                  <a:pt x="12050" y="4120"/>
                  <a:pt x="12051" y="4120"/>
                  <a:pt x="12052" y="4119"/>
                </a:cubicBezTo>
                <a:cubicBezTo>
                  <a:pt x="12054" y="4119"/>
                  <a:pt x="12056" y="4118"/>
                  <a:pt x="12058" y="4117"/>
                </a:cubicBezTo>
                <a:cubicBezTo>
                  <a:pt x="12061" y="4116"/>
                  <a:pt x="12063" y="4116"/>
                  <a:pt x="12064" y="4115"/>
                </a:cubicBezTo>
                <a:cubicBezTo>
                  <a:pt x="12066" y="4115"/>
                  <a:pt x="12069" y="4113"/>
                  <a:pt x="12072" y="4112"/>
                </a:cubicBezTo>
                <a:cubicBezTo>
                  <a:pt x="12075" y="4110"/>
                  <a:pt x="12077" y="4109"/>
                  <a:pt x="12079" y="4108"/>
                </a:cubicBezTo>
                <a:cubicBezTo>
                  <a:pt x="12081" y="4107"/>
                  <a:pt x="12083" y="4107"/>
                  <a:pt x="12083" y="4107"/>
                </a:cubicBezTo>
                <a:cubicBezTo>
                  <a:pt x="12086" y="4107"/>
                  <a:pt x="12087" y="4108"/>
                  <a:pt x="12087" y="4111"/>
                </a:cubicBezTo>
                <a:cubicBezTo>
                  <a:pt x="12086" y="4123"/>
                  <a:pt x="12085" y="4140"/>
                  <a:pt x="12085" y="4161"/>
                </a:cubicBezTo>
                <a:lnTo>
                  <a:pt x="12085" y="4179"/>
                </a:lnTo>
                <a:lnTo>
                  <a:pt x="12142" y="4179"/>
                </a:lnTo>
                <a:cubicBezTo>
                  <a:pt x="12145" y="4179"/>
                  <a:pt x="12146" y="4180"/>
                  <a:pt x="12146" y="4182"/>
                </a:cubicBezTo>
                <a:lnTo>
                  <a:pt x="12146" y="4191"/>
                </a:lnTo>
                <a:cubicBezTo>
                  <a:pt x="12146" y="4196"/>
                  <a:pt x="12142" y="4198"/>
                  <a:pt x="12134" y="4198"/>
                </a:cubicBezTo>
                <a:lnTo>
                  <a:pt x="12085" y="4198"/>
                </a:lnTo>
                <a:lnTo>
                  <a:pt x="12085" y="4316"/>
                </a:lnTo>
                <a:cubicBezTo>
                  <a:pt x="12085" y="4332"/>
                  <a:pt x="12086" y="4343"/>
                  <a:pt x="12088" y="4350"/>
                </a:cubicBezTo>
                <a:cubicBezTo>
                  <a:pt x="12091" y="4357"/>
                  <a:pt x="12095" y="4360"/>
                  <a:pt x="12101" y="4360"/>
                </a:cubicBezTo>
                <a:cubicBezTo>
                  <a:pt x="12116" y="4360"/>
                  <a:pt x="12128" y="4356"/>
                  <a:pt x="12140" y="4347"/>
                </a:cubicBezTo>
                <a:cubicBezTo>
                  <a:pt x="12144" y="4347"/>
                  <a:pt x="12147" y="4350"/>
                  <a:pt x="12148" y="4355"/>
                </a:cubicBezTo>
                <a:cubicBezTo>
                  <a:pt x="12129" y="4376"/>
                  <a:pt x="12108" y="4386"/>
                  <a:pt x="12085" y="4386"/>
                </a:cubicBezTo>
                <a:cubicBezTo>
                  <a:pt x="12060" y="4386"/>
                  <a:pt x="12048" y="4371"/>
                  <a:pt x="12048" y="4340"/>
                </a:cubicBezTo>
                <a:lnTo>
                  <a:pt x="12048" y="4198"/>
                </a:lnTo>
                <a:lnTo>
                  <a:pt x="12020" y="4198"/>
                </a:lnTo>
                <a:cubicBezTo>
                  <a:pt x="12019" y="4198"/>
                  <a:pt x="12018" y="4197"/>
                  <a:pt x="12018" y="4194"/>
                </a:cubicBezTo>
                <a:lnTo>
                  <a:pt x="12018" y="4188"/>
                </a:lnTo>
                <a:cubicBezTo>
                  <a:pt x="12018" y="4182"/>
                  <a:pt x="12021" y="4179"/>
                  <a:pt x="12027" y="4179"/>
                </a:cubicBezTo>
                <a:moveTo>
                  <a:pt x="12293" y="4272"/>
                </a:moveTo>
                <a:lnTo>
                  <a:pt x="12256" y="4281"/>
                </a:lnTo>
                <a:cubicBezTo>
                  <a:pt x="12226" y="4289"/>
                  <a:pt x="12211" y="4306"/>
                  <a:pt x="12212" y="4333"/>
                </a:cubicBezTo>
                <a:cubicBezTo>
                  <a:pt x="12212" y="4341"/>
                  <a:pt x="12214" y="4349"/>
                  <a:pt x="12220" y="4356"/>
                </a:cubicBezTo>
                <a:cubicBezTo>
                  <a:pt x="12226" y="4363"/>
                  <a:pt x="12234" y="4367"/>
                  <a:pt x="12245" y="4367"/>
                </a:cubicBezTo>
                <a:cubicBezTo>
                  <a:pt x="12256" y="4367"/>
                  <a:pt x="12270" y="4360"/>
                  <a:pt x="12286" y="4346"/>
                </a:cubicBezTo>
                <a:cubicBezTo>
                  <a:pt x="12291" y="4343"/>
                  <a:pt x="12293" y="4339"/>
                  <a:pt x="12293" y="4334"/>
                </a:cubicBezTo>
                <a:lnTo>
                  <a:pt x="12293" y="4272"/>
                </a:lnTo>
                <a:moveTo>
                  <a:pt x="12293" y="4359"/>
                </a:moveTo>
                <a:lnTo>
                  <a:pt x="12292" y="4359"/>
                </a:lnTo>
                <a:lnTo>
                  <a:pt x="12283" y="4366"/>
                </a:lnTo>
                <a:cubicBezTo>
                  <a:pt x="12272" y="4374"/>
                  <a:pt x="12264" y="4379"/>
                  <a:pt x="12257" y="4382"/>
                </a:cubicBezTo>
                <a:cubicBezTo>
                  <a:pt x="12251" y="4385"/>
                  <a:pt x="12242" y="4386"/>
                  <a:pt x="12232" y="4386"/>
                </a:cubicBezTo>
                <a:cubicBezTo>
                  <a:pt x="12214" y="4386"/>
                  <a:pt x="12199" y="4382"/>
                  <a:pt x="12188" y="4374"/>
                </a:cubicBezTo>
                <a:cubicBezTo>
                  <a:pt x="12178" y="4366"/>
                  <a:pt x="12172" y="4353"/>
                  <a:pt x="12172" y="4335"/>
                </a:cubicBezTo>
                <a:cubicBezTo>
                  <a:pt x="12172" y="4319"/>
                  <a:pt x="12179" y="4306"/>
                  <a:pt x="12194" y="4294"/>
                </a:cubicBezTo>
                <a:cubicBezTo>
                  <a:pt x="12208" y="4281"/>
                  <a:pt x="12227" y="4273"/>
                  <a:pt x="12250" y="4267"/>
                </a:cubicBezTo>
                <a:lnTo>
                  <a:pt x="12291" y="4257"/>
                </a:lnTo>
                <a:cubicBezTo>
                  <a:pt x="12292" y="4256"/>
                  <a:pt x="12293" y="4254"/>
                  <a:pt x="12293" y="4251"/>
                </a:cubicBezTo>
                <a:cubicBezTo>
                  <a:pt x="12293" y="4211"/>
                  <a:pt x="12280" y="4190"/>
                  <a:pt x="12255" y="4190"/>
                </a:cubicBezTo>
                <a:cubicBezTo>
                  <a:pt x="12244" y="4190"/>
                  <a:pt x="12235" y="4192"/>
                  <a:pt x="12227" y="4195"/>
                </a:cubicBezTo>
                <a:cubicBezTo>
                  <a:pt x="12220" y="4198"/>
                  <a:pt x="12216" y="4203"/>
                  <a:pt x="12216" y="4210"/>
                </a:cubicBezTo>
                <a:cubicBezTo>
                  <a:pt x="12216" y="4214"/>
                  <a:pt x="12216" y="4217"/>
                  <a:pt x="12217" y="4219"/>
                </a:cubicBezTo>
                <a:cubicBezTo>
                  <a:pt x="12218" y="4221"/>
                  <a:pt x="12218" y="4224"/>
                  <a:pt x="12218" y="4228"/>
                </a:cubicBezTo>
                <a:cubicBezTo>
                  <a:pt x="12218" y="4231"/>
                  <a:pt x="12216" y="4234"/>
                  <a:pt x="12212" y="4238"/>
                </a:cubicBezTo>
                <a:cubicBezTo>
                  <a:pt x="12208" y="4241"/>
                  <a:pt x="12204" y="4243"/>
                  <a:pt x="12197" y="4243"/>
                </a:cubicBezTo>
                <a:cubicBezTo>
                  <a:pt x="12186" y="4243"/>
                  <a:pt x="12181" y="4237"/>
                  <a:pt x="12181" y="4226"/>
                </a:cubicBezTo>
                <a:cubicBezTo>
                  <a:pt x="12181" y="4214"/>
                  <a:pt x="12189" y="4202"/>
                  <a:pt x="12205" y="4191"/>
                </a:cubicBezTo>
                <a:cubicBezTo>
                  <a:pt x="12222" y="4180"/>
                  <a:pt x="12239" y="4174"/>
                  <a:pt x="12259" y="4174"/>
                </a:cubicBezTo>
                <a:cubicBezTo>
                  <a:pt x="12306" y="4174"/>
                  <a:pt x="12330" y="4201"/>
                  <a:pt x="12330" y="4254"/>
                </a:cubicBezTo>
                <a:lnTo>
                  <a:pt x="12330" y="4324"/>
                </a:lnTo>
                <a:cubicBezTo>
                  <a:pt x="12330" y="4333"/>
                  <a:pt x="12330" y="4340"/>
                  <a:pt x="12330" y="4345"/>
                </a:cubicBezTo>
                <a:cubicBezTo>
                  <a:pt x="12331" y="4350"/>
                  <a:pt x="12333" y="4354"/>
                  <a:pt x="12336" y="4358"/>
                </a:cubicBezTo>
                <a:cubicBezTo>
                  <a:pt x="12339" y="4362"/>
                  <a:pt x="12343" y="4364"/>
                  <a:pt x="12349" y="4364"/>
                </a:cubicBezTo>
                <a:cubicBezTo>
                  <a:pt x="12353" y="4364"/>
                  <a:pt x="12356" y="4363"/>
                  <a:pt x="12359" y="4360"/>
                </a:cubicBezTo>
                <a:cubicBezTo>
                  <a:pt x="12361" y="4358"/>
                  <a:pt x="12363" y="4357"/>
                  <a:pt x="12363" y="4357"/>
                </a:cubicBezTo>
                <a:cubicBezTo>
                  <a:pt x="12364" y="4357"/>
                  <a:pt x="12365" y="4358"/>
                  <a:pt x="12367" y="4360"/>
                </a:cubicBezTo>
                <a:cubicBezTo>
                  <a:pt x="12369" y="4362"/>
                  <a:pt x="12370" y="4363"/>
                  <a:pt x="12370" y="4365"/>
                </a:cubicBezTo>
                <a:cubicBezTo>
                  <a:pt x="12370" y="4366"/>
                  <a:pt x="12368" y="4368"/>
                  <a:pt x="12365" y="4371"/>
                </a:cubicBezTo>
                <a:cubicBezTo>
                  <a:pt x="12361" y="4374"/>
                  <a:pt x="12356" y="4378"/>
                  <a:pt x="12350" y="4381"/>
                </a:cubicBezTo>
                <a:cubicBezTo>
                  <a:pt x="12343" y="4385"/>
                  <a:pt x="12337" y="4386"/>
                  <a:pt x="12330" y="4386"/>
                </a:cubicBezTo>
                <a:cubicBezTo>
                  <a:pt x="12310" y="4386"/>
                  <a:pt x="12298" y="4377"/>
                  <a:pt x="12293" y="4359"/>
                </a:cubicBezTo>
                <a:moveTo>
                  <a:pt x="12390" y="4179"/>
                </a:moveTo>
                <a:lnTo>
                  <a:pt x="12412" y="4179"/>
                </a:lnTo>
                <a:lnTo>
                  <a:pt x="12412" y="4154"/>
                </a:lnTo>
                <a:cubicBezTo>
                  <a:pt x="12412" y="4147"/>
                  <a:pt x="12412" y="4142"/>
                  <a:pt x="12411" y="4139"/>
                </a:cubicBezTo>
                <a:cubicBezTo>
                  <a:pt x="12411" y="4135"/>
                  <a:pt x="12411" y="4133"/>
                  <a:pt x="12411" y="4131"/>
                </a:cubicBezTo>
                <a:lnTo>
                  <a:pt x="12411" y="4127"/>
                </a:lnTo>
                <a:lnTo>
                  <a:pt x="12411" y="4124"/>
                </a:lnTo>
                <a:cubicBezTo>
                  <a:pt x="12411" y="4123"/>
                  <a:pt x="12411" y="4122"/>
                  <a:pt x="12412" y="4122"/>
                </a:cubicBezTo>
                <a:cubicBezTo>
                  <a:pt x="12414" y="4120"/>
                  <a:pt x="12415" y="4120"/>
                  <a:pt x="12416" y="4119"/>
                </a:cubicBezTo>
                <a:cubicBezTo>
                  <a:pt x="12418" y="4119"/>
                  <a:pt x="12420" y="4118"/>
                  <a:pt x="12422" y="4117"/>
                </a:cubicBezTo>
                <a:cubicBezTo>
                  <a:pt x="12425" y="4116"/>
                  <a:pt x="12427" y="4116"/>
                  <a:pt x="12428" y="4115"/>
                </a:cubicBezTo>
                <a:cubicBezTo>
                  <a:pt x="12430" y="4115"/>
                  <a:pt x="12433" y="4113"/>
                  <a:pt x="12436" y="4112"/>
                </a:cubicBezTo>
                <a:cubicBezTo>
                  <a:pt x="12439" y="4110"/>
                  <a:pt x="12441" y="4109"/>
                  <a:pt x="12443" y="4108"/>
                </a:cubicBezTo>
                <a:cubicBezTo>
                  <a:pt x="12445" y="4107"/>
                  <a:pt x="12447" y="4107"/>
                  <a:pt x="12447" y="4107"/>
                </a:cubicBezTo>
                <a:cubicBezTo>
                  <a:pt x="12450" y="4107"/>
                  <a:pt x="12451" y="4108"/>
                  <a:pt x="12451" y="4111"/>
                </a:cubicBezTo>
                <a:cubicBezTo>
                  <a:pt x="12450" y="4123"/>
                  <a:pt x="12449" y="4140"/>
                  <a:pt x="12449" y="4161"/>
                </a:cubicBezTo>
                <a:lnTo>
                  <a:pt x="12449" y="4179"/>
                </a:lnTo>
                <a:lnTo>
                  <a:pt x="12506" y="4179"/>
                </a:lnTo>
                <a:cubicBezTo>
                  <a:pt x="12509" y="4179"/>
                  <a:pt x="12510" y="4180"/>
                  <a:pt x="12510" y="4182"/>
                </a:cubicBezTo>
                <a:lnTo>
                  <a:pt x="12510" y="4191"/>
                </a:lnTo>
                <a:cubicBezTo>
                  <a:pt x="12510" y="4196"/>
                  <a:pt x="12506" y="4198"/>
                  <a:pt x="12498" y="4198"/>
                </a:cubicBezTo>
                <a:lnTo>
                  <a:pt x="12449" y="4198"/>
                </a:lnTo>
                <a:lnTo>
                  <a:pt x="12449" y="4316"/>
                </a:lnTo>
                <a:cubicBezTo>
                  <a:pt x="12449" y="4332"/>
                  <a:pt x="12450" y="4343"/>
                  <a:pt x="12452" y="4350"/>
                </a:cubicBezTo>
                <a:cubicBezTo>
                  <a:pt x="12455" y="4357"/>
                  <a:pt x="12459" y="4360"/>
                  <a:pt x="12465" y="4360"/>
                </a:cubicBezTo>
                <a:cubicBezTo>
                  <a:pt x="12479" y="4360"/>
                  <a:pt x="12492" y="4356"/>
                  <a:pt x="12504" y="4347"/>
                </a:cubicBezTo>
                <a:cubicBezTo>
                  <a:pt x="12508" y="4347"/>
                  <a:pt x="12511" y="4350"/>
                  <a:pt x="12512" y="4355"/>
                </a:cubicBezTo>
                <a:cubicBezTo>
                  <a:pt x="12493" y="4376"/>
                  <a:pt x="12472" y="4386"/>
                  <a:pt x="12449" y="4386"/>
                </a:cubicBezTo>
                <a:cubicBezTo>
                  <a:pt x="12424" y="4386"/>
                  <a:pt x="12412" y="4371"/>
                  <a:pt x="12412" y="4340"/>
                </a:cubicBezTo>
                <a:lnTo>
                  <a:pt x="12412" y="4198"/>
                </a:lnTo>
                <a:lnTo>
                  <a:pt x="12384" y="4198"/>
                </a:lnTo>
                <a:cubicBezTo>
                  <a:pt x="12383" y="4198"/>
                  <a:pt x="12382" y="4197"/>
                  <a:pt x="12382" y="4194"/>
                </a:cubicBezTo>
                <a:lnTo>
                  <a:pt x="12382" y="4188"/>
                </a:lnTo>
                <a:cubicBezTo>
                  <a:pt x="12382" y="4182"/>
                  <a:pt x="12385" y="4179"/>
                  <a:pt x="12390" y="4179"/>
                </a:cubicBezTo>
                <a:moveTo>
                  <a:pt x="12569" y="4084"/>
                </a:moveTo>
                <a:cubicBezTo>
                  <a:pt x="12575" y="4079"/>
                  <a:pt x="12580" y="4076"/>
                  <a:pt x="12586" y="4076"/>
                </a:cubicBezTo>
                <a:cubicBezTo>
                  <a:pt x="12592" y="4076"/>
                  <a:pt x="12597" y="4079"/>
                  <a:pt x="12602" y="4084"/>
                </a:cubicBezTo>
                <a:cubicBezTo>
                  <a:pt x="12606" y="4089"/>
                  <a:pt x="12609" y="4095"/>
                  <a:pt x="12609" y="4101"/>
                </a:cubicBezTo>
                <a:cubicBezTo>
                  <a:pt x="12609" y="4106"/>
                  <a:pt x="12606" y="4111"/>
                  <a:pt x="12601" y="4116"/>
                </a:cubicBezTo>
                <a:cubicBezTo>
                  <a:pt x="12596" y="4121"/>
                  <a:pt x="12590" y="4123"/>
                  <a:pt x="12584" y="4123"/>
                </a:cubicBezTo>
                <a:cubicBezTo>
                  <a:pt x="12578" y="4123"/>
                  <a:pt x="12573" y="4121"/>
                  <a:pt x="12568" y="4115"/>
                </a:cubicBezTo>
                <a:cubicBezTo>
                  <a:pt x="12564" y="4110"/>
                  <a:pt x="12561" y="4105"/>
                  <a:pt x="12561" y="4099"/>
                </a:cubicBezTo>
                <a:cubicBezTo>
                  <a:pt x="12561" y="4093"/>
                  <a:pt x="12564" y="4088"/>
                  <a:pt x="12569" y="4084"/>
                </a:cubicBezTo>
                <a:moveTo>
                  <a:pt x="12604" y="4324"/>
                </a:moveTo>
                <a:cubicBezTo>
                  <a:pt x="12604" y="4343"/>
                  <a:pt x="12606" y="4354"/>
                  <a:pt x="12610" y="4359"/>
                </a:cubicBezTo>
                <a:cubicBezTo>
                  <a:pt x="12614" y="4363"/>
                  <a:pt x="12623" y="4366"/>
                  <a:pt x="12639" y="4367"/>
                </a:cubicBezTo>
                <a:cubicBezTo>
                  <a:pt x="12640" y="4368"/>
                  <a:pt x="12640" y="4371"/>
                  <a:pt x="12640" y="4375"/>
                </a:cubicBezTo>
                <a:cubicBezTo>
                  <a:pt x="12640" y="4378"/>
                  <a:pt x="12640" y="4381"/>
                  <a:pt x="12639" y="4383"/>
                </a:cubicBezTo>
                <a:cubicBezTo>
                  <a:pt x="12611" y="4382"/>
                  <a:pt x="12594" y="4381"/>
                  <a:pt x="12586" y="4381"/>
                </a:cubicBezTo>
                <a:cubicBezTo>
                  <a:pt x="12577" y="4381"/>
                  <a:pt x="12560" y="4382"/>
                  <a:pt x="12533" y="4383"/>
                </a:cubicBezTo>
                <a:cubicBezTo>
                  <a:pt x="12532" y="4381"/>
                  <a:pt x="12531" y="4378"/>
                  <a:pt x="12531" y="4375"/>
                </a:cubicBezTo>
                <a:cubicBezTo>
                  <a:pt x="12531" y="4371"/>
                  <a:pt x="12532" y="4368"/>
                  <a:pt x="12533" y="4367"/>
                </a:cubicBezTo>
                <a:cubicBezTo>
                  <a:pt x="12548" y="4365"/>
                  <a:pt x="12558" y="4363"/>
                  <a:pt x="12561" y="4359"/>
                </a:cubicBezTo>
                <a:cubicBezTo>
                  <a:pt x="12565" y="4354"/>
                  <a:pt x="12567" y="4343"/>
                  <a:pt x="12567" y="4324"/>
                </a:cubicBezTo>
                <a:lnTo>
                  <a:pt x="12567" y="4232"/>
                </a:lnTo>
                <a:cubicBezTo>
                  <a:pt x="12567" y="4219"/>
                  <a:pt x="12565" y="4211"/>
                  <a:pt x="12561" y="4207"/>
                </a:cubicBezTo>
                <a:cubicBezTo>
                  <a:pt x="12558" y="4204"/>
                  <a:pt x="12550" y="4201"/>
                  <a:pt x="12537" y="4200"/>
                </a:cubicBezTo>
                <a:cubicBezTo>
                  <a:pt x="12535" y="4195"/>
                  <a:pt x="12534" y="4190"/>
                  <a:pt x="12536" y="4186"/>
                </a:cubicBezTo>
                <a:cubicBezTo>
                  <a:pt x="12565" y="4183"/>
                  <a:pt x="12586" y="4178"/>
                  <a:pt x="12600" y="4173"/>
                </a:cubicBezTo>
                <a:cubicBezTo>
                  <a:pt x="12604" y="4173"/>
                  <a:pt x="12606" y="4174"/>
                  <a:pt x="12606" y="4176"/>
                </a:cubicBezTo>
                <a:lnTo>
                  <a:pt x="12606" y="4180"/>
                </a:lnTo>
                <a:cubicBezTo>
                  <a:pt x="12606" y="4181"/>
                  <a:pt x="12606" y="4184"/>
                  <a:pt x="12605" y="4188"/>
                </a:cubicBezTo>
                <a:cubicBezTo>
                  <a:pt x="12605" y="4192"/>
                  <a:pt x="12605" y="4197"/>
                  <a:pt x="12605" y="4201"/>
                </a:cubicBezTo>
                <a:cubicBezTo>
                  <a:pt x="12605" y="4205"/>
                  <a:pt x="12605" y="4210"/>
                  <a:pt x="12604" y="4215"/>
                </a:cubicBezTo>
                <a:lnTo>
                  <a:pt x="12604" y="4230"/>
                </a:lnTo>
                <a:lnTo>
                  <a:pt x="12604" y="4324"/>
                </a:lnTo>
                <a:moveTo>
                  <a:pt x="12666" y="4285"/>
                </a:moveTo>
                <a:cubicBezTo>
                  <a:pt x="12666" y="4254"/>
                  <a:pt x="12675" y="4228"/>
                  <a:pt x="12692" y="4207"/>
                </a:cubicBezTo>
                <a:cubicBezTo>
                  <a:pt x="12711" y="4185"/>
                  <a:pt x="12736" y="4174"/>
                  <a:pt x="12766" y="4174"/>
                </a:cubicBezTo>
                <a:cubicBezTo>
                  <a:pt x="12789" y="4174"/>
                  <a:pt x="12808" y="4180"/>
                  <a:pt x="12823" y="4191"/>
                </a:cubicBezTo>
                <a:cubicBezTo>
                  <a:pt x="12839" y="4202"/>
                  <a:pt x="12850" y="4216"/>
                  <a:pt x="12856" y="4231"/>
                </a:cubicBezTo>
                <a:cubicBezTo>
                  <a:pt x="12862" y="4246"/>
                  <a:pt x="12865" y="4263"/>
                  <a:pt x="12865" y="4280"/>
                </a:cubicBezTo>
                <a:cubicBezTo>
                  <a:pt x="12865" y="4313"/>
                  <a:pt x="12855" y="4340"/>
                  <a:pt x="12834" y="4360"/>
                </a:cubicBezTo>
                <a:cubicBezTo>
                  <a:pt x="12816" y="4377"/>
                  <a:pt x="12793" y="4386"/>
                  <a:pt x="12765" y="4386"/>
                </a:cubicBezTo>
                <a:cubicBezTo>
                  <a:pt x="12734" y="4386"/>
                  <a:pt x="12709" y="4376"/>
                  <a:pt x="12692" y="4356"/>
                </a:cubicBezTo>
                <a:cubicBezTo>
                  <a:pt x="12675" y="4335"/>
                  <a:pt x="12666" y="4311"/>
                  <a:pt x="12666" y="4285"/>
                </a:cubicBezTo>
                <a:moveTo>
                  <a:pt x="12707" y="4273"/>
                </a:moveTo>
                <a:cubicBezTo>
                  <a:pt x="12707" y="4284"/>
                  <a:pt x="12708" y="4294"/>
                  <a:pt x="12710" y="4305"/>
                </a:cubicBezTo>
                <a:cubicBezTo>
                  <a:pt x="12712" y="4315"/>
                  <a:pt x="12716" y="4325"/>
                  <a:pt x="12720" y="4335"/>
                </a:cubicBezTo>
                <a:cubicBezTo>
                  <a:pt x="12725" y="4345"/>
                  <a:pt x="12732" y="4353"/>
                  <a:pt x="12741" y="4360"/>
                </a:cubicBezTo>
                <a:cubicBezTo>
                  <a:pt x="12749" y="4366"/>
                  <a:pt x="12760" y="4370"/>
                  <a:pt x="12772" y="4370"/>
                </a:cubicBezTo>
                <a:cubicBezTo>
                  <a:pt x="12786" y="4370"/>
                  <a:pt x="12798" y="4364"/>
                  <a:pt x="12809" y="4353"/>
                </a:cubicBezTo>
                <a:cubicBezTo>
                  <a:pt x="12819" y="4341"/>
                  <a:pt x="12825" y="4322"/>
                  <a:pt x="12825" y="4296"/>
                </a:cubicBezTo>
                <a:cubicBezTo>
                  <a:pt x="12825" y="4262"/>
                  <a:pt x="12819" y="4236"/>
                  <a:pt x="12807" y="4218"/>
                </a:cubicBezTo>
                <a:cubicBezTo>
                  <a:pt x="12795" y="4200"/>
                  <a:pt x="12779" y="4191"/>
                  <a:pt x="12759" y="4191"/>
                </a:cubicBezTo>
                <a:cubicBezTo>
                  <a:pt x="12724" y="4191"/>
                  <a:pt x="12707" y="4218"/>
                  <a:pt x="12707" y="4273"/>
                </a:cubicBezTo>
                <a:moveTo>
                  <a:pt x="12971" y="4212"/>
                </a:moveTo>
                <a:cubicBezTo>
                  <a:pt x="12994" y="4187"/>
                  <a:pt x="13020" y="4174"/>
                  <a:pt x="13048" y="4174"/>
                </a:cubicBezTo>
                <a:cubicBezTo>
                  <a:pt x="13066" y="4174"/>
                  <a:pt x="13079" y="4180"/>
                  <a:pt x="13088" y="4190"/>
                </a:cubicBezTo>
                <a:cubicBezTo>
                  <a:pt x="13096" y="4202"/>
                  <a:pt x="13100" y="4223"/>
                  <a:pt x="13100" y="4253"/>
                </a:cubicBezTo>
                <a:lnTo>
                  <a:pt x="13100" y="4324"/>
                </a:lnTo>
                <a:cubicBezTo>
                  <a:pt x="13100" y="4342"/>
                  <a:pt x="13102" y="4354"/>
                  <a:pt x="13105" y="4358"/>
                </a:cubicBezTo>
                <a:cubicBezTo>
                  <a:pt x="13109" y="4363"/>
                  <a:pt x="13118" y="4365"/>
                  <a:pt x="13132" y="4367"/>
                </a:cubicBezTo>
                <a:cubicBezTo>
                  <a:pt x="13133" y="4368"/>
                  <a:pt x="13134" y="4371"/>
                  <a:pt x="13134" y="4375"/>
                </a:cubicBezTo>
                <a:cubicBezTo>
                  <a:pt x="13134" y="4378"/>
                  <a:pt x="13133" y="4381"/>
                  <a:pt x="13132" y="4383"/>
                </a:cubicBezTo>
                <a:cubicBezTo>
                  <a:pt x="13105" y="4382"/>
                  <a:pt x="13088" y="4381"/>
                  <a:pt x="13082" y="4381"/>
                </a:cubicBezTo>
                <a:cubicBezTo>
                  <a:pt x="13076" y="4381"/>
                  <a:pt x="13060" y="4382"/>
                  <a:pt x="13034" y="4383"/>
                </a:cubicBezTo>
                <a:cubicBezTo>
                  <a:pt x="13033" y="4381"/>
                  <a:pt x="13032" y="4378"/>
                  <a:pt x="13032" y="4375"/>
                </a:cubicBezTo>
                <a:cubicBezTo>
                  <a:pt x="13032" y="4371"/>
                  <a:pt x="13033" y="4368"/>
                  <a:pt x="13034" y="4367"/>
                </a:cubicBezTo>
                <a:cubicBezTo>
                  <a:pt x="13046" y="4365"/>
                  <a:pt x="13054" y="4363"/>
                  <a:pt x="13058" y="4358"/>
                </a:cubicBezTo>
                <a:cubicBezTo>
                  <a:pt x="13061" y="4354"/>
                  <a:pt x="13063" y="4342"/>
                  <a:pt x="13063" y="4324"/>
                </a:cubicBezTo>
                <a:lnTo>
                  <a:pt x="13063" y="4252"/>
                </a:lnTo>
                <a:cubicBezTo>
                  <a:pt x="13063" y="4235"/>
                  <a:pt x="13061" y="4223"/>
                  <a:pt x="13057" y="4216"/>
                </a:cubicBezTo>
                <a:cubicBezTo>
                  <a:pt x="13051" y="4205"/>
                  <a:pt x="13043" y="4199"/>
                  <a:pt x="13032" y="4199"/>
                </a:cubicBezTo>
                <a:cubicBezTo>
                  <a:pt x="13013" y="4199"/>
                  <a:pt x="12994" y="4208"/>
                  <a:pt x="12975" y="4226"/>
                </a:cubicBezTo>
                <a:cubicBezTo>
                  <a:pt x="12969" y="4232"/>
                  <a:pt x="12966" y="4239"/>
                  <a:pt x="12966" y="4247"/>
                </a:cubicBezTo>
                <a:lnTo>
                  <a:pt x="12966" y="4324"/>
                </a:lnTo>
                <a:cubicBezTo>
                  <a:pt x="12966" y="4342"/>
                  <a:pt x="12968" y="4354"/>
                  <a:pt x="12971" y="4358"/>
                </a:cubicBezTo>
                <a:cubicBezTo>
                  <a:pt x="12974" y="4363"/>
                  <a:pt x="12982" y="4365"/>
                  <a:pt x="12995" y="4367"/>
                </a:cubicBezTo>
                <a:cubicBezTo>
                  <a:pt x="12996" y="4368"/>
                  <a:pt x="12997" y="4371"/>
                  <a:pt x="12997" y="4375"/>
                </a:cubicBezTo>
                <a:cubicBezTo>
                  <a:pt x="12997" y="4378"/>
                  <a:pt x="12997" y="4381"/>
                  <a:pt x="12995" y="4383"/>
                </a:cubicBezTo>
                <a:cubicBezTo>
                  <a:pt x="12969" y="4382"/>
                  <a:pt x="12953" y="4381"/>
                  <a:pt x="12949" y="4381"/>
                </a:cubicBezTo>
                <a:cubicBezTo>
                  <a:pt x="12940" y="4381"/>
                  <a:pt x="12922" y="4382"/>
                  <a:pt x="12897" y="4383"/>
                </a:cubicBezTo>
                <a:cubicBezTo>
                  <a:pt x="12895" y="4381"/>
                  <a:pt x="12895" y="4378"/>
                  <a:pt x="12895" y="4375"/>
                </a:cubicBezTo>
                <a:cubicBezTo>
                  <a:pt x="12895" y="4371"/>
                  <a:pt x="12895" y="4368"/>
                  <a:pt x="12897" y="4367"/>
                </a:cubicBezTo>
                <a:cubicBezTo>
                  <a:pt x="12911" y="4365"/>
                  <a:pt x="12920" y="4363"/>
                  <a:pt x="12924" y="4359"/>
                </a:cubicBezTo>
                <a:cubicBezTo>
                  <a:pt x="12928" y="4354"/>
                  <a:pt x="12930" y="4343"/>
                  <a:pt x="12930" y="4324"/>
                </a:cubicBezTo>
                <a:lnTo>
                  <a:pt x="12930" y="4232"/>
                </a:lnTo>
                <a:cubicBezTo>
                  <a:pt x="12930" y="4219"/>
                  <a:pt x="12928" y="4211"/>
                  <a:pt x="12924" y="4207"/>
                </a:cubicBezTo>
                <a:cubicBezTo>
                  <a:pt x="12920" y="4204"/>
                  <a:pt x="12912" y="4201"/>
                  <a:pt x="12899" y="4200"/>
                </a:cubicBezTo>
                <a:cubicBezTo>
                  <a:pt x="12897" y="4195"/>
                  <a:pt x="12897" y="4190"/>
                  <a:pt x="12898" y="4186"/>
                </a:cubicBezTo>
                <a:cubicBezTo>
                  <a:pt x="12922" y="4183"/>
                  <a:pt x="12942" y="4179"/>
                  <a:pt x="12957" y="4173"/>
                </a:cubicBezTo>
                <a:cubicBezTo>
                  <a:pt x="12960" y="4173"/>
                  <a:pt x="12961" y="4174"/>
                  <a:pt x="12963" y="4177"/>
                </a:cubicBezTo>
                <a:cubicBezTo>
                  <a:pt x="12965" y="4183"/>
                  <a:pt x="12966" y="4194"/>
                  <a:pt x="12966" y="4212"/>
                </a:cubicBezTo>
                <a:cubicBezTo>
                  <a:pt x="12967" y="4216"/>
                  <a:pt x="12968" y="4216"/>
                  <a:pt x="12971" y="421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712200" y="3557160"/>
            <a:ext cx="492840" cy="0"/>
          </a:xfrm>
          <a:prstGeom prst="line">
            <a:avLst/>
          </a:prstGeom>
          <a:ln cap="rnd" w="3456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851880" y="3449880"/>
            <a:ext cx="213480" cy="214200"/>
          </a:xfrm>
          <a:custGeom>
            <a:avLst/>
            <a:gdLst/>
            <a:ahLst/>
            <a:rect l="0" t="0" r="r" b="b"/>
            <a:pathLst>
              <a:path w="593" h="595">
                <a:moveTo>
                  <a:pt x="296" y="595"/>
                </a:moveTo>
                <a:cubicBezTo>
                  <a:pt x="132" y="595"/>
                  <a:pt x="0" y="462"/>
                  <a:pt x="0" y="298"/>
                </a:cubicBezTo>
                <a:cubicBezTo>
                  <a:pt x="0" y="133"/>
                  <a:pt x="132" y="0"/>
                  <a:pt x="296" y="0"/>
                </a:cubicBezTo>
                <a:cubicBezTo>
                  <a:pt x="460" y="0"/>
                  <a:pt x="593" y="133"/>
                  <a:pt x="593" y="298"/>
                </a:cubicBezTo>
                <a:cubicBezTo>
                  <a:pt x="593" y="462"/>
                  <a:pt x="460" y="595"/>
                  <a:pt x="296" y="595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904800" y="3476880"/>
            <a:ext cx="107640" cy="160200"/>
          </a:xfrm>
          <a:custGeom>
            <a:avLst/>
            <a:gdLst/>
            <a:ahLst/>
            <a:rect l="0" t="0" r="r" b="b"/>
            <a:pathLst>
              <a:path w="299" h="445">
                <a:moveTo>
                  <a:pt x="224" y="13"/>
                </a:moveTo>
                <a:cubicBezTo>
                  <a:pt x="224" y="10"/>
                  <a:pt x="225" y="7"/>
                  <a:pt x="225" y="5"/>
                </a:cubicBezTo>
                <a:cubicBezTo>
                  <a:pt x="225" y="0"/>
                  <a:pt x="221" y="0"/>
                  <a:pt x="219" y="0"/>
                </a:cubicBezTo>
                <a:cubicBezTo>
                  <a:pt x="214" y="0"/>
                  <a:pt x="214" y="1"/>
                  <a:pt x="211" y="10"/>
                </a:cubicBezTo>
                <a:lnTo>
                  <a:pt x="129" y="337"/>
                </a:lnTo>
                <a:cubicBezTo>
                  <a:pt x="92" y="333"/>
                  <a:pt x="73" y="314"/>
                  <a:pt x="73" y="282"/>
                </a:cubicBezTo>
                <a:cubicBezTo>
                  <a:pt x="73" y="271"/>
                  <a:pt x="73" y="259"/>
                  <a:pt x="100" y="190"/>
                </a:cubicBezTo>
                <a:cubicBezTo>
                  <a:pt x="102" y="184"/>
                  <a:pt x="105" y="175"/>
                  <a:pt x="105" y="165"/>
                </a:cubicBezTo>
                <a:cubicBezTo>
                  <a:pt x="105" y="143"/>
                  <a:pt x="90" y="125"/>
                  <a:pt x="65" y="125"/>
                </a:cubicBezTo>
                <a:cubicBezTo>
                  <a:pt x="17" y="125"/>
                  <a:pt x="0" y="197"/>
                  <a:pt x="0" y="201"/>
                </a:cubicBezTo>
                <a:cubicBezTo>
                  <a:pt x="0" y="206"/>
                  <a:pt x="4" y="206"/>
                  <a:pt x="5" y="206"/>
                </a:cubicBezTo>
                <a:cubicBezTo>
                  <a:pt x="10" y="206"/>
                  <a:pt x="10" y="205"/>
                  <a:pt x="13" y="197"/>
                </a:cubicBezTo>
                <a:cubicBezTo>
                  <a:pt x="27" y="150"/>
                  <a:pt x="46" y="136"/>
                  <a:pt x="63" y="136"/>
                </a:cubicBezTo>
                <a:cubicBezTo>
                  <a:pt x="67" y="136"/>
                  <a:pt x="76" y="136"/>
                  <a:pt x="76" y="151"/>
                </a:cubicBezTo>
                <a:cubicBezTo>
                  <a:pt x="76" y="164"/>
                  <a:pt x="70" y="177"/>
                  <a:pt x="64" y="194"/>
                </a:cubicBezTo>
                <a:cubicBezTo>
                  <a:pt x="40" y="257"/>
                  <a:pt x="40" y="269"/>
                  <a:pt x="40" y="278"/>
                </a:cubicBezTo>
                <a:cubicBezTo>
                  <a:pt x="40" y="325"/>
                  <a:pt x="79" y="345"/>
                  <a:pt x="126" y="348"/>
                </a:cubicBezTo>
                <a:cubicBezTo>
                  <a:pt x="122" y="366"/>
                  <a:pt x="122" y="367"/>
                  <a:pt x="115" y="393"/>
                </a:cubicBezTo>
                <a:cubicBezTo>
                  <a:pt x="114" y="399"/>
                  <a:pt x="104" y="439"/>
                  <a:pt x="104" y="440"/>
                </a:cubicBezTo>
                <a:cubicBezTo>
                  <a:pt x="104" y="441"/>
                  <a:pt x="104" y="445"/>
                  <a:pt x="110" y="445"/>
                </a:cubicBezTo>
                <a:cubicBezTo>
                  <a:pt x="111" y="445"/>
                  <a:pt x="114" y="445"/>
                  <a:pt x="114" y="443"/>
                </a:cubicBezTo>
                <a:cubicBezTo>
                  <a:pt x="116" y="442"/>
                  <a:pt x="119" y="430"/>
                  <a:pt x="121" y="423"/>
                </a:cubicBezTo>
                <a:lnTo>
                  <a:pt x="139" y="349"/>
                </a:lnTo>
                <a:cubicBezTo>
                  <a:pt x="158" y="349"/>
                  <a:pt x="201" y="349"/>
                  <a:pt x="248" y="296"/>
                </a:cubicBezTo>
                <a:cubicBezTo>
                  <a:pt x="268" y="273"/>
                  <a:pt x="278" y="251"/>
                  <a:pt x="284" y="237"/>
                </a:cubicBezTo>
                <a:cubicBezTo>
                  <a:pt x="288" y="224"/>
                  <a:pt x="299" y="181"/>
                  <a:pt x="299" y="160"/>
                </a:cubicBezTo>
                <a:cubicBezTo>
                  <a:pt x="299" y="132"/>
                  <a:pt x="286" y="125"/>
                  <a:pt x="277" y="125"/>
                </a:cubicBezTo>
                <a:cubicBezTo>
                  <a:pt x="265" y="125"/>
                  <a:pt x="252" y="138"/>
                  <a:pt x="252" y="149"/>
                </a:cubicBezTo>
                <a:cubicBezTo>
                  <a:pt x="252" y="155"/>
                  <a:pt x="256" y="158"/>
                  <a:pt x="260" y="162"/>
                </a:cubicBezTo>
                <a:cubicBezTo>
                  <a:pt x="266" y="168"/>
                  <a:pt x="278" y="180"/>
                  <a:pt x="278" y="204"/>
                </a:cubicBezTo>
                <a:cubicBezTo>
                  <a:pt x="278" y="236"/>
                  <a:pt x="252" y="276"/>
                  <a:pt x="235" y="294"/>
                </a:cubicBezTo>
                <a:cubicBezTo>
                  <a:pt x="191" y="338"/>
                  <a:pt x="160" y="338"/>
                  <a:pt x="142" y="338"/>
                </a:cubicBezTo>
                <a:lnTo>
                  <a:pt x="224" y="1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6613560" y="3401280"/>
            <a:ext cx="90720" cy="135360"/>
          </a:xfrm>
          <a:custGeom>
            <a:avLst/>
            <a:gdLst/>
            <a:ahLst/>
            <a:rect l="0" t="0" r="r" b="b"/>
            <a:pathLst>
              <a:path w="252" h="376">
                <a:moveTo>
                  <a:pt x="188" y="11"/>
                </a:moveTo>
                <a:cubicBezTo>
                  <a:pt x="188" y="9"/>
                  <a:pt x="189" y="7"/>
                  <a:pt x="189" y="5"/>
                </a:cubicBezTo>
                <a:cubicBezTo>
                  <a:pt x="189" y="1"/>
                  <a:pt x="187" y="0"/>
                  <a:pt x="184" y="0"/>
                </a:cubicBezTo>
                <a:cubicBezTo>
                  <a:pt x="180" y="0"/>
                  <a:pt x="180" y="2"/>
                  <a:pt x="178" y="9"/>
                </a:cubicBezTo>
                <a:lnTo>
                  <a:pt x="109" y="285"/>
                </a:lnTo>
                <a:cubicBezTo>
                  <a:pt x="77" y="281"/>
                  <a:pt x="62" y="265"/>
                  <a:pt x="62" y="238"/>
                </a:cubicBezTo>
                <a:cubicBezTo>
                  <a:pt x="62" y="229"/>
                  <a:pt x="62" y="219"/>
                  <a:pt x="84" y="160"/>
                </a:cubicBezTo>
                <a:cubicBezTo>
                  <a:pt x="86" y="155"/>
                  <a:pt x="89" y="148"/>
                  <a:pt x="89" y="140"/>
                </a:cubicBezTo>
                <a:cubicBezTo>
                  <a:pt x="89" y="121"/>
                  <a:pt x="75" y="106"/>
                  <a:pt x="54" y="106"/>
                </a:cubicBezTo>
                <a:cubicBezTo>
                  <a:pt x="15" y="106"/>
                  <a:pt x="0" y="166"/>
                  <a:pt x="0" y="170"/>
                </a:cubicBezTo>
                <a:cubicBezTo>
                  <a:pt x="0" y="174"/>
                  <a:pt x="4" y="174"/>
                  <a:pt x="4" y="174"/>
                </a:cubicBezTo>
                <a:cubicBezTo>
                  <a:pt x="9" y="174"/>
                  <a:pt x="9" y="173"/>
                  <a:pt x="11" y="166"/>
                </a:cubicBezTo>
                <a:cubicBezTo>
                  <a:pt x="23" y="127"/>
                  <a:pt x="39" y="115"/>
                  <a:pt x="53" y="115"/>
                </a:cubicBezTo>
                <a:cubicBezTo>
                  <a:pt x="56" y="115"/>
                  <a:pt x="64" y="115"/>
                  <a:pt x="64" y="128"/>
                </a:cubicBezTo>
                <a:cubicBezTo>
                  <a:pt x="64" y="139"/>
                  <a:pt x="59" y="149"/>
                  <a:pt x="54" y="164"/>
                </a:cubicBezTo>
                <a:cubicBezTo>
                  <a:pt x="34" y="217"/>
                  <a:pt x="34" y="227"/>
                  <a:pt x="34" y="234"/>
                </a:cubicBezTo>
                <a:cubicBezTo>
                  <a:pt x="34" y="274"/>
                  <a:pt x="66" y="291"/>
                  <a:pt x="106" y="294"/>
                </a:cubicBezTo>
                <a:cubicBezTo>
                  <a:pt x="103" y="309"/>
                  <a:pt x="103" y="310"/>
                  <a:pt x="97" y="332"/>
                </a:cubicBezTo>
                <a:cubicBezTo>
                  <a:pt x="96" y="336"/>
                  <a:pt x="88" y="370"/>
                  <a:pt x="88" y="371"/>
                </a:cubicBezTo>
                <a:cubicBezTo>
                  <a:pt x="88" y="372"/>
                  <a:pt x="88" y="376"/>
                  <a:pt x="92" y="376"/>
                </a:cubicBezTo>
                <a:cubicBezTo>
                  <a:pt x="94" y="376"/>
                  <a:pt x="96" y="376"/>
                  <a:pt x="96" y="374"/>
                </a:cubicBezTo>
                <a:cubicBezTo>
                  <a:pt x="97" y="373"/>
                  <a:pt x="100" y="363"/>
                  <a:pt x="102" y="357"/>
                </a:cubicBezTo>
                <a:lnTo>
                  <a:pt x="117" y="295"/>
                </a:lnTo>
                <a:cubicBezTo>
                  <a:pt x="133" y="295"/>
                  <a:pt x="169" y="295"/>
                  <a:pt x="209" y="250"/>
                </a:cubicBezTo>
                <a:cubicBezTo>
                  <a:pt x="226" y="231"/>
                  <a:pt x="234" y="212"/>
                  <a:pt x="239" y="200"/>
                </a:cubicBezTo>
                <a:cubicBezTo>
                  <a:pt x="243" y="189"/>
                  <a:pt x="252" y="153"/>
                  <a:pt x="252" y="135"/>
                </a:cubicBezTo>
                <a:cubicBezTo>
                  <a:pt x="252" y="111"/>
                  <a:pt x="241" y="106"/>
                  <a:pt x="234" y="106"/>
                </a:cubicBezTo>
                <a:cubicBezTo>
                  <a:pt x="223" y="106"/>
                  <a:pt x="213" y="117"/>
                  <a:pt x="213" y="126"/>
                </a:cubicBezTo>
                <a:cubicBezTo>
                  <a:pt x="213" y="131"/>
                  <a:pt x="215" y="134"/>
                  <a:pt x="219" y="137"/>
                </a:cubicBezTo>
                <a:cubicBezTo>
                  <a:pt x="224" y="141"/>
                  <a:pt x="234" y="152"/>
                  <a:pt x="234" y="172"/>
                </a:cubicBezTo>
                <a:cubicBezTo>
                  <a:pt x="234" y="199"/>
                  <a:pt x="213" y="233"/>
                  <a:pt x="198" y="248"/>
                </a:cubicBezTo>
                <a:cubicBezTo>
                  <a:pt x="161" y="285"/>
                  <a:pt x="134" y="285"/>
                  <a:pt x="119" y="285"/>
                </a:cubicBezTo>
                <a:lnTo>
                  <a:pt x="188" y="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407360" y="3462120"/>
            <a:ext cx="189360" cy="189720"/>
          </a:xfrm>
          <a:custGeom>
            <a:avLst/>
            <a:gdLst/>
            <a:ahLst/>
            <a:rect l="0" t="0" r="r" b="b"/>
            <a:pathLst>
              <a:path w="526" h="527">
                <a:moveTo>
                  <a:pt x="68" y="0"/>
                </a:moveTo>
                <a:lnTo>
                  <a:pt x="458" y="0"/>
                </a:lnTo>
                <a:cubicBezTo>
                  <a:pt x="496" y="0"/>
                  <a:pt x="526" y="14"/>
                  <a:pt x="526" y="32"/>
                </a:cubicBezTo>
                <a:lnTo>
                  <a:pt x="526" y="495"/>
                </a:lnTo>
                <a:cubicBezTo>
                  <a:pt x="526" y="513"/>
                  <a:pt x="496" y="527"/>
                  <a:pt x="458" y="527"/>
                </a:cubicBezTo>
                <a:lnTo>
                  <a:pt x="68" y="527"/>
                </a:lnTo>
                <a:cubicBezTo>
                  <a:pt x="30" y="527"/>
                  <a:pt x="0" y="513"/>
                  <a:pt x="0" y="495"/>
                </a:cubicBezTo>
                <a:lnTo>
                  <a:pt x="0" y="32"/>
                </a:lnTo>
                <a:cubicBezTo>
                  <a:pt x="0" y="14"/>
                  <a:pt x="30" y="0"/>
                  <a:pt x="6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407360" y="3462120"/>
            <a:ext cx="189360" cy="189720"/>
          </a:xfrm>
          <a:custGeom>
            <a:avLst/>
            <a:gdLst/>
            <a:ahLst/>
            <a:rect l="0" t="0" r="r" b="b"/>
            <a:pathLst>
              <a:path w="526" h="527">
                <a:moveTo>
                  <a:pt x="68" y="0"/>
                </a:moveTo>
                <a:lnTo>
                  <a:pt x="458" y="0"/>
                </a:lnTo>
                <a:cubicBezTo>
                  <a:pt x="496" y="0"/>
                  <a:pt x="526" y="14"/>
                  <a:pt x="526" y="32"/>
                </a:cubicBezTo>
                <a:lnTo>
                  <a:pt x="526" y="495"/>
                </a:lnTo>
                <a:cubicBezTo>
                  <a:pt x="526" y="513"/>
                  <a:pt x="496" y="527"/>
                  <a:pt x="458" y="527"/>
                </a:cubicBezTo>
                <a:lnTo>
                  <a:pt x="68" y="527"/>
                </a:lnTo>
                <a:cubicBezTo>
                  <a:pt x="30" y="527"/>
                  <a:pt x="0" y="513"/>
                  <a:pt x="0" y="495"/>
                </a:cubicBezTo>
                <a:lnTo>
                  <a:pt x="0" y="32"/>
                </a:lnTo>
                <a:cubicBezTo>
                  <a:pt x="0" y="14"/>
                  <a:pt x="30" y="0"/>
                  <a:pt x="68" y="0"/>
                </a:cubicBezTo>
                <a:close/>
              </a:path>
            </a:pathLst>
          </a:custGeom>
          <a:noFill/>
          <a:ln cap="rnd" w="21240">
            <a:solidFill>
              <a:srgbClr val="000000"/>
            </a:solidFill>
            <a:round/>
          </a:ln>
        </p:spPr>
        <p:txBody>
          <a:bodyPr lIns="100440" rIns="100440" tIns="55440" bIns="55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7449840" y="3502440"/>
            <a:ext cx="109080" cy="110160"/>
          </a:xfrm>
          <a:custGeom>
            <a:avLst/>
            <a:gdLst/>
            <a:ahLst/>
            <a:rect l="0" t="0" r="r" b="b"/>
            <a:pathLst>
              <a:path w="303" h="306">
                <a:moveTo>
                  <a:pt x="253" y="257"/>
                </a:moveTo>
                <a:cubicBezTo>
                  <a:pt x="262" y="271"/>
                  <a:pt x="270" y="280"/>
                  <a:pt x="276" y="284"/>
                </a:cubicBezTo>
                <a:cubicBezTo>
                  <a:pt x="282" y="287"/>
                  <a:pt x="290" y="290"/>
                  <a:pt x="301" y="290"/>
                </a:cubicBezTo>
                <a:cubicBezTo>
                  <a:pt x="302" y="292"/>
                  <a:pt x="303" y="295"/>
                  <a:pt x="303" y="298"/>
                </a:cubicBezTo>
                <a:cubicBezTo>
                  <a:pt x="303" y="302"/>
                  <a:pt x="302" y="305"/>
                  <a:pt x="301" y="306"/>
                </a:cubicBezTo>
                <a:cubicBezTo>
                  <a:pt x="282" y="305"/>
                  <a:pt x="266" y="305"/>
                  <a:pt x="253" y="305"/>
                </a:cubicBezTo>
                <a:cubicBezTo>
                  <a:pt x="242" y="305"/>
                  <a:pt x="224" y="305"/>
                  <a:pt x="199" y="306"/>
                </a:cubicBezTo>
                <a:cubicBezTo>
                  <a:pt x="198" y="305"/>
                  <a:pt x="197" y="302"/>
                  <a:pt x="197" y="298"/>
                </a:cubicBezTo>
                <a:cubicBezTo>
                  <a:pt x="197" y="295"/>
                  <a:pt x="198" y="292"/>
                  <a:pt x="199" y="290"/>
                </a:cubicBezTo>
                <a:cubicBezTo>
                  <a:pt x="212" y="290"/>
                  <a:pt x="218" y="288"/>
                  <a:pt x="219" y="285"/>
                </a:cubicBezTo>
                <a:cubicBezTo>
                  <a:pt x="220" y="281"/>
                  <a:pt x="217" y="275"/>
                  <a:pt x="210" y="265"/>
                </a:cubicBezTo>
                <a:lnTo>
                  <a:pt x="152" y="182"/>
                </a:lnTo>
                <a:cubicBezTo>
                  <a:pt x="149" y="178"/>
                  <a:pt x="147" y="177"/>
                  <a:pt x="145" y="177"/>
                </a:cubicBezTo>
                <a:cubicBezTo>
                  <a:pt x="144" y="177"/>
                  <a:pt x="142" y="179"/>
                  <a:pt x="138" y="183"/>
                </a:cubicBezTo>
                <a:lnTo>
                  <a:pt x="76" y="271"/>
                </a:lnTo>
                <a:cubicBezTo>
                  <a:pt x="71" y="279"/>
                  <a:pt x="70" y="284"/>
                  <a:pt x="73" y="286"/>
                </a:cubicBezTo>
                <a:cubicBezTo>
                  <a:pt x="76" y="288"/>
                  <a:pt x="83" y="290"/>
                  <a:pt x="94" y="290"/>
                </a:cubicBezTo>
                <a:cubicBezTo>
                  <a:pt x="95" y="292"/>
                  <a:pt x="96" y="295"/>
                  <a:pt x="96" y="298"/>
                </a:cubicBezTo>
                <a:cubicBezTo>
                  <a:pt x="96" y="302"/>
                  <a:pt x="95" y="305"/>
                  <a:pt x="94" y="306"/>
                </a:cubicBezTo>
                <a:cubicBezTo>
                  <a:pt x="69" y="305"/>
                  <a:pt x="53" y="305"/>
                  <a:pt x="45" y="305"/>
                </a:cubicBezTo>
                <a:cubicBezTo>
                  <a:pt x="36" y="305"/>
                  <a:pt x="21" y="305"/>
                  <a:pt x="2" y="306"/>
                </a:cubicBezTo>
                <a:cubicBezTo>
                  <a:pt x="1" y="305"/>
                  <a:pt x="0" y="302"/>
                  <a:pt x="0" y="298"/>
                </a:cubicBezTo>
                <a:cubicBezTo>
                  <a:pt x="0" y="295"/>
                  <a:pt x="1" y="292"/>
                  <a:pt x="2" y="290"/>
                </a:cubicBezTo>
                <a:cubicBezTo>
                  <a:pt x="14" y="290"/>
                  <a:pt x="23" y="287"/>
                  <a:pt x="31" y="283"/>
                </a:cubicBezTo>
                <a:cubicBezTo>
                  <a:pt x="39" y="279"/>
                  <a:pt x="47" y="272"/>
                  <a:pt x="55" y="262"/>
                </a:cubicBezTo>
                <a:lnTo>
                  <a:pt x="125" y="168"/>
                </a:lnTo>
                <a:cubicBezTo>
                  <a:pt x="128" y="164"/>
                  <a:pt x="129" y="160"/>
                  <a:pt x="129" y="157"/>
                </a:cubicBezTo>
                <a:cubicBezTo>
                  <a:pt x="129" y="154"/>
                  <a:pt x="127" y="149"/>
                  <a:pt x="123" y="143"/>
                </a:cubicBezTo>
                <a:lnTo>
                  <a:pt x="56" y="47"/>
                </a:lnTo>
                <a:cubicBezTo>
                  <a:pt x="49" y="38"/>
                  <a:pt x="43" y="32"/>
                  <a:pt x="38" y="27"/>
                </a:cubicBezTo>
                <a:cubicBezTo>
                  <a:pt x="34" y="23"/>
                  <a:pt x="29" y="20"/>
                  <a:pt x="25" y="18"/>
                </a:cubicBezTo>
                <a:cubicBezTo>
                  <a:pt x="21" y="17"/>
                  <a:pt x="15" y="16"/>
                  <a:pt x="8" y="15"/>
                </a:cubicBezTo>
                <a:cubicBezTo>
                  <a:pt x="6" y="14"/>
                  <a:pt x="5" y="12"/>
                  <a:pt x="5" y="8"/>
                </a:cubicBezTo>
                <a:cubicBezTo>
                  <a:pt x="5" y="4"/>
                  <a:pt x="6" y="2"/>
                  <a:pt x="7" y="0"/>
                </a:cubicBezTo>
                <a:cubicBezTo>
                  <a:pt x="26" y="0"/>
                  <a:pt x="42" y="1"/>
                  <a:pt x="56" y="1"/>
                </a:cubicBezTo>
                <a:cubicBezTo>
                  <a:pt x="66" y="1"/>
                  <a:pt x="84" y="0"/>
                  <a:pt x="109" y="0"/>
                </a:cubicBezTo>
                <a:cubicBezTo>
                  <a:pt x="110" y="2"/>
                  <a:pt x="111" y="4"/>
                  <a:pt x="111" y="8"/>
                </a:cubicBezTo>
                <a:cubicBezTo>
                  <a:pt x="111" y="12"/>
                  <a:pt x="110" y="14"/>
                  <a:pt x="109" y="15"/>
                </a:cubicBezTo>
                <a:cubicBezTo>
                  <a:pt x="104" y="16"/>
                  <a:pt x="101" y="16"/>
                  <a:pt x="98" y="17"/>
                </a:cubicBezTo>
                <a:cubicBezTo>
                  <a:pt x="95" y="17"/>
                  <a:pt x="93" y="18"/>
                  <a:pt x="91" y="19"/>
                </a:cubicBezTo>
                <a:cubicBezTo>
                  <a:pt x="90" y="20"/>
                  <a:pt x="89" y="21"/>
                  <a:pt x="89" y="22"/>
                </a:cubicBezTo>
                <a:cubicBezTo>
                  <a:pt x="88" y="23"/>
                  <a:pt x="88" y="24"/>
                  <a:pt x="89" y="26"/>
                </a:cubicBezTo>
                <a:cubicBezTo>
                  <a:pt x="90" y="29"/>
                  <a:pt x="91" y="31"/>
                  <a:pt x="92" y="33"/>
                </a:cubicBezTo>
                <a:cubicBezTo>
                  <a:pt x="94" y="35"/>
                  <a:pt x="95" y="37"/>
                  <a:pt x="98" y="41"/>
                </a:cubicBezTo>
                <a:lnTo>
                  <a:pt x="150" y="118"/>
                </a:lnTo>
                <a:cubicBezTo>
                  <a:pt x="152" y="122"/>
                  <a:pt x="154" y="124"/>
                  <a:pt x="155" y="124"/>
                </a:cubicBezTo>
                <a:cubicBezTo>
                  <a:pt x="158" y="124"/>
                  <a:pt x="161" y="122"/>
                  <a:pt x="163" y="118"/>
                </a:cubicBezTo>
                <a:lnTo>
                  <a:pt x="221" y="36"/>
                </a:lnTo>
                <a:cubicBezTo>
                  <a:pt x="226" y="28"/>
                  <a:pt x="227" y="23"/>
                  <a:pt x="224" y="20"/>
                </a:cubicBezTo>
                <a:cubicBezTo>
                  <a:pt x="221" y="18"/>
                  <a:pt x="214" y="16"/>
                  <a:pt x="203" y="15"/>
                </a:cubicBezTo>
                <a:cubicBezTo>
                  <a:pt x="201" y="14"/>
                  <a:pt x="201" y="12"/>
                  <a:pt x="201" y="8"/>
                </a:cubicBezTo>
                <a:cubicBezTo>
                  <a:pt x="201" y="4"/>
                  <a:pt x="201" y="2"/>
                  <a:pt x="203" y="0"/>
                </a:cubicBezTo>
                <a:cubicBezTo>
                  <a:pt x="228" y="0"/>
                  <a:pt x="244" y="1"/>
                  <a:pt x="252" y="1"/>
                </a:cubicBezTo>
                <a:cubicBezTo>
                  <a:pt x="262" y="1"/>
                  <a:pt x="276" y="0"/>
                  <a:pt x="295" y="0"/>
                </a:cubicBezTo>
                <a:cubicBezTo>
                  <a:pt x="296" y="2"/>
                  <a:pt x="297" y="4"/>
                  <a:pt x="297" y="8"/>
                </a:cubicBezTo>
                <a:cubicBezTo>
                  <a:pt x="297" y="12"/>
                  <a:pt x="296" y="14"/>
                  <a:pt x="295" y="15"/>
                </a:cubicBezTo>
                <a:cubicBezTo>
                  <a:pt x="283" y="17"/>
                  <a:pt x="273" y="19"/>
                  <a:pt x="266" y="23"/>
                </a:cubicBezTo>
                <a:cubicBezTo>
                  <a:pt x="258" y="27"/>
                  <a:pt x="250" y="35"/>
                  <a:pt x="242" y="45"/>
                </a:cubicBezTo>
                <a:lnTo>
                  <a:pt x="178" y="128"/>
                </a:lnTo>
                <a:cubicBezTo>
                  <a:pt x="175" y="132"/>
                  <a:pt x="173" y="137"/>
                  <a:pt x="173" y="142"/>
                </a:cubicBezTo>
                <a:cubicBezTo>
                  <a:pt x="173" y="146"/>
                  <a:pt x="176" y="151"/>
                  <a:pt x="181" y="158"/>
                </a:cubicBezTo>
                <a:lnTo>
                  <a:pt x="253" y="2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722360" y="3557160"/>
            <a:ext cx="493200" cy="0"/>
          </a:xfrm>
          <a:prstGeom prst="line">
            <a:avLst/>
          </a:prstGeom>
          <a:ln cap="rnd" w="3456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7862040" y="3449880"/>
            <a:ext cx="213840" cy="214200"/>
          </a:xfrm>
          <a:custGeom>
            <a:avLst/>
            <a:gdLst/>
            <a:ahLst/>
            <a:rect l="0" t="0" r="r" b="b"/>
            <a:pathLst>
              <a:path w="594" h="595">
                <a:moveTo>
                  <a:pt x="297" y="595"/>
                </a:moveTo>
                <a:cubicBezTo>
                  <a:pt x="133" y="595"/>
                  <a:pt x="0" y="462"/>
                  <a:pt x="0" y="298"/>
                </a:cubicBezTo>
                <a:cubicBezTo>
                  <a:pt x="0" y="133"/>
                  <a:pt x="133" y="0"/>
                  <a:pt x="297" y="0"/>
                </a:cubicBezTo>
                <a:cubicBezTo>
                  <a:pt x="461" y="0"/>
                  <a:pt x="594" y="133"/>
                  <a:pt x="594" y="298"/>
                </a:cubicBezTo>
                <a:cubicBezTo>
                  <a:pt x="594" y="462"/>
                  <a:pt x="461" y="595"/>
                  <a:pt x="297" y="595"/>
                </a:cubicBezTo>
                <a:close/>
              </a:path>
            </a:pathLst>
          </a:custGeom>
          <a:solidFill>
            <a:srgbClr val="cd7d7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684080" y="3967560"/>
            <a:ext cx="932760" cy="325800"/>
          </a:xfrm>
          <a:custGeom>
            <a:avLst/>
            <a:gdLst/>
            <a:ahLst/>
            <a:rect l="0" t="0" r="r" b="b"/>
            <a:pathLst>
              <a:path w="2591" h="905">
                <a:moveTo>
                  <a:pt x="787" y="315"/>
                </a:moveTo>
                <a:cubicBezTo>
                  <a:pt x="767" y="315"/>
                  <a:pt x="750" y="312"/>
                  <a:pt x="734" y="306"/>
                </a:cubicBezTo>
                <a:cubicBezTo>
                  <a:pt x="719" y="300"/>
                  <a:pt x="707" y="291"/>
                  <a:pt x="697" y="280"/>
                </a:cubicBezTo>
                <a:cubicBezTo>
                  <a:pt x="688" y="268"/>
                  <a:pt x="681" y="256"/>
                  <a:pt x="677" y="242"/>
                </a:cubicBezTo>
                <a:cubicBezTo>
                  <a:pt x="672" y="228"/>
                  <a:pt x="670" y="213"/>
                  <a:pt x="670" y="196"/>
                </a:cubicBezTo>
                <a:cubicBezTo>
                  <a:pt x="670" y="191"/>
                  <a:pt x="670" y="185"/>
                  <a:pt x="670" y="179"/>
                </a:cubicBezTo>
                <a:cubicBezTo>
                  <a:pt x="671" y="174"/>
                  <a:pt x="672" y="168"/>
                  <a:pt x="673" y="162"/>
                </a:cubicBezTo>
                <a:cubicBezTo>
                  <a:pt x="682" y="116"/>
                  <a:pt x="704" y="78"/>
                  <a:pt x="739" y="47"/>
                </a:cubicBezTo>
                <a:cubicBezTo>
                  <a:pt x="774" y="16"/>
                  <a:pt x="811" y="0"/>
                  <a:pt x="849" y="0"/>
                </a:cubicBezTo>
                <a:cubicBezTo>
                  <a:pt x="865" y="0"/>
                  <a:pt x="879" y="2"/>
                  <a:pt x="891" y="5"/>
                </a:cubicBezTo>
                <a:cubicBezTo>
                  <a:pt x="903" y="8"/>
                  <a:pt x="913" y="11"/>
                  <a:pt x="922" y="15"/>
                </a:cubicBezTo>
                <a:cubicBezTo>
                  <a:pt x="930" y="19"/>
                  <a:pt x="938" y="21"/>
                  <a:pt x="944" y="21"/>
                </a:cubicBezTo>
                <a:cubicBezTo>
                  <a:pt x="942" y="42"/>
                  <a:pt x="940" y="66"/>
                  <a:pt x="939" y="94"/>
                </a:cubicBezTo>
                <a:lnTo>
                  <a:pt x="926" y="96"/>
                </a:lnTo>
                <a:cubicBezTo>
                  <a:pt x="921" y="44"/>
                  <a:pt x="892" y="18"/>
                  <a:pt x="841" y="18"/>
                </a:cubicBezTo>
                <a:cubicBezTo>
                  <a:pt x="831" y="18"/>
                  <a:pt x="820" y="20"/>
                  <a:pt x="808" y="26"/>
                </a:cubicBezTo>
                <a:cubicBezTo>
                  <a:pt x="796" y="31"/>
                  <a:pt x="784" y="39"/>
                  <a:pt x="772" y="49"/>
                </a:cubicBezTo>
                <a:cubicBezTo>
                  <a:pt x="759" y="59"/>
                  <a:pt x="747" y="73"/>
                  <a:pt x="737" y="92"/>
                </a:cubicBezTo>
                <a:cubicBezTo>
                  <a:pt x="726" y="110"/>
                  <a:pt x="719" y="131"/>
                  <a:pt x="715" y="153"/>
                </a:cubicBezTo>
                <a:cubicBezTo>
                  <a:pt x="712" y="166"/>
                  <a:pt x="710" y="180"/>
                  <a:pt x="710" y="193"/>
                </a:cubicBezTo>
                <a:cubicBezTo>
                  <a:pt x="710" y="212"/>
                  <a:pt x="713" y="229"/>
                  <a:pt x="718" y="244"/>
                </a:cubicBezTo>
                <a:cubicBezTo>
                  <a:pt x="723" y="259"/>
                  <a:pt x="732" y="271"/>
                  <a:pt x="745" y="281"/>
                </a:cubicBezTo>
                <a:cubicBezTo>
                  <a:pt x="757" y="291"/>
                  <a:pt x="772" y="296"/>
                  <a:pt x="791" y="296"/>
                </a:cubicBezTo>
                <a:cubicBezTo>
                  <a:pt x="812" y="296"/>
                  <a:pt x="831" y="292"/>
                  <a:pt x="849" y="284"/>
                </a:cubicBezTo>
                <a:cubicBezTo>
                  <a:pt x="867" y="276"/>
                  <a:pt x="886" y="263"/>
                  <a:pt x="906" y="244"/>
                </a:cubicBezTo>
                <a:cubicBezTo>
                  <a:pt x="910" y="244"/>
                  <a:pt x="913" y="247"/>
                  <a:pt x="914" y="252"/>
                </a:cubicBezTo>
                <a:cubicBezTo>
                  <a:pt x="875" y="294"/>
                  <a:pt x="833" y="315"/>
                  <a:pt x="787" y="315"/>
                </a:cubicBezTo>
                <a:moveTo>
                  <a:pt x="1020" y="58"/>
                </a:moveTo>
                <a:cubicBezTo>
                  <a:pt x="1015" y="54"/>
                  <a:pt x="1013" y="48"/>
                  <a:pt x="1013" y="42"/>
                </a:cubicBezTo>
                <a:cubicBezTo>
                  <a:pt x="1013" y="36"/>
                  <a:pt x="1015" y="30"/>
                  <a:pt x="1020" y="26"/>
                </a:cubicBezTo>
                <a:cubicBezTo>
                  <a:pt x="1024" y="21"/>
                  <a:pt x="1029" y="19"/>
                  <a:pt x="1035" y="19"/>
                </a:cubicBezTo>
                <a:cubicBezTo>
                  <a:pt x="1041" y="19"/>
                  <a:pt x="1047" y="21"/>
                  <a:pt x="1051" y="26"/>
                </a:cubicBezTo>
                <a:cubicBezTo>
                  <a:pt x="1056" y="30"/>
                  <a:pt x="1058" y="36"/>
                  <a:pt x="1058" y="42"/>
                </a:cubicBezTo>
                <a:cubicBezTo>
                  <a:pt x="1058" y="48"/>
                  <a:pt x="1056" y="54"/>
                  <a:pt x="1051" y="58"/>
                </a:cubicBezTo>
                <a:cubicBezTo>
                  <a:pt x="1047" y="62"/>
                  <a:pt x="1041" y="64"/>
                  <a:pt x="1035" y="64"/>
                </a:cubicBezTo>
                <a:cubicBezTo>
                  <a:pt x="1029" y="64"/>
                  <a:pt x="1024" y="62"/>
                  <a:pt x="1020" y="58"/>
                </a:cubicBezTo>
                <a:moveTo>
                  <a:pt x="1033" y="159"/>
                </a:moveTo>
                <a:lnTo>
                  <a:pt x="1013" y="252"/>
                </a:lnTo>
                <a:cubicBezTo>
                  <a:pt x="1009" y="267"/>
                  <a:pt x="1007" y="276"/>
                  <a:pt x="1007" y="279"/>
                </a:cubicBezTo>
                <a:cubicBezTo>
                  <a:pt x="1007" y="284"/>
                  <a:pt x="1009" y="287"/>
                  <a:pt x="1012" y="287"/>
                </a:cubicBezTo>
                <a:cubicBezTo>
                  <a:pt x="1014" y="287"/>
                  <a:pt x="1018" y="285"/>
                  <a:pt x="1024" y="280"/>
                </a:cubicBezTo>
                <a:cubicBezTo>
                  <a:pt x="1030" y="276"/>
                  <a:pt x="1037" y="270"/>
                  <a:pt x="1043" y="263"/>
                </a:cubicBezTo>
                <a:cubicBezTo>
                  <a:pt x="1048" y="263"/>
                  <a:pt x="1052" y="266"/>
                  <a:pt x="1054" y="271"/>
                </a:cubicBezTo>
                <a:cubicBezTo>
                  <a:pt x="1030" y="301"/>
                  <a:pt x="1008" y="315"/>
                  <a:pt x="988" y="315"/>
                </a:cubicBezTo>
                <a:cubicBezTo>
                  <a:pt x="975" y="315"/>
                  <a:pt x="968" y="310"/>
                  <a:pt x="968" y="299"/>
                </a:cubicBezTo>
                <a:cubicBezTo>
                  <a:pt x="968" y="295"/>
                  <a:pt x="971" y="280"/>
                  <a:pt x="976" y="256"/>
                </a:cubicBezTo>
                <a:lnTo>
                  <a:pt x="999" y="159"/>
                </a:lnTo>
                <a:cubicBezTo>
                  <a:pt x="1001" y="147"/>
                  <a:pt x="1003" y="139"/>
                  <a:pt x="1003" y="135"/>
                </a:cubicBezTo>
                <a:cubicBezTo>
                  <a:pt x="1003" y="130"/>
                  <a:pt x="1001" y="126"/>
                  <a:pt x="995" y="125"/>
                </a:cubicBezTo>
                <a:lnTo>
                  <a:pt x="976" y="124"/>
                </a:lnTo>
                <a:cubicBezTo>
                  <a:pt x="972" y="119"/>
                  <a:pt x="972" y="114"/>
                  <a:pt x="975" y="111"/>
                </a:cubicBezTo>
                <a:cubicBezTo>
                  <a:pt x="1007" y="107"/>
                  <a:pt x="1027" y="105"/>
                  <a:pt x="1033" y="105"/>
                </a:cubicBezTo>
                <a:cubicBezTo>
                  <a:pt x="1040" y="105"/>
                  <a:pt x="1043" y="108"/>
                  <a:pt x="1043" y="114"/>
                </a:cubicBezTo>
                <a:cubicBezTo>
                  <a:pt x="1043" y="117"/>
                  <a:pt x="1043" y="119"/>
                  <a:pt x="1042" y="123"/>
                </a:cubicBezTo>
                <a:cubicBezTo>
                  <a:pt x="1042" y="126"/>
                  <a:pt x="1041" y="130"/>
                  <a:pt x="1040" y="133"/>
                </a:cubicBezTo>
                <a:cubicBezTo>
                  <a:pt x="1039" y="136"/>
                  <a:pt x="1038" y="141"/>
                  <a:pt x="1037" y="146"/>
                </a:cubicBezTo>
                <a:cubicBezTo>
                  <a:pt x="1035" y="152"/>
                  <a:pt x="1034" y="156"/>
                  <a:pt x="1033" y="159"/>
                </a:cubicBezTo>
                <a:moveTo>
                  <a:pt x="1152" y="176"/>
                </a:moveTo>
                <a:lnTo>
                  <a:pt x="1154" y="176"/>
                </a:lnTo>
                <a:cubicBezTo>
                  <a:pt x="1165" y="154"/>
                  <a:pt x="1177" y="137"/>
                  <a:pt x="1189" y="124"/>
                </a:cubicBezTo>
                <a:cubicBezTo>
                  <a:pt x="1202" y="110"/>
                  <a:pt x="1214" y="103"/>
                  <a:pt x="1226" y="103"/>
                </a:cubicBezTo>
                <a:cubicBezTo>
                  <a:pt x="1234" y="103"/>
                  <a:pt x="1240" y="106"/>
                  <a:pt x="1244" y="110"/>
                </a:cubicBezTo>
                <a:cubicBezTo>
                  <a:pt x="1248" y="115"/>
                  <a:pt x="1250" y="120"/>
                  <a:pt x="1250" y="125"/>
                </a:cubicBezTo>
                <a:cubicBezTo>
                  <a:pt x="1250" y="132"/>
                  <a:pt x="1248" y="138"/>
                  <a:pt x="1244" y="144"/>
                </a:cubicBezTo>
                <a:cubicBezTo>
                  <a:pt x="1240" y="149"/>
                  <a:pt x="1235" y="152"/>
                  <a:pt x="1229" y="152"/>
                </a:cubicBezTo>
                <a:cubicBezTo>
                  <a:pt x="1224" y="152"/>
                  <a:pt x="1219" y="149"/>
                  <a:pt x="1213" y="142"/>
                </a:cubicBezTo>
                <a:cubicBezTo>
                  <a:pt x="1210" y="138"/>
                  <a:pt x="1207" y="136"/>
                  <a:pt x="1203" y="136"/>
                </a:cubicBezTo>
                <a:cubicBezTo>
                  <a:pt x="1195" y="136"/>
                  <a:pt x="1175" y="165"/>
                  <a:pt x="1143" y="221"/>
                </a:cubicBezTo>
                <a:lnTo>
                  <a:pt x="1130" y="277"/>
                </a:lnTo>
                <a:cubicBezTo>
                  <a:pt x="1129" y="279"/>
                  <a:pt x="1128" y="282"/>
                  <a:pt x="1127" y="287"/>
                </a:cubicBezTo>
                <a:cubicBezTo>
                  <a:pt x="1126" y="292"/>
                  <a:pt x="1126" y="296"/>
                  <a:pt x="1125" y="298"/>
                </a:cubicBezTo>
                <a:cubicBezTo>
                  <a:pt x="1124" y="301"/>
                  <a:pt x="1123" y="304"/>
                  <a:pt x="1121" y="307"/>
                </a:cubicBezTo>
                <a:cubicBezTo>
                  <a:pt x="1120" y="310"/>
                  <a:pt x="1118" y="312"/>
                  <a:pt x="1116" y="313"/>
                </a:cubicBezTo>
                <a:cubicBezTo>
                  <a:pt x="1114" y="314"/>
                  <a:pt x="1112" y="315"/>
                  <a:pt x="1108" y="315"/>
                </a:cubicBezTo>
                <a:cubicBezTo>
                  <a:pt x="1096" y="315"/>
                  <a:pt x="1090" y="311"/>
                  <a:pt x="1090" y="302"/>
                </a:cubicBezTo>
                <a:cubicBezTo>
                  <a:pt x="1090" y="300"/>
                  <a:pt x="1090" y="298"/>
                  <a:pt x="1091" y="295"/>
                </a:cubicBezTo>
                <a:cubicBezTo>
                  <a:pt x="1092" y="292"/>
                  <a:pt x="1093" y="289"/>
                  <a:pt x="1094" y="285"/>
                </a:cubicBezTo>
                <a:cubicBezTo>
                  <a:pt x="1095" y="282"/>
                  <a:pt x="1096" y="279"/>
                  <a:pt x="1096" y="277"/>
                </a:cubicBezTo>
                <a:lnTo>
                  <a:pt x="1122" y="159"/>
                </a:lnTo>
                <a:cubicBezTo>
                  <a:pt x="1124" y="151"/>
                  <a:pt x="1125" y="143"/>
                  <a:pt x="1125" y="135"/>
                </a:cubicBezTo>
                <a:cubicBezTo>
                  <a:pt x="1125" y="130"/>
                  <a:pt x="1123" y="126"/>
                  <a:pt x="1117" y="125"/>
                </a:cubicBezTo>
                <a:lnTo>
                  <a:pt x="1098" y="124"/>
                </a:lnTo>
                <a:cubicBezTo>
                  <a:pt x="1095" y="119"/>
                  <a:pt x="1095" y="114"/>
                  <a:pt x="1098" y="111"/>
                </a:cubicBezTo>
                <a:cubicBezTo>
                  <a:pt x="1130" y="107"/>
                  <a:pt x="1148" y="105"/>
                  <a:pt x="1154" y="105"/>
                </a:cubicBezTo>
                <a:cubicBezTo>
                  <a:pt x="1161" y="105"/>
                  <a:pt x="1165" y="109"/>
                  <a:pt x="1165" y="116"/>
                </a:cubicBezTo>
                <a:cubicBezTo>
                  <a:pt x="1165" y="117"/>
                  <a:pt x="1164" y="119"/>
                  <a:pt x="1164" y="121"/>
                </a:cubicBezTo>
                <a:cubicBezTo>
                  <a:pt x="1164" y="122"/>
                  <a:pt x="1164" y="123"/>
                  <a:pt x="1163" y="125"/>
                </a:cubicBezTo>
                <a:cubicBezTo>
                  <a:pt x="1163" y="128"/>
                  <a:pt x="1163" y="129"/>
                  <a:pt x="1162" y="131"/>
                </a:cubicBezTo>
                <a:cubicBezTo>
                  <a:pt x="1162" y="133"/>
                  <a:pt x="1162" y="135"/>
                  <a:pt x="1161" y="138"/>
                </a:cubicBezTo>
                <a:cubicBezTo>
                  <a:pt x="1161" y="140"/>
                  <a:pt x="1160" y="142"/>
                  <a:pt x="1160" y="144"/>
                </a:cubicBezTo>
                <a:cubicBezTo>
                  <a:pt x="1159" y="146"/>
                  <a:pt x="1159" y="149"/>
                  <a:pt x="1158" y="152"/>
                </a:cubicBezTo>
                <a:cubicBezTo>
                  <a:pt x="1157" y="155"/>
                  <a:pt x="1156" y="158"/>
                  <a:pt x="1156" y="159"/>
                </a:cubicBezTo>
                <a:lnTo>
                  <a:pt x="1152" y="176"/>
                </a:lnTo>
                <a:moveTo>
                  <a:pt x="1315" y="315"/>
                </a:moveTo>
                <a:cubicBezTo>
                  <a:pt x="1296" y="315"/>
                  <a:pt x="1280" y="308"/>
                  <a:pt x="1270" y="293"/>
                </a:cubicBezTo>
                <a:cubicBezTo>
                  <a:pt x="1260" y="279"/>
                  <a:pt x="1256" y="262"/>
                  <a:pt x="1256" y="240"/>
                </a:cubicBezTo>
                <a:cubicBezTo>
                  <a:pt x="1256" y="220"/>
                  <a:pt x="1259" y="201"/>
                  <a:pt x="1266" y="183"/>
                </a:cubicBezTo>
                <a:cubicBezTo>
                  <a:pt x="1273" y="165"/>
                  <a:pt x="1282" y="150"/>
                  <a:pt x="1294" y="136"/>
                </a:cubicBezTo>
                <a:cubicBezTo>
                  <a:pt x="1300" y="130"/>
                  <a:pt x="1308" y="124"/>
                  <a:pt x="1316" y="119"/>
                </a:cubicBezTo>
                <a:cubicBezTo>
                  <a:pt x="1325" y="113"/>
                  <a:pt x="1333" y="109"/>
                  <a:pt x="1341" y="107"/>
                </a:cubicBezTo>
                <a:cubicBezTo>
                  <a:pt x="1349" y="105"/>
                  <a:pt x="1356" y="103"/>
                  <a:pt x="1363" y="103"/>
                </a:cubicBezTo>
                <a:cubicBezTo>
                  <a:pt x="1375" y="103"/>
                  <a:pt x="1385" y="105"/>
                  <a:pt x="1392" y="108"/>
                </a:cubicBezTo>
                <a:cubicBezTo>
                  <a:pt x="1400" y="110"/>
                  <a:pt x="1405" y="114"/>
                  <a:pt x="1408" y="119"/>
                </a:cubicBezTo>
                <a:cubicBezTo>
                  <a:pt x="1411" y="125"/>
                  <a:pt x="1413" y="129"/>
                  <a:pt x="1414" y="133"/>
                </a:cubicBezTo>
                <a:cubicBezTo>
                  <a:pt x="1415" y="138"/>
                  <a:pt x="1416" y="143"/>
                  <a:pt x="1416" y="149"/>
                </a:cubicBezTo>
                <a:cubicBezTo>
                  <a:pt x="1416" y="155"/>
                  <a:pt x="1413" y="160"/>
                  <a:pt x="1408" y="164"/>
                </a:cubicBezTo>
                <a:cubicBezTo>
                  <a:pt x="1404" y="168"/>
                  <a:pt x="1398" y="170"/>
                  <a:pt x="1391" y="170"/>
                </a:cubicBezTo>
                <a:cubicBezTo>
                  <a:pt x="1387" y="170"/>
                  <a:pt x="1384" y="169"/>
                  <a:pt x="1382" y="166"/>
                </a:cubicBezTo>
                <a:cubicBezTo>
                  <a:pt x="1380" y="163"/>
                  <a:pt x="1379" y="159"/>
                  <a:pt x="1379" y="155"/>
                </a:cubicBezTo>
                <a:cubicBezTo>
                  <a:pt x="1379" y="151"/>
                  <a:pt x="1379" y="147"/>
                  <a:pt x="1381" y="145"/>
                </a:cubicBezTo>
                <a:cubicBezTo>
                  <a:pt x="1382" y="143"/>
                  <a:pt x="1383" y="140"/>
                  <a:pt x="1383" y="136"/>
                </a:cubicBezTo>
                <a:cubicBezTo>
                  <a:pt x="1383" y="124"/>
                  <a:pt x="1377" y="118"/>
                  <a:pt x="1364" y="118"/>
                </a:cubicBezTo>
                <a:cubicBezTo>
                  <a:pt x="1344" y="118"/>
                  <a:pt x="1328" y="128"/>
                  <a:pt x="1315" y="149"/>
                </a:cubicBezTo>
                <a:cubicBezTo>
                  <a:pt x="1301" y="169"/>
                  <a:pt x="1294" y="196"/>
                  <a:pt x="1294" y="230"/>
                </a:cubicBezTo>
                <a:cubicBezTo>
                  <a:pt x="1294" y="251"/>
                  <a:pt x="1298" y="267"/>
                  <a:pt x="1306" y="277"/>
                </a:cubicBezTo>
                <a:cubicBezTo>
                  <a:pt x="1312" y="284"/>
                  <a:pt x="1320" y="287"/>
                  <a:pt x="1330" y="287"/>
                </a:cubicBezTo>
                <a:cubicBezTo>
                  <a:pt x="1341" y="287"/>
                  <a:pt x="1352" y="284"/>
                  <a:pt x="1362" y="278"/>
                </a:cubicBezTo>
                <a:cubicBezTo>
                  <a:pt x="1371" y="272"/>
                  <a:pt x="1381" y="263"/>
                  <a:pt x="1392" y="251"/>
                </a:cubicBezTo>
                <a:cubicBezTo>
                  <a:pt x="1394" y="251"/>
                  <a:pt x="1396" y="252"/>
                  <a:pt x="1398" y="253"/>
                </a:cubicBezTo>
                <a:cubicBezTo>
                  <a:pt x="1400" y="255"/>
                  <a:pt x="1401" y="257"/>
                  <a:pt x="1402" y="260"/>
                </a:cubicBezTo>
                <a:cubicBezTo>
                  <a:pt x="1394" y="271"/>
                  <a:pt x="1386" y="280"/>
                  <a:pt x="1377" y="288"/>
                </a:cubicBezTo>
                <a:cubicBezTo>
                  <a:pt x="1368" y="296"/>
                  <a:pt x="1358" y="303"/>
                  <a:pt x="1347" y="308"/>
                </a:cubicBezTo>
                <a:cubicBezTo>
                  <a:pt x="1336" y="313"/>
                  <a:pt x="1326" y="315"/>
                  <a:pt x="1315" y="315"/>
                </a:cubicBezTo>
                <a:moveTo>
                  <a:pt x="1638" y="144"/>
                </a:moveTo>
                <a:lnTo>
                  <a:pt x="1612" y="252"/>
                </a:lnTo>
                <a:cubicBezTo>
                  <a:pt x="1608" y="267"/>
                  <a:pt x="1607" y="276"/>
                  <a:pt x="1607" y="279"/>
                </a:cubicBezTo>
                <a:cubicBezTo>
                  <a:pt x="1607" y="284"/>
                  <a:pt x="1608" y="287"/>
                  <a:pt x="1611" y="287"/>
                </a:cubicBezTo>
                <a:cubicBezTo>
                  <a:pt x="1613" y="287"/>
                  <a:pt x="1618" y="285"/>
                  <a:pt x="1624" y="280"/>
                </a:cubicBezTo>
                <a:cubicBezTo>
                  <a:pt x="1630" y="276"/>
                  <a:pt x="1636" y="270"/>
                  <a:pt x="1642" y="263"/>
                </a:cubicBezTo>
                <a:cubicBezTo>
                  <a:pt x="1647" y="263"/>
                  <a:pt x="1651" y="266"/>
                  <a:pt x="1653" y="271"/>
                </a:cubicBezTo>
                <a:cubicBezTo>
                  <a:pt x="1630" y="301"/>
                  <a:pt x="1608" y="315"/>
                  <a:pt x="1587" y="315"/>
                </a:cubicBezTo>
                <a:cubicBezTo>
                  <a:pt x="1575" y="315"/>
                  <a:pt x="1569" y="310"/>
                  <a:pt x="1569" y="299"/>
                </a:cubicBezTo>
                <a:cubicBezTo>
                  <a:pt x="1569" y="290"/>
                  <a:pt x="1572" y="275"/>
                  <a:pt x="1578" y="256"/>
                </a:cubicBezTo>
                <a:lnTo>
                  <a:pt x="1583" y="238"/>
                </a:lnTo>
                <a:lnTo>
                  <a:pt x="1582" y="237"/>
                </a:lnTo>
                <a:cubicBezTo>
                  <a:pt x="1562" y="265"/>
                  <a:pt x="1546" y="285"/>
                  <a:pt x="1533" y="297"/>
                </a:cubicBezTo>
                <a:cubicBezTo>
                  <a:pt x="1519" y="309"/>
                  <a:pt x="1505" y="315"/>
                  <a:pt x="1488" y="315"/>
                </a:cubicBezTo>
                <a:cubicBezTo>
                  <a:pt x="1479" y="315"/>
                  <a:pt x="1471" y="312"/>
                  <a:pt x="1465" y="306"/>
                </a:cubicBezTo>
                <a:cubicBezTo>
                  <a:pt x="1459" y="300"/>
                  <a:pt x="1456" y="290"/>
                  <a:pt x="1456" y="277"/>
                </a:cubicBezTo>
                <a:cubicBezTo>
                  <a:pt x="1456" y="268"/>
                  <a:pt x="1458" y="257"/>
                  <a:pt x="1461" y="245"/>
                </a:cubicBezTo>
                <a:lnTo>
                  <a:pt x="1482" y="166"/>
                </a:lnTo>
                <a:cubicBezTo>
                  <a:pt x="1486" y="151"/>
                  <a:pt x="1488" y="142"/>
                  <a:pt x="1488" y="140"/>
                </a:cubicBezTo>
                <a:cubicBezTo>
                  <a:pt x="1488" y="134"/>
                  <a:pt x="1486" y="132"/>
                  <a:pt x="1483" y="132"/>
                </a:cubicBezTo>
                <a:cubicBezTo>
                  <a:pt x="1481" y="132"/>
                  <a:pt x="1476" y="134"/>
                  <a:pt x="1469" y="138"/>
                </a:cubicBezTo>
                <a:cubicBezTo>
                  <a:pt x="1462" y="143"/>
                  <a:pt x="1456" y="149"/>
                  <a:pt x="1451" y="155"/>
                </a:cubicBezTo>
                <a:cubicBezTo>
                  <a:pt x="1445" y="155"/>
                  <a:pt x="1441" y="153"/>
                  <a:pt x="1439" y="147"/>
                </a:cubicBezTo>
                <a:cubicBezTo>
                  <a:pt x="1463" y="118"/>
                  <a:pt x="1486" y="103"/>
                  <a:pt x="1511" y="103"/>
                </a:cubicBezTo>
                <a:cubicBezTo>
                  <a:pt x="1522" y="103"/>
                  <a:pt x="1528" y="109"/>
                  <a:pt x="1528" y="119"/>
                </a:cubicBezTo>
                <a:cubicBezTo>
                  <a:pt x="1528" y="122"/>
                  <a:pt x="1524" y="136"/>
                  <a:pt x="1518" y="162"/>
                </a:cubicBezTo>
                <a:lnTo>
                  <a:pt x="1498" y="239"/>
                </a:lnTo>
                <a:cubicBezTo>
                  <a:pt x="1495" y="250"/>
                  <a:pt x="1493" y="261"/>
                  <a:pt x="1493" y="269"/>
                </a:cubicBezTo>
                <a:cubicBezTo>
                  <a:pt x="1493" y="281"/>
                  <a:pt x="1498" y="287"/>
                  <a:pt x="1508" y="287"/>
                </a:cubicBezTo>
                <a:cubicBezTo>
                  <a:pt x="1519" y="287"/>
                  <a:pt x="1530" y="280"/>
                  <a:pt x="1542" y="266"/>
                </a:cubicBezTo>
                <a:cubicBezTo>
                  <a:pt x="1554" y="251"/>
                  <a:pt x="1570" y="227"/>
                  <a:pt x="1589" y="194"/>
                </a:cubicBezTo>
                <a:lnTo>
                  <a:pt x="1603" y="142"/>
                </a:lnTo>
                <a:cubicBezTo>
                  <a:pt x="1603" y="140"/>
                  <a:pt x="1604" y="135"/>
                  <a:pt x="1606" y="129"/>
                </a:cubicBezTo>
                <a:cubicBezTo>
                  <a:pt x="1607" y="123"/>
                  <a:pt x="1608" y="118"/>
                  <a:pt x="1609" y="116"/>
                </a:cubicBezTo>
                <a:cubicBezTo>
                  <a:pt x="1609" y="113"/>
                  <a:pt x="1611" y="110"/>
                  <a:pt x="1614" y="108"/>
                </a:cubicBezTo>
                <a:cubicBezTo>
                  <a:pt x="1617" y="105"/>
                  <a:pt x="1620" y="103"/>
                  <a:pt x="1625" y="103"/>
                </a:cubicBezTo>
                <a:cubicBezTo>
                  <a:pt x="1638" y="103"/>
                  <a:pt x="1644" y="108"/>
                  <a:pt x="1644" y="116"/>
                </a:cubicBezTo>
                <a:cubicBezTo>
                  <a:pt x="1644" y="117"/>
                  <a:pt x="1644" y="120"/>
                  <a:pt x="1643" y="124"/>
                </a:cubicBezTo>
                <a:cubicBezTo>
                  <a:pt x="1642" y="127"/>
                  <a:pt x="1641" y="131"/>
                  <a:pt x="1640" y="135"/>
                </a:cubicBezTo>
                <a:cubicBezTo>
                  <a:pt x="1639" y="139"/>
                  <a:pt x="1638" y="142"/>
                  <a:pt x="1638" y="144"/>
                </a:cubicBezTo>
                <a:moveTo>
                  <a:pt x="1747" y="58"/>
                </a:moveTo>
                <a:cubicBezTo>
                  <a:pt x="1742" y="54"/>
                  <a:pt x="1740" y="48"/>
                  <a:pt x="1740" y="42"/>
                </a:cubicBezTo>
                <a:cubicBezTo>
                  <a:pt x="1740" y="36"/>
                  <a:pt x="1742" y="30"/>
                  <a:pt x="1747" y="26"/>
                </a:cubicBezTo>
                <a:cubicBezTo>
                  <a:pt x="1751" y="21"/>
                  <a:pt x="1756" y="19"/>
                  <a:pt x="1762" y="19"/>
                </a:cubicBezTo>
                <a:cubicBezTo>
                  <a:pt x="1768" y="19"/>
                  <a:pt x="1774" y="21"/>
                  <a:pt x="1778" y="26"/>
                </a:cubicBezTo>
                <a:cubicBezTo>
                  <a:pt x="1783" y="30"/>
                  <a:pt x="1785" y="36"/>
                  <a:pt x="1785" y="42"/>
                </a:cubicBezTo>
                <a:cubicBezTo>
                  <a:pt x="1785" y="48"/>
                  <a:pt x="1783" y="54"/>
                  <a:pt x="1778" y="58"/>
                </a:cubicBezTo>
                <a:cubicBezTo>
                  <a:pt x="1774" y="62"/>
                  <a:pt x="1768" y="64"/>
                  <a:pt x="1762" y="64"/>
                </a:cubicBezTo>
                <a:cubicBezTo>
                  <a:pt x="1756" y="64"/>
                  <a:pt x="1751" y="62"/>
                  <a:pt x="1747" y="58"/>
                </a:cubicBezTo>
                <a:moveTo>
                  <a:pt x="1760" y="159"/>
                </a:moveTo>
                <a:lnTo>
                  <a:pt x="1740" y="252"/>
                </a:lnTo>
                <a:cubicBezTo>
                  <a:pt x="1736" y="267"/>
                  <a:pt x="1734" y="276"/>
                  <a:pt x="1734" y="279"/>
                </a:cubicBezTo>
                <a:cubicBezTo>
                  <a:pt x="1734" y="284"/>
                  <a:pt x="1736" y="287"/>
                  <a:pt x="1739" y="287"/>
                </a:cubicBezTo>
                <a:cubicBezTo>
                  <a:pt x="1741" y="287"/>
                  <a:pt x="1745" y="285"/>
                  <a:pt x="1751" y="280"/>
                </a:cubicBezTo>
                <a:cubicBezTo>
                  <a:pt x="1757" y="276"/>
                  <a:pt x="1763" y="270"/>
                  <a:pt x="1770" y="263"/>
                </a:cubicBezTo>
                <a:cubicBezTo>
                  <a:pt x="1775" y="263"/>
                  <a:pt x="1778" y="266"/>
                  <a:pt x="1781" y="271"/>
                </a:cubicBezTo>
                <a:cubicBezTo>
                  <a:pt x="1757" y="301"/>
                  <a:pt x="1735" y="315"/>
                  <a:pt x="1715" y="315"/>
                </a:cubicBezTo>
                <a:cubicBezTo>
                  <a:pt x="1702" y="315"/>
                  <a:pt x="1695" y="310"/>
                  <a:pt x="1695" y="299"/>
                </a:cubicBezTo>
                <a:cubicBezTo>
                  <a:pt x="1695" y="295"/>
                  <a:pt x="1698" y="280"/>
                  <a:pt x="1703" y="256"/>
                </a:cubicBezTo>
                <a:lnTo>
                  <a:pt x="1725" y="159"/>
                </a:lnTo>
                <a:cubicBezTo>
                  <a:pt x="1728" y="147"/>
                  <a:pt x="1730" y="139"/>
                  <a:pt x="1730" y="135"/>
                </a:cubicBezTo>
                <a:cubicBezTo>
                  <a:pt x="1730" y="130"/>
                  <a:pt x="1727" y="126"/>
                  <a:pt x="1722" y="125"/>
                </a:cubicBezTo>
                <a:lnTo>
                  <a:pt x="1703" y="124"/>
                </a:lnTo>
                <a:cubicBezTo>
                  <a:pt x="1699" y="119"/>
                  <a:pt x="1699" y="114"/>
                  <a:pt x="1702" y="111"/>
                </a:cubicBezTo>
                <a:cubicBezTo>
                  <a:pt x="1734" y="107"/>
                  <a:pt x="1754" y="105"/>
                  <a:pt x="1760" y="105"/>
                </a:cubicBezTo>
                <a:cubicBezTo>
                  <a:pt x="1767" y="105"/>
                  <a:pt x="1770" y="108"/>
                  <a:pt x="1770" y="114"/>
                </a:cubicBezTo>
                <a:cubicBezTo>
                  <a:pt x="1770" y="117"/>
                  <a:pt x="1770" y="119"/>
                  <a:pt x="1769" y="123"/>
                </a:cubicBezTo>
                <a:cubicBezTo>
                  <a:pt x="1769" y="126"/>
                  <a:pt x="1768" y="130"/>
                  <a:pt x="1767" y="133"/>
                </a:cubicBezTo>
                <a:cubicBezTo>
                  <a:pt x="1766" y="136"/>
                  <a:pt x="1765" y="141"/>
                  <a:pt x="1763" y="146"/>
                </a:cubicBezTo>
                <a:cubicBezTo>
                  <a:pt x="1762" y="152"/>
                  <a:pt x="1761" y="156"/>
                  <a:pt x="1760" y="159"/>
                </a:cubicBezTo>
                <a:moveTo>
                  <a:pt x="1863" y="108"/>
                </a:moveTo>
                <a:lnTo>
                  <a:pt x="1869" y="84"/>
                </a:lnTo>
                <a:cubicBezTo>
                  <a:pt x="1870" y="82"/>
                  <a:pt x="1871" y="78"/>
                  <a:pt x="1871" y="72"/>
                </a:cubicBezTo>
                <a:cubicBezTo>
                  <a:pt x="1873" y="65"/>
                  <a:pt x="1874" y="61"/>
                  <a:pt x="1874" y="58"/>
                </a:cubicBezTo>
                <a:cubicBezTo>
                  <a:pt x="1875" y="55"/>
                  <a:pt x="1877" y="53"/>
                  <a:pt x="1879" y="50"/>
                </a:cubicBezTo>
                <a:cubicBezTo>
                  <a:pt x="1882" y="47"/>
                  <a:pt x="1886" y="46"/>
                  <a:pt x="1890" y="46"/>
                </a:cubicBezTo>
                <a:cubicBezTo>
                  <a:pt x="1902" y="46"/>
                  <a:pt x="1909" y="50"/>
                  <a:pt x="1909" y="59"/>
                </a:cubicBezTo>
                <a:cubicBezTo>
                  <a:pt x="1909" y="59"/>
                  <a:pt x="1907" y="68"/>
                  <a:pt x="1903" y="87"/>
                </a:cubicBezTo>
                <a:lnTo>
                  <a:pt x="1898" y="108"/>
                </a:lnTo>
                <a:lnTo>
                  <a:pt x="1944" y="108"/>
                </a:lnTo>
                <a:cubicBezTo>
                  <a:pt x="1947" y="110"/>
                  <a:pt x="1947" y="113"/>
                  <a:pt x="1946" y="118"/>
                </a:cubicBezTo>
                <a:cubicBezTo>
                  <a:pt x="1944" y="123"/>
                  <a:pt x="1942" y="125"/>
                  <a:pt x="1939" y="127"/>
                </a:cubicBezTo>
                <a:lnTo>
                  <a:pt x="1893" y="127"/>
                </a:lnTo>
                <a:lnTo>
                  <a:pt x="1866" y="250"/>
                </a:lnTo>
                <a:cubicBezTo>
                  <a:pt x="1862" y="266"/>
                  <a:pt x="1860" y="276"/>
                  <a:pt x="1860" y="280"/>
                </a:cubicBezTo>
                <a:cubicBezTo>
                  <a:pt x="1860" y="285"/>
                  <a:pt x="1862" y="287"/>
                  <a:pt x="1867" y="287"/>
                </a:cubicBezTo>
                <a:cubicBezTo>
                  <a:pt x="1874" y="287"/>
                  <a:pt x="1887" y="277"/>
                  <a:pt x="1905" y="258"/>
                </a:cubicBezTo>
                <a:cubicBezTo>
                  <a:pt x="1910" y="258"/>
                  <a:pt x="1914" y="261"/>
                  <a:pt x="1915" y="267"/>
                </a:cubicBezTo>
                <a:cubicBezTo>
                  <a:pt x="1907" y="281"/>
                  <a:pt x="1896" y="293"/>
                  <a:pt x="1882" y="302"/>
                </a:cubicBezTo>
                <a:cubicBezTo>
                  <a:pt x="1869" y="311"/>
                  <a:pt x="1857" y="315"/>
                  <a:pt x="1846" y="315"/>
                </a:cubicBezTo>
                <a:cubicBezTo>
                  <a:pt x="1839" y="315"/>
                  <a:pt x="1833" y="314"/>
                  <a:pt x="1829" y="310"/>
                </a:cubicBezTo>
                <a:cubicBezTo>
                  <a:pt x="1825" y="307"/>
                  <a:pt x="1823" y="302"/>
                  <a:pt x="1823" y="293"/>
                </a:cubicBezTo>
                <a:cubicBezTo>
                  <a:pt x="1823" y="287"/>
                  <a:pt x="1825" y="274"/>
                  <a:pt x="1830" y="255"/>
                </a:cubicBezTo>
                <a:lnTo>
                  <a:pt x="1859" y="127"/>
                </a:lnTo>
                <a:lnTo>
                  <a:pt x="1825" y="127"/>
                </a:lnTo>
                <a:cubicBezTo>
                  <a:pt x="1824" y="127"/>
                  <a:pt x="1823" y="126"/>
                  <a:pt x="1823" y="125"/>
                </a:cubicBezTo>
                <a:cubicBezTo>
                  <a:pt x="1823" y="124"/>
                  <a:pt x="1824" y="121"/>
                  <a:pt x="1825" y="117"/>
                </a:cubicBezTo>
                <a:cubicBezTo>
                  <a:pt x="1826" y="113"/>
                  <a:pt x="1830" y="110"/>
                  <a:pt x="1838" y="109"/>
                </a:cubicBezTo>
                <a:lnTo>
                  <a:pt x="1863" y="108"/>
                </a:lnTo>
                <a:moveTo>
                  <a:pt x="62" y="765"/>
                </a:moveTo>
                <a:lnTo>
                  <a:pt x="64" y="766"/>
                </a:lnTo>
                <a:cubicBezTo>
                  <a:pt x="75" y="744"/>
                  <a:pt x="87" y="727"/>
                  <a:pt x="99" y="713"/>
                </a:cubicBezTo>
                <a:cubicBezTo>
                  <a:pt x="112" y="700"/>
                  <a:pt x="124" y="693"/>
                  <a:pt x="136" y="693"/>
                </a:cubicBezTo>
                <a:cubicBezTo>
                  <a:pt x="144" y="693"/>
                  <a:pt x="150" y="695"/>
                  <a:pt x="154" y="700"/>
                </a:cubicBezTo>
                <a:cubicBezTo>
                  <a:pt x="158" y="705"/>
                  <a:pt x="161" y="710"/>
                  <a:pt x="161" y="715"/>
                </a:cubicBezTo>
                <a:cubicBezTo>
                  <a:pt x="161" y="722"/>
                  <a:pt x="158" y="728"/>
                  <a:pt x="154" y="734"/>
                </a:cubicBezTo>
                <a:cubicBezTo>
                  <a:pt x="150" y="739"/>
                  <a:pt x="145" y="742"/>
                  <a:pt x="139" y="742"/>
                </a:cubicBezTo>
                <a:cubicBezTo>
                  <a:pt x="134" y="742"/>
                  <a:pt x="129" y="738"/>
                  <a:pt x="123" y="732"/>
                </a:cubicBezTo>
                <a:cubicBezTo>
                  <a:pt x="120" y="728"/>
                  <a:pt x="117" y="726"/>
                  <a:pt x="113" y="726"/>
                </a:cubicBezTo>
                <a:cubicBezTo>
                  <a:pt x="105" y="726"/>
                  <a:pt x="85" y="754"/>
                  <a:pt x="53" y="811"/>
                </a:cubicBezTo>
                <a:lnTo>
                  <a:pt x="40" y="867"/>
                </a:lnTo>
                <a:cubicBezTo>
                  <a:pt x="39" y="869"/>
                  <a:pt x="38" y="872"/>
                  <a:pt x="37" y="877"/>
                </a:cubicBezTo>
                <a:cubicBezTo>
                  <a:pt x="36" y="882"/>
                  <a:pt x="36" y="886"/>
                  <a:pt x="35" y="888"/>
                </a:cubicBezTo>
                <a:cubicBezTo>
                  <a:pt x="34" y="890"/>
                  <a:pt x="33" y="893"/>
                  <a:pt x="31" y="897"/>
                </a:cubicBezTo>
                <a:cubicBezTo>
                  <a:pt x="30" y="900"/>
                  <a:pt x="28" y="902"/>
                  <a:pt x="26" y="903"/>
                </a:cubicBezTo>
                <a:cubicBezTo>
                  <a:pt x="24" y="904"/>
                  <a:pt x="22" y="905"/>
                  <a:pt x="18" y="905"/>
                </a:cubicBezTo>
                <a:cubicBezTo>
                  <a:pt x="6" y="905"/>
                  <a:pt x="0" y="901"/>
                  <a:pt x="0" y="892"/>
                </a:cubicBezTo>
                <a:cubicBezTo>
                  <a:pt x="0" y="890"/>
                  <a:pt x="0" y="888"/>
                  <a:pt x="1" y="885"/>
                </a:cubicBezTo>
                <a:cubicBezTo>
                  <a:pt x="2" y="882"/>
                  <a:pt x="3" y="879"/>
                  <a:pt x="4" y="875"/>
                </a:cubicBezTo>
                <a:cubicBezTo>
                  <a:pt x="5" y="871"/>
                  <a:pt x="6" y="869"/>
                  <a:pt x="6" y="867"/>
                </a:cubicBezTo>
                <a:lnTo>
                  <a:pt x="32" y="749"/>
                </a:lnTo>
                <a:cubicBezTo>
                  <a:pt x="34" y="740"/>
                  <a:pt x="36" y="732"/>
                  <a:pt x="36" y="725"/>
                </a:cubicBezTo>
                <a:cubicBezTo>
                  <a:pt x="36" y="719"/>
                  <a:pt x="33" y="716"/>
                  <a:pt x="27" y="715"/>
                </a:cubicBezTo>
                <a:lnTo>
                  <a:pt x="8" y="714"/>
                </a:lnTo>
                <a:cubicBezTo>
                  <a:pt x="5" y="709"/>
                  <a:pt x="5" y="704"/>
                  <a:pt x="8" y="701"/>
                </a:cubicBezTo>
                <a:cubicBezTo>
                  <a:pt x="40" y="697"/>
                  <a:pt x="59" y="694"/>
                  <a:pt x="64" y="694"/>
                </a:cubicBezTo>
                <a:cubicBezTo>
                  <a:pt x="71" y="694"/>
                  <a:pt x="75" y="698"/>
                  <a:pt x="75" y="706"/>
                </a:cubicBezTo>
                <a:cubicBezTo>
                  <a:pt x="75" y="707"/>
                  <a:pt x="74" y="709"/>
                  <a:pt x="74" y="710"/>
                </a:cubicBezTo>
                <a:cubicBezTo>
                  <a:pt x="74" y="712"/>
                  <a:pt x="74" y="713"/>
                  <a:pt x="74" y="715"/>
                </a:cubicBezTo>
                <a:cubicBezTo>
                  <a:pt x="73" y="717"/>
                  <a:pt x="73" y="719"/>
                  <a:pt x="72" y="721"/>
                </a:cubicBezTo>
                <a:cubicBezTo>
                  <a:pt x="72" y="722"/>
                  <a:pt x="72" y="725"/>
                  <a:pt x="71" y="728"/>
                </a:cubicBezTo>
                <a:cubicBezTo>
                  <a:pt x="71" y="730"/>
                  <a:pt x="70" y="732"/>
                  <a:pt x="70" y="734"/>
                </a:cubicBezTo>
                <a:cubicBezTo>
                  <a:pt x="69" y="736"/>
                  <a:pt x="69" y="738"/>
                  <a:pt x="68" y="742"/>
                </a:cubicBezTo>
                <a:cubicBezTo>
                  <a:pt x="67" y="745"/>
                  <a:pt x="66" y="747"/>
                  <a:pt x="66" y="749"/>
                </a:cubicBezTo>
                <a:lnTo>
                  <a:pt x="62" y="765"/>
                </a:lnTo>
                <a:moveTo>
                  <a:pt x="288" y="712"/>
                </a:moveTo>
                <a:cubicBezTo>
                  <a:pt x="285" y="709"/>
                  <a:pt x="279" y="708"/>
                  <a:pt x="270" y="708"/>
                </a:cubicBezTo>
                <a:cubicBezTo>
                  <a:pt x="243" y="708"/>
                  <a:pt x="222" y="735"/>
                  <a:pt x="209" y="788"/>
                </a:cubicBezTo>
                <a:cubicBezTo>
                  <a:pt x="218" y="787"/>
                  <a:pt x="228" y="785"/>
                  <a:pt x="237" y="783"/>
                </a:cubicBezTo>
                <a:cubicBezTo>
                  <a:pt x="246" y="780"/>
                  <a:pt x="255" y="776"/>
                  <a:pt x="264" y="772"/>
                </a:cubicBezTo>
                <a:cubicBezTo>
                  <a:pt x="273" y="767"/>
                  <a:pt x="280" y="760"/>
                  <a:pt x="286" y="753"/>
                </a:cubicBezTo>
                <a:cubicBezTo>
                  <a:pt x="291" y="745"/>
                  <a:pt x="294" y="735"/>
                  <a:pt x="294" y="726"/>
                </a:cubicBezTo>
                <a:cubicBezTo>
                  <a:pt x="294" y="719"/>
                  <a:pt x="292" y="714"/>
                  <a:pt x="288" y="712"/>
                </a:cubicBezTo>
                <a:moveTo>
                  <a:pt x="205" y="822"/>
                </a:moveTo>
                <a:cubicBezTo>
                  <a:pt x="205" y="843"/>
                  <a:pt x="208" y="857"/>
                  <a:pt x="214" y="865"/>
                </a:cubicBezTo>
                <a:cubicBezTo>
                  <a:pt x="220" y="873"/>
                  <a:pt x="229" y="877"/>
                  <a:pt x="240" y="877"/>
                </a:cubicBezTo>
                <a:cubicBezTo>
                  <a:pt x="252" y="877"/>
                  <a:pt x="261" y="875"/>
                  <a:pt x="269" y="871"/>
                </a:cubicBezTo>
                <a:cubicBezTo>
                  <a:pt x="277" y="867"/>
                  <a:pt x="288" y="858"/>
                  <a:pt x="301" y="845"/>
                </a:cubicBezTo>
                <a:cubicBezTo>
                  <a:pt x="306" y="845"/>
                  <a:pt x="309" y="848"/>
                  <a:pt x="312" y="852"/>
                </a:cubicBezTo>
                <a:cubicBezTo>
                  <a:pt x="285" y="888"/>
                  <a:pt x="255" y="905"/>
                  <a:pt x="223" y="905"/>
                </a:cubicBezTo>
                <a:cubicBezTo>
                  <a:pt x="204" y="905"/>
                  <a:pt x="190" y="898"/>
                  <a:pt x="180" y="885"/>
                </a:cubicBezTo>
                <a:cubicBezTo>
                  <a:pt x="171" y="871"/>
                  <a:pt x="166" y="854"/>
                  <a:pt x="166" y="833"/>
                </a:cubicBezTo>
                <a:cubicBezTo>
                  <a:pt x="166" y="821"/>
                  <a:pt x="167" y="809"/>
                  <a:pt x="169" y="796"/>
                </a:cubicBezTo>
                <a:cubicBezTo>
                  <a:pt x="172" y="783"/>
                  <a:pt x="177" y="770"/>
                  <a:pt x="183" y="758"/>
                </a:cubicBezTo>
                <a:cubicBezTo>
                  <a:pt x="189" y="746"/>
                  <a:pt x="196" y="735"/>
                  <a:pt x="205" y="726"/>
                </a:cubicBezTo>
                <a:cubicBezTo>
                  <a:pt x="214" y="716"/>
                  <a:pt x="225" y="708"/>
                  <a:pt x="238" y="702"/>
                </a:cubicBezTo>
                <a:cubicBezTo>
                  <a:pt x="251" y="696"/>
                  <a:pt x="266" y="693"/>
                  <a:pt x="282" y="693"/>
                </a:cubicBezTo>
                <a:cubicBezTo>
                  <a:pt x="297" y="693"/>
                  <a:pt x="308" y="697"/>
                  <a:pt x="315" y="705"/>
                </a:cubicBezTo>
                <a:cubicBezTo>
                  <a:pt x="323" y="713"/>
                  <a:pt x="326" y="720"/>
                  <a:pt x="326" y="728"/>
                </a:cubicBezTo>
                <a:cubicBezTo>
                  <a:pt x="326" y="732"/>
                  <a:pt x="326" y="735"/>
                  <a:pt x="326" y="737"/>
                </a:cubicBezTo>
                <a:cubicBezTo>
                  <a:pt x="326" y="739"/>
                  <a:pt x="325" y="742"/>
                  <a:pt x="323" y="747"/>
                </a:cubicBezTo>
                <a:cubicBezTo>
                  <a:pt x="322" y="752"/>
                  <a:pt x="320" y="756"/>
                  <a:pt x="317" y="759"/>
                </a:cubicBezTo>
                <a:cubicBezTo>
                  <a:pt x="315" y="762"/>
                  <a:pt x="310" y="766"/>
                  <a:pt x="304" y="771"/>
                </a:cubicBezTo>
                <a:cubicBezTo>
                  <a:pt x="298" y="776"/>
                  <a:pt x="291" y="780"/>
                  <a:pt x="283" y="784"/>
                </a:cubicBezTo>
                <a:cubicBezTo>
                  <a:pt x="274" y="787"/>
                  <a:pt x="264" y="791"/>
                  <a:pt x="250" y="795"/>
                </a:cubicBezTo>
                <a:cubicBezTo>
                  <a:pt x="237" y="799"/>
                  <a:pt x="222" y="803"/>
                  <a:pt x="205" y="807"/>
                </a:cubicBezTo>
                <a:lnTo>
                  <a:pt x="205" y="822"/>
                </a:lnTo>
                <a:moveTo>
                  <a:pt x="414" y="905"/>
                </a:moveTo>
                <a:cubicBezTo>
                  <a:pt x="394" y="905"/>
                  <a:pt x="379" y="898"/>
                  <a:pt x="369" y="883"/>
                </a:cubicBezTo>
                <a:cubicBezTo>
                  <a:pt x="359" y="869"/>
                  <a:pt x="355" y="852"/>
                  <a:pt x="355" y="830"/>
                </a:cubicBezTo>
                <a:cubicBezTo>
                  <a:pt x="355" y="809"/>
                  <a:pt x="358" y="790"/>
                  <a:pt x="365" y="773"/>
                </a:cubicBezTo>
                <a:cubicBezTo>
                  <a:pt x="372" y="755"/>
                  <a:pt x="381" y="739"/>
                  <a:pt x="393" y="726"/>
                </a:cubicBezTo>
                <a:cubicBezTo>
                  <a:pt x="399" y="720"/>
                  <a:pt x="407" y="714"/>
                  <a:pt x="415" y="709"/>
                </a:cubicBezTo>
                <a:cubicBezTo>
                  <a:pt x="424" y="703"/>
                  <a:pt x="432" y="699"/>
                  <a:pt x="440" y="697"/>
                </a:cubicBezTo>
                <a:cubicBezTo>
                  <a:pt x="448" y="694"/>
                  <a:pt x="455" y="693"/>
                  <a:pt x="462" y="693"/>
                </a:cubicBezTo>
                <a:cubicBezTo>
                  <a:pt x="474" y="693"/>
                  <a:pt x="483" y="695"/>
                  <a:pt x="491" y="697"/>
                </a:cubicBezTo>
                <a:cubicBezTo>
                  <a:pt x="499" y="700"/>
                  <a:pt x="504" y="704"/>
                  <a:pt x="507" y="709"/>
                </a:cubicBezTo>
                <a:cubicBezTo>
                  <a:pt x="510" y="714"/>
                  <a:pt x="512" y="719"/>
                  <a:pt x="513" y="723"/>
                </a:cubicBezTo>
                <a:cubicBezTo>
                  <a:pt x="514" y="727"/>
                  <a:pt x="514" y="732"/>
                  <a:pt x="514" y="739"/>
                </a:cubicBezTo>
                <a:cubicBezTo>
                  <a:pt x="514" y="744"/>
                  <a:pt x="512" y="749"/>
                  <a:pt x="507" y="754"/>
                </a:cubicBezTo>
                <a:cubicBezTo>
                  <a:pt x="503" y="758"/>
                  <a:pt x="497" y="760"/>
                  <a:pt x="490" y="760"/>
                </a:cubicBezTo>
                <a:cubicBezTo>
                  <a:pt x="486" y="760"/>
                  <a:pt x="483" y="759"/>
                  <a:pt x="481" y="756"/>
                </a:cubicBezTo>
                <a:cubicBezTo>
                  <a:pt x="479" y="752"/>
                  <a:pt x="478" y="749"/>
                  <a:pt x="478" y="745"/>
                </a:cubicBezTo>
                <a:cubicBezTo>
                  <a:pt x="478" y="741"/>
                  <a:pt x="478" y="737"/>
                  <a:pt x="480" y="735"/>
                </a:cubicBezTo>
                <a:cubicBezTo>
                  <a:pt x="481" y="732"/>
                  <a:pt x="482" y="729"/>
                  <a:pt x="482" y="726"/>
                </a:cubicBezTo>
                <a:cubicBezTo>
                  <a:pt x="482" y="714"/>
                  <a:pt x="475" y="708"/>
                  <a:pt x="462" y="708"/>
                </a:cubicBezTo>
                <a:cubicBezTo>
                  <a:pt x="443" y="708"/>
                  <a:pt x="427" y="718"/>
                  <a:pt x="413" y="739"/>
                </a:cubicBezTo>
                <a:cubicBezTo>
                  <a:pt x="400" y="759"/>
                  <a:pt x="393" y="786"/>
                  <a:pt x="393" y="819"/>
                </a:cubicBezTo>
                <a:cubicBezTo>
                  <a:pt x="393" y="841"/>
                  <a:pt x="397" y="856"/>
                  <a:pt x="405" y="867"/>
                </a:cubicBezTo>
                <a:cubicBezTo>
                  <a:pt x="410" y="874"/>
                  <a:pt x="418" y="877"/>
                  <a:pt x="429" y="877"/>
                </a:cubicBezTo>
                <a:cubicBezTo>
                  <a:pt x="440" y="877"/>
                  <a:pt x="451" y="874"/>
                  <a:pt x="461" y="868"/>
                </a:cubicBezTo>
                <a:cubicBezTo>
                  <a:pt x="470" y="862"/>
                  <a:pt x="480" y="853"/>
                  <a:pt x="491" y="841"/>
                </a:cubicBezTo>
                <a:cubicBezTo>
                  <a:pt x="493" y="841"/>
                  <a:pt x="495" y="842"/>
                  <a:pt x="497" y="843"/>
                </a:cubicBezTo>
                <a:cubicBezTo>
                  <a:pt x="499" y="845"/>
                  <a:pt x="500" y="847"/>
                  <a:pt x="501" y="849"/>
                </a:cubicBezTo>
                <a:cubicBezTo>
                  <a:pt x="493" y="860"/>
                  <a:pt x="485" y="870"/>
                  <a:pt x="476" y="878"/>
                </a:cubicBezTo>
                <a:cubicBezTo>
                  <a:pt x="467" y="886"/>
                  <a:pt x="457" y="893"/>
                  <a:pt x="446" y="898"/>
                </a:cubicBezTo>
                <a:cubicBezTo>
                  <a:pt x="435" y="903"/>
                  <a:pt x="425" y="905"/>
                  <a:pt x="414" y="905"/>
                </a:cubicBezTo>
                <a:moveTo>
                  <a:pt x="575" y="820"/>
                </a:moveTo>
                <a:cubicBezTo>
                  <a:pt x="575" y="843"/>
                  <a:pt x="578" y="860"/>
                  <a:pt x="585" y="871"/>
                </a:cubicBezTo>
                <a:cubicBezTo>
                  <a:pt x="592" y="882"/>
                  <a:pt x="600" y="887"/>
                  <a:pt x="608" y="887"/>
                </a:cubicBezTo>
                <a:cubicBezTo>
                  <a:pt x="629" y="887"/>
                  <a:pt x="646" y="878"/>
                  <a:pt x="658" y="859"/>
                </a:cubicBezTo>
                <a:cubicBezTo>
                  <a:pt x="672" y="838"/>
                  <a:pt x="679" y="810"/>
                  <a:pt x="679" y="773"/>
                </a:cubicBezTo>
                <a:cubicBezTo>
                  <a:pt x="679" y="754"/>
                  <a:pt x="676" y="739"/>
                  <a:pt x="671" y="729"/>
                </a:cubicBezTo>
                <a:cubicBezTo>
                  <a:pt x="664" y="716"/>
                  <a:pt x="655" y="709"/>
                  <a:pt x="643" y="709"/>
                </a:cubicBezTo>
                <a:cubicBezTo>
                  <a:pt x="627" y="709"/>
                  <a:pt x="614" y="716"/>
                  <a:pt x="603" y="729"/>
                </a:cubicBezTo>
                <a:cubicBezTo>
                  <a:pt x="592" y="741"/>
                  <a:pt x="585" y="756"/>
                  <a:pt x="581" y="772"/>
                </a:cubicBezTo>
                <a:cubicBezTo>
                  <a:pt x="577" y="788"/>
                  <a:pt x="575" y="804"/>
                  <a:pt x="575" y="820"/>
                </a:cubicBezTo>
                <a:moveTo>
                  <a:pt x="535" y="824"/>
                </a:moveTo>
                <a:cubicBezTo>
                  <a:pt x="535" y="809"/>
                  <a:pt x="538" y="794"/>
                  <a:pt x="543" y="780"/>
                </a:cubicBezTo>
                <a:cubicBezTo>
                  <a:pt x="548" y="765"/>
                  <a:pt x="554" y="750"/>
                  <a:pt x="564" y="737"/>
                </a:cubicBezTo>
                <a:cubicBezTo>
                  <a:pt x="572" y="724"/>
                  <a:pt x="584" y="714"/>
                  <a:pt x="600" y="705"/>
                </a:cubicBezTo>
                <a:cubicBezTo>
                  <a:pt x="615" y="697"/>
                  <a:pt x="632" y="693"/>
                  <a:pt x="651" y="693"/>
                </a:cubicBezTo>
                <a:cubicBezTo>
                  <a:pt x="696" y="693"/>
                  <a:pt x="718" y="719"/>
                  <a:pt x="717" y="770"/>
                </a:cubicBezTo>
                <a:cubicBezTo>
                  <a:pt x="717" y="797"/>
                  <a:pt x="710" y="822"/>
                  <a:pt x="696" y="846"/>
                </a:cubicBezTo>
                <a:cubicBezTo>
                  <a:pt x="683" y="869"/>
                  <a:pt x="666" y="885"/>
                  <a:pt x="644" y="896"/>
                </a:cubicBezTo>
                <a:cubicBezTo>
                  <a:pt x="632" y="902"/>
                  <a:pt x="618" y="905"/>
                  <a:pt x="601" y="905"/>
                </a:cubicBezTo>
                <a:cubicBezTo>
                  <a:pt x="587" y="905"/>
                  <a:pt x="575" y="902"/>
                  <a:pt x="566" y="897"/>
                </a:cubicBezTo>
                <a:cubicBezTo>
                  <a:pt x="556" y="890"/>
                  <a:pt x="550" y="883"/>
                  <a:pt x="546" y="873"/>
                </a:cubicBezTo>
                <a:cubicBezTo>
                  <a:pt x="542" y="864"/>
                  <a:pt x="539" y="855"/>
                  <a:pt x="537" y="848"/>
                </a:cubicBezTo>
                <a:cubicBezTo>
                  <a:pt x="536" y="840"/>
                  <a:pt x="535" y="832"/>
                  <a:pt x="535" y="824"/>
                </a:cubicBezTo>
                <a:moveTo>
                  <a:pt x="913" y="842"/>
                </a:moveTo>
                <a:cubicBezTo>
                  <a:pt x="910" y="857"/>
                  <a:pt x="908" y="866"/>
                  <a:pt x="908" y="868"/>
                </a:cubicBezTo>
                <a:cubicBezTo>
                  <a:pt x="908" y="874"/>
                  <a:pt x="909" y="877"/>
                  <a:pt x="913" y="877"/>
                </a:cubicBezTo>
                <a:cubicBezTo>
                  <a:pt x="915" y="877"/>
                  <a:pt x="919" y="875"/>
                  <a:pt x="925" y="870"/>
                </a:cubicBezTo>
                <a:cubicBezTo>
                  <a:pt x="932" y="865"/>
                  <a:pt x="937" y="860"/>
                  <a:pt x="943" y="853"/>
                </a:cubicBezTo>
                <a:cubicBezTo>
                  <a:pt x="948" y="853"/>
                  <a:pt x="952" y="856"/>
                  <a:pt x="954" y="861"/>
                </a:cubicBezTo>
                <a:cubicBezTo>
                  <a:pt x="931" y="890"/>
                  <a:pt x="909" y="905"/>
                  <a:pt x="887" y="905"/>
                </a:cubicBezTo>
                <a:cubicBezTo>
                  <a:pt x="874" y="905"/>
                  <a:pt x="868" y="900"/>
                  <a:pt x="868" y="889"/>
                </a:cubicBezTo>
                <a:cubicBezTo>
                  <a:pt x="868" y="882"/>
                  <a:pt x="870" y="868"/>
                  <a:pt x="876" y="846"/>
                </a:cubicBezTo>
                <a:lnTo>
                  <a:pt x="894" y="770"/>
                </a:lnTo>
                <a:cubicBezTo>
                  <a:pt x="898" y="753"/>
                  <a:pt x="900" y="743"/>
                  <a:pt x="900" y="739"/>
                </a:cubicBezTo>
                <a:cubicBezTo>
                  <a:pt x="900" y="732"/>
                  <a:pt x="898" y="727"/>
                  <a:pt x="896" y="725"/>
                </a:cubicBezTo>
                <a:cubicBezTo>
                  <a:pt x="894" y="723"/>
                  <a:pt x="889" y="721"/>
                  <a:pt x="884" y="721"/>
                </a:cubicBezTo>
                <a:cubicBezTo>
                  <a:pt x="869" y="721"/>
                  <a:pt x="845" y="744"/>
                  <a:pt x="811" y="788"/>
                </a:cubicBezTo>
                <a:lnTo>
                  <a:pt x="793" y="867"/>
                </a:lnTo>
                <a:cubicBezTo>
                  <a:pt x="793" y="869"/>
                  <a:pt x="792" y="872"/>
                  <a:pt x="791" y="877"/>
                </a:cubicBezTo>
                <a:cubicBezTo>
                  <a:pt x="790" y="882"/>
                  <a:pt x="789" y="886"/>
                  <a:pt x="788" y="888"/>
                </a:cubicBezTo>
                <a:cubicBezTo>
                  <a:pt x="788" y="890"/>
                  <a:pt x="787" y="893"/>
                  <a:pt x="785" y="897"/>
                </a:cubicBezTo>
                <a:cubicBezTo>
                  <a:pt x="784" y="900"/>
                  <a:pt x="782" y="902"/>
                  <a:pt x="780" y="903"/>
                </a:cubicBezTo>
                <a:cubicBezTo>
                  <a:pt x="777" y="904"/>
                  <a:pt x="775" y="905"/>
                  <a:pt x="771" y="905"/>
                </a:cubicBezTo>
                <a:cubicBezTo>
                  <a:pt x="758" y="905"/>
                  <a:pt x="751" y="901"/>
                  <a:pt x="751" y="892"/>
                </a:cubicBezTo>
                <a:cubicBezTo>
                  <a:pt x="751" y="892"/>
                  <a:pt x="753" y="883"/>
                  <a:pt x="757" y="867"/>
                </a:cubicBezTo>
                <a:lnTo>
                  <a:pt x="784" y="749"/>
                </a:lnTo>
                <a:cubicBezTo>
                  <a:pt x="786" y="736"/>
                  <a:pt x="788" y="728"/>
                  <a:pt x="788" y="725"/>
                </a:cubicBezTo>
                <a:cubicBezTo>
                  <a:pt x="788" y="719"/>
                  <a:pt x="785" y="716"/>
                  <a:pt x="780" y="715"/>
                </a:cubicBezTo>
                <a:lnTo>
                  <a:pt x="761" y="714"/>
                </a:lnTo>
                <a:cubicBezTo>
                  <a:pt x="757" y="709"/>
                  <a:pt x="757" y="704"/>
                  <a:pt x="760" y="701"/>
                </a:cubicBezTo>
                <a:cubicBezTo>
                  <a:pt x="792" y="697"/>
                  <a:pt x="812" y="694"/>
                  <a:pt x="819" y="694"/>
                </a:cubicBezTo>
                <a:cubicBezTo>
                  <a:pt x="826" y="694"/>
                  <a:pt x="829" y="698"/>
                  <a:pt x="829" y="704"/>
                </a:cubicBezTo>
                <a:cubicBezTo>
                  <a:pt x="829" y="707"/>
                  <a:pt x="829" y="710"/>
                  <a:pt x="827" y="715"/>
                </a:cubicBezTo>
                <a:cubicBezTo>
                  <a:pt x="827" y="719"/>
                  <a:pt x="825" y="725"/>
                  <a:pt x="823" y="732"/>
                </a:cubicBezTo>
                <a:cubicBezTo>
                  <a:pt x="821" y="740"/>
                  <a:pt x="820" y="746"/>
                  <a:pt x="819" y="749"/>
                </a:cubicBezTo>
                <a:lnTo>
                  <a:pt x="818" y="754"/>
                </a:lnTo>
                <a:lnTo>
                  <a:pt x="818" y="754"/>
                </a:lnTo>
                <a:cubicBezTo>
                  <a:pt x="839" y="730"/>
                  <a:pt x="855" y="714"/>
                  <a:pt x="867" y="705"/>
                </a:cubicBezTo>
                <a:cubicBezTo>
                  <a:pt x="880" y="697"/>
                  <a:pt x="893" y="693"/>
                  <a:pt x="906" y="693"/>
                </a:cubicBezTo>
                <a:cubicBezTo>
                  <a:pt x="927" y="693"/>
                  <a:pt x="937" y="706"/>
                  <a:pt x="937" y="731"/>
                </a:cubicBezTo>
                <a:cubicBezTo>
                  <a:pt x="937" y="737"/>
                  <a:pt x="935" y="749"/>
                  <a:pt x="931" y="767"/>
                </a:cubicBezTo>
                <a:lnTo>
                  <a:pt x="913" y="842"/>
                </a:lnTo>
                <a:moveTo>
                  <a:pt x="1035" y="905"/>
                </a:moveTo>
                <a:cubicBezTo>
                  <a:pt x="1019" y="904"/>
                  <a:pt x="1006" y="900"/>
                  <a:pt x="996" y="893"/>
                </a:cubicBezTo>
                <a:cubicBezTo>
                  <a:pt x="986" y="886"/>
                  <a:pt x="981" y="877"/>
                  <a:pt x="981" y="868"/>
                </a:cubicBezTo>
                <a:cubicBezTo>
                  <a:pt x="981" y="864"/>
                  <a:pt x="982" y="861"/>
                  <a:pt x="985" y="857"/>
                </a:cubicBezTo>
                <a:cubicBezTo>
                  <a:pt x="988" y="854"/>
                  <a:pt x="992" y="852"/>
                  <a:pt x="998" y="852"/>
                </a:cubicBezTo>
                <a:cubicBezTo>
                  <a:pt x="1004" y="852"/>
                  <a:pt x="1009" y="854"/>
                  <a:pt x="1013" y="859"/>
                </a:cubicBezTo>
                <a:cubicBezTo>
                  <a:pt x="1017" y="864"/>
                  <a:pt x="1020" y="870"/>
                  <a:pt x="1020" y="877"/>
                </a:cubicBezTo>
                <a:cubicBezTo>
                  <a:pt x="1021" y="882"/>
                  <a:pt x="1023" y="885"/>
                  <a:pt x="1026" y="887"/>
                </a:cubicBezTo>
                <a:cubicBezTo>
                  <a:pt x="1029" y="888"/>
                  <a:pt x="1034" y="889"/>
                  <a:pt x="1041" y="889"/>
                </a:cubicBezTo>
                <a:cubicBezTo>
                  <a:pt x="1052" y="889"/>
                  <a:pt x="1062" y="887"/>
                  <a:pt x="1069" y="881"/>
                </a:cubicBezTo>
                <a:cubicBezTo>
                  <a:pt x="1077" y="876"/>
                  <a:pt x="1080" y="867"/>
                  <a:pt x="1080" y="854"/>
                </a:cubicBezTo>
                <a:cubicBezTo>
                  <a:pt x="1080" y="839"/>
                  <a:pt x="1071" y="825"/>
                  <a:pt x="1052" y="812"/>
                </a:cubicBezTo>
                <a:cubicBezTo>
                  <a:pt x="1025" y="794"/>
                  <a:pt x="1011" y="774"/>
                  <a:pt x="1011" y="752"/>
                </a:cubicBezTo>
                <a:cubicBezTo>
                  <a:pt x="1011" y="737"/>
                  <a:pt x="1017" y="724"/>
                  <a:pt x="1030" y="712"/>
                </a:cubicBezTo>
                <a:cubicBezTo>
                  <a:pt x="1042" y="699"/>
                  <a:pt x="1057" y="693"/>
                  <a:pt x="1077" y="693"/>
                </a:cubicBezTo>
                <a:cubicBezTo>
                  <a:pt x="1091" y="693"/>
                  <a:pt x="1103" y="697"/>
                  <a:pt x="1114" y="705"/>
                </a:cubicBezTo>
                <a:cubicBezTo>
                  <a:pt x="1125" y="714"/>
                  <a:pt x="1131" y="722"/>
                  <a:pt x="1131" y="731"/>
                </a:cubicBezTo>
                <a:cubicBezTo>
                  <a:pt x="1131" y="742"/>
                  <a:pt x="1125" y="747"/>
                  <a:pt x="1114" y="747"/>
                </a:cubicBezTo>
                <a:cubicBezTo>
                  <a:pt x="1108" y="747"/>
                  <a:pt x="1103" y="745"/>
                  <a:pt x="1099" y="740"/>
                </a:cubicBezTo>
                <a:cubicBezTo>
                  <a:pt x="1095" y="735"/>
                  <a:pt x="1092" y="729"/>
                  <a:pt x="1092" y="723"/>
                </a:cubicBezTo>
                <a:cubicBezTo>
                  <a:pt x="1091" y="714"/>
                  <a:pt x="1084" y="709"/>
                  <a:pt x="1071" y="709"/>
                </a:cubicBezTo>
                <a:cubicBezTo>
                  <a:pt x="1061" y="709"/>
                  <a:pt x="1054" y="712"/>
                  <a:pt x="1049" y="719"/>
                </a:cubicBezTo>
                <a:cubicBezTo>
                  <a:pt x="1044" y="726"/>
                  <a:pt x="1041" y="733"/>
                  <a:pt x="1041" y="742"/>
                </a:cubicBezTo>
                <a:cubicBezTo>
                  <a:pt x="1041" y="754"/>
                  <a:pt x="1048" y="764"/>
                  <a:pt x="1060" y="772"/>
                </a:cubicBezTo>
                <a:cubicBezTo>
                  <a:pt x="1081" y="786"/>
                  <a:pt x="1095" y="798"/>
                  <a:pt x="1103" y="810"/>
                </a:cubicBezTo>
                <a:cubicBezTo>
                  <a:pt x="1112" y="821"/>
                  <a:pt x="1116" y="833"/>
                  <a:pt x="1116" y="845"/>
                </a:cubicBezTo>
                <a:cubicBezTo>
                  <a:pt x="1116" y="863"/>
                  <a:pt x="1109" y="877"/>
                  <a:pt x="1096" y="889"/>
                </a:cubicBezTo>
                <a:cubicBezTo>
                  <a:pt x="1083" y="900"/>
                  <a:pt x="1065" y="905"/>
                  <a:pt x="1042" y="905"/>
                </a:cubicBezTo>
                <a:lnTo>
                  <a:pt x="1035" y="905"/>
                </a:lnTo>
                <a:moveTo>
                  <a:pt x="1207" y="698"/>
                </a:moveTo>
                <a:lnTo>
                  <a:pt x="1213" y="674"/>
                </a:lnTo>
                <a:cubicBezTo>
                  <a:pt x="1214" y="672"/>
                  <a:pt x="1214" y="667"/>
                  <a:pt x="1215" y="661"/>
                </a:cubicBezTo>
                <a:cubicBezTo>
                  <a:pt x="1217" y="655"/>
                  <a:pt x="1218" y="651"/>
                  <a:pt x="1218" y="648"/>
                </a:cubicBezTo>
                <a:cubicBezTo>
                  <a:pt x="1219" y="645"/>
                  <a:pt x="1221" y="642"/>
                  <a:pt x="1223" y="640"/>
                </a:cubicBezTo>
                <a:cubicBezTo>
                  <a:pt x="1226" y="637"/>
                  <a:pt x="1230" y="636"/>
                  <a:pt x="1234" y="636"/>
                </a:cubicBezTo>
                <a:cubicBezTo>
                  <a:pt x="1246" y="636"/>
                  <a:pt x="1253" y="640"/>
                  <a:pt x="1253" y="648"/>
                </a:cubicBezTo>
                <a:cubicBezTo>
                  <a:pt x="1253" y="649"/>
                  <a:pt x="1251" y="658"/>
                  <a:pt x="1247" y="677"/>
                </a:cubicBezTo>
                <a:lnTo>
                  <a:pt x="1242" y="698"/>
                </a:lnTo>
                <a:lnTo>
                  <a:pt x="1288" y="698"/>
                </a:lnTo>
                <a:cubicBezTo>
                  <a:pt x="1291" y="700"/>
                  <a:pt x="1291" y="703"/>
                  <a:pt x="1290" y="708"/>
                </a:cubicBezTo>
                <a:cubicBezTo>
                  <a:pt x="1288" y="712"/>
                  <a:pt x="1286" y="715"/>
                  <a:pt x="1283" y="716"/>
                </a:cubicBezTo>
                <a:lnTo>
                  <a:pt x="1237" y="716"/>
                </a:lnTo>
                <a:lnTo>
                  <a:pt x="1210" y="840"/>
                </a:lnTo>
                <a:cubicBezTo>
                  <a:pt x="1206" y="856"/>
                  <a:pt x="1204" y="866"/>
                  <a:pt x="1204" y="870"/>
                </a:cubicBezTo>
                <a:cubicBezTo>
                  <a:pt x="1204" y="875"/>
                  <a:pt x="1206" y="877"/>
                  <a:pt x="1211" y="877"/>
                </a:cubicBezTo>
                <a:cubicBezTo>
                  <a:pt x="1218" y="877"/>
                  <a:pt x="1231" y="867"/>
                  <a:pt x="1248" y="848"/>
                </a:cubicBezTo>
                <a:cubicBezTo>
                  <a:pt x="1254" y="848"/>
                  <a:pt x="1258" y="851"/>
                  <a:pt x="1259" y="857"/>
                </a:cubicBezTo>
                <a:cubicBezTo>
                  <a:pt x="1251" y="871"/>
                  <a:pt x="1240" y="882"/>
                  <a:pt x="1226" y="892"/>
                </a:cubicBezTo>
                <a:cubicBezTo>
                  <a:pt x="1213" y="901"/>
                  <a:pt x="1201" y="905"/>
                  <a:pt x="1190" y="905"/>
                </a:cubicBezTo>
                <a:cubicBezTo>
                  <a:pt x="1182" y="905"/>
                  <a:pt x="1177" y="903"/>
                  <a:pt x="1173" y="900"/>
                </a:cubicBezTo>
                <a:cubicBezTo>
                  <a:pt x="1169" y="897"/>
                  <a:pt x="1167" y="891"/>
                  <a:pt x="1167" y="883"/>
                </a:cubicBezTo>
                <a:cubicBezTo>
                  <a:pt x="1167" y="877"/>
                  <a:pt x="1169" y="864"/>
                  <a:pt x="1174" y="845"/>
                </a:cubicBezTo>
                <a:lnTo>
                  <a:pt x="1203" y="716"/>
                </a:lnTo>
                <a:lnTo>
                  <a:pt x="1169" y="716"/>
                </a:lnTo>
                <a:cubicBezTo>
                  <a:pt x="1168" y="716"/>
                  <a:pt x="1167" y="716"/>
                  <a:pt x="1167" y="715"/>
                </a:cubicBezTo>
                <a:cubicBezTo>
                  <a:pt x="1167" y="714"/>
                  <a:pt x="1168" y="711"/>
                  <a:pt x="1169" y="707"/>
                </a:cubicBezTo>
                <a:cubicBezTo>
                  <a:pt x="1170" y="702"/>
                  <a:pt x="1174" y="700"/>
                  <a:pt x="1182" y="699"/>
                </a:cubicBezTo>
                <a:lnTo>
                  <a:pt x="1207" y="698"/>
                </a:lnTo>
                <a:moveTo>
                  <a:pt x="1368" y="765"/>
                </a:moveTo>
                <a:lnTo>
                  <a:pt x="1370" y="766"/>
                </a:lnTo>
                <a:cubicBezTo>
                  <a:pt x="1380" y="744"/>
                  <a:pt x="1392" y="727"/>
                  <a:pt x="1405" y="713"/>
                </a:cubicBezTo>
                <a:cubicBezTo>
                  <a:pt x="1417" y="700"/>
                  <a:pt x="1429" y="693"/>
                  <a:pt x="1441" y="693"/>
                </a:cubicBezTo>
                <a:cubicBezTo>
                  <a:pt x="1449" y="693"/>
                  <a:pt x="1456" y="695"/>
                  <a:pt x="1460" y="700"/>
                </a:cubicBezTo>
                <a:cubicBezTo>
                  <a:pt x="1464" y="705"/>
                  <a:pt x="1466" y="710"/>
                  <a:pt x="1466" y="715"/>
                </a:cubicBezTo>
                <a:cubicBezTo>
                  <a:pt x="1466" y="722"/>
                  <a:pt x="1464" y="728"/>
                  <a:pt x="1460" y="734"/>
                </a:cubicBezTo>
                <a:cubicBezTo>
                  <a:pt x="1456" y="739"/>
                  <a:pt x="1451" y="742"/>
                  <a:pt x="1444" y="742"/>
                </a:cubicBezTo>
                <a:cubicBezTo>
                  <a:pt x="1439" y="742"/>
                  <a:pt x="1434" y="738"/>
                  <a:pt x="1428" y="732"/>
                </a:cubicBezTo>
                <a:cubicBezTo>
                  <a:pt x="1426" y="728"/>
                  <a:pt x="1422" y="726"/>
                  <a:pt x="1419" y="726"/>
                </a:cubicBezTo>
                <a:cubicBezTo>
                  <a:pt x="1410" y="726"/>
                  <a:pt x="1390" y="754"/>
                  <a:pt x="1359" y="811"/>
                </a:cubicBezTo>
                <a:lnTo>
                  <a:pt x="1345" y="867"/>
                </a:lnTo>
                <a:cubicBezTo>
                  <a:pt x="1344" y="869"/>
                  <a:pt x="1343" y="872"/>
                  <a:pt x="1343" y="877"/>
                </a:cubicBezTo>
                <a:cubicBezTo>
                  <a:pt x="1342" y="882"/>
                  <a:pt x="1341" y="886"/>
                  <a:pt x="1340" y="888"/>
                </a:cubicBezTo>
                <a:cubicBezTo>
                  <a:pt x="1339" y="890"/>
                  <a:pt x="1338" y="893"/>
                  <a:pt x="1337" y="897"/>
                </a:cubicBezTo>
                <a:cubicBezTo>
                  <a:pt x="1335" y="900"/>
                  <a:pt x="1334" y="902"/>
                  <a:pt x="1332" y="903"/>
                </a:cubicBezTo>
                <a:cubicBezTo>
                  <a:pt x="1330" y="904"/>
                  <a:pt x="1327" y="905"/>
                  <a:pt x="1324" y="905"/>
                </a:cubicBezTo>
                <a:cubicBezTo>
                  <a:pt x="1311" y="905"/>
                  <a:pt x="1305" y="901"/>
                  <a:pt x="1305" y="892"/>
                </a:cubicBezTo>
                <a:cubicBezTo>
                  <a:pt x="1305" y="890"/>
                  <a:pt x="1306" y="888"/>
                  <a:pt x="1307" y="885"/>
                </a:cubicBezTo>
                <a:cubicBezTo>
                  <a:pt x="1307" y="882"/>
                  <a:pt x="1308" y="879"/>
                  <a:pt x="1309" y="875"/>
                </a:cubicBezTo>
                <a:cubicBezTo>
                  <a:pt x="1310" y="871"/>
                  <a:pt x="1311" y="869"/>
                  <a:pt x="1311" y="867"/>
                </a:cubicBezTo>
                <a:lnTo>
                  <a:pt x="1338" y="749"/>
                </a:lnTo>
                <a:cubicBezTo>
                  <a:pt x="1340" y="740"/>
                  <a:pt x="1341" y="732"/>
                  <a:pt x="1341" y="725"/>
                </a:cubicBezTo>
                <a:cubicBezTo>
                  <a:pt x="1341" y="719"/>
                  <a:pt x="1338" y="716"/>
                  <a:pt x="1332" y="715"/>
                </a:cubicBezTo>
                <a:lnTo>
                  <a:pt x="1313" y="714"/>
                </a:lnTo>
                <a:cubicBezTo>
                  <a:pt x="1310" y="709"/>
                  <a:pt x="1310" y="704"/>
                  <a:pt x="1313" y="701"/>
                </a:cubicBezTo>
                <a:cubicBezTo>
                  <a:pt x="1345" y="697"/>
                  <a:pt x="1364" y="694"/>
                  <a:pt x="1370" y="694"/>
                </a:cubicBezTo>
                <a:cubicBezTo>
                  <a:pt x="1377" y="694"/>
                  <a:pt x="1380" y="698"/>
                  <a:pt x="1380" y="706"/>
                </a:cubicBezTo>
                <a:cubicBezTo>
                  <a:pt x="1380" y="707"/>
                  <a:pt x="1380" y="709"/>
                  <a:pt x="1379" y="710"/>
                </a:cubicBezTo>
                <a:cubicBezTo>
                  <a:pt x="1379" y="712"/>
                  <a:pt x="1379" y="713"/>
                  <a:pt x="1379" y="715"/>
                </a:cubicBezTo>
                <a:cubicBezTo>
                  <a:pt x="1378" y="717"/>
                  <a:pt x="1378" y="719"/>
                  <a:pt x="1378" y="721"/>
                </a:cubicBezTo>
                <a:cubicBezTo>
                  <a:pt x="1378" y="722"/>
                  <a:pt x="1377" y="725"/>
                  <a:pt x="1376" y="728"/>
                </a:cubicBezTo>
                <a:cubicBezTo>
                  <a:pt x="1376" y="730"/>
                  <a:pt x="1375" y="732"/>
                  <a:pt x="1375" y="734"/>
                </a:cubicBezTo>
                <a:cubicBezTo>
                  <a:pt x="1375" y="736"/>
                  <a:pt x="1374" y="738"/>
                  <a:pt x="1373" y="742"/>
                </a:cubicBezTo>
                <a:cubicBezTo>
                  <a:pt x="1372" y="745"/>
                  <a:pt x="1372" y="747"/>
                  <a:pt x="1371" y="749"/>
                </a:cubicBezTo>
                <a:lnTo>
                  <a:pt x="1368" y="765"/>
                </a:lnTo>
                <a:moveTo>
                  <a:pt x="1670" y="734"/>
                </a:moveTo>
                <a:lnTo>
                  <a:pt x="1644" y="842"/>
                </a:lnTo>
                <a:cubicBezTo>
                  <a:pt x="1640" y="857"/>
                  <a:pt x="1639" y="866"/>
                  <a:pt x="1639" y="868"/>
                </a:cubicBezTo>
                <a:cubicBezTo>
                  <a:pt x="1639" y="874"/>
                  <a:pt x="1640" y="877"/>
                  <a:pt x="1643" y="877"/>
                </a:cubicBezTo>
                <a:cubicBezTo>
                  <a:pt x="1646" y="877"/>
                  <a:pt x="1650" y="875"/>
                  <a:pt x="1656" y="870"/>
                </a:cubicBezTo>
                <a:cubicBezTo>
                  <a:pt x="1662" y="865"/>
                  <a:pt x="1668" y="860"/>
                  <a:pt x="1674" y="853"/>
                </a:cubicBezTo>
                <a:cubicBezTo>
                  <a:pt x="1680" y="853"/>
                  <a:pt x="1683" y="856"/>
                  <a:pt x="1685" y="861"/>
                </a:cubicBezTo>
                <a:cubicBezTo>
                  <a:pt x="1662" y="890"/>
                  <a:pt x="1640" y="905"/>
                  <a:pt x="1619" y="905"/>
                </a:cubicBezTo>
                <a:cubicBezTo>
                  <a:pt x="1607" y="905"/>
                  <a:pt x="1602" y="900"/>
                  <a:pt x="1602" y="889"/>
                </a:cubicBezTo>
                <a:cubicBezTo>
                  <a:pt x="1602" y="879"/>
                  <a:pt x="1604" y="865"/>
                  <a:pt x="1610" y="846"/>
                </a:cubicBezTo>
                <a:lnTo>
                  <a:pt x="1615" y="828"/>
                </a:lnTo>
                <a:lnTo>
                  <a:pt x="1614" y="827"/>
                </a:lnTo>
                <a:cubicBezTo>
                  <a:pt x="1595" y="855"/>
                  <a:pt x="1578" y="875"/>
                  <a:pt x="1565" y="887"/>
                </a:cubicBezTo>
                <a:cubicBezTo>
                  <a:pt x="1552" y="899"/>
                  <a:pt x="1537" y="905"/>
                  <a:pt x="1520" y="905"/>
                </a:cubicBezTo>
                <a:cubicBezTo>
                  <a:pt x="1511" y="905"/>
                  <a:pt x="1504" y="902"/>
                  <a:pt x="1497" y="896"/>
                </a:cubicBezTo>
                <a:cubicBezTo>
                  <a:pt x="1491" y="890"/>
                  <a:pt x="1488" y="880"/>
                  <a:pt x="1488" y="867"/>
                </a:cubicBezTo>
                <a:cubicBezTo>
                  <a:pt x="1488" y="858"/>
                  <a:pt x="1490" y="847"/>
                  <a:pt x="1493" y="835"/>
                </a:cubicBezTo>
                <a:lnTo>
                  <a:pt x="1514" y="756"/>
                </a:lnTo>
                <a:cubicBezTo>
                  <a:pt x="1518" y="741"/>
                  <a:pt x="1520" y="732"/>
                  <a:pt x="1520" y="729"/>
                </a:cubicBezTo>
                <a:cubicBezTo>
                  <a:pt x="1520" y="724"/>
                  <a:pt x="1518" y="721"/>
                  <a:pt x="1515" y="721"/>
                </a:cubicBezTo>
                <a:cubicBezTo>
                  <a:pt x="1513" y="721"/>
                  <a:pt x="1508" y="724"/>
                  <a:pt x="1501" y="728"/>
                </a:cubicBezTo>
                <a:cubicBezTo>
                  <a:pt x="1494" y="733"/>
                  <a:pt x="1488" y="738"/>
                  <a:pt x="1483" y="745"/>
                </a:cubicBezTo>
                <a:cubicBezTo>
                  <a:pt x="1477" y="745"/>
                  <a:pt x="1474" y="743"/>
                  <a:pt x="1472" y="737"/>
                </a:cubicBezTo>
                <a:cubicBezTo>
                  <a:pt x="1495" y="708"/>
                  <a:pt x="1519" y="693"/>
                  <a:pt x="1543" y="693"/>
                </a:cubicBezTo>
                <a:cubicBezTo>
                  <a:pt x="1554" y="693"/>
                  <a:pt x="1560" y="699"/>
                  <a:pt x="1560" y="709"/>
                </a:cubicBezTo>
                <a:cubicBezTo>
                  <a:pt x="1560" y="712"/>
                  <a:pt x="1557" y="726"/>
                  <a:pt x="1550" y="752"/>
                </a:cubicBezTo>
                <a:lnTo>
                  <a:pt x="1530" y="829"/>
                </a:lnTo>
                <a:cubicBezTo>
                  <a:pt x="1527" y="840"/>
                  <a:pt x="1526" y="850"/>
                  <a:pt x="1526" y="859"/>
                </a:cubicBezTo>
                <a:cubicBezTo>
                  <a:pt x="1526" y="871"/>
                  <a:pt x="1530" y="877"/>
                  <a:pt x="1540" y="877"/>
                </a:cubicBezTo>
                <a:cubicBezTo>
                  <a:pt x="1551" y="877"/>
                  <a:pt x="1562" y="870"/>
                  <a:pt x="1574" y="856"/>
                </a:cubicBezTo>
                <a:cubicBezTo>
                  <a:pt x="1586" y="841"/>
                  <a:pt x="1602" y="817"/>
                  <a:pt x="1621" y="784"/>
                </a:cubicBezTo>
                <a:lnTo>
                  <a:pt x="1635" y="732"/>
                </a:lnTo>
                <a:cubicBezTo>
                  <a:pt x="1636" y="729"/>
                  <a:pt x="1636" y="725"/>
                  <a:pt x="1638" y="719"/>
                </a:cubicBezTo>
                <a:cubicBezTo>
                  <a:pt x="1639" y="712"/>
                  <a:pt x="1640" y="708"/>
                  <a:pt x="1641" y="705"/>
                </a:cubicBezTo>
                <a:cubicBezTo>
                  <a:pt x="1642" y="703"/>
                  <a:pt x="1643" y="700"/>
                  <a:pt x="1646" y="697"/>
                </a:cubicBezTo>
                <a:cubicBezTo>
                  <a:pt x="1649" y="695"/>
                  <a:pt x="1653" y="693"/>
                  <a:pt x="1657" y="693"/>
                </a:cubicBezTo>
                <a:cubicBezTo>
                  <a:pt x="1670" y="693"/>
                  <a:pt x="1676" y="697"/>
                  <a:pt x="1676" y="706"/>
                </a:cubicBezTo>
                <a:cubicBezTo>
                  <a:pt x="1676" y="707"/>
                  <a:pt x="1676" y="710"/>
                  <a:pt x="1675" y="713"/>
                </a:cubicBezTo>
                <a:cubicBezTo>
                  <a:pt x="1674" y="717"/>
                  <a:pt x="1673" y="721"/>
                  <a:pt x="1672" y="725"/>
                </a:cubicBezTo>
                <a:cubicBezTo>
                  <a:pt x="1671" y="729"/>
                  <a:pt x="1670" y="732"/>
                  <a:pt x="1670" y="734"/>
                </a:cubicBezTo>
                <a:moveTo>
                  <a:pt x="1776" y="905"/>
                </a:moveTo>
                <a:cubicBezTo>
                  <a:pt x="1756" y="905"/>
                  <a:pt x="1741" y="898"/>
                  <a:pt x="1731" y="883"/>
                </a:cubicBezTo>
                <a:cubicBezTo>
                  <a:pt x="1721" y="869"/>
                  <a:pt x="1717" y="852"/>
                  <a:pt x="1717" y="830"/>
                </a:cubicBezTo>
                <a:cubicBezTo>
                  <a:pt x="1717" y="809"/>
                  <a:pt x="1720" y="790"/>
                  <a:pt x="1727" y="773"/>
                </a:cubicBezTo>
                <a:cubicBezTo>
                  <a:pt x="1734" y="755"/>
                  <a:pt x="1743" y="739"/>
                  <a:pt x="1755" y="726"/>
                </a:cubicBezTo>
                <a:cubicBezTo>
                  <a:pt x="1761" y="720"/>
                  <a:pt x="1769" y="714"/>
                  <a:pt x="1777" y="709"/>
                </a:cubicBezTo>
                <a:cubicBezTo>
                  <a:pt x="1786" y="703"/>
                  <a:pt x="1794" y="699"/>
                  <a:pt x="1802" y="697"/>
                </a:cubicBezTo>
                <a:cubicBezTo>
                  <a:pt x="1810" y="694"/>
                  <a:pt x="1817" y="693"/>
                  <a:pt x="1824" y="693"/>
                </a:cubicBezTo>
                <a:cubicBezTo>
                  <a:pt x="1836" y="693"/>
                  <a:pt x="1845" y="695"/>
                  <a:pt x="1853" y="697"/>
                </a:cubicBezTo>
                <a:cubicBezTo>
                  <a:pt x="1861" y="700"/>
                  <a:pt x="1866" y="704"/>
                  <a:pt x="1869" y="709"/>
                </a:cubicBezTo>
                <a:cubicBezTo>
                  <a:pt x="1872" y="714"/>
                  <a:pt x="1874" y="719"/>
                  <a:pt x="1875" y="723"/>
                </a:cubicBezTo>
                <a:cubicBezTo>
                  <a:pt x="1876" y="727"/>
                  <a:pt x="1876" y="732"/>
                  <a:pt x="1876" y="739"/>
                </a:cubicBezTo>
                <a:cubicBezTo>
                  <a:pt x="1876" y="744"/>
                  <a:pt x="1874" y="749"/>
                  <a:pt x="1869" y="754"/>
                </a:cubicBezTo>
                <a:cubicBezTo>
                  <a:pt x="1865" y="758"/>
                  <a:pt x="1859" y="760"/>
                  <a:pt x="1852" y="760"/>
                </a:cubicBezTo>
                <a:cubicBezTo>
                  <a:pt x="1848" y="760"/>
                  <a:pt x="1845" y="759"/>
                  <a:pt x="1843" y="756"/>
                </a:cubicBezTo>
                <a:cubicBezTo>
                  <a:pt x="1841" y="752"/>
                  <a:pt x="1840" y="749"/>
                  <a:pt x="1840" y="745"/>
                </a:cubicBezTo>
                <a:cubicBezTo>
                  <a:pt x="1840" y="741"/>
                  <a:pt x="1840" y="737"/>
                  <a:pt x="1842" y="735"/>
                </a:cubicBezTo>
                <a:cubicBezTo>
                  <a:pt x="1843" y="732"/>
                  <a:pt x="1844" y="729"/>
                  <a:pt x="1844" y="726"/>
                </a:cubicBezTo>
                <a:cubicBezTo>
                  <a:pt x="1844" y="714"/>
                  <a:pt x="1837" y="708"/>
                  <a:pt x="1824" y="708"/>
                </a:cubicBezTo>
                <a:cubicBezTo>
                  <a:pt x="1805" y="708"/>
                  <a:pt x="1789" y="718"/>
                  <a:pt x="1775" y="739"/>
                </a:cubicBezTo>
                <a:cubicBezTo>
                  <a:pt x="1762" y="759"/>
                  <a:pt x="1755" y="786"/>
                  <a:pt x="1755" y="819"/>
                </a:cubicBezTo>
                <a:cubicBezTo>
                  <a:pt x="1755" y="841"/>
                  <a:pt x="1759" y="856"/>
                  <a:pt x="1767" y="867"/>
                </a:cubicBezTo>
                <a:cubicBezTo>
                  <a:pt x="1772" y="874"/>
                  <a:pt x="1780" y="877"/>
                  <a:pt x="1791" y="877"/>
                </a:cubicBezTo>
                <a:cubicBezTo>
                  <a:pt x="1802" y="877"/>
                  <a:pt x="1813" y="874"/>
                  <a:pt x="1823" y="868"/>
                </a:cubicBezTo>
                <a:cubicBezTo>
                  <a:pt x="1832" y="862"/>
                  <a:pt x="1842" y="853"/>
                  <a:pt x="1853" y="841"/>
                </a:cubicBezTo>
                <a:cubicBezTo>
                  <a:pt x="1855" y="841"/>
                  <a:pt x="1857" y="842"/>
                  <a:pt x="1859" y="843"/>
                </a:cubicBezTo>
                <a:cubicBezTo>
                  <a:pt x="1861" y="845"/>
                  <a:pt x="1862" y="847"/>
                  <a:pt x="1863" y="849"/>
                </a:cubicBezTo>
                <a:cubicBezTo>
                  <a:pt x="1855" y="860"/>
                  <a:pt x="1847" y="870"/>
                  <a:pt x="1838" y="878"/>
                </a:cubicBezTo>
                <a:cubicBezTo>
                  <a:pt x="1829" y="886"/>
                  <a:pt x="1819" y="893"/>
                  <a:pt x="1808" y="898"/>
                </a:cubicBezTo>
                <a:cubicBezTo>
                  <a:pt x="1797" y="903"/>
                  <a:pt x="1787" y="905"/>
                  <a:pt x="1776" y="905"/>
                </a:cubicBezTo>
                <a:moveTo>
                  <a:pt x="1948" y="698"/>
                </a:moveTo>
                <a:lnTo>
                  <a:pt x="1954" y="674"/>
                </a:lnTo>
                <a:cubicBezTo>
                  <a:pt x="1955" y="672"/>
                  <a:pt x="1956" y="667"/>
                  <a:pt x="1957" y="661"/>
                </a:cubicBezTo>
                <a:cubicBezTo>
                  <a:pt x="1958" y="655"/>
                  <a:pt x="1959" y="651"/>
                  <a:pt x="1960" y="648"/>
                </a:cubicBezTo>
                <a:cubicBezTo>
                  <a:pt x="1961" y="645"/>
                  <a:pt x="1962" y="642"/>
                  <a:pt x="1965" y="640"/>
                </a:cubicBezTo>
                <a:cubicBezTo>
                  <a:pt x="1967" y="637"/>
                  <a:pt x="1971" y="636"/>
                  <a:pt x="1975" y="636"/>
                </a:cubicBezTo>
                <a:cubicBezTo>
                  <a:pt x="1988" y="636"/>
                  <a:pt x="1994" y="640"/>
                  <a:pt x="1994" y="648"/>
                </a:cubicBezTo>
                <a:cubicBezTo>
                  <a:pt x="1994" y="649"/>
                  <a:pt x="1992" y="658"/>
                  <a:pt x="1988" y="677"/>
                </a:cubicBezTo>
                <a:lnTo>
                  <a:pt x="1983" y="698"/>
                </a:lnTo>
                <a:lnTo>
                  <a:pt x="2030" y="698"/>
                </a:lnTo>
                <a:cubicBezTo>
                  <a:pt x="2032" y="700"/>
                  <a:pt x="2032" y="703"/>
                  <a:pt x="2031" y="708"/>
                </a:cubicBezTo>
                <a:cubicBezTo>
                  <a:pt x="2030" y="712"/>
                  <a:pt x="2028" y="715"/>
                  <a:pt x="2025" y="716"/>
                </a:cubicBezTo>
                <a:lnTo>
                  <a:pt x="1979" y="716"/>
                </a:lnTo>
                <a:lnTo>
                  <a:pt x="1951" y="840"/>
                </a:lnTo>
                <a:cubicBezTo>
                  <a:pt x="1948" y="856"/>
                  <a:pt x="1946" y="866"/>
                  <a:pt x="1946" y="870"/>
                </a:cubicBezTo>
                <a:cubicBezTo>
                  <a:pt x="1946" y="875"/>
                  <a:pt x="1948" y="877"/>
                  <a:pt x="1952" y="877"/>
                </a:cubicBezTo>
                <a:cubicBezTo>
                  <a:pt x="1960" y="877"/>
                  <a:pt x="1972" y="867"/>
                  <a:pt x="1990" y="848"/>
                </a:cubicBezTo>
                <a:cubicBezTo>
                  <a:pt x="1996" y="848"/>
                  <a:pt x="1999" y="851"/>
                  <a:pt x="2000" y="857"/>
                </a:cubicBezTo>
                <a:cubicBezTo>
                  <a:pt x="1992" y="871"/>
                  <a:pt x="1981" y="882"/>
                  <a:pt x="1968" y="892"/>
                </a:cubicBezTo>
                <a:cubicBezTo>
                  <a:pt x="1955" y="901"/>
                  <a:pt x="1943" y="905"/>
                  <a:pt x="1932" y="905"/>
                </a:cubicBezTo>
                <a:cubicBezTo>
                  <a:pt x="1924" y="905"/>
                  <a:pt x="1918" y="903"/>
                  <a:pt x="1914" y="900"/>
                </a:cubicBezTo>
                <a:cubicBezTo>
                  <a:pt x="1910" y="897"/>
                  <a:pt x="1908" y="891"/>
                  <a:pt x="1908" y="883"/>
                </a:cubicBezTo>
                <a:cubicBezTo>
                  <a:pt x="1908" y="877"/>
                  <a:pt x="1910" y="864"/>
                  <a:pt x="1915" y="845"/>
                </a:cubicBezTo>
                <a:lnTo>
                  <a:pt x="1944" y="716"/>
                </a:lnTo>
                <a:lnTo>
                  <a:pt x="1911" y="716"/>
                </a:lnTo>
                <a:cubicBezTo>
                  <a:pt x="1909" y="716"/>
                  <a:pt x="1908" y="716"/>
                  <a:pt x="1908" y="715"/>
                </a:cubicBezTo>
                <a:cubicBezTo>
                  <a:pt x="1908" y="714"/>
                  <a:pt x="1909" y="711"/>
                  <a:pt x="1910" y="707"/>
                </a:cubicBezTo>
                <a:cubicBezTo>
                  <a:pt x="1911" y="702"/>
                  <a:pt x="1916" y="700"/>
                  <a:pt x="1923" y="699"/>
                </a:cubicBezTo>
                <a:lnTo>
                  <a:pt x="1948" y="698"/>
                </a:lnTo>
                <a:moveTo>
                  <a:pt x="2107" y="648"/>
                </a:moveTo>
                <a:cubicBezTo>
                  <a:pt x="2102" y="643"/>
                  <a:pt x="2100" y="638"/>
                  <a:pt x="2100" y="632"/>
                </a:cubicBezTo>
                <a:cubicBezTo>
                  <a:pt x="2100" y="626"/>
                  <a:pt x="2102" y="620"/>
                  <a:pt x="2107" y="615"/>
                </a:cubicBezTo>
                <a:cubicBezTo>
                  <a:pt x="2111" y="611"/>
                  <a:pt x="2116" y="609"/>
                  <a:pt x="2122" y="609"/>
                </a:cubicBezTo>
                <a:cubicBezTo>
                  <a:pt x="2128" y="609"/>
                  <a:pt x="2133" y="611"/>
                  <a:pt x="2138" y="615"/>
                </a:cubicBezTo>
                <a:cubicBezTo>
                  <a:pt x="2142" y="620"/>
                  <a:pt x="2145" y="626"/>
                  <a:pt x="2145" y="632"/>
                </a:cubicBezTo>
                <a:cubicBezTo>
                  <a:pt x="2145" y="638"/>
                  <a:pt x="2142" y="643"/>
                  <a:pt x="2138" y="648"/>
                </a:cubicBezTo>
                <a:cubicBezTo>
                  <a:pt x="2133" y="652"/>
                  <a:pt x="2128" y="654"/>
                  <a:pt x="2122" y="654"/>
                </a:cubicBezTo>
                <a:cubicBezTo>
                  <a:pt x="2116" y="654"/>
                  <a:pt x="2111" y="652"/>
                  <a:pt x="2107" y="648"/>
                </a:cubicBezTo>
                <a:moveTo>
                  <a:pt x="2120" y="749"/>
                </a:moveTo>
                <a:lnTo>
                  <a:pt x="2099" y="842"/>
                </a:lnTo>
                <a:cubicBezTo>
                  <a:pt x="2096" y="857"/>
                  <a:pt x="2094" y="866"/>
                  <a:pt x="2094" y="868"/>
                </a:cubicBezTo>
                <a:cubicBezTo>
                  <a:pt x="2094" y="874"/>
                  <a:pt x="2095" y="877"/>
                  <a:pt x="2099" y="877"/>
                </a:cubicBezTo>
                <a:cubicBezTo>
                  <a:pt x="2101" y="877"/>
                  <a:pt x="2105" y="875"/>
                  <a:pt x="2111" y="870"/>
                </a:cubicBezTo>
                <a:cubicBezTo>
                  <a:pt x="2117" y="865"/>
                  <a:pt x="2123" y="860"/>
                  <a:pt x="2129" y="853"/>
                </a:cubicBezTo>
                <a:cubicBezTo>
                  <a:pt x="2135" y="853"/>
                  <a:pt x="2138" y="856"/>
                  <a:pt x="2140" y="861"/>
                </a:cubicBezTo>
                <a:cubicBezTo>
                  <a:pt x="2117" y="890"/>
                  <a:pt x="2095" y="905"/>
                  <a:pt x="2075" y="905"/>
                </a:cubicBezTo>
                <a:cubicBezTo>
                  <a:pt x="2062" y="905"/>
                  <a:pt x="2055" y="900"/>
                  <a:pt x="2055" y="889"/>
                </a:cubicBezTo>
                <a:cubicBezTo>
                  <a:pt x="2055" y="885"/>
                  <a:pt x="2058" y="870"/>
                  <a:pt x="2063" y="846"/>
                </a:cubicBezTo>
                <a:lnTo>
                  <a:pt x="2085" y="749"/>
                </a:lnTo>
                <a:cubicBezTo>
                  <a:pt x="2088" y="737"/>
                  <a:pt x="2090" y="729"/>
                  <a:pt x="2090" y="725"/>
                </a:cubicBezTo>
                <a:cubicBezTo>
                  <a:pt x="2090" y="719"/>
                  <a:pt x="2087" y="716"/>
                  <a:pt x="2082" y="715"/>
                </a:cubicBezTo>
                <a:lnTo>
                  <a:pt x="2063" y="714"/>
                </a:lnTo>
                <a:cubicBezTo>
                  <a:pt x="2059" y="709"/>
                  <a:pt x="2059" y="704"/>
                  <a:pt x="2062" y="701"/>
                </a:cubicBezTo>
                <a:cubicBezTo>
                  <a:pt x="2094" y="697"/>
                  <a:pt x="2114" y="694"/>
                  <a:pt x="2120" y="694"/>
                </a:cubicBezTo>
                <a:cubicBezTo>
                  <a:pt x="2127" y="694"/>
                  <a:pt x="2130" y="698"/>
                  <a:pt x="2130" y="704"/>
                </a:cubicBezTo>
                <a:cubicBezTo>
                  <a:pt x="2130" y="706"/>
                  <a:pt x="2130" y="709"/>
                  <a:pt x="2129" y="713"/>
                </a:cubicBezTo>
                <a:cubicBezTo>
                  <a:pt x="2128" y="716"/>
                  <a:pt x="2128" y="719"/>
                  <a:pt x="2127" y="723"/>
                </a:cubicBezTo>
                <a:cubicBezTo>
                  <a:pt x="2126" y="726"/>
                  <a:pt x="2125" y="730"/>
                  <a:pt x="2123" y="736"/>
                </a:cubicBezTo>
                <a:cubicBezTo>
                  <a:pt x="2122" y="741"/>
                  <a:pt x="2121" y="746"/>
                  <a:pt x="2120" y="749"/>
                </a:cubicBezTo>
                <a:moveTo>
                  <a:pt x="2211" y="820"/>
                </a:moveTo>
                <a:cubicBezTo>
                  <a:pt x="2211" y="843"/>
                  <a:pt x="2214" y="860"/>
                  <a:pt x="2221" y="871"/>
                </a:cubicBezTo>
                <a:cubicBezTo>
                  <a:pt x="2229" y="882"/>
                  <a:pt x="2236" y="887"/>
                  <a:pt x="2245" y="887"/>
                </a:cubicBezTo>
                <a:cubicBezTo>
                  <a:pt x="2266" y="887"/>
                  <a:pt x="2282" y="878"/>
                  <a:pt x="2295" y="859"/>
                </a:cubicBezTo>
                <a:cubicBezTo>
                  <a:pt x="2308" y="838"/>
                  <a:pt x="2315" y="810"/>
                  <a:pt x="2315" y="773"/>
                </a:cubicBezTo>
                <a:cubicBezTo>
                  <a:pt x="2315" y="754"/>
                  <a:pt x="2313" y="739"/>
                  <a:pt x="2308" y="729"/>
                </a:cubicBezTo>
                <a:cubicBezTo>
                  <a:pt x="2301" y="716"/>
                  <a:pt x="2291" y="709"/>
                  <a:pt x="2279" y="709"/>
                </a:cubicBezTo>
                <a:cubicBezTo>
                  <a:pt x="2264" y="709"/>
                  <a:pt x="2251" y="716"/>
                  <a:pt x="2240" y="729"/>
                </a:cubicBezTo>
                <a:cubicBezTo>
                  <a:pt x="2229" y="741"/>
                  <a:pt x="2221" y="756"/>
                  <a:pt x="2217" y="772"/>
                </a:cubicBezTo>
                <a:cubicBezTo>
                  <a:pt x="2213" y="788"/>
                  <a:pt x="2211" y="804"/>
                  <a:pt x="2211" y="820"/>
                </a:cubicBezTo>
                <a:moveTo>
                  <a:pt x="2172" y="824"/>
                </a:moveTo>
                <a:cubicBezTo>
                  <a:pt x="2172" y="809"/>
                  <a:pt x="2174" y="794"/>
                  <a:pt x="2179" y="780"/>
                </a:cubicBezTo>
                <a:cubicBezTo>
                  <a:pt x="2184" y="765"/>
                  <a:pt x="2191" y="750"/>
                  <a:pt x="2200" y="737"/>
                </a:cubicBezTo>
                <a:cubicBezTo>
                  <a:pt x="2209" y="724"/>
                  <a:pt x="2221" y="714"/>
                  <a:pt x="2236" y="705"/>
                </a:cubicBezTo>
                <a:cubicBezTo>
                  <a:pt x="2252" y="697"/>
                  <a:pt x="2269" y="693"/>
                  <a:pt x="2288" y="693"/>
                </a:cubicBezTo>
                <a:cubicBezTo>
                  <a:pt x="2332" y="693"/>
                  <a:pt x="2354" y="719"/>
                  <a:pt x="2354" y="770"/>
                </a:cubicBezTo>
                <a:cubicBezTo>
                  <a:pt x="2354" y="797"/>
                  <a:pt x="2347" y="822"/>
                  <a:pt x="2333" y="846"/>
                </a:cubicBezTo>
                <a:cubicBezTo>
                  <a:pt x="2319" y="869"/>
                  <a:pt x="2302" y="885"/>
                  <a:pt x="2281" y="896"/>
                </a:cubicBezTo>
                <a:cubicBezTo>
                  <a:pt x="2269" y="902"/>
                  <a:pt x="2255" y="905"/>
                  <a:pt x="2237" y="905"/>
                </a:cubicBezTo>
                <a:cubicBezTo>
                  <a:pt x="2223" y="905"/>
                  <a:pt x="2212" y="902"/>
                  <a:pt x="2202" y="897"/>
                </a:cubicBezTo>
                <a:cubicBezTo>
                  <a:pt x="2193" y="890"/>
                  <a:pt x="2186" y="883"/>
                  <a:pt x="2182" y="873"/>
                </a:cubicBezTo>
                <a:cubicBezTo>
                  <a:pt x="2178" y="864"/>
                  <a:pt x="2175" y="855"/>
                  <a:pt x="2174" y="848"/>
                </a:cubicBezTo>
                <a:cubicBezTo>
                  <a:pt x="2172" y="840"/>
                  <a:pt x="2172" y="832"/>
                  <a:pt x="2172" y="824"/>
                </a:cubicBezTo>
                <a:moveTo>
                  <a:pt x="2550" y="842"/>
                </a:moveTo>
                <a:cubicBezTo>
                  <a:pt x="2546" y="857"/>
                  <a:pt x="2544" y="866"/>
                  <a:pt x="2544" y="868"/>
                </a:cubicBezTo>
                <a:cubicBezTo>
                  <a:pt x="2544" y="874"/>
                  <a:pt x="2546" y="877"/>
                  <a:pt x="2549" y="877"/>
                </a:cubicBezTo>
                <a:cubicBezTo>
                  <a:pt x="2552" y="877"/>
                  <a:pt x="2556" y="875"/>
                  <a:pt x="2562" y="870"/>
                </a:cubicBezTo>
                <a:cubicBezTo>
                  <a:pt x="2568" y="865"/>
                  <a:pt x="2574" y="860"/>
                  <a:pt x="2580" y="853"/>
                </a:cubicBezTo>
                <a:cubicBezTo>
                  <a:pt x="2585" y="853"/>
                  <a:pt x="2589" y="856"/>
                  <a:pt x="2591" y="861"/>
                </a:cubicBezTo>
                <a:cubicBezTo>
                  <a:pt x="2568" y="890"/>
                  <a:pt x="2546" y="905"/>
                  <a:pt x="2524" y="905"/>
                </a:cubicBezTo>
                <a:cubicBezTo>
                  <a:pt x="2511" y="905"/>
                  <a:pt x="2504" y="900"/>
                  <a:pt x="2504" y="889"/>
                </a:cubicBezTo>
                <a:cubicBezTo>
                  <a:pt x="2504" y="882"/>
                  <a:pt x="2507" y="868"/>
                  <a:pt x="2512" y="846"/>
                </a:cubicBezTo>
                <a:lnTo>
                  <a:pt x="2531" y="770"/>
                </a:lnTo>
                <a:cubicBezTo>
                  <a:pt x="2535" y="753"/>
                  <a:pt x="2537" y="743"/>
                  <a:pt x="2536" y="739"/>
                </a:cubicBezTo>
                <a:cubicBezTo>
                  <a:pt x="2536" y="732"/>
                  <a:pt x="2535" y="727"/>
                  <a:pt x="2533" y="725"/>
                </a:cubicBezTo>
                <a:cubicBezTo>
                  <a:pt x="2530" y="723"/>
                  <a:pt x="2526" y="721"/>
                  <a:pt x="2520" y="721"/>
                </a:cubicBezTo>
                <a:cubicBezTo>
                  <a:pt x="2506" y="721"/>
                  <a:pt x="2481" y="744"/>
                  <a:pt x="2447" y="788"/>
                </a:cubicBezTo>
                <a:lnTo>
                  <a:pt x="2430" y="867"/>
                </a:lnTo>
                <a:cubicBezTo>
                  <a:pt x="2429" y="869"/>
                  <a:pt x="2428" y="872"/>
                  <a:pt x="2427" y="877"/>
                </a:cubicBezTo>
                <a:cubicBezTo>
                  <a:pt x="2426" y="882"/>
                  <a:pt x="2425" y="886"/>
                  <a:pt x="2425" y="888"/>
                </a:cubicBezTo>
                <a:cubicBezTo>
                  <a:pt x="2424" y="890"/>
                  <a:pt x="2423" y="893"/>
                  <a:pt x="2422" y="897"/>
                </a:cubicBezTo>
                <a:cubicBezTo>
                  <a:pt x="2420" y="900"/>
                  <a:pt x="2419" y="902"/>
                  <a:pt x="2416" y="903"/>
                </a:cubicBezTo>
                <a:cubicBezTo>
                  <a:pt x="2414" y="904"/>
                  <a:pt x="2411" y="905"/>
                  <a:pt x="2408" y="905"/>
                </a:cubicBezTo>
                <a:cubicBezTo>
                  <a:pt x="2394" y="905"/>
                  <a:pt x="2387" y="901"/>
                  <a:pt x="2387" y="892"/>
                </a:cubicBezTo>
                <a:cubicBezTo>
                  <a:pt x="2387" y="892"/>
                  <a:pt x="2389" y="883"/>
                  <a:pt x="2393" y="867"/>
                </a:cubicBezTo>
                <a:lnTo>
                  <a:pt x="2420" y="749"/>
                </a:lnTo>
                <a:cubicBezTo>
                  <a:pt x="2423" y="736"/>
                  <a:pt x="2424" y="728"/>
                  <a:pt x="2424" y="725"/>
                </a:cubicBezTo>
                <a:cubicBezTo>
                  <a:pt x="2424" y="719"/>
                  <a:pt x="2421" y="716"/>
                  <a:pt x="2416" y="715"/>
                </a:cubicBezTo>
                <a:lnTo>
                  <a:pt x="2397" y="714"/>
                </a:lnTo>
                <a:cubicBezTo>
                  <a:pt x="2393" y="709"/>
                  <a:pt x="2393" y="704"/>
                  <a:pt x="2397" y="701"/>
                </a:cubicBezTo>
                <a:cubicBezTo>
                  <a:pt x="2428" y="697"/>
                  <a:pt x="2448" y="694"/>
                  <a:pt x="2456" y="694"/>
                </a:cubicBezTo>
                <a:cubicBezTo>
                  <a:pt x="2462" y="694"/>
                  <a:pt x="2466" y="698"/>
                  <a:pt x="2466" y="704"/>
                </a:cubicBezTo>
                <a:cubicBezTo>
                  <a:pt x="2466" y="707"/>
                  <a:pt x="2465" y="710"/>
                  <a:pt x="2464" y="715"/>
                </a:cubicBezTo>
                <a:cubicBezTo>
                  <a:pt x="2463" y="719"/>
                  <a:pt x="2462" y="725"/>
                  <a:pt x="2460" y="732"/>
                </a:cubicBezTo>
                <a:cubicBezTo>
                  <a:pt x="2457" y="740"/>
                  <a:pt x="2456" y="746"/>
                  <a:pt x="2455" y="749"/>
                </a:cubicBezTo>
                <a:lnTo>
                  <a:pt x="2454" y="754"/>
                </a:lnTo>
                <a:lnTo>
                  <a:pt x="2455" y="754"/>
                </a:lnTo>
                <a:cubicBezTo>
                  <a:pt x="2475" y="730"/>
                  <a:pt x="2491" y="714"/>
                  <a:pt x="2504" y="705"/>
                </a:cubicBezTo>
                <a:cubicBezTo>
                  <a:pt x="2516" y="697"/>
                  <a:pt x="2529" y="693"/>
                  <a:pt x="2542" y="693"/>
                </a:cubicBezTo>
                <a:cubicBezTo>
                  <a:pt x="2563" y="693"/>
                  <a:pt x="2574" y="706"/>
                  <a:pt x="2574" y="731"/>
                </a:cubicBezTo>
                <a:cubicBezTo>
                  <a:pt x="2574" y="737"/>
                  <a:pt x="2571" y="749"/>
                  <a:pt x="2567" y="767"/>
                </a:cubicBezTo>
                <a:lnTo>
                  <a:pt x="2550" y="84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4246560" y="2353320"/>
            <a:ext cx="917640" cy="158760"/>
          </a:xfrm>
          <a:custGeom>
            <a:avLst/>
            <a:gdLst/>
            <a:ahLst/>
            <a:rect l="0" t="0" r="r" b="b"/>
            <a:pathLst>
              <a:path w="2549" h="441">
                <a:moveTo>
                  <a:pt x="182" y="92"/>
                </a:moveTo>
                <a:cubicBezTo>
                  <a:pt x="179" y="94"/>
                  <a:pt x="174" y="95"/>
                  <a:pt x="166" y="95"/>
                </a:cubicBezTo>
                <a:cubicBezTo>
                  <a:pt x="165" y="90"/>
                  <a:pt x="163" y="86"/>
                  <a:pt x="161" y="82"/>
                </a:cubicBezTo>
                <a:cubicBezTo>
                  <a:pt x="160" y="78"/>
                  <a:pt x="159" y="74"/>
                  <a:pt x="157" y="70"/>
                </a:cubicBezTo>
                <a:cubicBezTo>
                  <a:pt x="154" y="66"/>
                  <a:pt x="152" y="62"/>
                  <a:pt x="149" y="59"/>
                </a:cubicBezTo>
                <a:cubicBezTo>
                  <a:pt x="147" y="55"/>
                  <a:pt x="144" y="52"/>
                  <a:pt x="140" y="49"/>
                </a:cubicBezTo>
                <a:cubicBezTo>
                  <a:pt x="137" y="46"/>
                  <a:pt x="133" y="44"/>
                  <a:pt x="129" y="41"/>
                </a:cubicBezTo>
                <a:cubicBezTo>
                  <a:pt x="125" y="39"/>
                  <a:pt x="120" y="38"/>
                  <a:pt x="114" y="37"/>
                </a:cubicBezTo>
                <a:cubicBezTo>
                  <a:pt x="109" y="36"/>
                  <a:pt x="103" y="35"/>
                  <a:pt x="96" y="35"/>
                </a:cubicBezTo>
                <a:cubicBezTo>
                  <a:pt x="83" y="35"/>
                  <a:pt x="71" y="41"/>
                  <a:pt x="60" y="52"/>
                </a:cubicBezTo>
                <a:cubicBezTo>
                  <a:pt x="50" y="62"/>
                  <a:pt x="45" y="74"/>
                  <a:pt x="45" y="88"/>
                </a:cubicBezTo>
                <a:cubicBezTo>
                  <a:pt x="45" y="95"/>
                  <a:pt x="47" y="102"/>
                  <a:pt x="50" y="109"/>
                </a:cubicBezTo>
                <a:cubicBezTo>
                  <a:pt x="54" y="115"/>
                  <a:pt x="58" y="121"/>
                  <a:pt x="62" y="125"/>
                </a:cubicBezTo>
                <a:cubicBezTo>
                  <a:pt x="67" y="129"/>
                  <a:pt x="73" y="134"/>
                  <a:pt x="80" y="138"/>
                </a:cubicBezTo>
                <a:cubicBezTo>
                  <a:pt x="88" y="142"/>
                  <a:pt x="94" y="145"/>
                  <a:pt x="99" y="147"/>
                </a:cubicBezTo>
                <a:cubicBezTo>
                  <a:pt x="104" y="149"/>
                  <a:pt x="111" y="152"/>
                  <a:pt x="118" y="155"/>
                </a:cubicBezTo>
                <a:cubicBezTo>
                  <a:pt x="125" y="158"/>
                  <a:pt x="130" y="160"/>
                  <a:pt x="132" y="160"/>
                </a:cubicBezTo>
                <a:cubicBezTo>
                  <a:pt x="141" y="164"/>
                  <a:pt x="149" y="169"/>
                  <a:pt x="157" y="173"/>
                </a:cubicBezTo>
                <a:cubicBezTo>
                  <a:pt x="164" y="178"/>
                  <a:pt x="171" y="183"/>
                  <a:pt x="177" y="190"/>
                </a:cubicBezTo>
                <a:cubicBezTo>
                  <a:pt x="183" y="196"/>
                  <a:pt x="188" y="204"/>
                  <a:pt x="191" y="213"/>
                </a:cubicBezTo>
                <a:cubicBezTo>
                  <a:pt x="195" y="222"/>
                  <a:pt x="196" y="232"/>
                  <a:pt x="196" y="242"/>
                </a:cubicBezTo>
                <a:cubicBezTo>
                  <a:pt x="196" y="257"/>
                  <a:pt x="192" y="272"/>
                  <a:pt x="184" y="286"/>
                </a:cubicBezTo>
                <a:cubicBezTo>
                  <a:pt x="176" y="299"/>
                  <a:pt x="166" y="310"/>
                  <a:pt x="152" y="318"/>
                </a:cubicBezTo>
                <a:cubicBezTo>
                  <a:pt x="136" y="329"/>
                  <a:pt x="116" y="334"/>
                  <a:pt x="94" y="334"/>
                </a:cubicBezTo>
                <a:cubicBezTo>
                  <a:pt x="79" y="334"/>
                  <a:pt x="64" y="332"/>
                  <a:pt x="47" y="329"/>
                </a:cubicBezTo>
                <a:cubicBezTo>
                  <a:pt x="31" y="325"/>
                  <a:pt x="18" y="323"/>
                  <a:pt x="9" y="323"/>
                </a:cubicBezTo>
                <a:cubicBezTo>
                  <a:pt x="5" y="303"/>
                  <a:pt x="2" y="279"/>
                  <a:pt x="0" y="251"/>
                </a:cubicBezTo>
                <a:cubicBezTo>
                  <a:pt x="5" y="249"/>
                  <a:pt x="10" y="249"/>
                  <a:pt x="16" y="250"/>
                </a:cubicBezTo>
                <a:cubicBezTo>
                  <a:pt x="25" y="295"/>
                  <a:pt x="53" y="317"/>
                  <a:pt x="98" y="317"/>
                </a:cubicBezTo>
                <a:cubicBezTo>
                  <a:pt x="117" y="317"/>
                  <a:pt x="132" y="312"/>
                  <a:pt x="142" y="302"/>
                </a:cubicBezTo>
                <a:cubicBezTo>
                  <a:pt x="152" y="293"/>
                  <a:pt x="157" y="278"/>
                  <a:pt x="157" y="259"/>
                </a:cubicBezTo>
                <a:cubicBezTo>
                  <a:pt x="157" y="250"/>
                  <a:pt x="156" y="243"/>
                  <a:pt x="153" y="236"/>
                </a:cubicBezTo>
                <a:cubicBezTo>
                  <a:pt x="150" y="228"/>
                  <a:pt x="147" y="223"/>
                  <a:pt x="144" y="218"/>
                </a:cubicBezTo>
                <a:cubicBezTo>
                  <a:pt x="140" y="214"/>
                  <a:pt x="135" y="210"/>
                  <a:pt x="129" y="206"/>
                </a:cubicBezTo>
                <a:cubicBezTo>
                  <a:pt x="123" y="202"/>
                  <a:pt x="117" y="199"/>
                  <a:pt x="113" y="197"/>
                </a:cubicBezTo>
                <a:cubicBezTo>
                  <a:pt x="109" y="195"/>
                  <a:pt x="103" y="193"/>
                  <a:pt x="95" y="190"/>
                </a:cubicBezTo>
                <a:cubicBezTo>
                  <a:pt x="87" y="186"/>
                  <a:pt x="82" y="184"/>
                  <a:pt x="79" y="183"/>
                </a:cubicBezTo>
                <a:cubicBezTo>
                  <a:pt x="66" y="177"/>
                  <a:pt x="54" y="171"/>
                  <a:pt x="45" y="165"/>
                </a:cubicBezTo>
                <a:cubicBezTo>
                  <a:pt x="36" y="158"/>
                  <a:pt x="28" y="149"/>
                  <a:pt x="21" y="138"/>
                </a:cubicBezTo>
                <a:cubicBezTo>
                  <a:pt x="15" y="127"/>
                  <a:pt x="11" y="114"/>
                  <a:pt x="11" y="101"/>
                </a:cubicBezTo>
                <a:cubicBezTo>
                  <a:pt x="11" y="76"/>
                  <a:pt x="20" y="57"/>
                  <a:pt x="38" y="41"/>
                </a:cubicBezTo>
                <a:cubicBezTo>
                  <a:pt x="55" y="26"/>
                  <a:pt x="76" y="19"/>
                  <a:pt x="101" y="19"/>
                </a:cubicBezTo>
                <a:cubicBezTo>
                  <a:pt x="119" y="19"/>
                  <a:pt x="134" y="21"/>
                  <a:pt x="147" y="25"/>
                </a:cubicBezTo>
                <a:cubicBezTo>
                  <a:pt x="160" y="29"/>
                  <a:pt x="169" y="31"/>
                  <a:pt x="173" y="32"/>
                </a:cubicBezTo>
                <a:cubicBezTo>
                  <a:pt x="178" y="53"/>
                  <a:pt x="180" y="74"/>
                  <a:pt x="182" y="92"/>
                </a:cubicBezTo>
                <a:moveTo>
                  <a:pt x="258" y="47"/>
                </a:moveTo>
                <a:cubicBezTo>
                  <a:pt x="258" y="41"/>
                  <a:pt x="261" y="36"/>
                  <a:pt x="266" y="32"/>
                </a:cubicBezTo>
                <a:cubicBezTo>
                  <a:pt x="271" y="27"/>
                  <a:pt x="277" y="24"/>
                  <a:pt x="283" y="24"/>
                </a:cubicBezTo>
                <a:cubicBezTo>
                  <a:pt x="289" y="24"/>
                  <a:pt x="294" y="27"/>
                  <a:pt x="299" y="32"/>
                </a:cubicBezTo>
                <a:cubicBezTo>
                  <a:pt x="303" y="37"/>
                  <a:pt x="305" y="43"/>
                  <a:pt x="305" y="49"/>
                </a:cubicBezTo>
                <a:cubicBezTo>
                  <a:pt x="305" y="54"/>
                  <a:pt x="303" y="59"/>
                  <a:pt x="298" y="64"/>
                </a:cubicBezTo>
                <a:cubicBezTo>
                  <a:pt x="293" y="69"/>
                  <a:pt x="287" y="71"/>
                  <a:pt x="281" y="71"/>
                </a:cubicBezTo>
                <a:cubicBezTo>
                  <a:pt x="275" y="71"/>
                  <a:pt x="270" y="69"/>
                  <a:pt x="265" y="63"/>
                </a:cubicBezTo>
                <a:cubicBezTo>
                  <a:pt x="260" y="58"/>
                  <a:pt x="258" y="53"/>
                  <a:pt x="258" y="47"/>
                </a:cubicBezTo>
                <a:moveTo>
                  <a:pt x="301" y="272"/>
                </a:moveTo>
                <a:cubicBezTo>
                  <a:pt x="301" y="291"/>
                  <a:pt x="303" y="302"/>
                  <a:pt x="307" y="307"/>
                </a:cubicBezTo>
                <a:cubicBezTo>
                  <a:pt x="311" y="311"/>
                  <a:pt x="320" y="314"/>
                  <a:pt x="335" y="315"/>
                </a:cubicBezTo>
                <a:cubicBezTo>
                  <a:pt x="337" y="316"/>
                  <a:pt x="337" y="319"/>
                  <a:pt x="337" y="323"/>
                </a:cubicBezTo>
                <a:cubicBezTo>
                  <a:pt x="337" y="326"/>
                  <a:pt x="337" y="329"/>
                  <a:pt x="335" y="331"/>
                </a:cubicBezTo>
                <a:cubicBezTo>
                  <a:pt x="308" y="330"/>
                  <a:pt x="290" y="329"/>
                  <a:pt x="283" y="329"/>
                </a:cubicBezTo>
                <a:cubicBezTo>
                  <a:pt x="274" y="329"/>
                  <a:pt x="257" y="330"/>
                  <a:pt x="230" y="331"/>
                </a:cubicBezTo>
                <a:cubicBezTo>
                  <a:pt x="229" y="329"/>
                  <a:pt x="228" y="326"/>
                  <a:pt x="228" y="323"/>
                </a:cubicBezTo>
                <a:cubicBezTo>
                  <a:pt x="228" y="319"/>
                  <a:pt x="229" y="316"/>
                  <a:pt x="230" y="315"/>
                </a:cubicBezTo>
                <a:cubicBezTo>
                  <a:pt x="245" y="313"/>
                  <a:pt x="255" y="311"/>
                  <a:pt x="258" y="307"/>
                </a:cubicBezTo>
                <a:cubicBezTo>
                  <a:pt x="262" y="302"/>
                  <a:pt x="264" y="291"/>
                  <a:pt x="264" y="272"/>
                </a:cubicBezTo>
                <a:lnTo>
                  <a:pt x="264" y="180"/>
                </a:lnTo>
                <a:cubicBezTo>
                  <a:pt x="264" y="167"/>
                  <a:pt x="262" y="159"/>
                  <a:pt x="258" y="155"/>
                </a:cubicBezTo>
                <a:cubicBezTo>
                  <a:pt x="255" y="152"/>
                  <a:pt x="247" y="149"/>
                  <a:pt x="234" y="148"/>
                </a:cubicBezTo>
                <a:cubicBezTo>
                  <a:pt x="232" y="143"/>
                  <a:pt x="231" y="138"/>
                  <a:pt x="232" y="134"/>
                </a:cubicBezTo>
                <a:cubicBezTo>
                  <a:pt x="261" y="131"/>
                  <a:pt x="283" y="126"/>
                  <a:pt x="297" y="121"/>
                </a:cubicBezTo>
                <a:cubicBezTo>
                  <a:pt x="301" y="121"/>
                  <a:pt x="303" y="122"/>
                  <a:pt x="303" y="124"/>
                </a:cubicBezTo>
                <a:lnTo>
                  <a:pt x="303" y="128"/>
                </a:lnTo>
                <a:cubicBezTo>
                  <a:pt x="303" y="129"/>
                  <a:pt x="303" y="132"/>
                  <a:pt x="302" y="136"/>
                </a:cubicBezTo>
                <a:cubicBezTo>
                  <a:pt x="302" y="140"/>
                  <a:pt x="302" y="145"/>
                  <a:pt x="302" y="149"/>
                </a:cubicBezTo>
                <a:cubicBezTo>
                  <a:pt x="302" y="153"/>
                  <a:pt x="301" y="158"/>
                  <a:pt x="301" y="163"/>
                </a:cubicBezTo>
                <a:lnTo>
                  <a:pt x="301" y="178"/>
                </a:lnTo>
                <a:lnTo>
                  <a:pt x="301" y="272"/>
                </a:lnTo>
                <a:moveTo>
                  <a:pt x="431" y="160"/>
                </a:moveTo>
                <a:cubicBezTo>
                  <a:pt x="453" y="135"/>
                  <a:pt x="479" y="122"/>
                  <a:pt x="508" y="122"/>
                </a:cubicBezTo>
                <a:cubicBezTo>
                  <a:pt x="526" y="122"/>
                  <a:pt x="539" y="128"/>
                  <a:pt x="547" y="138"/>
                </a:cubicBezTo>
                <a:cubicBezTo>
                  <a:pt x="555" y="150"/>
                  <a:pt x="559" y="171"/>
                  <a:pt x="559" y="201"/>
                </a:cubicBezTo>
                <a:lnTo>
                  <a:pt x="559" y="272"/>
                </a:lnTo>
                <a:cubicBezTo>
                  <a:pt x="559" y="290"/>
                  <a:pt x="561" y="302"/>
                  <a:pt x="565" y="306"/>
                </a:cubicBezTo>
                <a:cubicBezTo>
                  <a:pt x="568" y="311"/>
                  <a:pt x="577" y="313"/>
                  <a:pt x="591" y="315"/>
                </a:cubicBezTo>
                <a:cubicBezTo>
                  <a:pt x="592" y="316"/>
                  <a:pt x="593" y="319"/>
                  <a:pt x="593" y="323"/>
                </a:cubicBezTo>
                <a:cubicBezTo>
                  <a:pt x="593" y="326"/>
                  <a:pt x="592" y="329"/>
                  <a:pt x="591" y="331"/>
                </a:cubicBezTo>
                <a:cubicBezTo>
                  <a:pt x="564" y="330"/>
                  <a:pt x="547" y="329"/>
                  <a:pt x="541" y="329"/>
                </a:cubicBezTo>
                <a:cubicBezTo>
                  <a:pt x="535" y="329"/>
                  <a:pt x="519" y="330"/>
                  <a:pt x="493" y="331"/>
                </a:cubicBezTo>
                <a:cubicBezTo>
                  <a:pt x="492" y="329"/>
                  <a:pt x="491" y="326"/>
                  <a:pt x="491" y="323"/>
                </a:cubicBezTo>
                <a:cubicBezTo>
                  <a:pt x="491" y="319"/>
                  <a:pt x="492" y="316"/>
                  <a:pt x="493" y="315"/>
                </a:cubicBezTo>
                <a:cubicBezTo>
                  <a:pt x="506" y="313"/>
                  <a:pt x="514" y="311"/>
                  <a:pt x="517" y="306"/>
                </a:cubicBezTo>
                <a:cubicBezTo>
                  <a:pt x="520" y="302"/>
                  <a:pt x="522" y="290"/>
                  <a:pt x="522" y="272"/>
                </a:cubicBezTo>
                <a:lnTo>
                  <a:pt x="522" y="200"/>
                </a:lnTo>
                <a:cubicBezTo>
                  <a:pt x="522" y="183"/>
                  <a:pt x="520" y="171"/>
                  <a:pt x="516" y="164"/>
                </a:cubicBezTo>
                <a:cubicBezTo>
                  <a:pt x="510" y="153"/>
                  <a:pt x="502" y="147"/>
                  <a:pt x="491" y="147"/>
                </a:cubicBezTo>
                <a:cubicBezTo>
                  <a:pt x="472" y="147"/>
                  <a:pt x="453" y="156"/>
                  <a:pt x="434" y="174"/>
                </a:cubicBezTo>
                <a:cubicBezTo>
                  <a:pt x="428" y="180"/>
                  <a:pt x="426" y="187"/>
                  <a:pt x="426" y="195"/>
                </a:cubicBezTo>
                <a:lnTo>
                  <a:pt x="426" y="272"/>
                </a:lnTo>
                <a:cubicBezTo>
                  <a:pt x="426" y="290"/>
                  <a:pt x="427" y="302"/>
                  <a:pt x="431" y="306"/>
                </a:cubicBezTo>
                <a:cubicBezTo>
                  <a:pt x="434" y="311"/>
                  <a:pt x="442" y="313"/>
                  <a:pt x="454" y="315"/>
                </a:cubicBezTo>
                <a:cubicBezTo>
                  <a:pt x="456" y="316"/>
                  <a:pt x="456" y="319"/>
                  <a:pt x="456" y="323"/>
                </a:cubicBezTo>
                <a:cubicBezTo>
                  <a:pt x="457" y="326"/>
                  <a:pt x="456" y="329"/>
                  <a:pt x="454" y="331"/>
                </a:cubicBezTo>
                <a:cubicBezTo>
                  <a:pt x="428" y="330"/>
                  <a:pt x="412" y="329"/>
                  <a:pt x="408" y="329"/>
                </a:cubicBezTo>
                <a:cubicBezTo>
                  <a:pt x="399" y="329"/>
                  <a:pt x="382" y="330"/>
                  <a:pt x="356" y="331"/>
                </a:cubicBezTo>
                <a:cubicBezTo>
                  <a:pt x="355" y="329"/>
                  <a:pt x="354" y="326"/>
                  <a:pt x="354" y="323"/>
                </a:cubicBezTo>
                <a:cubicBezTo>
                  <a:pt x="354" y="319"/>
                  <a:pt x="355" y="316"/>
                  <a:pt x="356" y="315"/>
                </a:cubicBezTo>
                <a:cubicBezTo>
                  <a:pt x="370" y="313"/>
                  <a:pt x="380" y="311"/>
                  <a:pt x="383" y="307"/>
                </a:cubicBezTo>
                <a:cubicBezTo>
                  <a:pt x="387" y="302"/>
                  <a:pt x="389" y="291"/>
                  <a:pt x="389" y="272"/>
                </a:cubicBezTo>
                <a:lnTo>
                  <a:pt x="389" y="180"/>
                </a:lnTo>
                <a:cubicBezTo>
                  <a:pt x="389" y="167"/>
                  <a:pt x="387" y="159"/>
                  <a:pt x="383" y="155"/>
                </a:cubicBezTo>
                <a:cubicBezTo>
                  <a:pt x="380" y="152"/>
                  <a:pt x="371" y="149"/>
                  <a:pt x="358" y="148"/>
                </a:cubicBezTo>
                <a:cubicBezTo>
                  <a:pt x="356" y="143"/>
                  <a:pt x="356" y="138"/>
                  <a:pt x="357" y="134"/>
                </a:cubicBezTo>
                <a:cubicBezTo>
                  <a:pt x="382" y="131"/>
                  <a:pt x="401" y="127"/>
                  <a:pt x="416" y="121"/>
                </a:cubicBezTo>
                <a:cubicBezTo>
                  <a:pt x="419" y="121"/>
                  <a:pt x="421" y="122"/>
                  <a:pt x="422" y="125"/>
                </a:cubicBezTo>
                <a:cubicBezTo>
                  <a:pt x="424" y="130"/>
                  <a:pt x="426" y="142"/>
                  <a:pt x="426" y="160"/>
                </a:cubicBezTo>
                <a:cubicBezTo>
                  <a:pt x="426" y="164"/>
                  <a:pt x="428" y="164"/>
                  <a:pt x="431" y="160"/>
                </a:cubicBezTo>
                <a:moveTo>
                  <a:pt x="749" y="198"/>
                </a:moveTo>
                <a:cubicBezTo>
                  <a:pt x="749" y="178"/>
                  <a:pt x="745" y="164"/>
                  <a:pt x="737" y="153"/>
                </a:cubicBezTo>
                <a:cubicBezTo>
                  <a:pt x="730" y="142"/>
                  <a:pt x="719" y="137"/>
                  <a:pt x="704" y="137"/>
                </a:cubicBezTo>
                <a:cubicBezTo>
                  <a:pt x="678" y="137"/>
                  <a:pt x="666" y="154"/>
                  <a:pt x="666" y="187"/>
                </a:cubicBezTo>
                <a:cubicBezTo>
                  <a:pt x="666" y="196"/>
                  <a:pt x="666" y="203"/>
                  <a:pt x="667" y="210"/>
                </a:cubicBezTo>
                <a:cubicBezTo>
                  <a:pt x="668" y="216"/>
                  <a:pt x="670" y="223"/>
                  <a:pt x="673" y="230"/>
                </a:cubicBezTo>
                <a:cubicBezTo>
                  <a:pt x="676" y="237"/>
                  <a:pt x="681" y="242"/>
                  <a:pt x="687" y="245"/>
                </a:cubicBezTo>
                <a:cubicBezTo>
                  <a:pt x="693" y="249"/>
                  <a:pt x="700" y="250"/>
                  <a:pt x="710" y="250"/>
                </a:cubicBezTo>
                <a:cubicBezTo>
                  <a:pt x="736" y="250"/>
                  <a:pt x="749" y="233"/>
                  <a:pt x="749" y="198"/>
                </a:cubicBezTo>
                <a:moveTo>
                  <a:pt x="661" y="334"/>
                </a:moveTo>
                <a:cubicBezTo>
                  <a:pt x="651" y="346"/>
                  <a:pt x="647" y="360"/>
                  <a:pt x="647" y="378"/>
                </a:cubicBezTo>
                <a:cubicBezTo>
                  <a:pt x="647" y="393"/>
                  <a:pt x="653" y="404"/>
                  <a:pt x="666" y="412"/>
                </a:cubicBezTo>
                <a:cubicBezTo>
                  <a:pt x="679" y="420"/>
                  <a:pt x="692" y="424"/>
                  <a:pt x="703" y="424"/>
                </a:cubicBezTo>
                <a:cubicBezTo>
                  <a:pt x="718" y="424"/>
                  <a:pt x="732" y="422"/>
                  <a:pt x="746" y="418"/>
                </a:cubicBezTo>
                <a:cubicBezTo>
                  <a:pt x="760" y="414"/>
                  <a:pt x="771" y="408"/>
                  <a:pt x="781" y="400"/>
                </a:cubicBezTo>
                <a:cubicBezTo>
                  <a:pt x="791" y="392"/>
                  <a:pt x="796" y="383"/>
                  <a:pt x="796" y="372"/>
                </a:cubicBezTo>
                <a:cubicBezTo>
                  <a:pt x="796" y="366"/>
                  <a:pt x="794" y="361"/>
                  <a:pt x="790" y="357"/>
                </a:cubicBezTo>
                <a:cubicBezTo>
                  <a:pt x="787" y="353"/>
                  <a:pt x="781" y="348"/>
                  <a:pt x="772" y="343"/>
                </a:cubicBezTo>
                <a:cubicBezTo>
                  <a:pt x="762" y="337"/>
                  <a:pt x="743" y="335"/>
                  <a:pt x="714" y="335"/>
                </a:cubicBezTo>
                <a:cubicBezTo>
                  <a:pt x="713" y="335"/>
                  <a:pt x="708" y="335"/>
                  <a:pt x="700" y="335"/>
                </a:cubicBezTo>
                <a:cubicBezTo>
                  <a:pt x="692" y="336"/>
                  <a:pt x="686" y="337"/>
                  <a:pt x="680" y="337"/>
                </a:cubicBezTo>
                <a:cubicBezTo>
                  <a:pt x="673" y="336"/>
                  <a:pt x="667" y="335"/>
                  <a:pt x="661" y="334"/>
                </a:cubicBezTo>
                <a:moveTo>
                  <a:pt x="808" y="147"/>
                </a:moveTo>
                <a:cubicBezTo>
                  <a:pt x="802" y="147"/>
                  <a:pt x="798" y="144"/>
                  <a:pt x="795" y="138"/>
                </a:cubicBezTo>
                <a:cubicBezTo>
                  <a:pt x="793" y="134"/>
                  <a:pt x="790" y="133"/>
                  <a:pt x="786" y="133"/>
                </a:cubicBezTo>
                <a:cubicBezTo>
                  <a:pt x="783" y="133"/>
                  <a:pt x="779" y="134"/>
                  <a:pt x="775" y="136"/>
                </a:cubicBezTo>
                <a:cubicBezTo>
                  <a:pt x="771" y="139"/>
                  <a:pt x="768" y="141"/>
                  <a:pt x="767" y="144"/>
                </a:cubicBezTo>
                <a:cubicBezTo>
                  <a:pt x="780" y="158"/>
                  <a:pt x="787" y="174"/>
                  <a:pt x="787" y="193"/>
                </a:cubicBezTo>
                <a:cubicBezTo>
                  <a:pt x="787" y="215"/>
                  <a:pt x="779" y="232"/>
                  <a:pt x="764" y="245"/>
                </a:cubicBezTo>
                <a:cubicBezTo>
                  <a:pt x="748" y="259"/>
                  <a:pt x="730" y="265"/>
                  <a:pt x="707" y="265"/>
                </a:cubicBezTo>
                <a:cubicBezTo>
                  <a:pt x="690" y="265"/>
                  <a:pt x="676" y="262"/>
                  <a:pt x="665" y="255"/>
                </a:cubicBezTo>
                <a:cubicBezTo>
                  <a:pt x="659" y="263"/>
                  <a:pt x="656" y="272"/>
                  <a:pt x="656" y="283"/>
                </a:cubicBezTo>
                <a:cubicBezTo>
                  <a:pt x="656" y="292"/>
                  <a:pt x="659" y="299"/>
                  <a:pt x="665" y="303"/>
                </a:cubicBezTo>
                <a:cubicBezTo>
                  <a:pt x="671" y="308"/>
                  <a:pt x="678" y="310"/>
                  <a:pt x="686" y="310"/>
                </a:cubicBezTo>
                <a:lnTo>
                  <a:pt x="700" y="308"/>
                </a:lnTo>
                <a:cubicBezTo>
                  <a:pt x="713" y="307"/>
                  <a:pt x="723" y="306"/>
                  <a:pt x="732" y="306"/>
                </a:cubicBezTo>
                <a:cubicBezTo>
                  <a:pt x="765" y="306"/>
                  <a:pt x="788" y="311"/>
                  <a:pt x="801" y="322"/>
                </a:cubicBezTo>
                <a:cubicBezTo>
                  <a:pt x="814" y="333"/>
                  <a:pt x="821" y="346"/>
                  <a:pt x="821" y="360"/>
                </a:cubicBezTo>
                <a:cubicBezTo>
                  <a:pt x="821" y="376"/>
                  <a:pt x="815" y="391"/>
                  <a:pt x="801" y="403"/>
                </a:cubicBezTo>
                <a:cubicBezTo>
                  <a:pt x="788" y="416"/>
                  <a:pt x="771" y="426"/>
                  <a:pt x="752" y="432"/>
                </a:cubicBezTo>
                <a:cubicBezTo>
                  <a:pt x="732" y="438"/>
                  <a:pt x="711" y="441"/>
                  <a:pt x="689" y="441"/>
                </a:cubicBezTo>
                <a:cubicBezTo>
                  <a:pt x="668" y="441"/>
                  <a:pt x="650" y="437"/>
                  <a:pt x="636" y="429"/>
                </a:cubicBezTo>
                <a:cubicBezTo>
                  <a:pt x="621" y="420"/>
                  <a:pt x="614" y="407"/>
                  <a:pt x="614" y="388"/>
                </a:cubicBezTo>
                <a:cubicBezTo>
                  <a:pt x="614" y="365"/>
                  <a:pt x="627" y="346"/>
                  <a:pt x="652" y="331"/>
                </a:cubicBezTo>
                <a:cubicBezTo>
                  <a:pt x="638" y="324"/>
                  <a:pt x="631" y="312"/>
                  <a:pt x="631" y="294"/>
                </a:cubicBezTo>
                <a:cubicBezTo>
                  <a:pt x="631" y="286"/>
                  <a:pt x="633" y="277"/>
                  <a:pt x="636" y="268"/>
                </a:cubicBezTo>
                <a:cubicBezTo>
                  <a:pt x="640" y="259"/>
                  <a:pt x="646" y="252"/>
                  <a:pt x="652" y="247"/>
                </a:cubicBezTo>
                <a:cubicBezTo>
                  <a:pt x="635" y="231"/>
                  <a:pt x="627" y="214"/>
                  <a:pt x="627" y="194"/>
                </a:cubicBezTo>
                <a:cubicBezTo>
                  <a:pt x="627" y="173"/>
                  <a:pt x="635" y="156"/>
                  <a:pt x="651" y="142"/>
                </a:cubicBezTo>
                <a:cubicBezTo>
                  <a:pt x="667" y="129"/>
                  <a:pt x="686" y="122"/>
                  <a:pt x="708" y="122"/>
                </a:cubicBezTo>
                <a:cubicBezTo>
                  <a:pt x="727" y="122"/>
                  <a:pt x="744" y="127"/>
                  <a:pt x="757" y="135"/>
                </a:cubicBezTo>
                <a:cubicBezTo>
                  <a:pt x="762" y="128"/>
                  <a:pt x="770" y="122"/>
                  <a:pt x="779" y="118"/>
                </a:cubicBezTo>
                <a:cubicBezTo>
                  <a:pt x="789" y="113"/>
                  <a:pt x="797" y="111"/>
                  <a:pt x="804" y="111"/>
                </a:cubicBezTo>
                <a:cubicBezTo>
                  <a:pt x="810" y="111"/>
                  <a:pt x="815" y="113"/>
                  <a:pt x="820" y="116"/>
                </a:cubicBezTo>
                <a:cubicBezTo>
                  <a:pt x="824" y="119"/>
                  <a:pt x="826" y="124"/>
                  <a:pt x="826" y="129"/>
                </a:cubicBezTo>
                <a:cubicBezTo>
                  <a:pt x="826" y="134"/>
                  <a:pt x="824" y="138"/>
                  <a:pt x="820" y="142"/>
                </a:cubicBezTo>
                <a:cubicBezTo>
                  <a:pt x="817" y="145"/>
                  <a:pt x="812" y="147"/>
                  <a:pt x="808" y="147"/>
                </a:cubicBezTo>
                <a:moveTo>
                  <a:pt x="879" y="272"/>
                </a:moveTo>
                <a:lnTo>
                  <a:pt x="879" y="66"/>
                </a:lnTo>
                <a:cubicBezTo>
                  <a:pt x="879" y="56"/>
                  <a:pt x="879" y="48"/>
                  <a:pt x="879" y="43"/>
                </a:cubicBezTo>
                <a:cubicBezTo>
                  <a:pt x="878" y="38"/>
                  <a:pt x="876" y="34"/>
                  <a:pt x="873" y="32"/>
                </a:cubicBezTo>
                <a:cubicBezTo>
                  <a:pt x="869" y="30"/>
                  <a:pt x="867" y="28"/>
                  <a:pt x="865" y="28"/>
                </a:cubicBezTo>
                <a:cubicBezTo>
                  <a:pt x="863" y="28"/>
                  <a:pt x="858" y="28"/>
                  <a:pt x="849" y="27"/>
                </a:cubicBezTo>
                <a:cubicBezTo>
                  <a:pt x="846" y="23"/>
                  <a:pt x="845" y="19"/>
                  <a:pt x="846" y="13"/>
                </a:cubicBezTo>
                <a:cubicBezTo>
                  <a:pt x="874" y="11"/>
                  <a:pt x="896" y="6"/>
                  <a:pt x="912" y="0"/>
                </a:cubicBezTo>
                <a:cubicBezTo>
                  <a:pt x="916" y="0"/>
                  <a:pt x="919" y="1"/>
                  <a:pt x="919" y="5"/>
                </a:cubicBezTo>
                <a:cubicBezTo>
                  <a:pt x="917" y="17"/>
                  <a:pt x="917" y="34"/>
                  <a:pt x="917" y="54"/>
                </a:cubicBezTo>
                <a:lnTo>
                  <a:pt x="917" y="272"/>
                </a:lnTo>
                <a:cubicBezTo>
                  <a:pt x="917" y="291"/>
                  <a:pt x="919" y="302"/>
                  <a:pt x="922" y="307"/>
                </a:cubicBezTo>
                <a:cubicBezTo>
                  <a:pt x="926" y="311"/>
                  <a:pt x="936" y="314"/>
                  <a:pt x="950" y="315"/>
                </a:cubicBezTo>
                <a:cubicBezTo>
                  <a:pt x="952" y="316"/>
                  <a:pt x="952" y="319"/>
                  <a:pt x="952" y="323"/>
                </a:cubicBezTo>
                <a:cubicBezTo>
                  <a:pt x="952" y="326"/>
                  <a:pt x="952" y="329"/>
                  <a:pt x="950" y="331"/>
                </a:cubicBezTo>
                <a:cubicBezTo>
                  <a:pt x="923" y="330"/>
                  <a:pt x="906" y="329"/>
                  <a:pt x="898" y="329"/>
                </a:cubicBezTo>
                <a:cubicBezTo>
                  <a:pt x="889" y="329"/>
                  <a:pt x="872" y="330"/>
                  <a:pt x="846" y="331"/>
                </a:cubicBezTo>
                <a:cubicBezTo>
                  <a:pt x="844" y="329"/>
                  <a:pt x="843" y="326"/>
                  <a:pt x="843" y="323"/>
                </a:cubicBezTo>
                <a:cubicBezTo>
                  <a:pt x="843" y="319"/>
                  <a:pt x="844" y="316"/>
                  <a:pt x="846" y="315"/>
                </a:cubicBezTo>
                <a:cubicBezTo>
                  <a:pt x="860" y="314"/>
                  <a:pt x="870" y="312"/>
                  <a:pt x="873" y="307"/>
                </a:cubicBezTo>
                <a:cubicBezTo>
                  <a:pt x="877" y="302"/>
                  <a:pt x="879" y="291"/>
                  <a:pt x="879" y="272"/>
                </a:cubicBezTo>
                <a:moveTo>
                  <a:pt x="1103" y="195"/>
                </a:moveTo>
                <a:cubicBezTo>
                  <a:pt x="1107" y="195"/>
                  <a:pt x="1110" y="193"/>
                  <a:pt x="1110" y="188"/>
                </a:cubicBezTo>
                <a:cubicBezTo>
                  <a:pt x="1110" y="170"/>
                  <a:pt x="1106" y="158"/>
                  <a:pt x="1098" y="150"/>
                </a:cubicBezTo>
                <a:cubicBezTo>
                  <a:pt x="1090" y="143"/>
                  <a:pt x="1081" y="139"/>
                  <a:pt x="1070" y="139"/>
                </a:cubicBezTo>
                <a:cubicBezTo>
                  <a:pt x="1066" y="139"/>
                  <a:pt x="1062" y="139"/>
                  <a:pt x="1058" y="141"/>
                </a:cubicBezTo>
                <a:cubicBezTo>
                  <a:pt x="1054" y="142"/>
                  <a:pt x="1049" y="144"/>
                  <a:pt x="1043" y="147"/>
                </a:cubicBezTo>
                <a:cubicBezTo>
                  <a:pt x="1038" y="151"/>
                  <a:pt x="1032" y="157"/>
                  <a:pt x="1027" y="165"/>
                </a:cubicBezTo>
                <a:cubicBezTo>
                  <a:pt x="1023" y="174"/>
                  <a:pt x="1019" y="184"/>
                  <a:pt x="1017" y="196"/>
                </a:cubicBezTo>
                <a:lnTo>
                  <a:pt x="1103" y="195"/>
                </a:lnTo>
                <a:moveTo>
                  <a:pt x="1151" y="293"/>
                </a:moveTo>
                <a:cubicBezTo>
                  <a:pt x="1130" y="321"/>
                  <a:pt x="1103" y="334"/>
                  <a:pt x="1070" y="334"/>
                </a:cubicBezTo>
                <a:cubicBezTo>
                  <a:pt x="1039" y="334"/>
                  <a:pt x="1015" y="324"/>
                  <a:pt x="999" y="304"/>
                </a:cubicBezTo>
                <a:cubicBezTo>
                  <a:pt x="984" y="287"/>
                  <a:pt x="977" y="264"/>
                  <a:pt x="977" y="234"/>
                </a:cubicBezTo>
                <a:cubicBezTo>
                  <a:pt x="977" y="201"/>
                  <a:pt x="986" y="174"/>
                  <a:pt x="1006" y="154"/>
                </a:cubicBezTo>
                <a:cubicBezTo>
                  <a:pt x="1026" y="134"/>
                  <a:pt x="1047" y="123"/>
                  <a:pt x="1070" y="123"/>
                </a:cubicBezTo>
                <a:cubicBezTo>
                  <a:pt x="1123" y="123"/>
                  <a:pt x="1150" y="151"/>
                  <a:pt x="1150" y="205"/>
                </a:cubicBezTo>
                <a:cubicBezTo>
                  <a:pt x="1150" y="211"/>
                  <a:pt x="1147" y="214"/>
                  <a:pt x="1141" y="214"/>
                </a:cubicBezTo>
                <a:lnTo>
                  <a:pt x="1016" y="212"/>
                </a:lnTo>
                <a:cubicBezTo>
                  <a:pt x="1016" y="239"/>
                  <a:pt x="1021" y="261"/>
                  <a:pt x="1031" y="277"/>
                </a:cubicBezTo>
                <a:cubicBezTo>
                  <a:pt x="1045" y="300"/>
                  <a:pt x="1062" y="311"/>
                  <a:pt x="1083" y="311"/>
                </a:cubicBezTo>
                <a:cubicBezTo>
                  <a:pt x="1096" y="311"/>
                  <a:pt x="1106" y="309"/>
                  <a:pt x="1114" y="305"/>
                </a:cubicBezTo>
                <a:cubicBezTo>
                  <a:pt x="1123" y="301"/>
                  <a:pt x="1132" y="295"/>
                  <a:pt x="1141" y="286"/>
                </a:cubicBezTo>
                <a:cubicBezTo>
                  <a:pt x="1146" y="286"/>
                  <a:pt x="1149" y="288"/>
                  <a:pt x="1151" y="293"/>
                </a:cubicBezTo>
                <a:moveTo>
                  <a:pt x="1297" y="224"/>
                </a:moveTo>
                <a:lnTo>
                  <a:pt x="1195" y="224"/>
                </a:lnTo>
                <a:cubicBezTo>
                  <a:pt x="1191" y="224"/>
                  <a:pt x="1188" y="221"/>
                  <a:pt x="1188" y="215"/>
                </a:cubicBezTo>
                <a:cubicBezTo>
                  <a:pt x="1188" y="211"/>
                  <a:pt x="1190" y="207"/>
                  <a:pt x="1192" y="202"/>
                </a:cubicBezTo>
                <a:cubicBezTo>
                  <a:pt x="1195" y="198"/>
                  <a:pt x="1197" y="196"/>
                  <a:pt x="1200" y="196"/>
                </a:cubicBezTo>
                <a:lnTo>
                  <a:pt x="1304" y="196"/>
                </a:lnTo>
                <a:cubicBezTo>
                  <a:pt x="1308" y="196"/>
                  <a:pt x="1310" y="199"/>
                  <a:pt x="1310" y="205"/>
                </a:cubicBezTo>
                <a:cubicBezTo>
                  <a:pt x="1310" y="208"/>
                  <a:pt x="1308" y="212"/>
                  <a:pt x="1305" y="217"/>
                </a:cubicBezTo>
                <a:cubicBezTo>
                  <a:pt x="1303" y="222"/>
                  <a:pt x="1300" y="224"/>
                  <a:pt x="1297" y="224"/>
                </a:cubicBezTo>
                <a:moveTo>
                  <a:pt x="1516" y="286"/>
                </a:moveTo>
                <a:cubicBezTo>
                  <a:pt x="1505" y="305"/>
                  <a:pt x="1493" y="318"/>
                  <a:pt x="1481" y="324"/>
                </a:cubicBezTo>
                <a:cubicBezTo>
                  <a:pt x="1469" y="331"/>
                  <a:pt x="1455" y="334"/>
                  <a:pt x="1439" y="334"/>
                </a:cubicBezTo>
                <a:cubicBezTo>
                  <a:pt x="1410" y="334"/>
                  <a:pt x="1387" y="325"/>
                  <a:pt x="1371" y="306"/>
                </a:cubicBezTo>
                <a:cubicBezTo>
                  <a:pt x="1354" y="287"/>
                  <a:pt x="1346" y="262"/>
                  <a:pt x="1346" y="231"/>
                </a:cubicBezTo>
                <a:cubicBezTo>
                  <a:pt x="1346" y="199"/>
                  <a:pt x="1356" y="173"/>
                  <a:pt x="1376" y="153"/>
                </a:cubicBezTo>
                <a:cubicBezTo>
                  <a:pt x="1395" y="132"/>
                  <a:pt x="1418" y="122"/>
                  <a:pt x="1443" y="122"/>
                </a:cubicBezTo>
                <a:cubicBezTo>
                  <a:pt x="1465" y="122"/>
                  <a:pt x="1483" y="127"/>
                  <a:pt x="1495" y="135"/>
                </a:cubicBezTo>
                <a:cubicBezTo>
                  <a:pt x="1508" y="143"/>
                  <a:pt x="1515" y="154"/>
                  <a:pt x="1515" y="167"/>
                </a:cubicBezTo>
                <a:cubicBezTo>
                  <a:pt x="1515" y="174"/>
                  <a:pt x="1512" y="179"/>
                  <a:pt x="1507" y="182"/>
                </a:cubicBezTo>
                <a:cubicBezTo>
                  <a:pt x="1503" y="186"/>
                  <a:pt x="1497" y="188"/>
                  <a:pt x="1492" y="188"/>
                </a:cubicBezTo>
                <a:cubicBezTo>
                  <a:pt x="1481" y="188"/>
                  <a:pt x="1475" y="182"/>
                  <a:pt x="1474" y="171"/>
                </a:cubicBezTo>
                <a:cubicBezTo>
                  <a:pt x="1473" y="164"/>
                  <a:pt x="1472" y="158"/>
                  <a:pt x="1470" y="155"/>
                </a:cubicBezTo>
                <a:cubicBezTo>
                  <a:pt x="1469" y="151"/>
                  <a:pt x="1466" y="147"/>
                  <a:pt x="1461" y="144"/>
                </a:cubicBezTo>
                <a:cubicBezTo>
                  <a:pt x="1456" y="140"/>
                  <a:pt x="1449" y="138"/>
                  <a:pt x="1440" y="138"/>
                </a:cubicBezTo>
                <a:cubicBezTo>
                  <a:pt x="1424" y="138"/>
                  <a:pt x="1412" y="146"/>
                  <a:pt x="1401" y="161"/>
                </a:cubicBezTo>
                <a:cubicBezTo>
                  <a:pt x="1392" y="176"/>
                  <a:pt x="1387" y="196"/>
                  <a:pt x="1387" y="221"/>
                </a:cubicBezTo>
                <a:cubicBezTo>
                  <a:pt x="1387" y="248"/>
                  <a:pt x="1393" y="270"/>
                  <a:pt x="1405" y="286"/>
                </a:cubicBezTo>
                <a:cubicBezTo>
                  <a:pt x="1417" y="303"/>
                  <a:pt x="1432" y="311"/>
                  <a:pt x="1450" y="311"/>
                </a:cubicBezTo>
                <a:cubicBezTo>
                  <a:pt x="1471" y="311"/>
                  <a:pt x="1490" y="301"/>
                  <a:pt x="1506" y="280"/>
                </a:cubicBezTo>
                <a:cubicBezTo>
                  <a:pt x="1511" y="281"/>
                  <a:pt x="1514" y="283"/>
                  <a:pt x="1516" y="286"/>
                </a:cubicBezTo>
                <a:moveTo>
                  <a:pt x="1572" y="47"/>
                </a:moveTo>
                <a:cubicBezTo>
                  <a:pt x="1572" y="41"/>
                  <a:pt x="1575" y="36"/>
                  <a:pt x="1580" y="32"/>
                </a:cubicBezTo>
                <a:cubicBezTo>
                  <a:pt x="1586" y="27"/>
                  <a:pt x="1591" y="24"/>
                  <a:pt x="1597" y="24"/>
                </a:cubicBezTo>
                <a:cubicBezTo>
                  <a:pt x="1603" y="24"/>
                  <a:pt x="1608" y="27"/>
                  <a:pt x="1613" y="32"/>
                </a:cubicBezTo>
                <a:cubicBezTo>
                  <a:pt x="1617" y="37"/>
                  <a:pt x="1620" y="43"/>
                  <a:pt x="1620" y="49"/>
                </a:cubicBezTo>
                <a:cubicBezTo>
                  <a:pt x="1620" y="54"/>
                  <a:pt x="1617" y="59"/>
                  <a:pt x="1612" y="64"/>
                </a:cubicBezTo>
                <a:cubicBezTo>
                  <a:pt x="1607" y="69"/>
                  <a:pt x="1602" y="71"/>
                  <a:pt x="1595" y="71"/>
                </a:cubicBezTo>
                <a:cubicBezTo>
                  <a:pt x="1589" y="71"/>
                  <a:pt x="1584" y="69"/>
                  <a:pt x="1579" y="63"/>
                </a:cubicBezTo>
                <a:cubicBezTo>
                  <a:pt x="1575" y="58"/>
                  <a:pt x="1572" y="53"/>
                  <a:pt x="1572" y="47"/>
                </a:cubicBezTo>
                <a:moveTo>
                  <a:pt x="1615" y="272"/>
                </a:moveTo>
                <a:cubicBezTo>
                  <a:pt x="1615" y="291"/>
                  <a:pt x="1617" y="302"/>
                  <a:pt x="1621" y="307"/>
                </a:cubicBezTo>
                <a:cubicBezTo>
                  <a:pt x="1625" y="311"/>
                  <a:pt x="1634" y="314"/>
                  <a:pt x="1650" y="315"/>
                </a:cubicBezTo>
                <a:cubicBezTo>
                  <a:pt x="1651" y="316"/>
                  <a:pt x="1651" y="319"/>
                  <a:pt x="1651" y="323"/>
                </a:cubicBezTo>
                <a:cubicBezTo>
                  <a:pt x="1651" y="326"/>
                  <a:pt x="1651" y="329"/>
                  <a:pt x="1650" y="331"/>
                </a:cubicBezTo>
                <a:cubicBezTo>
                  <a:pt x="1622" y="330"/>
                  <a:pt x="1605" y="329"/>
                  <a:pt x="1597" y="329"/>
                </a:cubicBezTo>
                <a:cubicBezTo>
                  <a:pt x="1588" y="329"/>
                  <a:pt x="1571" y="330"/>
                  <a:pt x="1544" y="331"/>
                </a:cubicBezTo>
                <a:cubicBezTo>
                  <a:pt x="1543" y="329"/>
                  <a:pt x="1542" y="326"/>
                  <a:pt x="1542" y="323"/>
                </a:cubicBezTo>
                <a:cubicBezTo>
                  <a:pt x="1542" y="319"/>
                  <a:pt x="1543" y="316"/>
                  <a:pt x="1544" y="315"/>
                </a:cubicBezTo>
                <a:cubicBezTo>
                  <a:pt x="1559" y="313"/>
                  <a:pt x="1569" y="311"/>
                  <a:pt x="1572" y="307"/>
                </a:cubicBezTo>
                <a:cubicBezTo>
                  <a:pt x="1576" y="302"/>
                  <a:pt x="1578" y="291"/>
                  <a:pt x="1578" y="272"/>
                </a:cubicBezTo>
                <a:lnTo>
                  <a:pt x="1578" y="180"/>
                </a:lnTo>
                <a:cubicBezTo>
                  <a:pt x="1578" y="167"/>
                  <a:pt x="1576" y="159"/>
                  <a:pt x="1572" y="155"/>
                </a:cubicBezTo>
                <a:cubicBezTo>
                  <a:pt x="1569" y="152"/>
                  <a:pt x="1561" y="149"/>
                  <a:pt x="1548" y="148"/>
                </a:cubicBezTo>
                <a:cubicBezTo>
                  <a:pt x="1546" y="143"/>
                  <a:pt x="1545" y="138"/>
                  <a:pt x="1547" y="134"/>
                </a:cubicBezTo>
                <a:cubicBezTo>
                  <a:pt x="1576" y="131"/>
                  <a:pt x="1597" y="126"/>
                  <a:pt x="1611" y="121"/>
                </a:cubicBezTo>
                <a:cubicBezTo>
                  <a:pt x="1615" y="121"/>
                  <a:pt x="1617" y="122"/>
                  <a:pt x="1617" y="124"/>
                </a:cubicBezTo>
                <a:lnTo>
                  <a:pt x="1617" y="128"/>
                </a:lnTo>
                <a:cubicBezTo>
                  <a:pt x="1617" y="129"/>
                  <a:pt x="1617" y="132"/>
                  <a:pt x="1617" y="136"/>
                </a:cubicBezTo>
                <a:cubicBezTo>
                  <a:pt x="1617" y="140"/>
                  <a:pt x="1616" y="145"/>
                  <a:pt x="1616" y="149"/>
                </a:cubicBezTo>
                <a:cubicBezTo>
                  <a:pt x="1616" y="153"/>
                  <a:pt x="1616" y="158"/>
                  <a:pt x="1615" y="163"/>
                </a:cubicBezTo>
                <a:lnTo>
                  <a:pt x="1615" y="178"/>
                </a:lnTo>
                <a:lnTo>
                  <a:pt x="1615" y="272"/>
                </a:lnTo>
                <a:moveTo>
                  <a:pt x="1742" y="160"/>
                </a:moveTo>
                <a:cubicBezTo>
                  <a:pt x="1742" y="162"/>
                  <a:pt x="1743" y="163"/>
                  <a:pt x="1743" y="164"/>
                </a:cubicBezTo>
                <a:cubicBezTo>
                  <a:pt x="1743" y="164"/>
                  <a:pt x="1744" y="164"/>
                  <a:pt x="1746" y="161"/>
                </a:cubicBezTo>
                <a:cubicBezTo>
                  <a:pt x="1752" y="151"/>
                  <a:pt x="1760" y="142"/>
                  <a:pt x="1769" y="134"/>
                </a:cubicBezTo>
                <a:cubicBezTo>
                  <a:pt x="1779" y="126"/>
                  <a:pt x="1788" y="122"/>
                  <a:pt x="1798" y="122"/>
                </a:cubicBezTo>
                <a:cubicBezTo>
                  <a:pt x="1807" y="122"/>
                  <a:pt x="1814" y="125"/>
                  <a:pt x="1819" y="130"/>
                </a:cubicBezTo>
                <a:cubicBezTo>
                  <a:pt x="1824" y="134"/>
                  <a:pt x="1826" y="140"/>
                  <a:pt x="1826" y="145"/>
                </a:cubicBezTo>
                <a:cubicBezTo>
                  <a:pt x="1826" y="151"/>
                  <a:pt x="1824" y="157"/>
                  <a:pt x="1820" y="161"/>
                </a:cubicBezTo>
                <a:cubicBezTo>
                  <a:pt x="1815" y="166"/>
                  <a:pt x="1810" y="169"/>
                  <a:pt x="1804" y="169"/>
                </a:cubicBezTo>
                <a:cubicBezTo>
                  <a:pt x="1802" y="169"/>
                  <a:pt x="1800" y="168"/>
                  <a:pt x="1798" y="167"/>
                </a:cubicBezTo>
                <a:cubicBezTo>
                  <a:pt x="1795" y="166"/>
                  <a:pt x="1794" y="165"/>
                  <a:pt x="1793" y="164"/>
                </a:cubicBezTo>
                <a:cubicBezTo>
                  <a:pt x="1792" y="163"/>
                  <a:pt x="1790" y="161"/>
                  <a:pt x="1788" y="159"/>
                </a:cubicBezTo>
                <a:cubicBezTo>
                  <a:pt x="1787" y="157"/>
                  <a:pt x="1786" y="156"/>
                  <a:pt x="1785" y="155"/>
                </a:cubicBezTo>
                <a:cubicBezTo>
                  <a:pt x="1783" y="153"/>
                  <a:pt x="1779" y="152"/>
                  <a:pt x="1775" y="152"/>
                </a:cubicBezTo>
                <a:cubicBezTo>
                  <a:pt x="1771" y="152"/>
                  <a:pt x="1764" y="159"/>
                  <a:pt x="1753" y="174"/>
                </a:cubicBezTo>
                <a:cubicBezTo>
                  <a:pt x="1746" y="186"/>
                  <a:pt x="1742" y="196"/>
                  <a:pt x="1742" y="206"/>
                </a:cubicBezTo>
                <a:lnTo>
                  <a:pt x="1742" y="272"/>
                </a:lnTo>
                <a:cubicBezTo>
                  <a:pt x="1742" y="291"/>
                  <a:pt x="1744" y="302"/>
                  <a:pt x="1749" y="307"/>
                </a:cubicBezTo>
                <a:cubicBezTo>
                  <a:pt x="1753" y="311"/>
                  <a:pt x="1763" y="313"/>
                  <a:pt x="1781" y="315"/>
                </a:cubicBezTo>
                <a:cubicBezTo>
                  <a:pt x="1783" y="316"/>
                  <a:pt x="1783" y="319"/>
                  <a:pt x="1783" y="323"/>
                </a:cubicBezTo>
                <a:cubicBezTo>
                  <a:pt x="1783" y="326"/>
                  <a:pt x="1783" y="329"/>
                  <a:pt x="1781" y="331"/>
                </a:cubicBezTo>
                <a:cubicBezTo>
                  <a:pt x="1754" y="330"/>
                  <a:pt x="1735" y="329"/>
                  <a:pt x="1724" y="329"/>
                </a:cubicBezTo>
                <a:cubicBezTo>
                  <a:pt x="1715" y="329"/>
                  <a:pt x="1697" y="330"/>
                  <a:pt x="1670" y="331"/>
                </a:cubicBezTo>
                <a:cubicBezTo>
                  <a:pt x="1669" y="329"/>
                  <a:pt x="1668" y="326"/>
                  <a:pt x="1668" y="323"/>
                </a:cubicBezTo>
                <a:cubicBezTo>
                  <a:pt x="1668" y="319"/>
                  <a:pt x="1669" y="316"/>
                  <a:pt x="1670" y="315"/>
                </a:cubicBezTo>
                <a:cubicBezTo>
                  <a:pt x="1685" y="314"/>
                  <a:pt x="1695" y="311"/>
                  <a:pt x="1699" y="307"/>
                </a:cubicBezTo>
                <a:cubicBezTo>
                  <a:pt x="1703" y="302"/>
                  <a:pt x="1705" y="291"/>
                  <a:pt x="1705" y="272"/>
                </a:cubicBezTo>
                <a:lnTo>
                  <a:pt x="1705" y="180"/>
                </a:lnTo>
                <a:cubicBezTo>
                  <a:pt x="1705" y="167"/>
                  <a:pt x="1703" y="159"/>
                  <a:pt x="1700" y="155"/>
                </a:cubicBezTo>
                <a:cubicBezTo>
                  <a:pt x="1696" y="152"/>
                  <a:pt x="1687" y="149"/>
                  <a:pt x="1674" y="148"/>
                </a:cubicBezTo>
                <a:cubicBezTo>
                  <a:pt x="1673" y="143"/>
                  <a:pt x="1673" y="138"/>
                  <a:pt x="1674" y="134"/>
                </a:cubicBezTo>
                <a:cubicBezTo>
                  <a:pt x="1698" y="131"/>
                  <a:pt x="1718" y="127"/>
                  <a:pt x="1733" y="121"/>
                </a:cubicBezTo>
                <a:cubicBezTo>
                  <a:pt x="1735" y="121"/>
                  <a:pt x="1737" y="122"/>
                  <a:pt x="1738" y="125"/>
                </a:cubicBezTo>
                <a:cubicBezTo>
                  <a:pt x="1741" y="131"/>
                  <a:pt x="1742" y="142"/>
                  <a:pt x="1742" y="160"/>
                </a:cubicBezTo>
                <a:moveTo>
                  <a:pt x="2017" y="286"/>
                </a:moveTo>
                <a:cubicBezTo>
                  <a:pt x="2006" y="305"/>
                  <a:pt x="1994" y="318"/>
                  <a:pt x="1982" y="324"/>
                </a:cubicBezTo>
                <a:cubicBezTo>
                  <a:pt x="1970" y="331"/>
                  <a:pt x="1956" y="334"/>
                  <a:pt x="1940" y="334"/>
                </a:cubicBezTo>
                <a:cubicBezTo>
                  <a:pt x="1911" y="334"/>
                  <a:pt x="1888" y="325"/>
                  <a:pt x="1872" y="306"/>
                </a:cubicBezTo>
                <a:cubicBezTo>
                  <a:pt x="1855" y="287"/>
                  <a:pt x="1847" y="262"/>
                  <a:pt x="1847" y="231"/>
                </a:cubicBezTo>
                <a:cubicBezTo>
                  <a:pt x="1847" y="199"/>
                  <a:pt x="1857" y="173"/>
                  <a:pt x="1876" y="153"/>
                </a:cubicBezTo>
                <a:cubicBezTo>
                  <a:pt x="1896" y="132"/>
                  <a:pt x="1918" y="122"/>
                  <a:pt x="1943" y="122"/>
                </a:cubicBezTo>
                <a:cubicBezTo>
                  <a:pt x="1966" y="122"/>
                  <a:pt x="1983" y="127"/>
                  <a:pt x="1996" y="135"/>
                </a:cubicBezTo>
                <a:cubicBezTo>
                  <a:pt x="2009" y="143"/>
                  <a:pt x="2016" y="154"/>
                  <a:pt x="2016" y="167"/>
                </a:cubicBezTo>
                <a:cubicBezTo>
                  <a:pt x="2016" y="174"/>
                  <a:pt x="2013" y="179"/>
                  <a:pt x="2008" y="182"/>
                </a:cubicBezTo>
                <a:cubicBezTo>
                  <a:pt x="2003" y="186"/>
                  <a:pt x="1998" y="188"/>
                  <a:pt x="1992" y="188"/>
                </a:cubicBezTo>
                <a:cubicBezTo>
                  <a:pt x="1982" y="188"/>
                  <a:pt x="1976" y="182"/>
                  <a:pt x="1974" y="171"/>
                </a:cubicBezTo>
                <a:cubicBezTo>
                  <a:pt x="1974" y="164"/>
                  <a:pt x="1972" y="158"/>
                  <a:pt x="1971" y="155"/>
                </a:cubicBezTo>
                <a:cubicBezTo>
                  <a:pt x="1970" y="151"/>
                  <a:pt x="1967" y="147"/>
                  <a:pt x="1962" y="144"/>
                </a:cubicBezTo>
                <a:cubicBezTo>
                  <a:pt x="1957" y="140"/>
                  <a:pt x="1950" y="138"/>
                  <a:pt x="1941" y="138"/>
                </a:cubicBezTo>
                <a:cubicBezTo>
                  <a:pt x="1925" y="138"/>
                  <a:pt x="1912" y="146"/>
                  <a:pt x="1902" y="161"/>
                </a:cubicBezTo>
                <a:cubicBezTo>
                  <a:pt x="1892" y="176"/>
                  <a:pt x="1887" y="196"/>
                  <a:pt x="1887" y="221"/>
                </a:cubicBezTo>
                <a:cubicBezTo>
                  <a:pt x="1887" y="248"/>
                  <a:pt x="1894" y="270"/>
                  <a:pt x="1906" y="286"/>
                </a:cubicBezTo>
                <a:cubicBezTo>
                  <a:pt x="1918" y="303"/>
                  <a:pt x="1933" y="311"/>
                  <a:pt x="1951" y="311"/>
                </a:cubicBezTo>
                <a:cubicBezTo>
                  <a:pt x="1972" y="311"/>
                  <a:pt x="1991" y="301"/>
                  <a:pt x="2007" y="280"/>
                </a:cubicBezTo>
                <a:cubicBezTo>
                  <a:pt x="2012" y="281"/>
                  <a:pt x="2015" y="283"/>
                  <a:pt x="2017" y="286"/>
                </a:cubicBezTo>
                <a:moveTo>
                  <a:pt x="2133" y="334"/>
                </a:moveTo>
                <a:cubicBezTo>
                  <a:pt x="2111" y="334"/>
                  <a:pt x="2096" y="328"/>
                  <a:pt x="2087" y="316"/>
                </a:cubicBezTo>
                <a:cubicBezTo>
                  <a:pt x="2077" y="304"/>
                  <a:pt x="2073" y="288"/>
                  <a:pt x="2073" y="270"/>
                </a:cubicBezTo>
                <a:lnTo>
                  <a:pt x="2073" y="179"/>
                </a:lnTo>
                <a:cubicBezTo>
                  <a:pt x="2073" y="165"/>
                  <a:pt x="2070" y="155"/>
                  <a:pt x="2066" y="150"/>
                </a:cubicBezTo>
                <a:cubicBezTo>
                  <a:pt x="2062" y="146"/>
                  <a:pt x="2054" y="143"/>
                  <a:pt x="2043" y="142"/>
                </a:cubicBezTo>
                <a:cubicBezTo>
                  <a:pt x="2042" y="141"/>
                  <a:pt x="2041" y="138"/>
                  <a:pt x="2041" y="134"/>
                </a:cubicBezTo>
                <a:cubicBezTo>
                  <a:pt x="2041" y="130"/>
                  <a:pt x="2042" y="128"/>
                  <a:pt x="2043" y="126"/>
                </a:cubicBezTo>
                <a:cubicBezTo>
                  <a:pt x="2066" y="127"/>
                  <a:pt x="2082" y="127"/>
                  <a:pt x="2091" y="127"/>
                </a:cubicBezTo>
                <a:cubicBezTo>
                  <a:pt x="2099" y="127"/>
                  <a:pt x="2105" y="127"/>
                  <a:pt x="2107" y="126"/>
                </a:cubicBezTo>
                <a:cubicBezTo>
                  <a:pt x="2110" y="126"/>
                  <a:pt x="2111" y="127"/>
                  <a:pt x="2111" y="129"/>
                </a:cubicBezTo>
                <a:cubicBezTo>
                  <a:pt x="2110" y="152"/>
                  <a:pt x="2109" y="168"/>
                  <a:pt x="2109" y="177"/>
                </a:cubicBezTo>
                <a:lnTo>
                  <a:pt x="2109" y="263"/>
                </a:lnTo>
                <a:cubicBezTo>
                  <a:pt x="2109" y="282"/>
                  <a:pt x="2113" y="295"/>
                  <a:pt x="2121" y="302"/>
                </a:cubicBezTo>
                <a:cubicBezTo>
                  <a:pt x="2129" y="308"/>
                  <a:pt x="2137" y="312"/>
                  <a:pt x="2147" y="312"/>
                </a:cubicBezTo>
                <a:cubicBezTo>
                  <a:pt x="2162" y="312"/>
                  <a:pt x="2177" y="304"/>
                  <a:pt x="2194" y="289"/>
                </a:cubicBezTo>
                <a:cubicBezTo>
                  <a:pt x="2199" y="285"/>
                  <a:pt x="2202" y="279"/>
                  <a:pt x="2202" y="271"/>
                </a:cubicBezTo>
                <a:lnTo>
                  <a:pt x="2202" y="180"/>
                </a:lnTo>
                <a:cubicBezTo>
                  <a:pt x="2202" y="165"/>
                  <a:pt x="2200" y="155"/>
                  <a:pt x="2196" y="150"/>
                </a:cubicBezTo>
                <a:cubicBezTo>
                  <a:pt x="2193" y="145"/>
                  <a:pt x="2185" y="142"/>
                  <a:pt x="2172" y="142"/>
                </a:cubicBezTo>
                <a:cubicBezTo>
                  <a:pt x="2171" y="141"/>
                  <a:pt x="2171" y="138"/>
                  <a:pt x="2171" y="134"/>
                </a:cubicBezTo>
                <a:cubicBezTo>
                  <a:pt x="2171" y="130"/>
                  <a:pt x="2171" y="128"/>
                  <a:pt x="2172" y="126"/>
                </a:cubicBezTo>
                <a:cubicBezTo>
                  <a:pt x="2196" y="127"/>
                  <a:pt x="2211" y="127"/>
                  <a:pt x="2220" y="127"/>
                </a:cubicBezTo>
                <a:cubicBezTo>
                  <a:pt x="2227" y="127"/>
                  <a:pt x="2233" y="127"/>
                  <a:pt x="2236" y="126"/>
                </a:cubicBezTo>
                <a:cubicBezTo>
                  <a:pt x="2239" y="126"/>
                  <a:pt x="2240" y="127"/>
                  <a:pt x="2240" y="129"/>
                </a:cubicBezTo>
                <a:cubicBezTo>
                  <a:pt x="2239" y="152"/>
                  <a:pt x="2238" y="168"/>
                  <a:pt x="2238" y="177"/>
                </a:cubicBezTo>
                <a:lnTo>
                  <a:pt x="2238" y="268"/>
                </a:lnTo>
                <a:cubicBezTo>
                  <a:pt x="2238" y="280"/>
                  <a:pt x="2240" y="289"/>
                  <a:pt x="2244" y="294"/>
                </a:cubicBezTo>
                <a:cubicBezTo>
                  <a:pt x="2249" y="298"/>
                  <a:pt x="2258" y="301"/>
                  <a:pt x="2272" y="302"/>
                </a:cubicBezTo>
                <a:cubicBezTo>
                  <a:pt x="2274" y="304"/>
                  <a:pt x="2275" y="306"/>
                  <a:pt x="2275" y="309"/>
                </a:cubicBezTo>
                <a:cubicBezTo>
                  <a:pt x="2275" y="312"/>
                  <a:pt x="2274" y="314"/>
                  <a:pt x="2272" y="315"/>
                </a:cubicBezTo>
                <a:cubicBezTo>
                  <a:pt x="2246" y="319"/>
                  <a:pt x="2227" y="325"/>
                  <a:pt x="2216" y="334"/>
                </a:cubicBezTo>
                <a:cubicBezTo>
                  <a:pt x="2212" y="335"/>
                  <a:pt x="2209" y="335"/>
                  <a:pt x="2206" y="334"/>
                </a:cubicBezTo>
                <a:cubicBezTo>
                  <a:pt x="2204" y="323"/>
                  <a:pt x="2202" y="313"/>
                  <a:pt x="2202" y="306"/>
                </a:cubicBezTo>
                <a:cubicBezTo>
                  <a:pt x="2202" y="303"/>
                  <a:pt x="2201" y="303"/>
                  <a:pt x="2197" y="306"/>
                </a:cubicBezTo>
                <a:cubicBezTo>
                  <a:pt x="2174" y="325"/>
                  <a:pt x="2152" y="334"/>
                  <a:pt x="2133" y="334"/>
                </a:cubicBezTo>
                <a:moveTo>
                  <a:pt x="2322" y="47"/>
                </a:moveTo>
                <a:cubicBezTo>
                  <a:pt x="2322" y="41"/>
                  <a:pt x="2325" y="36"/>
                  <a:pt x="2330" y="32"/>
                </a:cubicBezTo>
                <a:cubicBezTo>
                  <a:pt x="2335" y="27"/>
                  <a:pt x="2341" y="24"/>
                  <a:pt x="2347" y="24"/>
                </a:cubicBezTo>
                <a:cubicBezTo>
                  <a:pt x="2353" y="24"/>
                  <a:pt x="2358" y="27"/>
                  <a:pt x="2363" y="32"/>
                </a:cubicBezTo>
                <a:cubicBezTo>
                  <a:pt x="2367" y="37"/>
                  <a:pt x="2369" y="43"/>
                  <a:pt x="2369" y="49"/>
                </a:cubicBezTo>
                <a:cubicBezTo>
                  <a:pt x="2369" y="54"/>
                  <a:pt x="2367" y="59"/>
                  <a:pt x="2362" y="64"/>
                </a:cubicBezTo>
                <a:cubicBezTo>
                  <a:pt x="2357" y="69"/>
                  <a:pt x="2351" y="71"/>
                  <a:pt x="2345" y="71"/>
                </a:cubicBezTo>
                <a:cubicBezTo>
                  <a:pt x="2339" y="71"/>
                  <a:pt x="2334" y="69"/>
                  <a:pt x="2329" y="63"/>
                </a:cubicBezTo>
                <a:cubicBezTo>
                  <a:pt x="2324" y="58"/>
                  <a:pt x="2322" y="53"/>
                  <a:pt x="2322" y="47"/>
                </a:cubicBezTo>
                <a:moveTo>
                  <a:pt x="2365" y="272"/>
                </a:moveTo>
                <a:cubicBezTo>
                  <a:pt x="2365" y="291"/>
                  <a:pt x="2367" y="302"/>
                  <a:pt x="2371" y="307"/>
                </a:cubicBezTo>
                <a:cubicBezTo>
                  <a:pt x="2375" y="311"/>
                  <a:pt x="2384" y="314"/>
                  <a:pt x="2399" y="315"/>
                </a:cubicBezTo>
                <a:cubicBezTo>
                  <a:pt x="2401" y="316"/>
                  <a:pt x="2401" y="319"/>
                  <a:pt x="2401" y="323"/>
                </a:cubicBezTo>
                <a:cubicBezTo>
                  <a:pt x="2401" y="326"/>
                  <a:pt x="2401" y="329"/>
                  <a:pt x="2399" y="331"/>
                </a:cubicBezTo>
                <a:cubicBezTo>
                  <a:pt x="2372" y="330"/>
                  <a:pt x="2354" y="329"/>
                  <a:pt x="2347" y="329"/>
                </a:cubicBezTo>
                <a:cubicBezTo>
                  <a:pt x="2338" y="329"/>
                  <a:pt x="2321" y="330"/>
                  <a:pt x="2294" y="331"/>
                </a:cubicBezTo>
                <a:cubicBezTo>
                  <a:pt x="2293" y="329"/>
                  <a:pt x="2292" y="326"/>
                  <a:pt x="2292" y="323"/>
                </a:cubicBezTo>
                <a:cubicBezTo>
                  <a:pt x="2292" y="319"/>
                  <a:pt x="2293" y="316"/>
                  <a:pt x="2294" y="315"/>
                </a:cubicBezTo>
                <a:cubicBezTo>
                  <a:pt x="2309" y="313"/>
                  <a:pt x="2319" y="311"/>
                  <a:pt x="2322" y="307"/>
                </a:cubicBezTo>
                <a:cubicBezTo>
                  <a:pt x="2326" y="302"/>
                  <a:pt x="2328" y="291"/>
                  <a:pt x="2328" y="272"/>
                </a:cubicBezTo>
                <a:lnTo>
                  <a:pt x="2328" y="180"/>
                </a:lnTo>
                <a:cubicBezTo>
                  <a:pt x="2328" y="167"/>
                  <a:pt x="2326" y="159"/>
                  <a:pt x="2322" y="155"/>
                </a:cubicBezTo>
                <a:cubicBezTo>
                  <a:pt x="2319" y="152"/>
                  <a:pt x="2311" y="149"/>
                  <a:pt x="2298" y="148"/>
                </a:cubicBezTo>
                <a:cubicBezTo>
                  <a:pt x="2296" y="143"/>
                  <a:pt x="2295" y="138"/>
                  <a:pt x="2297" y="134"/>
                </a:cubicBezTo>
                <a:cubicBezTo>
                  <a:pt x="2325" y="131"/>
                  <a:pt x="2347" y="126"/>
                  <a:pt x="2361" y="121"/>
                </a:cubicBezTo>
                <a:cubicBezTo>
                  <a:pt x="2365" y="121"/>
                  <a:pt x="2367" y="122"/>
                  <a:pt x="2367" y="124"/>
                </a:cubicBezTo>
                <a:lnTo>
                  <a:pt x="2367" y="128"/>
                </a:lnTo>
                <a:cubicBezTo>
                  <a:pt x="2367" y="129"/>
                  <a:pt x="2367" y="132"/>
                  <a:pt x="2366" y="136"/>
                </a:cubicBezTo>
                <a:cubicBezTo>
                  <a:pt x="2366" y="140"/>
                  <a:pt x="2366" y="145"/>
                  <a:pt x="2366" y="149"/>
                </a:cubicBezTo>
                <a:cubicBezTo>
                  <a:pt x="2366" y="153"/>
                  <a:pt x="2365" y="158"/>
                  <a:pt x="2365" y="163"/>
                </a:cubicBezTo>
                <a:lnTo>
                  <a:pt x="2365" y="178"/>
                </a:lnTo>
                <a:lnTo>
                  <a:pt x="2365" y="272"/>
                </a:lnTo>
                <a:moveTo>
                  <a:pt x="2428" y="127"/>
                </a:moveTo>
                <a:lnTo>
                  <a:pt x="2449" y="127"/>
                </a:lnTo>
                <a:lnTo>
                  <a:pt x="2449" y="102"/>
                </a:lnTo>
                <a:cubicBezTo>
                  <a:pt x="2449" y="95"/>
                  <a:pt x="2449" y="90"/>
                  <a:pt x="2449" y="87"/>
                </a:cubicBezTo>
                <a:cubicBezTo>
                  <a:pt x="2449" y="83"/>
                  <a:pt x="2448" y="81"/>
                  <a:pt x="2448" y="79"/>
                </a:cubicBezTo>
                <a:lnTo>
                  <a:pt x="2448" y="75"/>
                </a:lnTo>
                <a:lnTo>
                  <a:pt x="2448" y="72"/>
                </a:lnTo>
                <a:cubicBezTo>
                  <a:pt x="2448" y="71"/>
                  <a:pt x="2449" y="70"/>
                  <a:pt x="2450" y="70"/>
                </a:cubicBezTo>
                <a:cubicBezTo>
                  <a:pt x="2451" y="68"/>
                  <a:pt x="2452" y="68"/>
                  <a:pt x="2454" y="67"/>
                </a:cubicBezTo>
                <a:cubicBezTo>
                  <a:pt x="2455" y="67"/>
                  <a:pt x="2457" y="66"/>
                  <a:pt x="2460" y="65"/>
                </a:cubicBezTo>
                <a:cubicBezTo>
                  <a:pt x="2462" y="64"/>
                  <a:pt x="2465" y="64"/>
                  <a:pt x="2466" y="63"/>
                </a:cubicBezTo>
                <a:cubicBezTo>
                  <a:pt x="2468" y="63"/>
                  <a:pt x="2470" y="61"/>
                  <a:pt x="2473" y="60"/>
                </a:cubicBezTo>
                <a:cubicBezTo>
                  <a:pt x="2476" y="58"/>
                  <a:pt x="2478" y="57"/>
                  <a:pt x="2480" y="56"/>
                </a:cubicBezTo>
                <a:cubicBezTo>
                  <a:pt x="2482" y="55"/>
                  <a:pt x="2484" y="55"/>
                  <a:pt x="2485" y="55"/>
                </a:cubicBezTo>
                <a:cubicBezTo>
                  <a:pt x="2487" y="55"/>
                  <a:pt x="2488" y="56"/>
                  <a:pt x="2488" y="59"/>
                </a:cubicBezTo>
                <a:cubicBezTo>
                  <a:pt x="2487" y="71"/>
                  <a:pt x="2487" y="88"/>
                  <a:pt x="2487" y="109"/>
                </a:cubicBezTo>
                <a:lnTo>
                  <a:pt x="2487" y="127"/>
                </a:lnTo>
                <a:lnTo>
                  <a:pt x="2544" y="127"/>
                </a:lnTo>
                <a:cubicBezTo>
                  <a:pt x="2546" y="127"/>
                  <a:pt x="2547" y="128"/>
                  <a:pt x="2547" y="130"/>
                </a:cubicBezTo>
                <a:lnTo>
                  <a:pt x="2547" y="139"/>
                </a:lnTo>
                <a:cubicBezTo>
                  <a:pt x="2547" y="144"/>
                  <a:pt x="2543" y="146"/>
                  <a:pt x="2536" y="146"/>
                </a:cubicBezTo>
                <a:lnTo>
                  <a:pt x="2487" y="146"/>
                </a:lnTo>
                <a:lnTo>
                  <a:pt x="2487" y="264"/>
                </a:lnTo>
                <a:cubicBezTo>
                  <a:pt x="2487" y="280"/>
                  <a:pt x="2488" y="291"/>
                  <a:pt x="2490" y="298"/>
                </a:cubicBezTo>
                <a:cubicBezTo>
                  <a:pt x="2492" y="305"/>
                  <a:pt x="2496" y="308"/>
                  <a:pt x="2503" y="308"/>
                </a:cubicBezTo>
                <a:cubicBezTo>
                  <a:pt x="2517" y="308"/>
                  <a:pt x="2530" y="304"/>
                  <a:pt x="2541" y="295"/>
                </a:cubicBezTo>
                <a:cubicBezTo>
                  <a:pt x="2546" y="295"/>
                  <a:pt x="2548" y="298"/>
                  <a:pt x="2549" y="303"/>
                </a:cubicBezTo>
                <a:cubicBezTo>
                  <a:pt x="2531" y="324"/>
                  <a:pt x="2510" y="334"/>
                  <a:pt x="2486" y="334"/>
                </a:cubicBezTo>
                <a:cubicBezTo>
                  <a:pt x="2461" y="334"/>
                  <a:pt x="2449" y="319"/>
                  <a:pt x="2449" y="288"/>
                </a:cubicBezTo>
                <a:lnTo>
                  <a:pt x="2449" y="146"/>
                </a:lnTo>
                <a:lnTo>
                  <a:pt x="2422" y="146"/>
                </a:lnTo>
                <a:cubicBezTo>
                  <a:pt x="2420" y="146"/>
                  <a:pt x="2419" y="145"/>
                  <a:pt x="2419" y="142"/>
                </a:cubicBezTo>
                <a:lnTo>
                  <a:pt x="2419" y="136"/>
                </a:lnTo>
                <a:cubicBezTo>
                  <a:pt x="2419" y="130"/>
                  <a:pt x="2422" y="127"/>
                  <a:pt x="2428" y="12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4430880" y="2565360"/>
            <a:ext cx="88920" cy="119160"/>
          </a:xfrm>
          <a:custGeom>
            <a:avLst/>
            <a:gdLst/>
            <a:ahLst/>
            <a:rect l="0" t="0" r="r" b="b"/>
            <a:pathLst>
              <a:path w="247" h="331">
                <a:moveTo>
                  <a:pt x="212" y="272"/>
                </a:moveTo>
                <a:cubicBezTo>
                  <a:pt x="212" y="291"/>
                  <a:pt x="214" y="303"/>
                  <a:pt x="217" y="307"/>
                </a:cubicBezTo>
                <a:cubicBezTo>
                  <a:pt x="221" y="312"/>
                  <a:pt x="230" y="315"/>
                  <a:pt x="245" y="315"/>
                </a:cubicBezTo>
                <a:cubicBezTo>
                  <a:pt x="247" y="317"/>
                  <a:pt x="247" y="320"/>
                  <a:pt x="247" y="323"/>
                </a:cubicBezTo>
                <a:cubicBezTo>
                  <a:pt x="247" y="327"/>
                  <a:pt x="247" y="330"/>
                  <a:pt x="245" y="331"/>
                </a:cubicBezTo>
                <a:cubicBezTo>
                  <a:pt x="218" y="330"/>
                  <a:pt x="201" y="330"/>
                  <a:pt x="193" y="330"/>
                </a:cubicBezTo>
                <a:cubicBezTo>
                  <a:pt x="186" y="330"/>
                  <a:pt x="169" y="330"/>
                  <a:pt x="142" y="331"/>
                </a:cubicBezTo>
                <a:cubicBezTo>
                  <a:pt x="141" y="330"/>
                  <a:pt x="141" y="327"/>
                  <a:pt x="141" y="323"/>
                </a:cubicBezTo>
                <a:cubicBezTo>
                  <a:pt x="141" y="320"/>
                  <a:pt x="141" y="317"/>
                  <a:pt x="142" y="315"/>
                </a:cubicBezTo>
                <a:cubicBezTo>
                  <a:pt x="156" y="315"/>
                  <a:pt x="165" y="312"/>
                  <a:pt x="169" y="307"/>
                </a:cubicBezTo>
                <a:cubicBezTo>
                  <a:pt x="172" y="303"/>
                  <a:pt x="174" y="291"/>
                  <a:pt x="174" y="272"/>
                </a:cubicBezTo>
                <a:lnTo>
                  <a:pt x="174" y="179"/>
                </a:lnTo>
                <a:cubicBezTo>
                  <a:pt x="174" y="167"/>
                  <a:pt x="173" y="158"/>
                  <a:pt x="170" y="154"/>
                </a:cubicBezTo>
                <a:cubicBezTo>
                  <a:pt x="168" y="149"/>
                  <a:pt x="163" y="146"/>
                  <a:pt x="156" y="146"/>
                </a:cubicBezTo>
                <a:lnTo>
                  <a:pt x="71" y="146"/>
                </a:lnTo>
                <a:lnTo>
                  <a:pt x="71" y="272"/>
                </a:lnTo>
                <a:cubicBezTo>
                  <a:pt x="71" y="291"/>
                  <a:pt x="73" y="303"/>
                  <a:pt x="77" y="307"/>
                </a:cubicBezTo>
                <a:cubicBezTo>
                  <a:pt x="81" y="312"/>
                  <a:pt x="90" y="315"/>
                  <a:pt x="106" y="315"/>
                </a:cubicBezTo>
                <a:cubicBezTo>
                  <a:pt x="108" y="317"/>
                  <a:pt x="109" y="320"/>
                  <a:pt x="109" y="323"/>
                </a:cubicBezTo>
                <a:cubicBezTo>
                  <a:pt x="109" y="327"/>
                  <a:pt x="108" y="330"/>
                  <a:pt x="106" y="331"/>
                </a:cubicBezTo>
                <a:cubicBezTo>
                  <a:pt x="79" y="330"/>
                  <a:pt x="62" y="330"/>
                  <a:pt x="53" y="330"/>
                </a:cubicBezTo>
                <a:cubicBezTo>
                  <a:pt x="46" y="330"/>
                  <a:pt x="30" y="330"/>
                  <a:pt x="3" y="331"/>
                </a:cubicBezTo>
                <a:cubicBezTo>
                  <a:pt x="2" y="330"/>
                  <a:pt x="1" y="327"/>
                  <a:pt x="1" y="323"/>
                </a:cubicBezTo>
                <a:cubicBezTo>
                  <a:pt x="1" y="320"/>
                  <a:pt x="2" y="317"/>
                  <a:pt x="3" y="315"/>
                </a:cubicBezTo>
                <a:cubicBezTo>
                  <a:pt x="17" y="315"/>
                  <a:pt x="25" y="312"/>
                  <a:pt x="29" y="307"/>
                </a:cubicBezTo>
                <a:cubicBezTo>
                  <a:pt x="32" y="303"/>
                  <a:pt x="34" y="291"/>
                  <a:pt x="34" y="272"/>
                </a:cubicBezTo>
                <a:lnTo>
                  <a:pt x="34" y="146"/>
                </a:lnTo>
                <a:lnTo>
                  <a:pt x="3" y="146"/>
                </a:lnTo>
                <a:cubicBezTo>
                  <a:pt x="1" y="146"/>
                  <a:pt x="0" y="145"/>
                  <a:pt x="0" y="143"/>
                </a:cubicBezTo>
                <a:lnTo>
                  <a:pt x="0" y="137"/>
                </a:lnTo>
                <a:cubicBezTo>
                  <a:pt x="0" y="131"/>
                  <a:pt x="4" y="128"/>
                  <a:pt x="11" y="128"/>
                </a:cubicBezTo>
                <a:lnTo>
                  <a:pt x="34" y="128"/>
                </a:lnTo>
                <a:lnTo>
                  <a:pt x="34" y="120"/>
                </a:lnTo>
                <a:cubicBezTo>
                  <a:pt x="34" y="80"/>
                  <a:pt x="42" y="51"/>
                  <a:pt x="59" y="32"/>
                </a:cubicBezTo>
                <a:cubicBezTo>
                  <a:pt x="76" y="11"/>
                  <a:pt x="99" y="1"/>
                  <a:pt x="125" y="0"/>
                </a:cubicBezTo>
                <a:cubicBezTo>
                  <a:pt x="147" y="0"/>
                  <a:pt x="166" y="6"/>
                  <a:pt x="182" y="16"/>
                </a:cubicBezTo>
                <a:cubicBezTo>
                  <a:pt x="200" y="27"/>
                  <a:pt x="209" y="39"/>
                  <a:pt x="209" y="52"/>
                </a:cubicBezTo>
                <a:cubicBezTo>
                  <a:pt x="209" y="58"/>
                  <a:pt x="207" y="63"/>
                  <a:pt x="203" y="67"/>
                </a:cubicBezTo>
                <a:cubicBezTo>
                  <a:pt x="198" y="70"/>
                  <a:pt x="194" y="72"/>
                  <a:pt x="188" y="72"/>
                </a:cubicBezTo>
                <a:cubicBezTo>
                  <a:pt x="172" y="72"/>
                  <a:pt x="163" y="62"/>
                  <a:pt x="160" y="41"/>
                </a:cubicBezTo>
                <a:cubicBezTo>
                  <a:pt x="158" y="33"/>
                  <a:pt x="154" y="27"/>
                  <a:pt x="146" y="23"/>
                </a:cubicBezTo>
                <a:cubicBezTo>
                  <a:pt x="138" y="19"/>
                  <a:pt x="129" y="17"/>
                  <a:pt x="119" y="17"/>
                </a:cubicBezTo>
                <a:cubicBezTo>
                  <a:pt x="104" y="17"/>
                  <a:pt x="92" y="26"/>
                  <a:pt x="82" y="44"/>
                </a:cubicBezTo>
                <a:cubicBezTo>
                  <a:pt x="75" y="56"/>
                  <a:pt x="71" y="75"/>
                  <a:pt x="71" y="101"/>
                </a:cubicBezTo>
                <a:lnTo>
                  <a:pt x="71" y="128"/>
                </a:lnTo>
                <a:lnTo>
                  <a:pt x="165" y="128"/>
                </a:lnTo>
                <a:cubicBezTo>
                  <a:pt x="184" y="128"/>
                  <a:pt x="198" y="126"/>
                  <a:pt x="209" y="122"/>
                </a:cubicBezTo>
                <a:cubicBezTo>
                  <a:pt x="211" y="122"/>
                  <a:pt x="213" y="123"/>
                  <a:pt x="214" y="124"/>
                </a:cubicBezTo>
                <a:cubicBezTo>
                  <a:pt x="212" y="145"/>
                  <a:pt x="212" y="161"/>
                  <a:pt x="212" y="173"/>
                </a:cubicBezTo>
                <a:lnTo>
                  <a:pt x="212" y="2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4525200" y="2565360"/>
            <a:ext cx="453600" cy="159120"/>
          </a:xfrm>
          <a:custGeom>
            <a:avLst/>
            <a:gdLst/>
            <a:ahLst/>
            <a:rect l="0" t="0" r="r" b="b"/>
            <a:pathLst>
              <a:path w="1260" h="442">
                <a:moveTo>
                  <a:pt x="36" y="272"/>
                </a:moveTo>
                <a:lnTo>
                  <a:pt x="36" y="67"/>
                </a:lnTo>
                <a:cubicBezTo>
                  <a:pt x="36" y="56"/>
                  <a:pt x="36" y="49"/>
                  <a:pt x="36" y="44"/>
                </a:cubicBezTo>
                <a:cubicBezTo>
                  <a:pt x="35" y="39"/>
                  <a:pt x="33" y="35"/>
                  <a:pt x="30" y="33"/>
                </a:cubicBezTo>
                <a:cubicBezTo>
                  <a:pt x="26" y="30"/>
                  <a:pt x="24" y="29"/>
                  <a:pt x="22" y="29"/>
                </a:cubicBezTo>
                <a:cubicBezTo>
                  <a:pt x="20" y="29"/>
                  <a:pt x="15" y="28"/>
                  <a:pt x="6" y="27"/>
                </a:cubicBezTo>
                <a:cubicBezTo>
                  <a:pt x="3" y="24"/>
                  <a:pt x="1" y="19"/>
                  <a:pt x="3" y="13"/>
                </a:cubicBezTo>
                <a:cubicBezTo>
                  <a:pt x="31" y="11"/>
                  <a:pt x="53" y="7"/>
                  <a:pt x="69" y="0"/>
                </a:cubicBezTo>
                <a:cubicBezTo>
                  <a:pt x="73" y="0"/>
                  <a:pt x="75" y="2"/>
                  <a:pt x="75" y="5"/>
                </a:cubicBezTo>
                <a:cubicBezTo>
                  <a:pt x="74" y="18"/>
                  <a:pt x="74" y="35"/>
                  <a:pt x="74" y="55"/>
                </a:cubicBezTo>
                <a:lnTo>
                  <a:pt x="74" y="272"/>
                </a:lnTo>
                <a:cubicBezTo>
                  <a:pt x="74" y="291"/>
                  <a:pt x="75" y="303"/>
                  <a:pt x="79" y="307"/>
                </a:cubicBezTo>
                <a:cubicBezTo>
                  <a:pt x="83" y="312"/>
                  <a:pt x="93" y="315"/>
                  <a:pt x="107" y="315"/>
                </a:cubicBezTo>
                <a:cubicBezTo>
                  <a:pt x="109" y="317"/>
                  <a:pt x="109" y="320"/>
                  <a:pt x="109" y="323"/>
                </a:cubicBezTo>
                <a:cubicBezTo>
                  <a:pt x="109" y="327"/>
                  <a:pt x="109" y="330"/>
                  <a:pt x="107" y="331"/>
                </a:cubicBezTo>
                <a:cubicBezTo>
                  <a:pt x="80" y="330"/>
                  <a:pt x="63" y="330"/>
                  <a:pt x="55" y="330"/>
                </a:cubicBezTo>
                <a:cubicBezTo>
                  <a:pt x="46" y="330"/>
                  <a:pt x="29" y="330"/>
                  <a:pt x="3" y="331"/>
                </a:cubicBezTo>
                <a:cubicBezTo>
                  <a:pt x="1" y="330"/>
                  <a:pt x="0" y="327"/>
                  <a:pt x="0" y="323"/>
                </a:cubicBezTo>
                <a:cubicBezTo>
                  <a:pt x="0" y="320"/>
                  <a:pt x="1" y="317"/>
                  <a:pt x="3" y="315"/>
                </a:cubicBezTo>
                <a:cubicBezTo>
                  <a:pt x="17" y="315"/>
                  <a:pt x="26" y="313"/>
                  <a:pt x="30" y="308"/>
                </a:cubicBezTo>
                <a:cubicBezTo>
                  <a:pt x="34" y="303"/>
                  <a:pt x="36" y="291"/>
                  <a:pt x="36" y="272"/>
                </a:cubicBezTo>
                <a:moveTo>
                  <a:pt x="136" y="128"/>
                </a:moveTo>
                <a:lnTo>
                  <a:pt x="158" y="128"/>
                </a:lnTo>
                <a:lnTo>
                  <a:pt x="158" y="103"/>
                </a:lnTo>
                <a:cubicBezTo>
                  <a:pt x="158" y="96"/>
                  <a:pt x="157" y="91"/>
                  <a:pt x="157" y="87"/>
                </a:cubicBezTo>
                <a:cubicBezTo>
                  <a:pt x="157" y="84"/>
                  <a:pt x="157" y="82"/>
                  <a:pt x="156" y="80"/>
                </a:cubicBezTo>
                <a:lnTo>
                  <a:pt x="156" y="76"/>
                </a:lnTo>
                <a:lnTo>
                  <a:pt x="156" y="73"/>
                </a:lnTo>
                <a:cubicBezTo>
                  <a:pt x="156" y="72"/>
                  <a:pt x="157" y="71"/>
                  <a:pt x="158" y="70"/>
                </a:cubicBezTo>
                <a:cubicBezTo>
                  <a:pt x="159" y="69"/>
                  <a:pt x="161" y="68"/>
                  <a:pt x="162" y="68"/>
                </a:cubicBezTo>
                <a:cubicBezTo>
                  <a:pt x="163" y="67"/>
                  <a:pt x="166" y="67"/>
                  <a:pt x="168" y="66"/>
                </a:cubicBezTo>
                <a:cubicBezTo>
                  <a:pt x="171" y="65"/>
                  <a:pt x="173" y="65"/>
                  <a:pt x="174" y="64"/>
                </a:cubicBezTo>
                <a:cubicBezTo>
                  <a:pt x="176" y="63"/>
                  <a:pt x="179" y="62"/>
                  <a:pt x="181" y="60"/>
                </a:cubicBezTo>
                <a:cubicBezTo>
                  <a:pt x="184" y="59"/>
                  <a:pt x="187" y="58"/>
                  <a:pt x="189" y="57"/>
                </a:cubicBezTo>
                <a:cubicBezTo>
                  <a:pt x="191" y="56"/>
                  <a:pt x="192" y="56"/>
                  <a:pt x="193" y="56"/>
                </a:cubicBezTo>
                <a:cubicBezTo>
                  <a:pt x="196" y="56"/>
                  <a:pt x="197" y="57"/>
                  <a:pt x="197" y="60"/>
                </a:cubicBezTo>
                <a:cubicBezTo>
                  <a:pt x="196" y="72"/>
                  <a:pt x="195" y="89"/>
                  <a:pt x="195" y="109"/>
                </a:cubicBezTo>
                <a:lnTo>
                  <a:pt x="195" y="128"/>
                </a:lnTo>
                <a:lnTo>
                  <a:pt x="252" y="128"/>
                </a:lnTo>
                <a:cubicBezTo>
                  <a:pt x="254" y="128"/>
                  <a:pt x="256" y="129"/>
                  <a:pt x="256" y="130"/>
                </a:cubicBezTo>
                <a:lnTo>
                  <a:pt x="256" y="140"/>
                </a:lnTo>
                <a:cubicBezTo>
                  <a:pt x="256" y="144"/>
                  <a:pt x="252" y="146"/>
                  <a:pt x="244" y="146"/>
                </a:cubicBezTo>
                <a:lnTo>
                  <a:pt x="195" y="146"/>
                </a:lnTo>
                <a:lnTo>
                  <a:pt x="195" y="265"/>
                </a:lnTo>
                <a:cubicBezTo>
                  <a:pt x="195" y="281"/>
                  <a:pt x="196" y="292"/>
                  <a:pt x="198" y="299"/>
                </a:cubicBezTo>
                <a:cubicBezTo>
                  <a:pt x="200" y="305"/>
                  <a:pt x="205" y="309"/>
                  <a:pt x="211" y="309"/>
                </a:cubicBezTo>
                <a:cubicBezTo>
                  <a:pt x="225" y="309"/>
                  <a:pt x="238" y="304"/>
                  <a:pt x="249" y="296"/>
                </a:cubicBezTo>
                <a:cubicBezTo>
                  <a:pt x="254" y="296"/>
                  <a:pt x="257" y="298"/>
                  <a:pt x="257" y="304"/>
                </a:cubicBezTo>
                <a:cubicBezTo>
                  <a:pt x="239" y="324"/>
                  <a:pt x="218" y="335"/>
                  <a:pt x="194" y="335"/>
                </a:cubicBezTo>
                <a:cubicBezTo>
                  <a:pt x="170" y="335"/>
                  <a:pt x="158" y="319"/>
                  <a:pt x="158" y="288"/>
                </a:cubicBezTo>
                <a:lnTo>
                  <a:pt x="158" y="146"/>
                </a:lnTo>
                <a:lnTo>
                  <a:pt x="130" y="146"/>
                </a:lnTo>
                <a:cubicBezTo>
                  <a:pt x="128" y="146"/>
                  <a:pt x="128" y="145"/>
                  <a:pt x="128" y="143"/>
                </a:cubicBezTo>
                <a:lnTo>
                  <a:pt x="128" y="137"/>
                </a:lnTo>
                <a:cubicBezTo>
                  <a:pt x="128" y="131"/>
                  <a:pt x="130" y="128"/>
                  <a:pt x="136" y="128"/>
                </a:cubicBezTo>
                <a:moveTo>
                  <a:pt x="409" y="195"/>
                </a:moveTo>
                <a:cubicBezTo>
                  <a:pt x="413" y="195"/>
                  <a:pt x="416" y="193"/>
                  <a:pt x="416" y="189"/>
                </a:cubicBezTo>
                <a:cubicBezTo>
                  <a:pt x="416" y="171"/>
                  <a:pt x="412" y="158"/>
                  <a:pt x="404" y="151"/>
                </a:cubicBezTo>
                <a:cubicBezTo>
                  <a:pt x="396" y="143"/>
                  <a:pt x="387" y="139"/>
                  <a:pt x="376" y="139"/>
                </a:cubicBezTo>
                <a:cubicBezTo>
                  <a:pt x="372" y="139"/>
                  <a:pt x="368" y="140"/>
                  <a:pt x="364" y="141"/>
                </a:cubicBezTo>
                <a:cubicBezTo>
                  <a:pt x="360" y="142"/>
                  <a:pt x="355" y="144"/>
                  <a:pt x="349" y="148"/>
                </a:cubicBezTo>
                <a:cubicBezTo>
                  <a:pt x="344" y="151"/>
                  <a:pt x="338" y="157"/>
                  <a:pt x="333" y="166"/>
                </a:cubicBezTo>
                <a:cubicBezTo>
                  <a:pt x="329" y="174"/>
                  <a:pt x="325" y="185"/>
                  <a:pt x="323" y="197"/>
                </a:cubicBezTo>
                <a:lnTo>
                  <a:pt x="409" y="195"/>
                </a:lnTo>
                <a:moveTo>
                  <a:pt x="457" y="294"/>
                </a:moveTo>
                <a:cubicBezTo>
                  <a:pt x="436" y="321"/>
                  <a:pt x="409" y="335"/>
                  <a:pt x="376" y="335"/>
                </a:cubicBezTo>
                <a:cubicBezTo>
                  <a:pt x="345" y="335"/>
                  <a:pt x="321" y="325"/>
                  <a:pt x="305" y="304"/>
                </a:cubicBezTo>
                <a:cubicBezTo>
                  <a:pt x="290" y="288"/>
                  <a:pt x="283" y="264"/>
                  <a:pt x="283" y="234"/>
                </a:cubicBezTo>
                <a:cubicBezTo>
                  <a:pt x="283" y="201"/>
                  <a:pt x="292" y="175"/>
                  <a:pt x="312" y="155"/>
                </a:cubicBezTo>
                <a:cubicBezTo>
                  <a:pt x="332" y="134"/>
                  <a:pt x="353" y="124"/>
                  <a:pt x="376" y="124"/>
                </a:cubicBezTo>
                <a:cubicBezTo>
                  <a:pt x="429" y="124"/>
                  <a:pt x="456" y="151"/>
                  <a:pt x="456" y="206"/>
                </a:cubicBezTo>
                <a:cubicBezTo>
                  <a:pt x="456" y="211"/>
                  <a:pt x="453" y="214"/>
                  <a:pt x="447" y="214"/>
                </a:cubicBezTo>
                <a:lnTo>
                  <a:pt x="322" y="213"/>
                </a:lnTo>
                <a:cubicBezTo>
                  <a:pt x="322" y="240"/>
                  <a:pt x="327" y="261"/>
                  <a:pt x="337" y="278"/>
                </a:cubicBezTo>
                <a:cubicBezTo>
                  <a:pt x="351" y="300"/>
                  <a:pt x="368" y="312"/>
                  <a:pt x="389" y="312"/>
                </a:cubicBezTo>
                <a:cubicBezTo>
                  <a:pt x="402" y="312"/>
                  <a:pt x="412" y="310"/>
                  <a:pt x="420" y="306"/>
                </a:cubicBezTo>
                <a:cubicBezTo>
                  <a:pt x="429" y="302"/>
                  <a:pt x="438" y="296"/>
                  <a:pt x="447" y="286"/>
                </a:cubicBezTo>
                <a:cubicBezTo>
                  <a:pt x="452" y="286"/>
                  <a:pt x="455" y="289"/>
                  <a:pt x="457" y="294"/>
                </a:cubicBezTo>
                <a:moveTo>
                  <a:pt x="560" y="161"/>
                </a:moveTo>
                <a:cubicBezTo>
                  <a:pt x="560" y="163"/>
                  <a:pt x="560" y="164"/>
                  <a:pt x="560" y="165"/>
                </a:cubicBezTo>
                <a:cubicBezTo>
                  <a:pt x="561" y="165"/>
                  <a:pt x="562" y="164"/>
                  <a:pt x="563" y="162"/>
                </a:cubicBezTo>
                <a:cubicBezTo>
                  <a:pt x="570" y="152"/>
                  <a:pt x="577" y="142"/>
                  <a:pt x="587" y="135"/>
                </a:cubicBezTo>
                <a:cubicBezTo>
                  <a:pt x="596" y="127"/>
                  <a:pt x="606" y="123"/>
                  <a:pt x="616" y="123"/>
                </a:cubicBezTo>
                <a:cubicBezTo>
                  <a:pt x="624" y="123"/>
                  <a:pt x="631" y="125"/>
                  <a:pt x="636" y="130"/>
                </a:cubicBezTo>
                <a:cubicBezTo>
                  <a:pt x="641" y="135"/>
                  <a:pt x="644" y="140"/>
                  <a:pt x="644" y="146"/>
                </a:cubicBezTo>
                <a:cubicBezTo>
                  <a:pt x="644" y="152"/>
                  <a:pt x="641" y="157"/>
                  <a:pt x="637" y="162"/>
                </a:cubicBezTo>
                <a:cubicBezTo>
                  <a:pt x="632" y="167"/>
                  <a:pt x="627" y="169"/>
                  <a:pt x="622" y="169"/>
                </a:cubicBezTo>
                <a:cubicBezTo>
                  <a:pt x="620" y="169"/>
                  <a:pt x="617" y="169"/>
                  <a:pt x="615" y="168"/>
                </a:cubicBezTo>
                <a:cubicBezTo>
                  <a:pt x="613" y="166"/>
                  <a:pt x="611" y="165"/>
                  <a:pt x="610" y="165"/>
                </a:cubicBezTo>
                <a:cubicBezTo>
                  <a:pt x="609" y="163"/>
                  <a:pt x="608" y="162"/>
                  <a:pt x="606" y="160"/>
                </a:cubicBezTo>
                <a:cubicBezTo>
                  <a:pt x="604" y="158"/>
                  <a:pt x="603" y="156"/>
                  <a:pt x="603" y="155"/>
                </a:cubicBezTo>
                <a:cubicBezTo>
                  <a:pt x="600" y="153"/>
                  <a:pt x="597" y="152"/>
                  <a:pt x="592" y="152"/>
                </a:cubicBezTo>
                <a:cubicBezTo>
                  <a:pt x="589" y="152"/>
                  <a:pt x="581" y="160"/>
                  <a:pt x="571" y="175"/>
                </a:cubicBezTo>
                <a:cubicBezTo>
                  <a:pt x="563" y="186"/>
                  <a:pt x="560" y="197"/>
                  <a:pt x="560" y="207"/>
                </a:cubicBezTo>
                <a:lnTo>
                  <a:pt x="560" y="272"/>
                </a:lnTo>
                <a:cubicBezTo>
                  <a:pt x="560" y="291"/>
                  <a:pt x="562" y="303"/>
                  <a:pt x="566" y="307"/>
                </a:cubicBezTo>
                <a:cubicBezTo>
                  <a:pt x="570" y="311"/>
                  <a:pt x="581" y="314"/>
                  <a:pt x="598" y="315"/>
                </a:cubicBezTo>
                <a:cubicBezTo>
                  <a:pt x="600" y="317"/>
                  <a:pt x="601" y="320"/>
                  <a:pt x="601" y="323"/>
                </a:cubicBezTo>
                <a:cubicBezTo>
                  <a:pt x="601" y="327"/>
                  <a:pt x="600" y="330"/>
                  <a:pt x="598" y="331"/>
                </a:cubicBezTo>
                <a:cubicBezTo>
                  <a:pt x="571" y="330"/>
                  <a:pt x="552" y="330"/>
                  <a:pt x="541" y="330"/>
                </a:cubicBezTo>
                <a:cubicBezTo>
                  <a:pt x="532" y="330"/>
                  <a:pt x="514" y="330"/>
                  <a:pt x="487" y="331"/>
                </a:cubicBezTo>
                <a:cubicBezTo>
                  <a:pt x="486" y="330"/>
                  <a:pt x="486" y="327"/>
                  <a:pt x="486" y="323"/>
                </a:cubicBezTo>
                <a:cubicBezTo>
                  <a:pt x="486" y="320"/>
                  <a:pt x="486" y="317"/>
                  <a:pt x="487" y="315"/>
                </a:cubicBezTo>
                <a:cubicBezTo>
                  <a:pt x="503" y="315"/>
                  <a:pt x="512" y="312"/>
                  <a:pt x="516" y="307"/>
                </a:cubicBezTo>
                <a:cubicBezTo>
                  <a:pt x="520" y="303"/>
                  <a:pt x="522" y="291"/>
                  <a:pt x="522" y="272"/>
                </a:cubicBezTo>
                <a:lnTo>
                  <a:pt x="522" y="181"/>
                </a:lnTo>
                <a:cubicBezTo>
                  <a:pt x="522" y="167"/>
                  <a:pt x="521" y="159"/>
                  <a:pt x="517" y="156"/>
                </a:cubicBezTo>
                <a:cubicBezTo>
                  <a:pt x="513" y="152"/>
                  <a:pt x="505" y="150"/>
                  <a:pt x="492" y="149"/>
                </a:cubicBezTo>
                <a:cubicBezTo>
                  <a:pt x="490" y="143"/>
                  <a:pt x="490" y="139"/>
                  <a:pt x="491" y="135"/>
                </a:cubicBezTo>
                <a:cubicBezTo>
                  <a:pt x="516" y="132"/>
                  <a:pt x="535" y="128"/>
                  <a:pt x="550" y="122"/>
                </a:cubicBezTo>
                <a:cubicBezTo>
                  <a:pt x="552" y="122"/>
                  <a:pt x="554" y="123"/>
                  <a:pt x="556" y="125"/>
                </a:cubicBezTo>
                <a:cubicBezTo>
                  <a:pt x="558" y="131"/>
                  <a:pt x="560" y="143"/>
                  <a:pt x="560" y="161"/>
                </a:cubicBezTo>
                <a:moveTo>
                  <a:pt x="693" y="48"/>
                </a:moveTo>
                <a:cubicBezTo>
                  <a:pt x="693" y="42"/>
                  <a:pt x="695" y="37"/>
                  <a:pt x="701" y="32"/>
                </a:cubicBezTo>
                <a:cubicBezTo>
                  <a:pt x="706" y="27"/>
                  <a:pt x="711" y="25"/>
                  <a:pt x="717" y="25"/>
                </a:cubicBezTo>
                <a:cubicBezTo>
                  <a:pt x="723" y="25"/>
                  <a:pt x="728" y="28"/>
                  <a:pt x="733" y="33"/>
                </a:cubicBezTo>
                <a:cubicBezTo>
                  <a:pt x="737" y="38"/>
                  <a:pt x="740" y="43"/>
                  <a:pt x="740" y="49"/>
                </a:cubicBezTo>
                <a:cubicBezTo>
                  <a:pt x="740" y="55"/>
                  <a:pt x="737" y="60"/>
                  <a:pt x="732" y="65"/>
                </a:cubicBezTo>
                <a:cubicBezTo>
                  <a:pt x="728" y="70"/>
                  <a:pt x="722" y="72"/>
                  <a:pt x="715" y="72"/>
                </a:cubicBezTo>
                <a:cubicBezTo>
                  <a:pt x="709" y="72"/>
                  <a:pt x="704" y="69"/>
                  <a:pt x="699" y="64"/>
                </a:cubicBezTo>
                <a:cubicBezTo>
                  <a:pt x="695" y="59"/>
                  <a:pt x="693" y="53"/>
                  <a:pt x="693" y="48"/>
                </a:cubicBezTo>
                <a:moveTo>
                  <a:pt x="735" y="272"/>
                </a:moveTo>
                <a:cubicBezTo>
                  <a:pt x="735" y="291"/>
                  <a:pt x="737" y="303"/>
                  <a:pt x="741" y="307"/>
                </a:cubicBezTo>
                <a:cubicBezTo>
                  <a:pt x="745" y="312"/>
                  <a:pt x="755" y="315"/>
                  <a:pt x="770" y="315"/>
                </a:cubicBezTo>
                <a:cubicBezTo>
                  <a:pt x="771" y="317"/>
                  <a:pt x="772" y="320"/>
                  <a:pt x="772" y="323"/>
                </a:cubicBezTo>
                <a:cubicBezTo>
                  <a:pt x="772" y="327"/>
                  <a:pt x="771" y="330"/>
                  <a:pt x="770" y="331"/>
                </a:cubicBezTo>
                <a:cubicBezTo>
                  <a:pt x="742" y="330"/>
                  <a:pt x="725" y="330"/>
                  <a:pt x="717" y="330"/>
                </a:cubicBezTo>
                <a:cubicBezTo>
                  <a:pt x="709" y="330"/>
                  <a:pt x="691" y="330"/>
                  <a:pt x="664" y="331"/>
                </a:cubicBezTo>
                <a:cubicBezTo>
                  <a:pt x="663" y="330"/>
                  <a:pt x="663" y="327"/>
                  <a:pt x="663" y="323"/>
                </a:cubicBezTo>
                <a:cubicBezTo>
                  <a:pt x="663" y="320"/>
                  <a:pt x="663" y="317"/>
                  <a:pt x="664" y="315"/>
                </a:cubicBezTo>
                <a:cubicBezTo>
                  <a:pt x="679" y="314"/>
                  <a:pt x="689" y="311"/>
                  <a:pt x="693" y="307"/>
                </a:cubicBezTo>
                <a:cubicBezTo>
                  <a:pt x="696" y="303"/>
                  <a:pt x="698" y="291"/>
                  <a:pt x="698" y="272"/>
                </a:cubicBezTo>
                <a:lnTo>
                  <a:pt x="698" y="181"/>
                </a:lnTo>
                <a:cubicBezTo>
                  <a:pt x="698" y="167"/>
                  <a:pt x="696" y="159"/>
                  <a:pt x="693" y="156"/>
                </a:cubicBezTo>
                <a:cubicBezTo>
                  <a:pt x="689" y="152"/>
                  <a:pt x="681" y="150"/>
                  <a:pt x="668" y="149"/>
                </a:cubicBezTo>
                <a:cubicBezTo>
                  <a:pt x="666" y="143"/>
                  <a:pt x="666" y="139"/>
                  <a:pt x="667" y="135"/>
                </a:cubicBezTo>
                <a:cubicBezTo>
                  <a:pt x="696" y="131"/>
                  <a:pt x="717" y="127"/>
                  <a:pt x="731" y="122"/>
                </a:cubicBezTo>
                <a:cubicBezTo>
                  <a:pt x="735" y="122"/>
                  <a:pt x="737" y="123"/>
                  <a:pt x="737" y="125"/>
                </a:cubicBezTo>
                <a:lnTo>
                  <a:pt x="737" y="128"/>
                </a:lnTo>
                <a:cubicBezTo>
                  <a:pt x="737" y="130"/>
                  <a:pt x="737" y="133"/>
                  <a:pt x="737" y="137"/>
                </a:cubicBezTo>
                <a:cubicBezTo>
                  <a:pt x="737" y="141"/>
                  <a:pt x="736" y="145"/>
                  <a:pt x="736" y="149"/>
                </a:cubicBezTo>
                <a:cubicBezTo>
                  <a:pt x="736" y="153"/>
                  <a:pt x="736" y="158"/>
                  <a:pt x="735" y="164"/>
                </a:cubicBezTo>
                <a:lnTo>
                  <a:pt x="735" y="179"/>
                </a:lnTo>
                <a:lnTo>
                  <a:pt x="735" y="272"/>
                </a:lnTo>
                <a:moveTo>
                  <a:pt x="865" y="161"/>
                </a:moveTo>
                <a:cubicBezTo>
                  <a:pt x="888" y="136"/>
                  <a:pt x="914" y="123"/>
                  <a:pt x="942" y="123"/>
                </a:cubicBezTo>
                <a:cubicBezTo>
                  <a:pt x="960" y="123"/>
                  <a:pt x="973" y="128"/>
                  <a:pt x="981" y="139"/>
                </a:cubicBezTo>
                <a:cubicBezTo>
                  <a:pt x="990" y="150"/>
                  <a:pt x="994" y="171"/>
                  <a:pt x="994" y="202"/>
                </a:cubicBezTo>
                <a:lnTo>
                  <a:pt x="994" y="272"/>
                </a:lnTo>
                <a:cubicBezTo>
                  <a:pt x="994" y="291"/>
                  <a:pt x="996" y="302"/>
                  <a:pt x="999" y="307"/>
                </a:cubicBezTo>
                <a:cubicBezTo>
                  <a:pt x="1003" y="311"/>
                  <a:pt x="1012" y="314"/>
                  <a:pt x="1026" y="315"/>
                </a:cubicBezTo>
                <a:cubicBezTo>
                  <a:pt x="1027" y="317"/>
                  <a:pt x="1027" y="319"/>
                  <a:pt x="1027" y="323"/>
                </a:cubicBezTo>
                <a:cubicBezTo>
                  <a:pt x="1027" y="327"/>
                  <a:pt x="1027" y="330"/>
                  <a:pt x="1026" y="331"/>
                </a:cubicBezTo>
                <a:cubicBezTo>
                  <a:pt x="999" y="330"/>
                  <a:pt x="982" y="330"/>
                  <a:pt x="975" y="330"/>
                </a:cubicBezTo>
                <a:cubicBezTo>
                  <a:pt x="970" y="330"/>
                  <a:pt x="954" y="330"/>
                  <a:pt x="928" y="331"/>
                </a:cubicBezTo>
                <a:cubicBezTo>
                  <a:pt x="926" y="330"/>
                  <a:pt x="926" y="327"/>
                  <a:pt x="926" y="323"/>
                </a:cubicBezTo>
                <a:cubicBezTo>
                  <a:pt x="926" y="320"/>
                  <a:pt x="926" y="317"/>
                  <a:pt x="928" y="315"/>
                </a:cubicBezTo>
                <a:cubicBezTo>
                  <a:pt x="940" y="314"/>
                  <a:pt x="948" y="311"/>
                  <a:pt x="951" y="307"/>
                </a:cubicBezTo>
                <a:cubicBezTo>
                  <a:pt x="955" y="302"/>
                  <a:pt x="956" y="291"/>
                  <a:pt x="956" y="272"/>
                </a:cubicBezTo>
                <a:lnTo>
                  <a:pt x="956" y="201"/>
                </a:lnTo>
                <a:cubicBezTo>
                  <a:pt x="956" y="184"/>
                  <a:pt x="955" y="172"/>
                  <a:pt x="951" y="165"/>
                </a:cubicBezTo>
                <a:cubicBezTo>
                  <a:pt x="945" y="153"/>
                  <a:pt x="937" y="147"/>
                  <a:pt x="926" y="147"/>
                </a:cubicBezTo>
                <a:cubicBezTo>
                  <a:pt x="907" y="147"/>
                  <a:pt x="888" y="157"/>
                  <a:pt x="869" y="175"/>
                </a:cubicBezTo>
                <a:cubicBezTo>
                  <a:pt x="863" y="181"/>
                  <a:pt x="860" y="188"/>
                  <a:pt x="860" y="195"/>
                </a:cubicBezTo>
                <a:lnTo>
                  <a:pt x="860" y="272"/>
                </a:lnTo>
                <a:cubicBezTo>
                  <a:pt x="860" y="291"/>
                  <a:pt x="862" y="302"/>
                  <a:pt x="865" y="307"/>
                </a:cubicBezTo>
                <a:cubicBezTo>
                  <a:pt x="868" y="311"/>
                  <a:pt x="876" y="314"/>
                  <a:pt x="889" y="315"/>
                </a:cubicBezTo>
                <a:cubicBezTo>
                  <a:pt x="890" y="317"/>
                  <a:pt x="891" y="320"/>
                  <a:pt x="891" y="323"/>
                </a:cubicBezTo>
                <a:cubicBezTo>
                  <a:pt x="891" y="327"/>
                  <a:pt x="890" y="330"/>
                  <a:pt x="889" y="331"/>
                </a:cubicBezTo>
                <a:cubicBezTo>
                  <a:pt x="862" y="330"/>
                  <a:pt x="847" y="330"/>
                  <a:pt x="842" y="330"/>
                </a:cubicBezTo>
                <a:cubicBezTo>
                  <a:pt x="833" y="330"/>
                  <a:pt x="816" y="330"/>
                  <a:pt x="790" y="331"/>
                </a:cubicBezTo>
                <a:cubicBezTo>
                  <a:pt x="789" y="330"/>
                  <a:pt x="788" y="327"/>
                  <a:pt x="788" y="323"/>
                </a:cubicBezTo>
                <a:cubicBezTo>
                  <a:pt x="788" y="320"/>
                  <a:pt x="789" y="317"/>
                  <a:pt x="790" y="315"/>
                </a:cubicBezTo>
                <a:cubicBezTo>
                  <a:pt x="805" y="314"/>
                  <a:pt x="814" y="311"/>
                  <a:pt x="818" y="307"/>
                </a:cubicBezTo>
                <a:cubicBezTo>
                  <a:pt x="822" y="303"/>
                  <a:pt x="823" y="291"/>
                  <a:pt x="823" y="272"/>
                </a:cubicBezTo>
                <a:lnTo>
                  <a:pt x="823" y="181"/>
                </a:lnTo>
                <a:cubicBezTo>
                  <a:pt x="823" y="167"/>
                  <a:pt x="822" y="159"/>
                  <a:pt x="818" y="156"/>
                </a:cubicBezTo>
                <a:cubicBezTo>
                  <a:pt x="814" y="152"/>
                  <a:pt x="806" y="150"/>
                  <a:pt x="793" y="149"/>
                </a:cubicBezTo>
                <a:cubicBezTo>
                  <a:pt x="791" y="143"/>
                  <a:pt x="790" y="139"/>
                  <a:pt x="792" y="135"/>
                </a:cubicBezTo>
                <a:cubicBezTo>
                  <a:pt x="816" y="132"/>
                  <a:pt x="836" y="128"/>
                  <a:pt x="851" y="122"/>
                </a:cubicBezTo>
                <a:cubicBezTo>
                  <a:pt x="853" y="122"/>
                  <a:pt x="855" y="123"/>
                  <a:pt x="856" y="125"/>
                </a:cubicBezTo>
                <a:cubicBezTo>
                  <a:pt x="859" y="131"/>
                  <a:pt x="860" y="143"/>
                  <a:pt x="860" y="161"/>
                </a:cubicBezTo>
                <a:cubicBezTo>
                  <a:pt x="860" y="165"/>
                  <a:pt x="862" y="165"/>
                  <a:pt x="865" y="161"/>
                </a:cubicBezTo>
                <a:moveTo>
                  <a:pt x="1184" y="198"/>
                </a:moveTo>
                <a:cubicBezTo>
                  <a:pt x="1184" y="179"/>
                  <a:pt x="1180" y="164"/>
                  <a:pt x="1172" y="154"/>
                </a:cubicBezTo>
                <a:cubicBezTo>
                  <a:pt x="1164" y="143"/>
                  <a:pt x="1153" y="138"/>
                  <a:pt x="1138" y="138"/>
                </a:cubicBezTo>
                <a:cubicBezTo>
                  <a:pt x="1113" y="138"/>
                  <a:pt x="1100" y="154"/>
                  <a:pt x="1100" y="188"/>
                </a:cubicBezTo>
                <a:cubicBezTo>
                  <a:pt x="1100" y="196"/>
                  <a:pt x="1101" y="204"/>
                  <a:pt x="1102" y="211"/>
                </a:cubicBezTo>
                <a:cubicBezTo>
                  <a:pt x="1103" y="217"/>
                  <a:pt x="1105" y="224"/>
                  <a:pt x="1108" y="231"/>
                </a:cubicBezTo>
                <a:cubicBezTo>
                  <a:pt x="1110" y="237"/>
                  <a:pt x="1115" y="242"/>
                  <a:pt x="1121" y="246"/>
                </a:cubicBezTo>
                <a:cubicBezTo>
                  <a:pt x="1127" y="249"/>
                  <a:pt x="1135" y="251"/>
                  <a:pt x="1144" y="251"/>
                </a:cubicBezTo>
                <a:cubicBezTo>
                  <a:pt x="1170" y="251"/>
                  <a:pt x="1184" y="233"/>
                  <a:pt x="1184" y="198"/>
                </a:cubicBezTo>
                <a:moveTo>
                  <a:pt x="1095" y="335"/>
                </a:moveTo>
                <a:cubicBezTo>
                  <a:pt x="1086" y="346"/>
                  <a:pt x="1081" y="361"/>
                  <a:pt x="1081" y="379"/>
                </a:cubicBezTo>
                <a:cubicBezTo>
                  <a:pt x="1081" y="393"/>
                  <a:pt x="1088" y="404"/>
                  <a:pt x="1101" y="413"/>
                </a:cubicBezTo>
                <a:cubicBezTo>
                  <a:pt x="1114" y="421"/>
                  <a:pt x="1126" y="425"/>
                  <a:pt x="1138" y="425"/>
                </a:cubicBezTo>
                <a:cubicBezTo>
                  <a:pt x="1152" y="425"/>
                  <a:pt x="1167" y="423"/>
                  <a:pt x="1181" y="419"/>
                </a:cubicBezTo>
                <a:cubicBezTo>
                  <a:pt x="1194" y="415"/>
                  <a:pt x="1206" y="409"/>
                  <a:pt x="1216" y="401"/>
                </a:cubicBezTo>
                <a:cubicBezTo>
                  <a:pt x="1225" y="393"/>
                  <a:pt x="1230" y="383"/>
                  <a:pt x="1230" y="373"/>
                </a:cubicBezTo>
                <a:cubicBezTo>
                  <a:pt x="1230" y="367"/>
                  <a:pt x="1228" y="362"/>
                  <a:pt x="1225" y="358"/>
                </a:cubicBezTo>
                <a:cubicBezTo>
                  <a:pt x="1221" y="353"/>
                  <a:pt x="1215" y="349"/>
                  <a:pt x="1206" y="343"/>
                </a:cubicBezTo>
                <a:cubicBezTo>
                  <a:pt x="1197" y="338"/>
                  <a:pt x="1177" y="336"/>
                  <a:pt x="1149" y="336"/>
                </a:cubicBezTo>
                <a:cubicBezTo>
                  <a:pt x="1148" y="336"/>
                  <a:pt x="1143" y="336"/>
                  <a:pt x="1135" y="336"/>
                </a:cubicBezTo>
                <a:cubicBezTo>
                  <a:pt x="1127" y="337"/>
                  <a:pt x="1120" y="337"/>
                  <a:pt x="1114" y="337"/>
                </a:cubicBezTo>
                <a:cubicBezTo>
                  <a:pt x="1107" y="337"/>
                  <a:pt x="1101" y="336"/>
                  <a:pt x="1095" y="335"/>
                </a:cubicBezTo>
                <a:moveTo>
                  <a:pt x="1242" y="147"/>
                </a:moveTo>
                <a:cubicBezTo>
                  <a:pt x="1237" y="147"/>
                  <a:pt x="1232" y="145"/>
                  <a:pt x="1230" y="139"/>
                </a:cubicBezTo>
                <a:cubicBezTo>
                  <a:pt x="1227" y="135"/>
                  <a:pt x="1224" y="133"/>
                  <a:pt x="1220" y="133"/>
                </a:cubicBezTo>
                <a:cubicBezTo>
                  <a:pt x="1217" y="133"/>
                  <a:pt x="1214" y="135"/>
                  <a:pt x="1210" y="137"/>
                </a:cubicBezTo>
                <a:cubicBezTo>
                  <a:pt x="1206" y="139"/>
                  <a:pt x="1203" y="142"/>
                  <a:pt x="1201" y="144"/>
                </a:cubicBezTo>
                <a:cubicBezTo>
                  <a:pt x="1215" y="158"/>
                  <a:pt x="1222" y="175"/>
                  <a:pt x="1222" y="193"/>
                </a:cubicBezTo>
                <a:cubicBezTo>
                  <a:pt x="1222" y="215"/>
                  <a:pt x="1214" y="233"/>
                  <a:pt x="1198" y="246"/>
                </a:cubicBezTo>
                <a:cubicBezTo>
                  <a:pt x="1183" y="259"/>
                  <a:pt x="1164" y="266"/>
                  <a:pt x="1142" y="266"/>
                </a:cubicBezTo>
                <a:cubicBezTo>
                  <a:pt x="1124" y="266"/>
                  <a:pt x="1110" y="262"/>
                  <a:pt x="1099" y="256"/>
                </a:cubicBezTo>
                <a:cubicBezTo>
                  <a:pt x="1093" y="264"/>
                  <a:pt x="1091" y="273"/>
                  <a:pt x="1091" y="283"/>
                </a:cubicBezTo>
                <a:cubicBezTo>
                  <a:pt x="1091" y="292"/>
                  <a:pt x="1093" y="299"/>
                  <a:pt x="1099" y="304"/>
                </a:cubicBezTo>
                <a:cubicBezTo>
                  <a:pt x="1105" y="308"/>
                  <a:pt x="1112" y="310"/>
                  <a:pt x="1121" y="310"/>
                </a:cubicBezTo>
                <a:lnTo>
                  <a:pt x="1135" y="309"/>
                </a:lnTo>
                <a:cubicBezTo>
                  <a:pt x="1147" y="308"/>
                  <a:pt x="1158" y="307"/>
                  <a:pt x="1166" y="307"/>
                </a:cubicBezTo>
                <a:cubicBezTo>
                  <a:pt x="1200" y="307"/>
                  <a:pt x="1223" y="312"/>
                  <a:pt x="1235" y="323"/>
                </a:cubicBezTo>
                <a:cubicBezTo>
                  <a:pt x="1249" y="334"/>
                  <a:pt x="1256" y="346"/>
                  <a:pt x="1256" y="361"/>
                </a:cubicBezTo>
                <a:cubicBezTo>
                  <a:pt x="1256" y="377"/>
                  <a:pt x="1249" y="391"/>
                  <a:pt x="1236" y="404"/>
                </a:cubicBezTo>
                <a:cubicBezTo>
                  <a:pt x="1223" y="417"/>
                  <a:pt x="1206" y="427"/>
                  <a:pt x="1186" y="433"/>
                </a:cubicBezTo>
                <a:cubicBezTo>
                  <a:pt x="1166" y="439"/>
                  <a:pt x="1145" y="442"/>
                  <a:pt x="1124" y="442"/>
                </a:cubicBezTo>
                <a:cubicBezTo>
                  <a:pt x="1102" y="442"/>
                  <a:pt x="1085" y="438"/>
                  <a:pt x="1070" y="429"/>
                </a:cubicBezTo>
                <a:cubicBezTo>
                  <a:pt x="1056" y="421"/>
                  <a:pt x="1049" y="407"/>
                  <a:pt x="1049" y="388"/>
                </a:cubicBezTo>
                <a:cubicBezTo>
                  <a:pt x="1049" y="366"/>
                  <a:pt x="1061" y="347"/>
                  <a:pt x="1087" y="331"/>
                </a:cubicBezTo>
                <a:cubicBezTo>
                  <a:pt x="1072" y="324"/>
                  <a:pt x="1065" y="312"/>
                  <a:pt x="1065" y="295"/>
                </a:cubicBezTo>
                <a:cubicBezTo>
                  <a:pt x="1065" y="286"/>
                  <a:pt x="1067" y="278"/>
                  <a:pt x="1071" y="269"/>
                </a:cubicBezTo>
                <a:cubicBezTo>
                  <a:pt x="1075" y="260"/>
                  <a:pt x="1080" y="253"/>
                  <a:pt x="1086" y="247"/>
                </a:cubicBezTo>
                <a:cubicBezTo>
                  <a:pt x="1070" y="232"/>
                  <a:pt x="1062" y="214"/>
                  <a:pt x="1062" y="195"/>
                </a:cubicBezTo>
                <a:cubicBezTo>
                  <a:pt x="1062" y="173"/>
                  <a:pt x="1070" y="156"/>
                  <a:pt x="1086" y="143"/>
                </a:cubicBezTo>
                <a:cubicBezTo>
                  <a:pt x="1102" y="130"/>
                  <a:pt x="1121" y="123"/>
                  <a:pt x="1143" y="123"/>
                </a:cubicBezTo>
                <a:cubicBezTo>
                  <a:pt x="1162" y="123"/>
                  <a:pt x="1178" y="127"/>
                  <a:pt x="1192" y="136"/>
                </a:cubicBezTo>
                <a:cubicBezTo>
                  <a:pt x="1197" y="128"/>
                  <a:pt x="1204" y="123"/>
                  <a:pt x="1214" y="119"/>
                </a:cubicBezTo>
                <a:cubicBezTo>
                  <a:pt x="1223" y="114"/>
                  <a:pt x="1232" y="112"/>
                  <a:pt x="1239" y="112"/>
                </a:cubicBezTo>
                <a:cubicBezTo>
                  <a:pt x="1245" y="112"/>
                  <a:pt x="1250" y="114"/>
                  <a:pt x="1254" y="117"/>
                </a:cubicBezTo>
                <a:cubicBezTo>
                  <a:pt x="1258" y="120"/>
                  <a:pt x="1260" y="124"/>
                  <a:pt x="1260" y="130"/>
                </a:cubicBezTo>
                <a:cubicBezTo>
                  <a:pt x="1260" y="135"/>
                  <a:pt x="1258" y="139"/>
                  <a:pt x="1255" y="143"/>
                </a:cubicBezTo>
                <a:cubicBezTo>
                  <a:pt x="1251" y="146"/>
                  <a:pt x="1247" y="147"/>
                  <a:pt x="1242" y="14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659760" y="3963960"/>
            <a:ext cx="2702160" cy="333000"/>
          </a:xfrm>
          <a:custGeom>
            <a:avLst/>
            <a:gdLst/>
            <a:ahLst/>
            <a:rect l="0" t="0" r="r" b="b"/>
            <a:pathLst>
              <a:path w="7506" h="925">
                <a:moveTo>
                  <a:pt x="229" y="331"/>
                </a:moveTo>
                <a:cubicBezTo>
                  <a:pt x="199" y="330"/>
                  <a:pt x="180" y="329"/>
                  <a:pt x="172" y="329"/>
                </a:cubicBezTo>
                <a:lnTo>
                  <a:pt x="7" y="329"/>
                </a:lnTo>
                <a:cubicBezTo>
                  <a:pt x="2" y="329"/>
                  <a:pt x="0" y="327"/>
                  <a:pt x="0" y="324"/>
                </a:cubicBezTo>
                <a:cubicBezTo>
                  <a:pt x="0" y="320"/>
                  <a:pt x="2" y="316"/>
                  <a:pt x="6" y="312"/>
                </a:cubicBezTo>
                <a:lnTo>
                  <a:pt x="231" y="56"/>
                </a:lnTo>
                <a:cubicBezTo>
                  <a:pt x="234" y="52"/>
                  <a:pt x="236" y="50"/>
                  <a:pt x="236" y="48"/>
                </a:cubicBezTo>
                <a:cubicBezTo>
                  <a:pt x="237" y="45"/>
                  <a:pt x="236" y="44"/>
                  <a:pt x="233" y="44"/>
                </a:cubicBezTo>
                <a:lnTo>
                  <a:pt x="128" y="44"/>
                </a:lnTo>
                <a:cubicBezTo>
                  <a:pt x="113" y="44"/>
                  <a:pt x="101" y="48"/>
                  <a:pt x="92" y="57"/>
                </a:cubicBezTo>
                <a:cubicBezTo>
                  <a:pt x="84" y="66"/>
                  <a:pt x="75" y="80"/>
                  <a:pt x="65" y="100"/>
                </a:cubicBezTo>
                <a:lnTo>
                  <a:pt x="52" y="98"/>
                </a:lnTo>
                <a:cubicBezTo>
                  <a:pt x="60" y="77"/>
                  <a:pt x="69" y="50"/>
                  <a:pt x="78" y="19"/>
                </a:cubicBezTo>
                <a:cubicBezTo>
                  <a:pt x="82" y="19"/>
                  <a:pt x="87" y="20"/>
                  <a:pt x="93" y="22"/>
                </a:cubicBezTo>
                <a:cubicBezTo>
                  <a:pt x="99" y="24"/>
                  <a:pt x="105" y="25"/>
                  <a:pt x="113" y="25"/>
                </a:cubicBezTo>
                <a:lnTo>
                  <a:pt x="258" y="25"/>
                </a:lnTo>
                <a:cubicBezTo>
                  <a:pt x="263" y="25"/>
                  <a:pt x="269" y="24"/>
                  <a:pt x="275" y="22"/>
                </a:cubicBezTo>
                <a:cubicBezTo>
                  <a:pt x="282" y="21"/>
                  <a:pt x="286" y="21"/>
                  <a:pt x="288" y="21"/>
                </a:cubicBezTo>
                <a:lnTo>
                  <a:pt x="293" y="21"/>
                </a:lnTo>
                <a:cubicBezTo>
                  <a:pt x="294" y="21"/>
                  <a:pt x="295" y="21"/>
                  <a:pt x="295" y="21"/>
                </a:cubicBezTo>
                <a:cubicBezTo>
                  <a:pt x="296" y="22"/>
                  <a:pt x="296" y="22"/>
                  <a:pt x="297" y="22"/>
                </a:cubicBezTo>
                <a:cubicBezTo>
                  <a:pt x="297" y="23"/>
                  <a:pt x="298" y="23"/>
                  <a:pt x="298" y="24"/>
                </a:cubicBezTo>
                <a:cubicBezTo>
                  <a:pt x="298" y="27"/>
                  <a:pt x="296" y="30"/>
                  <a:pt x="293" y="35"/>
                </a:cubicBezTo>
                <a:cubicBezTo>
                  <a:pt x="291" y="39"/>
                  <a:pt x="287" y="44"/>
                  <a:pt x="282" y="51"/>
                </a:cubicBezTo>
                <a:lnTo>
                  <a:pt x="64" y="296"/>
                </a:lnTo>
                <a:cubicBezTo>
                  <a:pt x="61" y="300"/>
                  <a:pt x="59" y="303"/>
                  <a:pt x="59" y="305"/>
                </a:cubicBezTo>
                <a:cubicBezTo>
                  <a:pt x="58" y="309"/>
                  <a:pt x="61" y="311"/>
                  <a:pt x="69" y="311"/>
                </a:cubicBezTo>
                <a:lnTo>
                  <a:pt x="174" y="311"/>
                </a:lnTo>
                <a:cubicBezTo>
                  <a:pt x="190" y="311"/>
                  <a:pt x="203" y="306"/>
                  <a:pt x="213" y="295"/>
                </a:cubicBezTo>
                <a:cubicBezTo>
                  <a:pt x="224" y="284"/>
                  <a:pt x="233" y="269"/>
                  <a:pt x="242" y="249"/>
                </a:cubicBezTo>
                <a:lnTo>
                  <a:pt x="257" y="252"/>
                </a:lnTo>
                <a:cubicBezTo>
                  <a:pt x="244" y="282"/>
                  <a:pt x="235" y="308"/>
                  <a:pt x="229" y="331"/>
                </a:cubicBezTo>
                <a:moveTo>
                  <a:pt x="316" y="35"/>
                </a:moveTo>
                <a:lnTo>
                  <a:pt x="317" y="25"/>
                </a:lnTo>
                <a:lnTo>
                  <a:pt x="319" y="24"/>
                </a:lnTo>
                <a:cubicBezTo>
                  <a:pt x="343" y="25"/>
                  <a:pt x="359" y="25"/>
                  <a:pt x="366" y="25"/>
                </a:cubicBezTo>
                <a:cubicBezTo>
                  <a:pt x="374" y="25"/>
                  <a:pt x="392" y="25"/>
                  <a:pt x="420" y="24"/>
                </a:cubicBezTo>
                <a:cubicBezTo>
                  <a:pt x="420" y="25"/>
                  <a:pt x="421" y="25"/>
                  <a:pt x="421" y="25"/>
                </a:cubicBezTo>
                <a:lnTo>
                  <a:pt x="420" y="35"/>
                </a:lnTo>
                <a:cubicBezTo>
                  <a:pt x="419" y="37"/>
                  <a:pt x="418" y="38"/>
                  <a:pt x="417" y="38"/>
                </a:cubicBezTo>
                <a:lnTo>
                  <a:pt x="402" y="39"/>
                </a:lnTo>
                <a:cubicBezTo>
                  <a:pt x="395" y="39"/>
                  <a:pt x="391" y="42"/>
                  <a:pt x="391" y="46"/>
                </a:cubicBezTo>
                <a:cubicBezTo>
                  <a:pt x="391" y="49"/>
                  <a:pt x="393" y="53"/>
                  <a:pt x="396" y="60"/>
                </a:cubicBezTo>
                <a:lnTo>
                  <a:pt x="433" y="142"/>
                </a:lnTo>
                <a:cubicBezTo>
                  <a:pt x="435" y="146"/>
                  <a:pt x="437" y="148"/>
                  <a:pt x="438" y="148"/>
                </a:cubicBezTo>
                <a:cubicBezTo>
                  <a:pt x="439" y="148"/>
                  <a:pt x="442" y="146"/>
                  <a:pt x="445" y="142"/>
                </a:cubicBezTo>
                <a:lnTo>
                  <a:pt x="519" y="60"/>
                </a:lnTo>
                <a:cubicBezTo>
                  <a:pt x="525" y="52"/>
                  <a:pt x="529" y="47"/>
                  <a:pt x="529" y="44"/>
                </a:cubicBezTo>
                <a:cubicBezTo>
                  <a:pt x="529" y="41"/>
                  <a:pt x="526" y="39"/>
                  <a:pt x="520" y="39"/>
                </a:cubicBezTo>
                <a:lnTo>
                  <a:pt x="507" y="38"/>
                </a:lnTo>
                <a:cubicBezTo>
                  <a:pt x="505" y="38"/>
                  <a:pt x="504" y="37"/>
                  <a:pt x="505" y="35"/>
                </a:cubicBezTo>
                <a:lnTo>
                  <a:pt x="507" y="25"/>
                </a:lnTo>
                <a:lnTo>
                  <a:pt x="507" y="24"/>
                </a:lnTo>
                <a:cubicBezTo>
                  <a:pt x="532" y="25"/>
                  <a:pt x="547" y="25"/>
                  <a:pt x="552" y="25"/>
                </a:cubicBezTo>
                <a:cubicBezTo>
                  <a:pt x="557" y="25"/>
                  <a:pt x="572" y="25"/>
                  <a:pt x="596" y="24"/>
                </a:cubicBezTo>
                <a:lnTo>
                  <a:pt x="597" y="25"/>
                </a:lnTo>
                <a:lnTo>
                  <a:pt x="596" y="35"/>
                </a:lnTo>
                <a:cubicBezTo>
                  <a:pt x="596" y="37"/>
                  <a:pt x="594" y="38"/>
                  <a:pt x="591" y="38"/>
                </a:cubicBezTo>
                <a:cubicBezTo>
                  <a:pt x="582" y="38"/>
                  <a:pt x="574" y="40"/>
                  <a:pt x="567" y="43"/>
                </a:cubicBezTo>
                <a:cubicBezTo>
                  <a:pt x="560" y="46"/>
                  <a:pt x="555" y="49"/>
                  <a:pt x="551" y="53"/>
                </a:cubicBezTo>
                <a:cubicBezTo>
                  <a:pt x="547" y="57"/>
                  <a:pt x="542" y="62"/>
                  <a:pt x="535" y="69"/>
                </a:cubicBezTo>
                <a:lnTo>
                  <a:pt x="460" y="152"/>
                </a:lnTo>
                <a:cubicBezTo>
                  <a:pt x="455" y="158"/>
                  <a:pt x="452" y="163"/>
                  <a:pt x="451" y="166"/>
                </a:cubicBezTo>
                <a:cubicBezTo>
                  <a:pt x="451" y="167"/>
                  <a:pt x="451" y="167"/>
                  <a:pt x="450" y="168"/>
                </a:cubicBezTo>
                <a:lnTo>
                  <a:pt x="450" y="169"/>
                </a:lnTo>
                <a:cubicBezTo>
                  <a:pt x="450" y="171"/>
                  <a:pt x="451" y="173"/>
                  <a:pt x="452" y="175"/>
                </a:cubicBezTo>
                <a:cubicBezTo>
                  <a:pt x="452" y="177"/>
                  <a:pt x="454" y="180"/>
                  <a:pt x="455" y="182"/>
                </a:cubicBezTo>
                <a:lnTo>
                  <a:pt x="506" y="281"/>
                </a:lnTo>
                <a:cubicBezTo>
                  <a:pt x="517" y="303"/>
                  <a:pt x="530" y="315"/>
                  <a:pt x="547" y="316"/>
                </a:cubicBezTo>
                <a:cubicBezTo>
                  <a:pt x="548" y="316"/>
                  <a:pt x="549" y="318"/>
                  <a:pt x="549" y="320"/>
                </a:cubicBezTo>
                <a:lnTo>
                  <a:pt x="547" y="329"/>
                </a:lnTo>
                <a:lnTo>
                  <a:pt x="547" y="331"/>
                </a:lnTo>
                <a:cubicBezTo>
                  <a:pt x="522" y="330"/>
                  <a:pt x="506" y="329"/>
                  <a:pt x="499" y="329"/>
                </a:cubicBezTo>
                <a:cubicBezTo>
                  <a:pt x="489" y="329"/>
                  <a:pt x="471" y="330"/>
                  <a:pt x="442" y="331"/>
                </a:cubicBezTo>
                <a:lnTo>
                  <a:pt x="441" y="329"/>
                </a:lnTo>
                <a:lnTo>
                  <a:pt x="443" y="320"/>
                </a:lnTo>
                <a:cubicBezTo>
                  <a:pt x="443" y="318"/>
                  <a:pt x="444" y="316"/>
                  <a:pt x="446" y="316"/>
                </a:cubicBezTo>
                <a:lnTo>
                  <a:pt x="456" y="316"/>
                </a:lnTo>
                <a:cubicBezTo>
                  <a:pt x="461" y="315"/>
                  <a:pt x="465" y="314"/>
                  <a:pt x="467" y="313"/>
                </a:cubicBezTo>
                <a:cubicBezTo>
                  <a:pt x="469" y="312"/>
                  <a:pt x="471" y="311"/>
                  <a:pt x="471" y="309"/>
                </a:cubicBezTo>
                <a:cubicBezTo>
                  <a:pt x="471" y="307"/>
                  <a:pt x="469" y="302"/>
                  <a:pt x="466" y="295"/>
                </a:cubicBezTo>
                <a:lnTo>
                  <a:pt x="423" y="206"/>
                </a:lnTo>
                <a:cubicBezTo>
                  <a:pt x="421" y="203"/>
                  <a:pt x="419" y="201"/>
                  <a:pt x="417" y="201"/>
                </a:cubicBezTo>
                <a:cubicBezTo>
                  <a:pt x="416" y="201"/>
                  <a:pt x="414" y="203"/>
                  <a:pt x="409" y="207"/>
                </a:cubicBezTo>
                <a:lnTo>
                  <a:pt x="333" y="293"/>
                </a:lnTo>
                <a:cubicBezTo>
                  <a:pt x="332" y="294"/>
                  <a:pt x="331" y="295"/>
                  <a:pt x="330" y="296"/>
                </a:cubicBezTo>
                <a:cubicBezTo>
                  <a:pt x="330" y="297"/>
                  <a:pt x="329" y="298"/>
                  <a:pt x="328" y="299"/>
                </a:cubicBezTo>
                <a:cubicBezTo>
                  <a:pt x="328" y="300"/>
                  <a:pt x="327" y="300"/>
                  <a:pt x="327" y="301"/>
                </a:cubicBezTo>
                <a:cubicBezTo>
                  <a:pt x="326" y="302"/>
                  <a:pt x="326" y="303"/>
                  <a:pt x="325" y="304"/>
                </a:cubicBezTo>
                <a:cubicBezTo>
                  <a:pt x="325" y="305"/>
                  <a:pt x="325" y="306"/>
                  <a:pt x="324" y="307"/>
                </a:cubicBezTo>
                <a:lnTo>
                  <a:pt x="324" y="308"/>
                </a:lnTo>
                <a:cubicBezTo>
                  <a:pt x="324" y="313"/>
                  <a:pt x="328" y="315"/>
                  <a:pt x="335" y="316"/>
                </a:cubicBezTo>
                <a:lnTo>
                  <a:pt x="344" y="316"/>
                </a:lnTo>
                <a:cubicBezTo>
                  <a:pt x="345" y="317"/>
                  <a:pt x="346" y="318"/>
                  <a:pt x="346" y="320"/>
                </a:cubicBezTo>
                <a:lnTo>
                  <a:pt x="344" y="329"/>
                </a:lnTo>
                <a:lnTo>
                  <a:pt x="343" y="331"/>
                </a:lnTo>
                <a:cubicBezTo>
                  <a:pt x="315" y="330"/>
                  <a:pt x="298" y="329"/>
                  <a:pt x="292" y="329"/>
                </a:cubicBezTo>
                <a:cubicBezTo>
                  <a:pt x="285" y="329"/>
                  <a:pt x="272" y="330"/>
                  <a:pt x="254" y="331"/>
                </a:cubicBezTo>
                <a:lnTo>
                  <a:pt x="254" y="329"/>
                </a:lnTo>
                <a:lnTo>
                  <a:pt x="256" y="320"/>
                </a:lnTo>
                <a:cubicBezTo>
                  <a:pt x="256" y="318"/>
                  <a:pt x="258" y="316"/>
                  <a:pt x="262" y="316"/>
                </a:cubicBezTo>
                <a:cubicBezTo>
                  <a:pt x="280" y="316"/>
                  <a:pt x="300" y="304"/>
                  <a:pt x="321" y="280"/>
                </a:cubicBezTo>
                <a:lnTo>
                  <a:pt x="400" y="192"/>
                </a:lnTo>
                <a:cubicBezTo>
                  <a:pt x="404" y="188"/>
                  <a:pt x="406" y="184"/>
                  <a:pt x="406" y="181"/>
                </a:cubicBezTo>
                <a:lnTo>
                  <a:pt x="406" y="179"/>
                </a:lnTo>
                <a:cubicBezTo>
                  <a:pt x="406" y="175"/>
                  <a:pt x="405" y="172"/>
                  <a:pt x="402" y="167"/>
                </a:cubicBezTo>
                <a:lnTo>
                  <a:pt x="356" y="70"/>
                </a:lnTo>
                <a:cubicBezTo>
                  <a:pt x="347" y="51"/>
                  <a:pt x="336" y="40"/>
                  <a:pt x="322" y="38"/>
                </a:cubicBezTo>
                <a:cubicBezTo>
                  <a:pt x="318" y="36"/>
                  <a:pt x="316" y="36"/>
                  <a:pt x="316" y="35"/>
                </a:cubicBezTo>
                <a:moveTo>
                  <a:pt x="697" y="218"/>
                </a:moveTo>
                <a:lnTo>
                  <a:pt x="590" y="218"/>
                </a:lnTo>
                <a:cubicBezTo>
                  <a:pt x="586" y="218"/>
                  <a:pt x="584" y="216"/>
                  <a:pt x="584" y="211"/>
                </a:cubicBezTo>
                <a:cubicBezTo>
                  <a:pt x="585" y="211"/>
                  <a:pt x="585" y="210"/>
                  <a:pt x="585" y="210"/>
                </a:cubicBezTo>
                <a:cubicBezTo>
                  <a:pt x="586" y="206"/>
                  <a:pt x="588" y="203"/>
                  <a:pt x="591" y="199"/>
                </a:cubicBezTo>
                <a:cubicBezTo>
                  <a:pt x="594" y="195"/>
                  <a:pt x="597" y="193"/>
                  <a:pt x="600" y="193"/>
                </a:cubicBezTo>
                <a:lnTo>
                  <a:pt x="708" y="193"/>
                </a:lnTo>
                <a:cubicBezTo>
                  <a:pt x="711" y="193"/>
                  <a:pt x="712" y="195"/>
                  <a:pt x="712" y="198"/>
                </a:cubicBezTo>
                <a:lnTo>
                  <a:pt x="712" y="201"/>
                </a:lnTo>
                <a:cubicBezTo>
                  <a:pt x="712" y="204"/>
                  <a:pt x="710" y="207"/>
                  <a:pt x="706" y="212"/>
                </a:cubicBezTo>
                <a:cubicBezTo>
                  <a:pt x="703" y="216"/>
                  <a:pt x="700" y="218"/>
                  <a:pt x="697" y="218"/>
                </a:cubicBezTo>
                <a:moveTo>
                  <a:pt x="890" y="180"/>
                </a:moveTo>
                <a:cubicBezTo>
                  <a:pt x="890" y="172"/>
                  <a:pt x="887" y="163"/>
                  <a:pt x="881" y="153"/>
                </a:cubicBezTo>
                <a:cubicBezTo>
                  <a:pt x="875" y="144"/>
                  <a:pt x="868" y="139"/>
                  <a:pt x="860" y="139"/>
                </a:cubicBezTo>
                <a:cubicBezTo>
                  <a:pt x="846" y="139"/>
                  <a:pt x="833" y="146"/>
                  <a:pt x="820" y="159"/>
                </a:cubicBezTo>
                <a:cubicBezTo>
                  <a:pt x="808" y="172"/>
                  <a:pt x="798" y="188"/>
                  <a:pt x="792" y="206"/>
                </a:cubicBezTo>
                <a:cubicBezTo>
                  <a:pt x="784" y="224"/>
                  <a:pt x="781" y="242"/>
                  <a:pt x="781" y="259"/>
                </a:cubicBezTo>
                <a:cubicBezTo>
                  <a:pt x="781" y="294"/>
                  <a:pt x="787" y="312"/>
                  <a:pt x="799" y="312"/>
                </a:cubicBezTo>
                <a:cubicBezTo>
                  <a:pt x="808" y="312"/>
                  <a:pt x="818" y="305"/>
                  <a:pt x="831" y="292"/>
                </a:cubicBezTo>
                <a:cubicBezTo>
                  <a:pt x="843" y="278"/>
                  <a:pt x="856" y="260"/>
                  <a:pt x="867" y="238"/>
                </a:cubicBezTo>
                <a:cubicBezTo>
                  <a:pt x="882" y="212"/>
                  <a:pt x="890" y="192"/>
                  <a:pt x="890" y="180"/>
                </a:cubicBezTo>
                <a:moveTo>
                  <a:pt x="867" y="275"/>
                </a:moveTo>
                <a:lnTo>
                  <a:pt x="866" y="274"/>
                </a:lnTo>
                <a:cubicBezTo>
                  <a:pt x="852" y="295"/>
                  <a:pt x="839" y="310"/>
                  <a:pt x="827" y="320"/>
                </a:cubicBezTo>
                <a:cubicBezTo>
                  <a:pt x="815" y="329"/>
                  <a:pt x="803" y="334"/>
                  <a:pt x="792" y="334"/>
                </a:cubicBezTo>
                <a:cubicBezTo>
                  <a:pt x="778" y="334"/>
                  <a:pt x="768" y="330"/>
                  <a:pt x="760" y="322"/>
                </a:cubicBezTo>
                <a:cubicBezTo>
                  <a:pt x="753" y="314"/>
                  <a:pt x="748" y="305"/>
                  <a:pt x="746" y="296"/>
                </a:cubicBezTo>
                <a:cubicBezTo>
                  <a:pt x="744" y="287"/>
                  <a:pt x="743" y="277"/>
                  <a:pt x="743" y="266"/>
                </a:cubicBezTo>
                <a:cubicBezTo>
                  <a:pt x="743" y="230"/>
                  <a:pt x="756" y="197"/>
                  <a:pt x="781" y="168"/>
                </a:cubicBezTo>
                <a:cubicBezTo>
                  <a:pt x="806" y="137"/>
                  <a:pt x="832" y="122"/>
                  <a:pt x="858" y="122"/>
                </a:cubicBezTo>
                <a:cubicBezTo>
                  <a:pt x="867" y="122"/>
                  <a:pt x="874" y="125"/>
                  <a:pt x="881" y="130"/>
                </a:cubicBezTo>
                <a:cubicBezTo>
                  <a:pt x="887" y="134"/>
                  <a:pt x="892" y="141"/>
                  <a:pt x="896" y="148"/>
                </a:cubicBezTo>
                <a:lnTo>
                  <a:pt x="913" y="63"/>
                </a:lnTo>
                <a:cubicBezTo>
                  <a:pt x="915" y="53"/>
                  <a:pt x="917" y="45"/>
                  <a:pt x="917" y="40"/>
                </a:cubicBezTo>
                <a:cubicBezTo>
                  <a:pt x="917" y="32"/>
                  <a:pt x="913" y="27"/>
                  <a:pt x="907" y="27"/>
                </a:cubicBezTo>
                <a:lnTo>
                  <a:pt x="892" y="26"/>
                </a:lnTo>
                <a:cubicBezTo>
                  <a:pt x="891" y="26"/>
                  <a:pt x="890" y="25"/>
                  <a:pt x="890" y="24"/>
                </a:cubicBezTo>
                <a:lnTo>
                  <a:pt x="891" y="13"/>
                </a:lnTo>
                <a:cubicBezTo>
                  <a:pt x="919" y="11"/>
                  <a:pt x="941" y="6"/>
                  <a:pt x="958" y="0"/>
                </a:cubicBezTo>
                <a:cubicBezTo>
                  <a:pt x="961" y="0"/>
                  <a:pt x="963" y="1"/>
                  <a:pt x="963" y="5"/>
                </a:cubicBezTo>
                <a:cubicBezTo>
                  <a:pt x="960" y="17"/>
                  <a:pt x="956" y="34"/>
                  <a:pt x="951" y="54"/>
                </a:cubicBezTo>
                <a:lnTo>
                  <a:pt x="901" y="273"/>
                </a:lnTo>
                <a:cubicBezTo>
                  <a:pt x="898" y="288"/>
                  <a:pt x="896" y="297"/>
                  <a:pt x="896" y="299"/>
                </a:cubicBezTo>
                <a:cubicBezTo>
                  <a:pt x="896" y="304"/>
                  <a:pt x="898" y="306"/>
                  <a:pt x="902" y="306"/>
                </a:cubicBezTo>
                <a:cubicBezTo>
                  <a:pt x="907" y="306"/>
                  <a:pt x="917" y="298"/>
                  <a:pt x="929" y="281"/>
                </a:cubicBezTo>
                <a:cubicBezTo>
                  <a:pt x="933" y="281"/>
                  <a:pt x="936" y="283"/>
                  <a:pt x="939" y="288"/>
                </a:cubicBezTo>
                <a:cubicBezTo>
                  <a:pt x="925" y="319"/>
                  <a:pt x="905" y="334"/>
                  <a:pt x="879" y="334"/>
                </a:cubicBezTo>
                <a:cubicBezTo>
                  <a:pt x="866" y="334"/>
                  <a:pt x="860" y="327"/>
                  <a:pt x="860" y="313"/>
                </a:cubicBezTo>
                <a:cubicBezTo>
                  <a:pt x="860" y="308"/>
                  <a:pt x="861" y="299"/>
                  <a:pt x="864" y="287"/>
                </a:cubicBezTo>
                <a:lnTo>
                  <a:pt x="867" y="275"/>
                </a:lnTo>
                <a:moveTo>
                  <a:pt x="1037" y="77"/>
                </a:moveTo>
                <a:cubicBezTo>
                  <a:pt x="1032" y="72"/>
                  <a:pt x="1030" y="67"/>
                  <a:pt x="1030" y="61"/>
                </a:cubicBezTo>
                <a:cubicBezTo>
                  <a:pt x="1030" y="55"/>
                  <a:pt x="1032" y="49"/>
                  <a:pt x="1037" y="44"/>
                </a:cubicBezTo>
                <a:cubicBezTo>
                  <a:pt x="1042" y="40"/>
                  <a:pt x="1047" y="38"/>
                  <a:pt x="1052" y="38"/>
                </a:cubicBezTo>
                <a:cubicBezTo>
                  <a:pt x="1059" y="38"/>
                  <a:pt x="1064" y="40"/>
                  <a:pt x="1068" y="44"/>
                </a:cubicBezTo>
                <a:cubicBezTo>
                  <a:pt x="1073" y="49"/>
                  <a:pt x="1075" y="55"/>
                  <a:pt x="1075" y="61"/>
                </a:cubicBezTo>
                <a:cubicBezTo>
                  <a:pt x="1075" y="67"/>
                  <a:pt x="1073" y="72"/>
                  <a:pt x="1068" y="77"/>
                </a:cubicBezTo>
                <a:cubicBezTo>
                  <a:pt x="1064" y="81"/>
                  <a:pt x="1059" y="83"/>
                  <a:pt x="1052" y="83"/>
                </a:cubicBezTo>
                <a:cubicBezTo>
                  <a:pt x="1047" y="83"/>
                  <a:pt x="1041" y="81"/>
                  <a:pt x="1037" y="77"/>
                </a:cubicBezTo>
                <a:moveTo>
                  <a:pt x="1051" y="178"/>
                </a:moveTo>
                <a:lnTo>
                  <a:pt x="1030" y="271"/>
                </a:lnTo>
                <a:cubicBezTo>
                  <a:pt x="1026" y="286"/>
                  <a:pt x="1024" y="295"/>
                  <a:pt x="1024" y="297"/>
                </a:cubicBezTo>
                <a:cubicBezTo>
                  <a:pt x="1024" y="303"/>
                  <a:pt x="1026" y="306"/>
                  <a:pt x="1029" y="306"/>
                </a:cubicBezTo>
                <a:cubicBezTo>
                  <a:pt x="1032" y="306"/>
                  <a:pt x="1036" y="304"/>
                  <a:pt x="1041" y="299"/>
                </a:cubicBezTo>
                <a:cubicBezTo>
                  <a:pt x="1047" y="294"/>
                  <a:pt x="1054" y="289"/>
                  <a:pt x="1060" y="282"/>
                </a:cubicBezTo>
                <a:cubicBezTo>
                  <a:pt x="1065" y="282"/>
                  <a:pt x="1069" y="285"/>
                  <a:pt x="1071" y="290"/>
                </a:cubicBezTo>
                <a:cubicBezTo>
                  <a:pt x="1047" y="320"/>
                  <a:pt x="1026" y="334"/>
                  <a:pt x="1005" y="334"/>
                </a:cubicBezTo>
                <a:cubicBezTo>
                  <a:pt x="992" y="334"/>
                  <a:pt x="986" y="329"/>
                  <a:pt x="986" y="318"/>
                </a:cubicBezTo>
                <a:cubicBezTo>
                  <a:pt x="986" y="314"/>
                  <a:pt x="988" y="299"/>
                  <a:pt x="994" y="275"/>
                </a:cubicBezTo>
                <a:lnTo>
                  <a:pt x="1016" y="178"/>
                </a:lnTo>
                <a:cubicBezTo>
                  <a:pt x="1018" y="166"/>
                  <a:pt x="1020" y="158"/>
                  <a:pt x="1021" y="154"/>
                </a:cubicBezTo>
                <a:cubicBezTo>
                  <a:pt x="1021" y="148"/>
                  <a:pt x="1018" y="145"/>
                  <a:pt x="1012" y="144"/>
                </a:cubicBezTo>
                <a:lnTo>
                  <a:pt x="993" y="143"/>
                </a:lnTo>
                <a:cubicBezTo>
                  <a:pt x="989" y="138"/>
                  <a:pt x="989" y="133"/>
                  <a:pt x="992" y="130"/>
                </a:cubicBezTo>
                <a:cubicBezTo>
                  <a:pt x="1024" y="126"/>
                  <a:pt x="1044" y="123"/>
                  <a:pt x="1051" y="123"/>
                </a:cubicBezTo>
                <a:cubicBezTo>
                  <a:pt x="1057" y="123"/>
                  <a:pt x="1060" y="127"/>
                  <a:pt x="1060" y="133"/>
                </a:cubicBezTo>
                <a:cubicBezTo>
                  <a:pt x="1060" y="135"/>
                  <a:pt x="1060" y="138"/>
                  <a:pt x="1059" y="142"/>
                </a:cubicBezTo>
                <a:cubicBezTo>
                  <a:pt x="1059" y="145"/>
                  <a:pt x="1058" y="148"/>
                  <a:pt x="1057" y="152"/>
                </a:cubicBezTo>
                <a:cubicBezTo>
                  <a:pt x="1056" y="155"/>
                  <a:pt x="1055" y="159"/>
                  <a:pt x="1054" y="165"/>
                </a:cubicBezTo>
                <a:cubicBezTo>
                  <a:pt x="1052" y="170"/>
                  <a:pt x="1051" y="175"/>
                  <a:pt x="1051" y="178"/>
                </a:cubicBezTo>
                <a:moveTo>
                  <a:pt x="1258" y="125"/>
                </a:moveTo>
                <a:cubicBezTo>
                  <a:pt x="1261" y="126"/>
                  <a:pt x="1272" y="126"/>
                  <a:pt x="1291" y="126"/>
                </a:cubicBezTo>
                <a:lnTo>
                  <a:pt x="1259" y="273"/>
                </a:lnTo>
                <a:cubicBezTo>
                  <a:pt x="1256" y="288"/>
                  <a:pt x="1254" y="297"/>
                  <a:pt x="1254" y="299"/>
                </a:cubicBezTo>
                <a:cubicBezTo>
                  <a:pt x="1254" y="304"/>
                  <a:pt x="1256" y="306"/>
                  <a:pt x="1260" y="306"/>
                </a:cubicBezTo>
                <a:cubicBezTo>
                  <a:pt x="1265" y="306"/>
                  <a:pt x="1274" y="298"/>
                  <a:pt x="1287" y="281"/>
                </a:cubicBezTo>
                <a:cubicBezTo>
                  <a:pt x="1291" y="281"/>
                  <a:pt x="1294" y="283"/>
                  <a:pt x="1297" y="288"/>
                </a:cubicBezTo>
                <a:cubicBezTo>
                  <a:pt x="1284" y="319"/>
                  <a:pt x="1263" y="334"/>
                  <a:pt x="1237" y="334"/>
                </a:cubicBezTo>
                <a:cubicBezTo>
                  <a:pt x="1224" y="334"/>
                  <a:pt x="1217" y="327"/>
                  <a:pt x="1218" y="313"/>
                </a:cubicBezTo>
                <a:cubicBezTo>
                  <a:pt x="1218" y="306"/>
                  <a:pt x="1219" y="297"/>
                  <a:pt x="1222" y="287"/>
                </a:cubicBezTo>
                <a:lnTo>
                  <a:pt x="1228" y="267"/>
                </a:lnTo>
                <a:lnTo>
                  <a:pt x="1228" y="266"/>
                </a:lnTo>
                <a:cubicBezTo>
                  <a:pt x="1197" y="312"/>
                  <a:pt x="1170" y="334"/>
                  <a:pt x="1147" y="334"/>
                </a:cubicBezTo>
                <a:cubicBezTo>
                  <a:pt x="1117" y="334"/>
                  <a:pt x="1102" y="313"/>
                  <a:pt x="1102" y="271"/>
                </a:cubicBezTo>
                <a:cubicBezTo>
                  <a:pt x="1102" y="235"/>
                  <a:pt x="1115" y="201"/>
                  <a:pt x="1142" y="169"/>
                </a:cubicBezTo>
                <a:cubicBezTo>
                  <a:pt x="1168" y="138"/>
                  <a:pt x="1195" y="122"/>
                  <a:pt x="1221" y="122"/>
                </a:cubicBezTo>
                <a:cubicBezTo>
                  <a:pt x="1229" y="122"/>
                  <a:pt x="1242" y="123"/>
                  <a:pt x="1258" y="125"/>
                </a:cubicBezTo>
                <a:moveTo>
                  <a:pt x="1235" y="226"/>
                </a:moveTo>
                <a:cubicBezTo>
                  <a:pt x="1238" y="217"/>
                  <a:pt x="1241" y="206"/>
                  <a:pt x="1244" y="193"/>
                </a:cubicBezTo>
                <a:cubicBezTo>
                  <a:pt x="1247" y="179"/>
                  <a:pt x="1249" y="168"/>
                  <a:pt x="1250" y="160"/>
                </a:cubicBezTo>
                <a:lnTo>
                  <a:pt x="1252" y="146"/>
                </a:lnTo>
                <a:cubicBezTo>
                  <a:pt x="1242" y="140"/>
                  <a:pt x="1232" y="137"/>
                  <a:pt x="1222" y="137"/>
                </a:cubicBezTo>
                <a:cubicBezTo>
                  <a:pt x="1202" y="137"/>
                  <a:pt x="1183" y="151"/>
                  <a:pt x="1166" y="180"/>
                </a:cubicBezTo>
                <a:cubicBezTo>
                  <a:pt x="1149" y="208"/>
                  <a:pt x="1140" y="236"/>
                  <a:pt x="1140" y="263"/>
                </a:cubicBezTo>
                <a:cubicBezTo>
                  <a:pt x="1140" y="293"/>
                  <a:pt x="1147" y="308"/>
                  <a:pt x="1160" y="308"/>
                </a:cubicBezTo>
                <a:cubicBezTo>
                  <a:pt x="1168" y="308"/>
                  <a:pt x="1180" y="300"/>
                  <a:pt x="1195" y="283"/>
                </a:cubicBezTo>
                <a:cubicBezTo>
                  <a:pt x="1210" y="266"/>
                  <a:pt x="1223" y="247"/>
                  <a:pt x="1235" y="226"/>
                </a:cubicBezTo>
                <a:moveTo>
                  <a:pt x="1370" y="331"/>
                </a:moveTo>
                <a:cubicBezTo>
                  <a:pt x="1343" y="350"/>
                  <a:pt x="1329" y="368"/>
                  <a:pt x="1329" y="383"/>
                </a:cubicBezTo>
                <a:cubicBezTo>
                  <a:pt x="1329" y="396"/>
                  <a:pt x="1336" y="407"/>
                  <a:pt x="1349" y="414"/>
                </a:cubicBezTo>
                <a:cubicBezTo>
                  <a:pt x="1362" y="422"/>
                  <a:pt x="1382" y="426"/>
                  <a:pt x="1408" y="426"/>
                </a:cubicBezTo>
                <a:cubicBezTo>
                  <a:pt x="1427" y="426"/>
                  <a:pt x="1441" y="422"/>
                  <a:pt x="1451" y="415"/>
                </a:cubicBezTo>
                <a:cubicBezTo>
                  <a:pt x="1460" y="408"/>
                  <a:pt x="1465" y="399"/>
                  <a:pt x="1465" y="389"/>
                </a:cubicBezTo>
                <a:cubicBezTo>
                  <a:pt x="1465" y="381"/>
                  <a:pt x="1462" y="374"/>
                  <a:pt x="1456" y="368"/>
                </a:cubicBezTo>
                <a:cubicBezTo>
                  <a:pt x="1450" y="362"/>
                  <a:pt x="1441" y="356"/>
                  <a:pt x="1427" y="350"/>
                </a:cubicBezTo>
                <a:cubicBezTo>
                  <a:pt x="1408" y="341"/>
                  <a:pt x="1389" y="335"/>
                  <a:pt x="1370" y="331"/>
                </a:cubicBezTo>
                <a:moveTo>
                  <a:pt x="1490" y="192"/>
                </a:moveTo>
                <a:cubicBezTo>
                  <a:pt x="1490" y="215"/>
                  <a:pt x="1483" y="233"/>
                  <a:pt x="1470" y="247"/>
                </a:cubicBezTo>
                <a:cubicBezTo>
                  <a:pt x="1456" y="260"/>
                  <a:pt x="1439" y="267"/>
                  <a:pt x="1418" y="267"/>
                </a:cubicBezTo>
                <a:cubicBezTo>
                  <a:pt x="1405" y="267"/>
                  <a:pt x="1395" y="264"/>
                  <a:pt x="1386" y="259"/>
                </a:cubicBezTo>
                <a:cubicBezTo>
                  <a:pt x="1379" y="272"/>
                  <a:pt x="1375" y="282"/>
                  <a:pt x="1375" y="288"/>
                </a:cubicBezTo>
                <a:cubicBezTo>
                  <a:pt x="1375" y="292"/>
                  <a:pt x="1376" y="296"/>
                  <a:pt x="1379" y="299"/>
                </a:cubicBezTo>
                <a:cubicBezTo>
                  <a:pt x="1381" y="302"/>
                  <a:pt x="1385" y="305"/>
                  <a:pt x="1390" y="307"/>
                </a:cubicBezTo>
                <a:cubicBezTo>
                  <a:pt x="1395" y="309"/>
                  <a:pt x="1400" y="310"/>
                  <a:pt x="1405" y="312"/>
                </a:cubicBezTo>
                <a:cubicBezTo>
                  <a:pt x="1410" y="313"/>
                  <a:pt x="1418" y="315"/>
                  <a:pt x="1426" y="317"/>
                </a:cubicBezTo>
                <a:cubicBezTo>
                  <a:pt x="1435" y="319"/>
                  <a:pt x="1442" y="321"/>
                  <a:pt x="1448" y="323"/>
                </a:cubicBezTo>
                <a:cubicBezTo>
                  <a:pt x="1480" y="332"/>
                  <a:pt x="1496" y="350"/>
                  <a:pt x="1495" y="376"/>
                </a:cubicBezTo>
                <a:cubicBezTo>
                  <a:pt x="1495" y="420"/>
                  <a:pt x="1460" y="441"/>
                  <a:pt x="1388" y="441"/>
                </a:cubicBezTo>
                <a:cubicBezTo>
                  <a:pt x="1374" y="441"/>
                  <a:pt x="1360" y="440"/>
                  <a:pt x="1347" y="438"/>
                </a:cubicBezTo>
                <a:cubicBezTo>
                  <a:pt x="1334" y="435"/>
                  <a:pt x="1323" y="430"/>
                  <a:pt x="1313" y="422"/>
                </a:cubicBezTo>
                <a:cubicBezTo>
                  <a:pt x="1303" y="415"/>
                  <a:pt x="1297" y="405"/>
                  <a:pt x="1297" y="394"/>
                </a:cubicBezTo>
                <a:cubicBezTo>
                  <a:pt x="1297" y="372"/>
                  <a:pt x="1319" y="349"/>
                  <a:pt x="1361" y="326"/>
                </a:cubicBezTo>
                <a:cubicBezTo>
                  <a:pt x="1353" y="321"/>
                  <a:pt x="1349" y="313"/>
                  <a:pt x="1349" y="303"/>
                </a:cubicBezTo>
                <a:cubicBezTo>
                  <a:pt x="1349" y="295"/>
                  <a:pt x="1352" y="286"/>
                  <a:pt x="1357" y="277"/>
                </a:cubicBezTo>
                <a:cubicBezTo>
                  <a:pt x="1362" y="267"/>
                  <a:pt x="1368" y="259"/>
                  <a:pt x="1375" y="252"/>
                </a:cubicBezTo>
                <a:cubicBezTo>
                  <a:pt x="1360" y="234"/>
                  <a:pt x="1353" y="215"/>
                  <a:pt x="1353" y="196"/>
                </a:cubicBezTo>
                <a:cubicBezTo>
                  <a:pt x="1353" y="175"/>
                  <a:pt x="1359" y="158"/>
                  <a:pt x="1371" y="144"/>
                </a:cubicBezTo>
                <a:cubicBezTo>
                  <a:pt x="1383" y="129"/>
                  <a:pt x="1402" y="122"/>
                  <a:pt x="1426" y="122"/>
                </a:cubicBezTo>
                <a:cubicBezTo>
                  <a:pt x="1446" y="122"/>
                  <a:pt x="1461" y="129"/>
                  <a:pt x="1473" y="142"/>
                </a:cubicBezTo>
                <a:cubicBezTo>
                  <a:pt x="1487" y="129"/>
                  <a:pt x="1502" y="122"/>
                  <a:pt x="1519" y="122"/>
                </a:cubicBezTo>
                <a:cubicBezTo>
                  <a:pt x="1524" y="122"/>
                  <a:pt x="1529" y="124"/>
                  <a:pt x="1532" y="127"/>
                </a:cubicBezTo>
                <a:cubicBezTo>
                  <a:pt x="1536" y="130"/>
                  <a:pt x="1538" y="134"/>
                  <a:pt x="1538" y="138"/>
                </a:cubicBezTo>
                <a:cubicBezTo>
                  <a:pt x="1538" y="143"/>
                  <a:pt x="1536" y="147"/>
                  <a:pt x="1533" y="150"/>
                </a:cubicBezTo>
                <a:cubicBezTo>
                  <a:pt x="1530" y="153"/>
                  <a:pt x="1527" y="154"/>
                  <a:pt x="1523" y="154"/>
                </a:cubicBezTo>
                <a:cubicBezTo>
                  <a:pt x="1518" y="154"/>
                  <a:pt x="1513" y="151"/>
                  <a:pt x="1509" y="146"/>
                </a:cubicBezTo>
                <a:cubicBezTo>
                  <a:pt x="1508" y="143"/>
                  <a:pt x="1505" y="141"/>
                  <a:pt x="1503" y="141"/>
                </a:cubicBezTo>
                <a:cubicBezTo>
                  <a:pt x="1501" y="141"/>
                  <a:pt x="1497" y="142"/>
                  <a:pt x="1492" y="145"/>
                </a:cubicBezTo>
                <a:cubicBezTo>
                  <a:pt x="1487" y="147"/>
                  <a:pt x="1483" y="150"/>
                  <a:pt x="1481" y="153"/>
                </a:cubicBezTo>
                <a:cubicBezTo>
                  <a:pt x="1487" y="162"/>
                  <a:pt x="1490" y="175"/>
                  <a:pt x="1490" y="192"/>
                </a:cubicBezTo>
                <a:moveTo>
                  <a:pt x="1455" y="192"/>
                </a:moveTo>
                <a:cubicBezTo>
                  <a:pt x="1455" y="175"/>
                  <a:pt x="1452" y="162"/>
                  <a:pt x="1447" y="152"/>
                </a:cubicBezTo>
                <a:cubicBezTo>
                  <a:pt x="1442" y="142"/>
                  <a:pt x="1434" y="136"/>
                  <a:pt x="1424" y="136"/>
                </a:cubicBezTo>
                <a:cubicBezTo>
                  <a:pt x="1410" y="136"/>
                  <a:pt x="1400" y="142"/>
                  <a:pt x="1395" y="152"/>
                </a:cubicBezTo>
                <a:cubicBezTo>
                  <a:pt x="1390" y="162"/>
                  <a:pt x="1388" y="177"/>
                  <a:pt x="1388" y="196"/>
                </a:cubicBezTo>
                <a:cubicBezTo>
                  <a:pt x="1388" y="234"/>
                  <a:pt x="1399" y="253"/>
                  <a:pt x="1421" y="253"/>
                </a:cubicBezTo>
                <a:cubicBezTo>
                  <a:pt x="1443" y="253"/>
                  <a:pt x="1455" y="233"/>
                  <a:pt x="1455" y="192"/>
                </a:cubicBezTo>
                <a:moveTo>
                  <a:pt x="1623" y="195"/>
                </a:moveTo>
                <a:lnTo>
                  <a:pt x="1625" y="195"/>
                </a:lnTo>
                <a:cubicBezTo>
                  <a:pt x="1635" y="173"/>
                  <a:pt x="1647" y="156"/>
                  <a:pt x="1660" y="142"/>
                </a:cubicBezTo>
                <a:cubicBezTo>
                  <a:pt x="1672" y="129"/>
                  <a:pt x="1685" y="122"/>
                  <a:pt x="1697" y="122"/>
                </a:cubicBezTo>
                <a:cubicBezTo>
                  <a:pt x="1705" y="122"/>
                  <a:pt x="1711" y="125"/>
                  <a:pt x="1715" y="129"/>
                </a:cubicBezTo>
                <a:cubicBezTo>
                  <a:pt x="1719" y="134"/>
                  <a:pt x="1721" y="139"/>
                  <a:pt x="1721" y="144"/>
                </a:cubicBezTo>
                <a:cubicBezTo>
                  <a:pt x="1721" y="151"/>
                  <a:pt x="1719" y="157"/>
                  <a:pt x="1715" y="163"/>
                </a:cubicBezTo>
                <a:cubicBezTo>
                  <a:pt x="1711" y="168"/>
                  <a:pt x="1706" y="171"/>
                  <a:pt x="1700" y="171"/>
                </a:cubicBezTo>
                <a:cubicBezTo>
                  <a:pt x="1695" y="171"/>
                  <a:pt x="1689" y="167"/>
                  <a:pt x="1684" y="161"/>
                </a:cubicBezTo>
                <a:cubicBezTo>
                  <a:pt x="1681" y="157"/>
                  <a:pt x="1678" y="155"/>
                  <a:pt x="1674" y="155"/>
                </a:cubicBezTo>
                <a:cubicBezTo>
                  <a:pt x="1665" y="155"/>
                  <a:pt x="1645" y="184"/>
                  <a:pt x="1614" y="240"/>
                </a:cubicBezTo>
                <a:lnTo>
                  <a:pt x="1600" y="296"/>
                </a:lnTo>
                <a:cubicBezTo>
                  <a:pt x="1599" y="298"/>
                  <a:pt x="1599" y="301"/>
                  <a:pt x="1598" y="306"/>
                </a:cubicBezTo>
                <a:cubicBezTo>
                  <a:pt x="1597" y="311"/>
                  <a:pt x="1596" y="315"/>
                  <a:pt x="1596" y="317"/>
                </a:cubicBezTo>
                <a:cubicBezTo>
                  <a:pt x="1595" y="320"/>
                  <a:pt x="1593" y="322"/>
                  <a:pt x="1592" y="326"/>
                </a:cubicBezTo>
                <a:cubicBezTo>
                  <a:pt x="1591" y="329"/>
                  <a:pt x="1589" y="331"/>
                  <a:pt x="1587" y="332"/>
                </a:cubicBezTo>
                <a:cubicBezTo>
                  <a:pt x="1585" y="333"/>
                  <a:pt x="1582" y="334"/>
                  <a:pt x="1579" y="334"/>
                </a:cubicBezTo>
                <a:cubicBezTo>
                  <a:pt x="1567" y="334"/>
                  <a:pt x="1561" y="330"/>
                  <a:pt x="1561" y="321"/>
                </a:cubicBezTo>
                <a:cubicBezTo>
                  <a:pt x="1561" y="319"/>
                  <a:pt x="1561" y="317"/>
                  <a:pt x="1562" y="314"/>
                </a:cubicBezTo>
                <a:cubicBezTo>
                  <a:pt x="1563" y="311"/>
                  <a:pt x="1563" y="308"/>
                  <a:pt x="1564" y="304"/>
                </a:cubicBezTo>
                <a:cubicBezTo>
                  <a:pt x="1565" y="301"/>
                  <a:pt x="1566" y="298"/>
                  <a:pt x="1567" y="296"/>
                </a:cubicBezTo>
                <a:lnTo>
                  <a:pt x="1593" y="178"/>
                </a:lnTo>
                <a:cubicBezTo>
                  <a:pt x="1595" y="169"/>
                  <a:pt x="1596" y="161"/>
                  <a:pt x="1596" y="154"/>
                </a:cubicBezTo>
                <a:cubicBezTo>
                  <a:pt x="1596" y="148"/>
                  <a:pt x="1593" y="145"/>
                  <a:pt x="1588" y="144"/>
                </a:cubicBezTo>
                <a:lnTo>
                  <a:pt x="1569" y="143"/>
                </a:lnTo>
                <a:cubicBezTo>
                  <a:pt x="1565" y="138"/>
                  <a:pt x="1565" y="133"/>
                  <a:pt x="1569" y="130"/>
                </a:cubicBezTo>
                <a:cubicBezTo>
                  <a:pt x="1600" y="126"/>
                  <a:pt x="1619" y="123"/>
                  <a:pt x="1625" y="123"/>
                </a:cubicBezTo>
                <a:cubicBezTo>
                  <a:pt x="1632" y="123"/>
                  <a:pt x="1635" y="127"/>
                  <a:pt x="1635" y="135"/>
                </a:cubicBezTo>
                <a:cubicBezTo>
                  <a:pt x="1635" y="136"/>
                  <a:pt x="1635" y="138"/>
                  <a:pt x="1635" y="139"/>
                </a:cubicBezTo>
                <a:cubicBezTo>
                  <a:pt x="1635" y="141"/>
                  <a:pt x="1634" y="142"/>
                  <a:pt x="1634" y="144"/>
                </a:cubicBezTo>
                <a:cubicBezTo>
                  <a:pt x="1634" y="146"/>
                  <a:pt x="1633" y="148"/>
                  <a:pt x="1633" y="150"/>
                </a:cubicBezTo>
                <a:cubicBezTo>
                  <a:pt x="1633" y="151"/>
                  <a:pt x="1632" y="154"/>
                  <a:pt x="1632" y="157"/>
                </a:cubicBezTo>
                <a:cubicBezTo>
                  <a:pt x="1631" y="159"/>
                  <a:pt x="1631" y="161"/>
                  <a:pt x="1630" y="163"/>
                </a:cubicBezTo>
                <a:cubicBezTo>
                  <a:pt x="1630" y="165"/>
                  <a:pt x="1629" y="167"/>
                  <a:pt x="1629" y="171"/>
                </a:cubicBezTo>
                <a:cubicBezTo>
                  <a:pt x="1628" y="174"/>
                  <a:pt x="1627" y="176"/>
                  <a:pt x="1627" y="178"/>
                </a:cubicBezTo>
                <a:lnTo>
                  <a:pt x="1623" y="195"/>
                </a:lnTo>
                <a:moveTo>
                  <a:pt x="1880" y="125"/>
                </a:moveTo>
                <a:cubicBezTo>
                  <a:pt x="1883" y="126"/>
                  <a:pt x="1894" y="126"/>
                  <a:pt x="1913" y="126"/>
                </a:cubicBezTo>
                <a:lnTo>
                  <a:pt x="1881" y="273"/>
                </a:lnTo>
                <a:cubicBezTo>
                  <a:pt x="1878" y="288"/>
                  <a:pt x="1876" y="297"/>
                  <a:pt x="1876" y="299"/>
                </a:cubicBezTo>
                <a:cubicBezTo>
                  <a:pt x="1876" y="304"/>
                  <a:pt x="1878" y="306"/>
                  <a:pt x="1882" y="306"/>
                </a:cubicBezTo>
                <a:cubicBezTo>
                  <a:pt x="1887" y="306"/>
                  <a:pt x="1896" y="298"/>
                  <a:pt x="1908" y="281"/>
                </a:cubicBezTo>
                <a:cubicBezTo>
                  <a:pt x="1912" y="281"/>
                  <a:pt x="1916" y="283"/>
                  <a:pt x="1919" y="288"/>
                </a:cubicBezTo>
                <a:cubicBezTo>
                  <a:pt x="1905" y="319"/>
                  <a:pt x="1885" y="334"/>
                  <a:pt x="1859" y="334"/>
                </a:cubicBezTo>
                <a:cubicBezTo>
                  <a:pt x="1845" y="334"/>
                  <a:pt x="1839" y="327"/>
                  <a:pt x="1840" y="313"/>
                </a:cubicBezTo>
                <a:cubicBezTo>
                  <a:pt x="1840" y="306"/>
                  <a:pt x="1841" y="297"/>
                  <a:pt x="1844" y="287"/>
                </a:cubicBezTo>
                <a:lnTo>
                  <a:pt x="1850" y="267"/>
                </a:lnTo>
                <a:lnTo>
                  <a:pt x="1849" y="266"/>
                </a:lnTo>
                <a:cubicBezTo>
                  <a:pt x="1819" y="312"/>
                  <a:pt x="1792" y="334"/>
                  <a:pt x="1769" y="334"/>
                </a:cubicBezTo>
                <a:cubicBezTo>
                  <a:pt x="1739" y="334"/>
                  <a:pt x="1724" y="313"/>
                  <a:pt x="1724" y="271"/>
                </a:cubicBezTo>
                <a:cubicBezTo>
                  <a:pt x="1724" y="235"/>
                  <a:pt x="1737" y="201"/>
                  <a:pt x="1764" y="169"/>
                </a:cubicBezTo>
                <a:cubicBezTo>
                  <a:pt x="1790" y="138"/>
                  <a:pt x="1817" y="122"/>
                  <a:pt x="1843" y="122"/>
                </a:cubicBezTo>
                <a:cubicBezTo>
                  <a:pt x="1851" y="122"/>
                  <a:pt x="1863" y="123"/>
                  <a:pt x="1880" y="125"/>
                </a:cubicBezTo>
                <a:moveTo>
                  <a:pt x="1857" y="226"/>
                </a:moveTo>
                <a:cubicBezTo>
                  <a:pt x="1860" y="217"/>
                  <a:pt x="1863" y="206"/>
                  <a:pt x="1866" y="193"/>
                </a:cubicBezTo>
                <a:cubicBezTo>
                  <a:pt x="1869" y="179"/>
                  <a:pt x="1871" y="168"/>
                  <a:pt x="1872" y="160"/>
                </a:cubicBezTo>
                <a:lnTo>
                  <a:pt x="1873" y="146"/>
                </a:lnTo>
                <a:cubicBezTo>
                  <a:pt x="1864" y="140"/>
                  <a:pt x="1854" y="137"/>
                  <a:pt x="1844" y="137"/>
                </a:cubicBezTo>
                <a:cubicBezTo>
                  <a:pt x="1823" y="137"/>
                  <a:pt x="1805" y="151"/>
                  <a:pt x="1788" y="180"/>
                </a:cubicBezTo>
                <a:cubicBezTo>
                  <a:pt x="1770" y="208"/>
                  <a:pt x="1762" y="236"/>
                  <a:pt x="1762" y="263"/>
                </a:cubicBezTo>
                <a:cubicBezTo>
                  <a:pt x="1762" y="293"/>
                  <a:pt x="1769" y="308"/>
                  <a:pt x="1782" y="308"/>
                </a:cubicBezTo>
                <a:cubicBezTo>
                  <a:pt x="1790" y="308"/>
                  <a:pt x="1801" y="300"/>
                  <a:pt x="1816" y="283"/>
                </a:cubicBezTo>
                <a:cubicBezTo>
                  <a:pt x="1831" y="266"/>
                  <a:pt x="1845" y="247"/>
                  <a:pt x="1857" y="226"/>
                </a:cubicBezTo>
                <a:moveTo>
                  <a:pt x="2002" y="178"/>
                </a:moveTo>
                <a:cubicBezTo>
                  <a:pt x="2005" y="165"/>
                  <a:pt x="2006" y="157"/>
                  <a:pt x="2006" y="154"/>
                </a:cubicBezTo>
                <a:cubicBezTo>
                  <a:pt x="2006" y="148"/>
                  <a:pt x="2003" y="145"/>
                  <a:pt x="1998" y="144"/>
                </a:cubicBezTo>
                <a:lnTo>
                  <a:pt x="1979" y="143"/>
                </a:lnTo>
                <a:cubicBezTo>
                  <a:pt x="1975" y="138"/>
                  <a:pt x="1975" y="133"/>
                  <a:pt x="1978" y="130"/>
                </a:cubicBezTo>
                <a:cubicBezTo>
                  <a:pt x="2010" y="126"/>
                  <a:pt x="2030" y="123"/>
                  <a:pt x="2037" y="123"/>
                </a:cubicBezTo>
                <a:cubicBezTo>
                  <a:pt x="2043" y="123"/>
                  <a:pt x="2047" y="127"/>
                  <a:pt x="2047" y="133"/>
                </a:cubicBezTo>
                <a:cubicBezTo>
                  <a:pt x="2047" y="136"/>
                  <a:pt x="2046" y="139"/>
                  <a:pt x="2045" y="144"/>
                </a:cubicBezTo>
                <a:cubicBezTo>
                  <a:pt x="2044" y="148"/>
                  <a:pt x="2042" y="154"/>
                  <a:pt x="2040" y="161"/>
                </a:cubicBezTo>
                <a:cubicBezTo>
                  <a:pt x="2038" y="169"/>
                  <a:pt x="2037" y="175"/>
                  <a:pt x="2036" y="178"/>
                </a:cubicBezTo>
                <a:lnTo>
                  <a:pt x="2035" y="183"/>
                </a:lnTo>
                <a:lnTo>
                  <a:pt x="2036" y="183"/>
                </a:lnTo>
                <a:cubicBezTo>
                  <a:pt x="2067" y="142"/>
                  <a:pt x="2098" y="122"/>
                  <a:pt x="2128" y="122"/>
                </a:cubicBezTo>
                <a:cubicBezTo>
                  <a:pt x="2146" y="122"/>
                  <a:pt x="2156" y="136"/>
                  <a:pt x="2156" y="163"/>
                </a:cubicBezTo>
                <a:cubicBezTo>
                  <a:pt x="2156" y="172"/>
                  <a:pt x="2155" y="179"/>
                  <a:pt x="2154" y="185"/>
                </a:cubicBezTo>
                <a:cubicBezTo>
                  <a:pt x="2170" y="165"/>
                  <a:pt x="2185" y="149"/>
                  <a:pt x="2198" y="138"/>
                </a:cubicBezTo>
                <a:cubicBezTo>
                  <a:pt x="2211" y="128"/>
                  <a:pt x="2225" y="122"/>
                  <a:pt x="2240" y="122"/>
                </a:cubicBezTo>
                <a:cubicBezTo>
                  <a:pt x="2248" y="122"/>
                  <a:pt x="2255" y="126"/>
                  <a:pt x="2260" y="133"/>
                </a:cubicBezTo>
                <a:cubicBezTo>
                  <a:pt x="2266" y="139"/>
                  <a:pt x="2269" y="150"/>
                  <a:pt x="2269" y="163"/>
                </a:cubicBezTo>
                <a:cubicBezTo>
                  <a:pt x="2269" y="174"/>
                  <a:pt x="2267" y="186"/>
                  <a:pt x="2264" y="198"/>
                </a:cubicBezTo>
                <a:lnTo>
                  <a:pt x="2242" y="282"/>
                </a:lnTo>
                <a:cubicBezTo>
                  <a:pt x="2240" y="288"/>
                  <a:pt x="2240" y="294"/>
                  <a:pt x="2240" y="301"/>
                </a:cubicBezTo>
                <a:cubicBezTo>
                  <a:pt x="2240" y="302"/>
                  <a:pt x="2240" y="303"/>
                  <a:pt x="2240" y="304"/>
                </a:cubicBezTo>
                <a:cubicBezTo>
                  <a:pt x="2241" y="305"/>
                  <a:pt x="2242" y="306"/>
                  <a:pt x="2243" y="306"/>
                </a:cubicBezTo>
                <a:cubicBezTo>
                  <a:pt x="2252" y="306"/>
                  <a:pt x="2263" y="296"/>
                  <a:pt x="2276" y="275"/>
                </a:cubicBezTo>
                <a:cubicBezTo>
                  <a:pt x="2282" y="275"/>
                  <a:pt x="2286" y="277"/>
                  <a:pt x="2287" y="282"/>
                </a:cubicBezTo>
                <a:cubicBezTo>
                  <a:pt x="2272" y="317"/>
                  <a:pt x="2249" y="334"/>
                  <a:pt x="2217" y="334"/>
                </a:cubicBezTo>
                <a:cubicBezTo>
                  <a:pt x="2213" y="334"/>
                  <a:pt x="2210" y="333"/>
                  <a:pt x="2207" y="329"/>
                </a:cubicBezTo>
                <a:cubicBezTo>
                  <a:pt x="2203" y="327"/>
                  <a:pt x="2202" y="323"/>
                  <a:pt x="2202" y="318"/>
                </a:cubicBezTo>
                <a:cubicBezTo>
                  <a:pt x="2202" y="312"/>
                  <a:pt x="2204" y="298"/>
                  <a:pt x="2210" y="275"/>
                </a:cubicBezTo>
                <a:lnTo>
                  <a:pt x="2229" y="201"/>
                </a:lnTo>
                <a:cubicBezTo>
                  <a:pt x="2231" y="190"/>
                  <a:pt x="2233" y="179"/>
                  <a:pt x="2233" y="168"/>
                </a:cubicBezTo>
                <a:cubicBezTo>
                  <a:pt x="2233" y="162"/>
                  <a:pt x="2232" y="157"/>
                  <a:pt x="2229" y="155"/>
                </a:cubicBezTo>
                <a:cubicBezTo>
                  <a:pt x="2227" y="152"/>
                  <a:pt x="2224" y="150"/>
                  <a:pt x="2219" y="150"/>
                </a:cubicBezTo>
                <a:cubicBezTo>
                  <a:pt x="2211" y="150"/>
                  <a:pt x="2202" y="156"/>
                  <a:pt x="2191" y="166"/>
                </a:cubicBezTo>
                <a:cubicBezTo>
                  <a:pt x="2180" y="176"/>
                  <a:pt x="2164" y="195"/>
                  <a:pt x="2145" y="221"/>
                </a:cubicBezTo>
                <a:lnTo>
                  <a:pt x="2127" y="296"/>
                </a:lnTo>
                <a:cubicBezTo>
                  <a:pt x="2127" y="298"/>
                  <a:pt x="2126" y="301"/>
                  <a:pt x="2126" y="306"/>
                </a:cubicBezTo>
                <a:cubicBezTo>
                  <a:pt x="2125" y="311"/>
                  <a:pt x="2124" y="315"/>
                  <a:pt x="2123" y="317"/>
                </a:cubicBezTo>
                <a:cubicBezTo>
                  <a:pt x="2122" y="320"/>
                  <a:pt x="2121" y="322"/>
                  <a:pt x="2120" y="326"/>
                </a:cubicBezTo>
                <a:cubicBezTo>
                  <a:pt x="2119" y="329"/>
                  <a:pt x="2117" y="331"/>
                  <a:pt x="2115" y="332"/>
                </a:cubicBezTo>
                <a:cubicBezTo>
                  <a:pt x="2112" y="333"/>
                  <a:pt x="2109" y="334"/>
                  <a:pt x="2106" y="334"/>
                </a:cubicBezTo>
                <a:cubicBezTo>
                  <a:pt x="2093" y="334"/>
                  <a:pt x="2087" y="330"/>
                  <a:pt x="2087" y="321"/>
                </a:cubicBezTo>
                <a:lnTo>
                  <a:pt x="2087" y="320"/>
                </a:lnTo>
                <a:lnTo>
                  <a:pt x="2087" y="317"/>
                </a:lnTo>
                <a:cubicBezTo>
                  <a:pt x="2087" y="316"/>
                  <a:pt x="2088" y="316"/>
                  <a:pt x="2088" y="315"/>
                </a:cubicBezTo>
                <a:cubicBezTo>
                  <a:pt x="2088" y="314"/>
                  <a:pt x="2088" y="313"/>
                  <a:pt x="2088" y="312"/>
                </a:cubicBezTo>
                <a:cubicBezTo>
                  <a:pt x="2089" y="310"/>
                  <a:pt x="2089" y="309"/>
                  <a:pt x="2089" y="308"/>
                </a:cubicBezTo>
                <a:cubicBezTo>
                  <a:pt x="2089" y="308"/>
                  <a:pt x="2090" y="307"/>
                  <a:pt x="2090" y="305"/>
                </a:cubicBezTo>
                <a:cubicBezTo>
                  <a:pt x="2090" y="304"/>
                  <a:pt x="2091" y="303"/>
                  <a:pt x="2091" y="302"/>
                </a:cubicBezTo>
                <a:cubicBezTo>
                  <a:pt x="2091" y="301"/>
                  <a:pt x="2091" y="300"/>
                  <a:pt x="2092" y="299"/>
                </a:cubicBezTo>
                <a:cubicBezTo>
                  <a:pt x="2092" y="297"/>
                  <a:pt x="2093" y="297"/>
                  <a:pt x="2093" y="296"/>
                </a:cubicBezTo>
                <a:lnTo>
                  <a:pt x="2115" y="199"/>
                </a:lnTo>
                <a:cubicBezTo>
                  <a:pt x="2118" y="188"/>
                  <a:pt x="2119" y="178"/>
                  <a:pt x="2120" y="168"/>
                </a:cubicBezTo>
                <a:cubicBezTo>
                  <a:pt x="2120" y="161"/>
                  <a:pt x="2118" y="157"/>
                  <a:pt x="2116" y="154"/>
                </a:cubicBezTo>
                <a:cubicBezTo>
                  <a:pt x="2115" y="152"/>
                  <a:pt x="2112" y="150"/>
                  <a:pt x="2107" y="150"/>
                </a:cubicBezTo>
                <a:cubicBezTo>
                  <a:pt x="2086" y="150"/>
                  <a:pt x="2060" y="174"/>
                  <a:pt x="2029" y="220"/>
                </a:cubicBezTo>
                <a:lnTo>
                  <a:pt x="2010" y="296"/>
                </a:lnTo>
                <a:cubicBezTo>
                  <a:pt x="2009" y="298"/>
                  <a:pt x="2008" y="301"/>
                  <a:pt x="2007" y="304"/>
                </a:cubicBezTo>
                <a:cubicBezTo>
                  <a:pt x="2007" y="308"/>
                  <a:pt x="2006" y="311"/>
                  <a:pt x="2006" y="313"/>
                </a:cubicBezTo>
                <a:cubicBezTo>
                  <a:pt x="2006" y="316"/>
                  <a:pt x="2005" y="319"/>
                  <a:pt x="2004" y="321"/>
                </a:cubicBezTo>
                <a:cubicBezTo>
                  <a:pt x="2003" y="324"/>
                  <a:pt x="2002" y="327"/>
                  <a:pt x="2001" y="328"/>
                </a:cubicBezTo>
                <a:cubicBezTo>
                  <a:pt x="1999" y="330"/>
                  <a:pt x="1998" y="331"/>
                  <a:pt x="1996" y="332"/>
                </a:cubicBezTo>
                <a:cubicBezTo>
                  <a:pt x="1994" y="334"/>
                  <a:pt x="1991" y="334"/>
                  <a:pt x="1988" y="334"/>
                </a:cubicBezTo>
                <a:cubicBezTo>
                  <a:pt x="1975" y="334"/>
                  <a:pt x="1969" y="330"/>
                  <a:pt x="1969" y="321"/>
                </a:cubicBezTo>
                <a:cubicBezTo>
                  <a:pt x="1969" y="321"/>
                  <a:pt x="1971" y="312"/>
                  <a:pt x="1975" y="296"/>
                </a:cubicBezTo>
                <a:lnTo>
                  <a:pt x="2002" y="178"/>
                </a:lnTo>
                <a:moveTo>
                  <a:pt x="79" y="924"/>
                </a:moveTo>
                <a:cubicBezTo>
                  <a:pt x="59" y="924"/>
                  <a:pt x="44" y="917"/>
                  <a:pt x="33" y="901"/>
                </a:cubicBezTo>
                <a:cubicBezTo>
                  <a:pt x="24" y="888"/>
                  <a:pt x="19" y="870"/>
                  <a:pt x="19" y="849"/>
                </a:cubicBezTo>
                <a:cubicBezTo>
                  <a:pt x="19" y="828"/>
                  <a:pt x="23" y="809"/>
                  <a:pt x="30" y="792"/>
                </a:cubicBezTo>
                <a:cubicBezTo>
                  <a:pt x="37" y="774"/>
                  <a:pt x="46" y="758"/>
                  <a:pt x="58" y="745"/>
                </a:cubicBezTo>
                <a:cubicBezTo>
                  <a:pt x="64" y="739"/>
                  <a:pt x="71" y="733"/>
                  <a:pt x="80" y="727"/>
                </a:cubicBezTo>
                <a:cubicBezTo>
                  <a:pt x="89" y="722"/>
                  <a:pt x="97" y="718"/>
                  <a:pt x="105" y="716"/>
                </a:cubicBezTo>
                <a:cubicBezTo>
                  <a:pt x="113" y="713"/>
                  <a:pt x="120" y="712"/>
                  <a:pt x="127" y="712"/>
                </a:cubicBezTo>
                <a:cubicBezTo>
                  <a:pt x="138" y="712"/>
                  <a:pt x="148" y="714"/>
                  <a:pt x="156" y="716"/>
                </a:cubicBezTo>
                <a:cubicBezTo>
                  <a:pt x="164" y="719"/>
                  <a:pt x="169" y="723"/>
                  <a:pt x="172" y="728"/>
                </a:cubicBezTo>
                <a:cubicBezTo>
                  <a:pt x="175" y="733"/>
                  <a:pt x="177" y="738"/>
                  <a:pt x="178" y="742"/>
                </a:cubicBezTo>
                <a:cubicBezTo>
                  <a:pt x="179" y="746"/>
                  <a:pt x="179" y="751"/>
                  <a:pt x="179" y="757"/>
                </a:cubicBezTo>
                <a:cubicBezTo>
                  <a:pt x="179" y="763"/>
                  <a:pt x="177" y="768"/>
                  <a:pt x="172" y="773"/>
                </a:cubicBezTo>
                <a:cubicBezTo>
                  <a:pt x="167" y="777"/>
                  <a:pt x="162" y="779"/>
                  <a:pt x="155" y="779"/>
                </a:cubicBezTo>
                <a:cubicBezTo>
                  <a:pt x="151" y="779"/>
                  <a:pt x="148" y="777"/>
                  <a:pt x="146" y="775"/>
                </a:cubicBezTo>
                <a:cubicBezTo>
                  <a:pt x="143" y="771"/>
                  <a:pt x="143" y="768"/>
                  <a:pt x="143" y="764"/>
                </a:cubicBezTo>
                <a:cubicBezTo>
                  <a:pt x="143" y="760"/>
                  <a:pt x="143" y="756"/>
                  <a:pt x="144" y="754"/>
                </a:cubicBezTo>
                <a:cubicBezTo>
                  <a:pt x="146" y="751"/>
                  <a:pt x="147" y="748"/>
                  <a:pt x="147" y="745"/>
                </a:cubicBezTo>
                <a:cubicBezTo>
                  <a:pt x="147" y="733"/>
                  <a:pt x="140" y="727"/>
                  <a:pt x="127" y="727"/>
                </a:cubicBezTo>
                <a:cubicBezTo>
                  <a:pt x="108" y="727"/>
                  <a:pt x="92" y="737"/>
                  <a:pt x="78" y="757"/>
                </a:cubicBezTo>
                <a:cubicBezTo>
                  <a:pt x="65" y="777"/>
                  <a:pt x="58" y="804"/>
                  <a:pt x="58" y="838"/>
                </a:cubicBezTo>
                <a:cubicBezTo>
                  <a:pt x="58" y="860"/>
                  <a:pt x="62" y="875"/>
                  <a:pt x="70" y="885"/>
                </a:cubicBezTo>
                <a:cubicBezTo>
                  <a:pt x="75" y="893"/>
                  <a:pt x="83" y="896"/>
                  <a:pt x="94" y="896"/>
                </a:cubicBezTo>
                <a:cubicBezTo>
                  <a:pt x="105" y="896"/>
                  <a:pt x="116" y="893"/>
                  <a:pt x="125" y="887"/>
                </a:cubicBezTo>
                <a:cubicBezTo>
                  <a:pt x="135" y="881"/>
                  <a:pt x="145" y="872"/>
                  <a:pt x="155" y="860"/>
                </a:cubicBezTo>
                <a:cubicBezTo>
                  <a:pt x="157" y="860"/>
                  <a:pt x="159" y="861"/>
                  <a:pt x="162" y="862"/>
                </a:cubicBezTo>
                <a:cubicBezTo>
                  <a:pt x="164" y="864"/>
                  <a:pt x="165" y="866"/>
                  <a:pt x="166" y="868"/>
                </a:cubicBezTo>
                <a:cubicBezTo>
                  <a:pt x="158" y="879"/>
                  <a:pt x="150" y="889"/>
                  <a:pt x="141" y="897"/>
                </a:cubicBezTo>
                <a:cubicBezTo>
                  <a:pt x="132" y="905"/>
                  <a:pt x="122" y="912"/>
                  <a:pt x="111" y="917"/>
                </a:cubicBezTo>
                <a:cubicBezTo>
                  <a:pt x="100" y="922"/>
                  <a:pt x="89" y="924"/>
                  <a:pt x="79" y="924"/>
                </a:cubicBezTo>
                <a:moveTo>
                  <a:pt x="250" y="890"/>
                </a:moveTo>
                <a:cubicBezTo>
                  <a:pt x="257" y="901"/>
                  <a:pt x="265" y="906"/>
                  <a:pt x="273" y="906"/>
                </a:cubicBezTo>
                <a:cubicBezTo>
                  <a:pt x="294" y="906"/>
                  <a:pt x="311" y="897"/>
                  <a:pt x="323" y="878"/>
                </a:cubicBezTo>
                <a:cubicBezTo>
                  <a:pt x="337" y="857"/>
                  <a:pt x="344" y="828"/>
                  <a:pt x="344" y="792"/>
                </a:cubicBezTo>
                <a:cubicBezTo>
                  <a:pt x="344" y="773"/>
                  <a:pt x="341" y="758"/>
                  <a:pt x="336" y="748"/>
                </a:cubicBezTo>
                <a:cubicBezTo>
                  <a:pt x="329" y="735"/>
                  <a:pt x="320" y="728"/>
                  <a:pt x="307" y="728"/>
                </a:cubicBezTo>
                <a:cubicBezTo>
                  <a:pt x="292" y="728"/>
                  <a:pt x="279" y="735"/>
                  <a:pt x="268" y="748"/>
                </a:cubicBezTo>
                <a:cubicBezTo>
                  <a:pt x="257" y="760"/>
                  <a:pt x="249" y="775"/>
                  <a:pt x="245" y="791"/>
                </a:cubicBezTo>
                <a:cubicBezTo>
                  <a:pt x="241" y="807"/>
                  <a:pt x="239" y="823"/>
                  <a:pt x="239" y="839"/>
                </a:cubicBezTo>
                <a:cubicBezTo>
                  <a:pt x="239" y="861"/>
                  <a:pt x="243" y="878"/>
                  <a:pt x="250" y="890"/>
                </a:cubicBezTo>
                <a:moveTo>
                  <a:pt x="200" y="843"/>
                </a:moveTo>
                <a:cubicBezTo>
                  <a:pt x="200" y="828"/>
                  <a:pt x="203" y="813"/>
                  <a:pt x="207" y="798"/>
                </a:cubicBezTo>
                <a:cubicBezTo>
                  <a:pt x="212" y="783"/>
                  <a:pt x="219" y="769"/>
                  <a:pt x="228" y="756"/>
                </a:cubicBezTo>
                <a:cubicBezTo>
                  <a:pt x="237" y="743"/>
                  <a:pt x="249" y="733"/>
                  <a:pt x="264" y="724"/>
                </a:cubicBezTo>
                <a:cubicBezTo>
                  <a:pt x="280" y="716"/>
                  <a:pt x="297" y="712"/>
                  <a:pt x="316" y="712"/>
                </a:cubicBezTo>
                <a:cubicBezTo>
                  <a:pt x="360" y="712"/>
                  <a:pt x="382" y="738"/>
                  <a:pt x="382" y="789"/>
                </a:cubicBezTo>
                <a:cubicBezTo>
                  <a:pt x="382" y="816"/>
                  <a:pt x="375" y="841"/>
                  <a:pt x="361" y="865"/>
                </a:cubicBezTo>
                <a:cubicBezTo>
                  <a:pt x="348" y="888"/>
                  <a:pt x="330" y="904"/>
                  <a:pt x="309" y="915"/>
                </a:cubicBezTo>
                <a:cubicBezTo>
                  <a:pt x="297" y="921"/>
                  <a:pt x="283" y="924"/>
                  <a:pt x="266" y="924"/>
                </a:cubicBezTo>
                <a:cubicBezTo>
                  <a:pt x="252" y="924"/>
                  <a:pt x="240" y="921"/>
                  <a:pt x="231" y="915"/>
                </a:cubicBezTo>
                <a:cubicBezTo>
                  <a:pt x="221" y="909"/>
                  <a:pt x="215" y="902"/>
                  <a:pt x="211" y="892"/>
                </a:cubicBezTo>
                <a:cubicBezTo>
                  <a:pt x="206" y="883"/>
                  <a:pt x="204" y="874"/>
                  <a:pt x="202" y="866"/>
                </a:cubicBezTo>
                <a:cubicBezTo>
                  <a:pt x="201" y="859"/>
                  <a:pt x="200" y="851"/>
                  <a:pt x="200" y="843"/>
                </a:cubicBezTo>
                <a:moveTo>
                  <a:pt x="578" y="861"/>
                </a:moveTo>
                <a:cubicBezTo>
                  <a:pt x="574" y="876"/>
                  <a:pt x="572" y="885"/>
                  <a:pt x="572" y="887"/>
                </a:cubicBezTo>
                <a:cubicBezTo>
                  <a:pt x="572" y="893"/>
                  <a:pt x="574" y="896"/>
                  <a:pt x="577" y="896"/>
                </a:cubicBezTo>
                <a:cubicBezTo>
                  <a:pt x="580" y="896"/>
                  <a:pt x="584" y="894"/>
                  <a:pt x="590" y="889"/>
                </a:cubicBezTo>
                <a:cubicBezTo>
                  <a:pt x="596" y="884"/>
                  <a:pt x="602" y="879"/>
                  <a:pt x="608" y="872"/>
                </a:cubicBezTo>
                <a:cubicBezTo>
                  <a:pt x="613" y="872"/>
                  <a:pt x="617" y="875"/>
                  <a:pt x="619" y="880"/>
                </a:cubicBezTo>
                <a:cubicBezTo>
                  <a:pt x="596" y="909"/>
                  <a:pt x="574" y="924"/>
                  <a:pt x="552" y="924"/>
                </a:cubicBezTo>
                <a:cubicBezTo>
                  <a:pt x="539" y="924"/>
                  <a:pt x="533" y="919"/>
                  <a:pt x="533" y="908"/>
                </a:cubicBezTo>
                <a:cubicBezTo>
                  <a:pt x="533" y="901"/>
                  <a:pt x="535" y="886"/>
                  <a:pt x="541" y="865"/>
                </a:cubicBezTo>
                <a:lnTo>
                  <a:pt x="559" y="789"/>
                </a:lnTo>
                <a:cubicBezTo>
                  <a:pt x="563" y="772"/>
                  <a:pt x="565" y="762"/>
                  <a:pt x="565" y="757"/>
                </a:cubicBezTo>
                <a:cubicBezTo>
                  <a:pt x="565" y="751"/>
                  <a:pt x="563" y="746"/>
                  <a:pt x="561" y="744"/>
                </a:cubicBezTo>
                <a:cubicBezTo>
                  <a:pt x="558" y="741"/>
                  <a:pt x="554" y="740"/>
                  <a:pt x="549" y="740"/>
                </a:cubicBezTo>
                <a:cubicBezTo>
                  <a:pt x="534" y="740"/>
                  <a:pt x="510" y="763"/>
                  <a:pt x="476" y="807"/>
                </a:cubicBezTo>
                <a:lnTo>
                  <a:pt x="458" y="885"/>
                </a:lnTo>
                <a:cubicBezTo>
                  <a:pt x="457" y="888"/>
                  <a:pt x="457" y="891"/>
                  <a:pt x="455" y="896"/>
                </a:cubicBezTo>
                <a:cubicBezTo>
                  <a:pt x="455" y="901"/>
                  <a:pt x="454" y="904"/>
                  <a:pt x="453" y="907"/>
                </a:cubicBezTo>
                <a:cubicBezTo>
                  <a:pt x="453" y="909"/>
                  <a:pt x="451" y="912"/>
                  <a:pt x="450" y="915"/>
                </a:cubicBezTo>
                <a:cubicBezTo>
                  <a:pt x="449" y="918"/>
                  <a:pt x="447" y="920"/>
                  <a:pt x="444" y="922"/>
                </a:cubicBezTo>
                <a:cubicBezTo>
                  <a:pt x="442" y="923"/>
                  <a:pt x="440" y="924"/>
                  <a:pt x="436" y="924"/>
                </a:cubicBezTo>
                <a:cubicBezTo>
                  <a:pt x="422" y="924"/>
                  <a:pt x="416" y="920"/>
                  <a:pt x="416" y="911"/>
                </a:cubicBezTo>
                <a:cubicBezTo>
                  <a:pt x="416" y="910"/>
                  <a:pt x="418" y="902"/>
                  <a:pt x="422" y="885"/>
                </a:cubicBezTo>
                <a:lnTo>
                  <a:pt x="449" y="768"/>
                </a:lnTo>
                <a:cubicBezTo>
                  <a:pt x="451" y="755"/>
                  <a:pt x="452" y="747"/>
                  <a:pt x="452" y="744"/>
                </a:cubicBezTo>
                <a:cubicBezTo>
                  <a:pt x="452" y="738"/>
                  <a:pt x="450" y="735"/>
                  <a:pt x="444" y="734"/>
                </a:cubicBezTo>
                <a:lnTo>
                  <a:pt x="425" y="733"/>
                </a:lnTo>
                <a:cubicBezTo>
                  <a:pt x="422" y="728"/>
                  <a:pt x="421" y="723"/>
                  <a:pt x="425" y="719"/>
                </a:cubicBezTo>
                <a:cubicBezTo>
                  <a:pt x="457" y="715"/>
                  <a:pt x="476" y="713"/>
                  <a:pt x="484" y="713"/>
                </a:cubicBezTo>
                <a:cubicBezTo>
                  <a:pt x="491" y="713"/>
                  <a:pt x="494" y="717"/>
                  <a:pt x="494" y="723"/>
                </a:cubicBezTo>
                <a:cubicBezTo>
                  <a:pt x="494" y="726"/>
                  <a:pt x="493" y="729"/>
                  <a:pt x="492" y="734"/>
                </a:cubicBezTo>
                <a:cubicBezTo>
                  <a:pt x="491" y="738"/>
                  <a:pt x="490" y="744"/>
                  <a:pt x="488" y="751"/>
                </a:cubicBezTo>
                <a:cubicBezTo>
                  <a:pt x="486" y="759"/>
                  <a:pt x="484" y="765"/>
                  <a:pt x="484" y="768"/>
                </a:cubicBezTo>
                <a:lnTo>
                  <a:pt x="482" y="773"/>
                </a:lnTo>
                <a:lnTo>
                  <a:pt x="483" y="773"/>
                </a:lnTo>
                <a:cubicBezTo>
                  <a:pt x="503" y="749"/>
                  <a:pt x="520" y="733"/>
                  <a:pt x="532" y="724"/>
                </a:cubicBezTo>
                <a:cubicBezTo>
                  <a:pt x="545" y="716"/>
                  <a:pt x="557" y="712"/>
                  <a:pt x="571" y="712"/>
                </a:cubicBezTo>
                <a:cubicBezTo>
                  <a:pt x="591" y="712"/>
                  <a:pt x="602" y="725"/>
                  <a:pt x="602" y="750"/>
                </a:cubicBezTo>
                <a:cubicBezTo>
                  <a:pt x="602" y="756"/>
                  <a:pt x="600" y="768"/>
                  <a:pt x="596" y="786"/>
                </a:cubicBezTo>
                <a:lnTo>
                  <a:pt x="578" y="861"/>
                </a:lnTo>
                <a:moveTo>
                  <a:pt x="761" y="883"/>
                </a:moveTo>
                <a:lnTo>
                  <a:pt x="764" y="884"/>
                </a:lnTo>
                <a:cubicBezTo>
                  <a:pt x="769" y="880"/>
                  <a:pt x="779" y="869"/>
                  <a:pt x="793" y="849"/>
                </a:cubicBezTo>
                <a:cubicBezTo>
                  <a:pt x="799" y="841"/>
                  <a:pt x="805" y="832"/>
                  <a:pt x="810" y="822"/>
                </a:cubicBezTo>
                <a:cubicBezTo>
                  <a:pt x="815" y="812"/>
                  <a:pt x="820" y="802"/>
                  <a:pt x="823" y="792"/>
                </a:cubicBezTo>
                <a:cubicBezTo>
                  <a:pt x="827" y="783"/>
                  <a:pt x="829" y="774"/>
                  <a:pt x="829" y="768"/>
                </a:cubicBezTo>
                <a:cubicBezTo>
                  <a:pt x="829" y="759"/>
                  <a:pt x="825" y="749"/>
                  <a:pt x="818" y="739"/>
                </a:cubicBezTo>
                <a:cubicBezTo>
                  <a:pt x="816" y="737"/>
                  <a:pt x="816" y="734"/>
                  <a:pt x="816" y="730"/>
                </a:cubicBezTo>
                <a:cubicBezTo>
                  <a:pt x="816" y="718"/>
                  <a:pt x="823" y="712"/>
                  <a:pt x="838" y="712"/>
                </a:cubicBezTo>
                <a:cubicBezTo>
                  <a:pt x="854" y="712"/>
                  <a:pt x="862" y="719"/>
                  <a:pt x="863" y="734"/>
                </a:cubicBezTo>
                <a:cubicBezTo>
                  <a:pt x="863" y="748"/>
                  <a:pt x="858" y="765"/>
                  <a:pt x="849" y="784"/>
                </a:cubicBezTo>
                <a:cubicBezTo>
                  <a:pt x="847" y="789"/>
                  <a:pt x="845" y="795"/>
                  <a:pt x="842" y="800"/>
                </a:cubicBezTo>
                <a:cubicBezTo>
                  <a:pt x="839" y="806"/>
                  <a:pt x="837" y="810"/>
                  <a:pt x="834" y="814"/>
                </a:cubicBezTo>
                <a:cubicBezTo>
                  <a:pt x="832" y="818"/>
                  <a:pt x="829" y="823"/>
                  <a:pt x="826" y="828"/>
                </a:cubicBezTo>
                <a:cubicBezTo>
                  <a:pt x="822" y="834"/>
                  <a:pt x="820" y="838"/>
                  <a:pt x="818" y="840"/>
                </a:cubicBezTo>
                <a:cubicBezTo>
                  <a:pt x="816" y="842"/>
                  <a:pt x="814" y="846"/>
                  <a:pt x="810" y="851"/>
                </a:cubicBezTo>
                <a:cubicBezTo>
                  <a:pt x="807" y="856"/>
                  <a:pt x="805" y="859"/>
                  <a:pt x="805" y="859"/>
                </a:cubicBezTo>
                <a:cubicBezTo>
                  <a:pt x="794" y="874"/>
                  <a:pt x="781" y="890"/>
                  <a:pt x="765" y="908"/>
                </a:cubicBezTo>
                <a:cubicBezTo>
                  <a:pt x="755" y="919"/>
                  <a:pt x="748" y="925"/>
                  <a:pt x="745" y="925"/>
                </a:cubicBezTo>
                <a:cubicBezTo>
                  <a:pt x="738" y="925"/>
                  <a:pt x="733" y="915"/>
                  <a:pt x="730" y="895"/>
                </a:cubicBezTo>
                <a:lnTo>
                  <a:pt x="710" y="779"/>
                </a:lnTo>
                <a:cubicBezTo>
                  <a:pt x="707" y="760"/>
                  <a:pt x="703" y="751"/>
                  <a:pt x="699" y="751"/>
                </a:cubicBezTo>
                <a:cubicBezTo>
                  <a:pt x="698" y="751"/>
                  <a:pt x="696" y="751"/>
                  <a:pt x="694" y="752"/>
                </a:cubicBezTo>
                <a:cubicBezTo>
                  <a:pt x="692" y="753"/>
                  <a:pt x="690" y="754"/>
                  <a:pt x="688" y="755"/>
                </a:cubicBezTo>
                <a:cubicBezTo>
                  <a:pt x="686" y="756"/>
                  <a:pt x="684" y="758"/>
                  <a:pt x="681" y="760"/>
                </a:cubicBezTo>
                <a:cubicBezTo>
                  <a:pt x="678" y="763"/>
                  <a:pt x="676" y="765"/>
                  <a:pt x="674" y="767"/>
                </a:cubicBezTo>
                <a:cubicBezTo>
                  <a:pt x="672" y="768"/>
                  <a:pt x="669" y="771"/>
                  <a:pt x="666" y="773"/>
                </a:cubicBezTo>
                <a:cubicBezTo>
                  <a:pt x="665" y="773"/>
                  <a:pt x="664" y="773"/>
                  <a:pt x="663" y="773"/>
                </a:cubicBezTo>
                <a:cubicBezTo>
                  <a:pt x="662" y="772"/>
                  <a:pt x="661" y="772"/>
                  <a:pt x="659" y="771"/>
                </a:cubicBezTo>
                <a:cubicBezTo>
                  <a:pt x="659" y="770"/>
                  <a:pt x="658" y="769"/>
                  <a:pt x="657" y="768"/>
                </a:cubicBezTo>
                <a:cubicBezTo>
                  <a:pt x="657" y="767"/>
                  <a:pt x="656" y="766"/>
                  <a:pt x="656" y="765"/>
                </a:cubicBezTo>
                <a:cubicBezTo>
                  <a:pt x="665" y="751"/>
                  <a:pt x="675" y="739"/>
                  <a:pt x="687" y="729"/>
                </a:cubicBezTo>
                <a:cubicBezTo>
                  <a:pt x="699" y="718"/>
                  <a:pt x="709" y="712"/>
                  <a:pt x="716" y="712"/>
                </a:cubicBezTo>
                <a:cubicBezTo>
                  <a:pt x="724" y="712"/>
                  <a:pt x="731" y="717"/>
                  <a:pt x="734" y="726"/>
                </a:cubicBezTo>
                <a:cubicBezTo>
                  <a:pt x="738" y="734"/>
                  <a:pt x="742" y="750"/>
                  <a:pt x="745" y="773"/>
                </a:cubicBezTo>
                <a:lnTo>
                  <a:pt x="761" y="883"/>
                </a:lnTo>
                <a:moveTo>
                  <a:pt x="1002" y="730"/>
                </a:moveTo>
                <a:cubicBezTo>
                  <a:pt x="998" y="728"/>
                  <a:pt x="993" y="727"/>
                  <a:pt x="984" y="727"/>
                </a:cubicBezTo>
                <a:cubicBezTo>
                  <a:pt x="956" y="727"/>
                  <a:pt x="936" y="754"/>
                  <a:pt x="922" y="807"/>
                </a:cubicBezTo>
                <a:cubicBezTo>
                  <a:pt x="932" y="806"/>
                  <a:pt x="941" y="804"/>
                  <a:pt x="950" y="802"/>
                </a:cubicBezTo>
                <a:cubicBezTo>
                  <a:pt x="960" y="799"/>
                  <a:pt x="969" y="795"/>
                  <a:pt x="978" y="791"/>
                </a:cubicBezTo>
                <a:cubicBezTo>
                  <a:pt x="987" y="786"/>
                  <a:pt x="994" y="779"/>
                  <a:pt x="999" y="772"/>
                </a:cubicBezTo>
                <a:cubicBezTo>
                  <a:pt x="1005" y="763"/>
                  <a:pt x="1007" y="754"/>
                  <a:pt x="1007" y="745"/>
                </a:cubicBezTo>
                <a:cubicBezTo>
                  <a:pt x="1007" y="738"/>
                  <a:pt x="1006" y="733"/>
                  <a:pt x="1002" y="730"/>
                </a:cubicBezTo>
                <a:moveTo>
                  <a:pt x="919" y="825"/>
                </a:moveTo>
                <a:lnTo>
                  <a:pt x="919" y="841"/>
                </a:lnTo>
                <a:cubicBezTo>
                  <a:pt x="919" y="861"/>
                  <a:pt x="922" y="876"/>
                  <a:pt x="928" y="884"/>
                </a:cubicBezTo>
                <a:cubicBezTo>
                  <a:pt x="934" y="892"/>
                  <a:pt x="943" y="896"/>
                  <a:pt x="954" y="896"/>
                </a:cubicBezTo>
                <a:cubicBezTo>
                  <a:pt x="965" y="896"/>
                  <a:pt x="975" y="894"/>
                  <a:pt x="983" y="890"/>
                </a:cubicBezTo>
                <a:cubicBezTo>
                  <a:pt x="991" y="886"/>
                  <a:pt x="1002" y="877"/>
                  <a:pt x="1015" y="864"/>
                </a:cubicBezTo>
                <a:cubicBezTo>
                  <a:pt x="1020" y="864"/>
                  <a:pt x="1023" y="866"/>
                  <a:pt x="1025" y="871"/>
                </a:cubicBezTo>
                <a:cubicBezTo>
                  <a:pt x="998" y="907"/>
                  <a:pt x="969" y="924"/>
                  <a:pt x="937" y="924"/>
                </a:cubicBezTo>
                <a:cubicBezTo>
                  <a:pt x="918" y="924"/>
                  <a:pt x="904" y="917"/>
                  <a:pt x="894" y="904"/>
                </a:cubicBezTo>
                <a:cubicBezTo>
                  <a:pt x="884" y="890"/>
                  <a:pt x="879" y="873"/>
                  <a:pt x="879" y="852"/>
                </a:cubicBezTo>
                <a:cubicBezTo>
                  <a:pt x="879" y="840"/>
                  <a:pt x="881" y="828"/>
                  <a:pt x="883" y="815"/>
                </a:cubicBezTo>
                <a:cubicBezTo>
                  <a:pt x="886" y="802"/>
                  <a:pt x="890" y="789"/>
                  <a:pt x="896" y="777"/>
                </a:cubicBezTo>
                <a:cubicBezTo>
                  <a:pt x="903" y="765"/>
                  <a:pt x="910" y="754"/>
                  <a:pt x="919" y="745"/>
                </a:cubicBezTo>
                <a:cubicBezTo>
                  <a:pt x="927" y="735"/>
                  <a:pt x="938" y="727"/>
                  <a:pt x="952" y="721"/>
                </a:cubicBezTo>
                <a:cubicBezTo>
                  <a:pt x="965" y="715"/>
                  <a:pt x="979" y="712"/>
                  <a:pt x="995" y="712"/>
                </a:cubicBezTo>
                <a:cubicBezTo>
                  <a:pt x="1010" y="712"/>
                  <a:pt x="1021" y="716"/>
                  <a:pt x="1029" y="724"/>
                </a:cubicBezTo>
                <a:cubicBezTo>
                  <a:pt x="1036" y="732"/>
                  <a:pt x="1040" y="739"/>
                  <a:pt x="1040" y="747"/>
                </a:cubicBezTo>
                <a:cubicBezTo>
                  <a:pt x="1040" y="751"/>
                  <a:pt x="1039" y="754"/>
                  <a:pt x="1039" y="756"/>
                </a:cubicBezTo>
                <a:cubicBezTo>
                  <a:pt x="1039" y="758"/>
                  <a:pt x="1038" y="761"/>
                  <a:pt x="1037" y="766"/>
                </a:cubicBezTo>
                <a:cubicBezTo>
                  <a:pt x="1036" y="771"/>
                  <a:pt x="1033" y="774"/>
                  <a:pt x="1031" y="778"/>
                </a:cubicBezTo>
                <a:cubicBezTo>
                  <a:pt x="1028" y="781"/>
                  <a:pt x="1024" y="785"/>
                  <a:pt x="1018" y="790"/>
                </a:cubicBezTo>
                <a:cubicBezTo>
                  <a:pt x="1012" y="795"/>
                  <a:pt x="1005" y="799"/>
                  <a:pt x="996" y="803"/>
                </a:cubicBezTo>
                <a:cubicBezTo>
                  <a:pt x="988" y="806"/>
                  <a:pt x="977" y="810"/>
                  <a:pt x="964" y="814"/>
                </a:cubicBezTo>
                <a:cubicBezTo>
                  <a:pt x="951" y="818"/>
                  <a:pt x="936" y="822"/>
                  <a:pt x="919" y="825"/>
                </a:cubicBezTo>
                <a:moveTo>
                  <a:pt x="1133" y="784"/>
                </a:moveTo>
                <a:lnTo>
                  <a:pt x="1135" y="785"/>
                </a:lnTo>
                <a:cubicBezTo>
                  <a:pt x="1146" y="763"/>
                  <a:pt x="1157" y="745"/>
                  <a:pt x="1170" y="732"/>
                </a:cubicBezTo>
                <a:cubicBezTo>
                  <a:pt x="1183" y="719"/>
                  <a:pt x="1195" y="712"/>
                  <a:pt x="1207" y="712"/>
                </a:cubicBezTo>
                <a:cubicBezTo>
                  <a:pt x="1215" y="712"/>
                  <a:pt x="1221" y="714"/>
                  <a:pt x="1225" y="719"/>
                </a:cubicBezTo>
                <a:cubicBezTo>
                  <a:pt x="1229" y="723"/>
                  <a:pt x="1231" y="728"/>
                  <a:pt x="1231" y="734"/>
                </a:cubicBezTo>
                <a:cubicBezTo>
                  <a:pt x="1231" y="741"/>
                  <a:pt x="1229" y="747"/>
                  <a:pt x="1225" y="753"/>
                </a:cubicBezTo>
                <a:cubicBezTo>
                  <a:pt x="1221" y="758"/>
                  <a:pt x="1216" y="760"/>
                  <a:pt x="1210" y="760"/>
                </a:cubicBezTo>
                <a:cubicBezTo>
                  <a:pt x="1205" y="760"/>
                  <a:pt x="1200" y="757"/>
                  <a:pt x="1194" y="751"/>
                </a:cubicBezTo>
                <a:cubicBezTo>
                  <a:pt x="1191" y="747"/>
                  <a:pt x="1188" y="745"/>
                  <a:pt x="1184" y="745"/>
                </a:cubicBezTo>
                <a:cubicBezTo>
                  <a:pt x="1176" y="745"/>
                  <a:pt x="1155" y="773"/>
                  <a:pt x="1124" y="830"/>
                </a:cubicBezTo>
                <a:lnTo>
                  <a:pt x="1111" y="885"/>
                </a:lnTo>
                <a:cubicBezTo>
                  <a:pt x="1110" y="888"/>
                  <a:pt x="1109" y="891"/>
                  <a:pt x="1108" y="896"/>
                </a:cubicBezTo>
                <a:cubicBezTo>
                  <a:pt x="1107" y="901"/>
                  <a:pt x="1106" y="904"/>
                  <a:pt x="1106" y="907"/>
                </a:cubicBezTo>
                <a:cubicBezTo>
                  <a:pt x="1105" y="909"/>
                  <a:pt x="1104" y="912"/>
                  <a:pt x="1102" y="915"/>
                </a:cubicBezTo>
                <a:cubicBezTo>
                  <a:pt x="1101" y="918"/>
                  <a:pt x="1099" y="920"/>
                  <a:pt x="1097" y="922"/>
                </a:cubicBezTo>
                <a:cubicBezTo>
                  <a:pt x="1095" y="923"/>
                  <a:pt x="1092" y="924"/>
                  <a:pt x="1089" y="924"/>
                </a:cubicBezTo>
                <a:cubicBezTo>
                  <a:pt x="1077" y="924"/>
                  <a:pt x="1071" y="920"/>
                  <a:pt x="1071" y="911"/>
                </a:cubicBezTo>
                <a:cubicBezTo>
                  <a:pt x="1071" y="909"/>
                  <a:pt x="1071" y="907"/>
                  <a:pt x="1072" y="904"/>
                </a:cubicBezTo>
                <a:cubicBezTo>
                  <a:pt x="1073" y="901"/>
                  <a:pt x="1074" y="898"/>
                  <a:pt x="1074" y="894"/>
                </a:cubicBezTo>
                <a:cubicBezTo>
                  <a:pt x="1076" y="890"/>
                  <a:pt x="1076" y="888"/>
                  <a:pt x="1077" y="885"/>
                </a:cubicBezTo>
                <a:lnTo>
                  <a:pt x="1103" y="768"/>
                </a:lnTo>
                <a:cubicBezTo>
                  <a:pt x="1105" y="759"/>
                  <a:pt x="1106" y="751"/>
                  <a:pt x="1106" y="744"/>
                </a:cubicBezTo>
                <a:cubicBezTo>
                  <a:pt x="1106" y="738"/>
                  <a:pt x="1103" y="735"/>
                  <a:pt x="1098" y="734"/>
                </a:cubicBezTo>
                <a:lnTo>
                  <a:pt x="1079" y="733"/>
                </a:lnTo>
                <a:cubicBezTo>
                  <a:pt x="1075" y="728"/>
                  <a:pt x="1075" y="723"/>
                  <a:pt x="1079" y="719"/>
                </a:cubicBezTo>
                <a:cubicBezTo>
                  <a:pt x="1111" y="715"/>
                  <a:pt x="1129" y="713"/>
                  <a:pt x="1135" y="713"/>
                </a:cubicBezTo>
                <a:cubicBezTo>
                  <a:pt x="1142" y="713"/>
                  <a:pt x="1146" y="717"/>
                  <a:pt x="1146" y="725"/>
                </a:cubicBezTo>
                <a:cubicBezTo>
                  <a:pt x="1146" y="726"/>
                  <a:pt x="1145" y="728"/>
                  <a:pt x="1145" y="729"/>
                </a:cubicBezTo>
                <a:cubicBezTo>
                  <a:pt x="1145" y="730"/>
                  <a:pt x="1145" y="732"/>
                  <a:pt x="1144" y="734"/>
                </a:cubicBezTo>
                <a:cubicBezTo>
                  <a:pt x="1144" y="736"/>
                  <a:pt x="1143" y="738"/>
                  <a:pt x="1143" y="740"/>
                </a:cubicBezTo>
                <a:cubicBezTo>
                  <a:pt x="1143" y="741"/>
                  <a:pt x="1143" y="744"/>
                  <a:pt x="1142" y="746"/>
                </a:cubicBezTo>
                <a:cubicBezTo>
                  <a:pt x="1141" y="749"/>
                  <a:pt x="1141" y="751"/>
                  <a:pt x="1141" y="753"/>
                </a:cubicBezTo>
                <a:cubicBezTo>
                  <a:pt x="1140" y="755"/>
                  <a:pt x="1140" y="757"/>
                  <a:pt x="1139" y="760"/>
                </a:cubicBezTo>
                <a:cubicBezTo>
                  <a:pt x="1138" y="764"/>
                  <a:pt x="1137" y="766"/>
                  <a:pt x="1137" y="768"/>
                </a:cubicBezTo>
                <a:lnTo>
                  <a:pt x="1133" y="784"/>
                </a:lnTo>
                <a:moveTo>
                  <a:pt x="1279" y="924"/>
                </a:moveTo>
                <a:cubicBezTo>
                  <a:pt x="1263" y="923"/>
                  <a:pt x="1250" y="919"/>
                  <a:pt x="1240" y="912"/>
                </a:cubicBezTo>
                <a:cubicBezTo>
                  <a:pt x="1230" y="904"/>
                  <a:pt x="1225" y="896"/>
                  <a:pt x="1225" y="887"/>
                </a:cubicBezTo>
                <a:cubicBezTo>
                  <a:pt x="1225" y="883"/>
                  <a:pt x="1226" y="880"/>
                  <a:pt x="1229" y="876"/>
                </a:cubicBezTo>
                <a:cubicBezTo>
                  <a:pt x="1232" y="873"/>
                  <a:pt x="1236" y="871"/>
                  <a:pt x="1243" y="871"/>
                </a:cubicBezTo>
                <a:cubicBezTo>
                  <a:pt x="1249" y="871"/>
                  <a:pt x="1254" y="873"/>
                  <a:pt x="1257" y="878"/>
                </a:cubicBezTo>
                <a:cubicBezTo>
                  <a:pt x="1261" y="883"/>
                  <a:pt x="1264" y="889"/>
                  <a:pt x="1265" y="896"/>
                </a:cubicBezTo>
                <a:cubicBezTo>
                  <a:pt x="1265" y="901"/>
                  <a:pt x="1267" y="904"/>
                  <a:pt x="1270" y="906"/>
                </a:cubicBezTo>
                <a:cubicBezTo>
                  <a:pt x="1273" y="907"/>
                  <a:pt x="1278" y="908"/>
                  <a:pt x="1285" y="908"/>
                </a:cubicBezTo>
                <a:cubicBezTo>
                  <a:pt x="1297" y="908"/>
                  <a:pt x="1306" y="906"/>
                  <a:pt x="1314" y="900"/>
                </a:cubicBezTo>
                <a:cubicBezTo>
                  <a:pt x="1321" y="895"/>
                  <a:pt x="1325" y="885"/>
                  <a:pt x="1325" y="873"/>
                </a:cubicBezTo>
                <a:cubicBezTo>
                  <a:pt x="1325" y="858"/>
                  <a:pt x="1315" y="844"/>
                  <a:pt x="1296" y="831"/>
                </a:cubicBezTo>
                <a:cubicBezTo>
                  <a:pt x="1269" y="813"/>
                  <a:pt x="1255" y="793"/>
                  <a:pt x="1255" y="771"/>
                </a:cubicBezTo>
                <a:cubicBezTo>
                  <a:pt x="1255" y="756"/>
                  <a:pt x="1262" y="742"/>
                  <a:pt x="1274" y="730"/>
                </a:cubicBezTo>
                <a:cubicBezTo>
                  <a:pt x="1286" y="718"/>
                  <a:pt x="1302" y="712"/>
                  <a:pt x="1321" y="712"/>
                </a:cubicBezTo>
                <a:cubicBezTo>
                  <a:pt x="1335" y="712"/>
                  <a:pt x="1348" y="716"/>
                  <a:pt x="1358" y="724"/>
                </a:cubicBezTo>
                <a:cubicBezTo>
                  <a:pt x="1369" y="733"/>
                  <a:pt x="1375" y="741"/>
                  <a:pt x="1375" y="750"/>
                </a:cubicBezTo>
                <a:cubicBezTo>
                  <a:pt x="1375" y="761"/>
                  <a:pt x="1369" y="766"/>
                  <a:pt x="1358" y="766"/>
                </a:cubicBezTo>
                <a:cubicBezTo>
                  <a:pt x="1352" y="766"/>
                  <a:pt x="1347" y="764"/>
                  <a:pt x="1343" y="759"/>
                </a:cubicBezTo>
                <a:cubicBezTo>
                  <a:pt x="1339" y="753"/>
                  <a:pt x="1337" y="748"/>
                  <a:pt x="1336" y="741"/>
                </a:cubicBezTo>
                <a:cubicBezTo>
                  <a:pt x="1335" y="733"/>
                  <a:pt x="1328" y="728"/>
                  <a:pt x="1315" y="728"/>
                </a:cubicBezTo>
                <a:cubicBezTo>
                  <a:pt x="1305" y="728"/>
                  <a:pt x="1298" y="731"/>
                  <a:pt x="1293" y="738"/>
                </a:cubicBezTo>
                <a:cubicBezTo>
                  <a:pt x="1288" y="744"/>
                  <a:pt x="1285" y="752"/>
                  <a:pt x="1285" y="761"/>
                </a:cubicBezTo>
                <a:cubicBezTo>
                  <a:pt x="1285" y="773"/>
                  <a:pt x="1292" y="783"/>
                  <a:pt x="1304" y="791"/>
                </a:cubicBezTo>
                <a:cubicBezTo>
                  <a:pt x="1325" y="805"/>
                  <a:pt x="1339" y="817"/>
                  <a:pt x="1347" y="828"/>
                </a:cubicBezTo>
                <a:cubicBezTo>
                  <a:pt x="1356" y="840"/>
                  <a:pt x="1360" y="852"/>
                  <a:pt x="1360" y="863"/>
                </a:cubicBezTo>
                <a:cubicBezTo>
                  <a:pt x="1360" y="881"/>
                  <a:pt x="1354" y="896"/>
                  <a:pt x="1340" y="908"/>
                </a:cubicBezTo>
                <a:cubicBezTo>
                  <a:pt x="1327" y="919"/>
                  <a:pt x="1309" y="924"/>
                  <a:pt x="1286" y="924"/>
                </a:cubicBezTo>
                <a:lnTo>
                  <a:pt x="1279" y="924"/>
                </a:lnTo>
                <a:moveTo>
                  <a:pt x="1465" y="667"/>
                </a:moveTo>
                <a:cubicBezTo>
                  <a:pt x="1460" y="662"/>
                  <a:pt x="1458" y="657"/>
                  <a:pt x="1458" y="651"/>
                </a:cubicBezTo>
                <a:cubicBezTo>
                  <a:pt x="1458" y="644"/>
                  <a:pt x="1460" y="639"/>
                  <a:pt x="1465" y="634"/>
                </a:cubicBezTo>
                <a:cubicBezTo>
                  <a:pt x="1469" y="630"/>
                  <a:pt x="1475" y="628"/>
                  <a:pt x="1480" y="628"/>
                </a:cubicBezTo>
                <a:cubicBezTo>
                  <a:pt x="1486" y="628"/>
                  <a:pt x="1492" y="630"/>
                  <a:pt x="1496" y="634"/>
                </a:cubicBezTo>
                <a:cubicBezTo>
                  <a:pt x="1501" y="639"/>
                  <a:pt x="1503" y="644"/>
                  <a:pt x="1503" y="651"/>
                </a:cubicBezTo>
                <a:cubicBezTo>
                  <a:pt x="1503" y="657"/>
                  <a:pt x="1501" y="662"/>
                  <a:pt x="1496" y="667"/>
                </a:cubicBezTo>
                <a:cubicBezTo>
                  <a:pt x="1492" y="671"/>
                  <a:pt x="1486" y="673"/>
                  <a:pt x="1480" y="673"/>
                </a:cubicBezTo>
                <a:cubicBezTo>
                  <a:pt x="1475" y="673"/>
                  <a:pt x="1469" y="671"/>
                  <a:pt x="1465" y="667"/>
                </a:cubicBezTo>
                <a:moveTo>
                  <a:pt x="1478" y="768"/>
                </a:moveTo>
                <a:lnTo>
                  <a:pt x="1458" y="861"/>
                </a:lnTo>
                <a:cubicBezTo>
                  <a:pt x="1454" y="876"/>
                  <a:pt x="1452" y="885"/>
                  <a:pt x="1452" y="887"/>
                </a:cubicBezTo>
                <a:cubicBezTo>
                  <a:pt x="1452" y="893"/>
                  <a:pt x="1454" y="896"/>
                  <a:pt x="1457" y="896"/>
                </a:cubicBezTo>
                <a:cubicBezTo>
                  <a:pt x="1459" y="896"/>
                  <a:pt x="1463" y="894"/>
                  <a:pt x="1469" y="889"/>
                </a:cubicBezTo>
                <a:cubicBezTo>
                  <a:pt x="1475" y="884"/>
                  <a:pt x="1482" y="879"/>
                  <a:pt x="1488" y="872"/>
                </a:cubicBezTo>
                <a:cubicBezTo>
                  <a:pt x="1493" y="872"/>
                  <a:pt x="1497" y="875"/>
                  <a:pt x="1499" y="880"/>
                </a:cubicBezTo>
                <a:cubicBezTo>
                  <a:pt x="1475" y="909"/>
                  <a:pt x="1454" y="924"/>
                  <a:pt x="1433" y="924"/>
                </a:cubicBezTo>
                <a:cubicBezTo>
                  <a:pt x="1420" y="924"/>
                  <a:pt x="1414" y="919"/>
                  <a:pt x="1414" y="908"/>
                </a:cubicBezTo>
                <a:cubicBezTo>
                  <a:pt x="1414" y="904"/>
                  <a:pt x="1416" y="889"/>
                  <a:pt x="1422" y="865"/>
                </a:cubicBezTo>
                <a:lnTo>
                  <a:pt x="1444" y="768"/>
                </a:lnTo>
                <a:cubicBezTo>
                  <a:pt x="1446" y="756"/>
                  <a:pt x="1448" y="748"/>
                  <a:pt x="1448" y="744"/>
                </a:cubicBezTo>
                <a:cubicBezTo>
                  <a:pt x="1448" y="738"/>
                  <a:pt x="1446" y="735"/>
                  <a:pt x="1440" y="734"/>
                </a:cubicBezTo>
                <a:lnTo>
                  <a:pt x="1421" y="733"/>
                </a:lnTo>
                <a:cubicBezTo>
                  <a:pt x="1417" y="728"/>
                  <a:pt x="1417" y="723"/>
                  <a:pt x="1420" y="719"/>
                </a:cubicBezTo>
                <a:cubicBezTo>
                  <a:pt x="1452" y="715"/>
                  <a:pt x="1472" y="713"/>
                  <a:pt x="1478" y="713"/>
                </a:cubicBezTo>
                <a:cubicBezTo>
                  <a:pt x="1485" y="713"/>
                  <a:pt x="1488" y="717"/>
                  <a:pt x="1488" y="723"/>
                </a:cubicBezTo>
                <a:cubicBezTo>
                  <a:pt x="1488" y="725"/>
                  <a:pt x="1488" y="728"/>
                  <a:pt x="1487" y="732"/>
                </a:cubicBezTo>
                <a:cubicBezTo>
                  <a:pt x="1487" y="735"/>
                  <a:pt x="1486" y="738"/>
                  <a:pt x="1485" y="741"/>
                </a:cubicBezTo>
                <a:cubicBezTo>
                  <a:pt x="1484" y="745"/>
                  <a:pt x="1483" y="749"/>
                  <a:pt x="1482" y="755"/>
                </a:cubicBezTo>
                <a:cubicBezTo>
                  <a:pt x="1480" y="760"/>
                  <a:pt x="1479" y="765"/>
                  <a:pt x="1478" y="768"/>
                </a:cubicBezTo>
                <a:moveTo>
                  <a:pt x="1580" y="890"/>
                </a:moveTo>
                <a:cubicBezTo>
                  <a:pt x="1587" y="901"/>
                  <a:pt x="1595" y="906"/>
                  <a:pt x="1603" y="906"/>
                </a:cubicBezTo>
                <a:cubicBezTo>
                  <a:pt x="1624" y="906"/>
                  <a:pt x="1641" y="897"/>
                  <a:pt x="1653" y="878"/>
                </a:cubicBezTo>
                <a:cubicBezTo>
                  <a:pt x="1667" y="857"/>
                  <a:pt x="1673" y="828"/>
                  <a:pt x="1673" y="792"/>
                </a:cubicBezTo>
                <a:cubicBezTo>
                  <a:pt x="1673" y="773"/>
                  <a:pt x="1671" y="758"/>
                  <a:pt x="1666" y="748"/>
                </a:cubicBezTo>
                <a:cubicBezTo>
                  <a:pt x="1659" y="735"/>
                  <a:pt x="1650" y="728"/>
                  <a:pt x="1637" y="728"/>
                </a:cubicBezTo>
                <a:cubicBezTo>
                  <a:pt x="1622" y="728"/>
                  <a:pt x="1609" y="735"/>
                  <a:pt x="1598" y="748"/>
                </a:cubicBezTo>
                <a:cubicBezTo>
                  <a:pt x="1587" y="760"/>
                  <a:pt x="1579" y="775"/>
                  <a:pt x="1575" y="791"/>
                </a:cubicBezTo>
                <a:cubicBezTo>
                  <a:pt x="1571" y="807"/>
                  <a:pt x="1569" y="823"/>
                  <a:pt x="1569" y="839"/>
                </a:cubicBezTo>
                <a:cubicBezTo>
                  <a:pt x="1569" y="861"/>
                  <a:pt x="1573" y="878"/>
                  <a:pt x="1580" y="890"/>
                </a:cubicBezTo>
                <a:moveTo>
                  <a:pt x="1530" y="843"/>
                </a:moveTo>
                <a:cubicBezTo>
                  <a:pt x="1530" y="828"/>
                  <a:pt x="1533" y="813"/>
                  <a:pt x="1537" y="798"/>
                </a:cubicBezTo>
                <a:cubicBezTo>
                  <a:pt x="1542" y="783"/>
                  <a:pt x="1549" y="769"/>
                  <a:pt x="1558" y="756"/>
                </a:cubicBezTo>
                <a:cubicBezTo>
                  <a:pt x="1567" y="743"/>
                  <a:pt x="1579" y="733"/>
                  <a:pt x="1594" y="724"/>
                </a:cubicBezTo>
                <a:cubicBezTo>
                  <a:pt x="1610" y="716"/>
                  <a:pt x="1627" y="712"/>
                  <a:pt x="1646" y="712"/>
                </a:cubicBezTo>
                <a:cubicBezTo>
                  <a:pt x="1690" y="712"/>
                  <a:pt x="1712" y="738"/>
                  <a:pt x="1712" y="789"/>
                </a:cubicBezTo>
                <a:cubicBezTo>
                  <a:pt x="1712" y="816"/>
                  <a:pt x="1705" y="841"/>
                  <a:pt x="1691" y="865"/>
                </a:cubicBezTo>
                <a:cubicBezTo>
                  <a:pt x="1678" y="888"/>
                  <a:pt x="1660" y="904"/>
                  <a:pt x="1639" y="915"/>
                </a:cubicBezTo>
                <a:cubicBezTo>
                  <a:pt x="1627" y="921"/>
                  <a:pt x="1613" y="924"/>
                  <a:pt x="1596" y="924"/>
                </a:cubicBezTo>
                <a:cubicBezTo>
                  <a:pt x="1582" y="924"/>
                  <a:pt x="1570" y="921"/>
                  <a:pt x="1561" y="915"/>
                </a:cubicBezTo>
                <a:cubicBezTo>
                  <a:pt x="1551" y="909"/>
                  <a:pt x="1545" y="902"/>
                  <a:pt x="1541" y="892"/>
                </a:cubicBezTo>
                <a:cubicBezTo>
                  <a:pt x="1536" y="883"/>
                  <a:pt x="1533" y="874"/>
                  <a:pt x="1532" y="866"/>
                </a:cubicBezTo>
                <a:cubicBezTo>
                  <a:pt x="1531" y="859"/>
                  <a:pt x="1530" y="851"/>
                  <a:pt x="1530" y="843"/>
                </a:cubicBezTo>
                <a:moveTo>
                  <a:pt x="1908" y="861"/>
                </a:moveTo>
                <a:cubicBezTo>
                  <a:pt x="1904" y="876"/>
                  <a:pt x="1902" y="885"/>
                  <a:pt x="1902" y="887"/>
                </a:cubicBezTo>
                <a:cubicBezTo>
                  <a:pt x="1902" y="893"/>
                  <a:pt x="1904" y="896"/>
                  <a:pt x="1907" y="896"/>
                </a:cubicBezTo>
                <a:cubicBezTo>
                  <a:pt x="1910" y="896"/>
                  <a:pt x="1914" y="894"/>
                  <a:pt x="1920" y="889"/>
                </a:cubicBezTo>
                <a:cubicBezTo>
                  <a:pt x="1926" y="884"/>
                  <a:pt x="1932" y="879"/>
                  <a:pt x="1938" y="872"/>
                </a:cubicBezTo>
                <a:cubicBezTo>
                  <a:pt x="1943" y="872"/>
                  <a:pt x="1947" y="875"/>
                  <a:pt x="1949" y="880"/>
                </a:cubicBezTo>
                <a:cubicBezTo>
                  <a:pt x="1926" y="909"/>
                  <a:pt x="1904" y="924"/>
                  <a:pt x="1882" y="924"/>
                </a:cubicBezTo>
                <a:cubicBezTo>
                  <a:pt x="1869" y="924"/>
                  <a:pt x="1863" y="919"/>
                  <a:pt x="1863" y="908"/>
                </a:cubicBezTo>
                <a:cubicBezTo>
                  <a:pt x="1863" y="901"/>
                  <a:pt x="1865" y="886"/>
                  <a:pt x="1871" y="865"/>
                </a:cubicBezTo>
                <a:lnTo>
                  <a:pt x="1889" y="789"/>
                </a:lnTo>
                <a:cubicBezTo>
                  <a:pt x="1893" y="772"/>
                  <a:pt x="1895" y="762"/>
                  <a:pt x="1895" y="757"/>
                </a:cubicBezTo>
                <a:cubicBezTo>
                  <a:pt x="1895" y="751"/>
                  <a:pt x="1893" y="746"/>
                  <a:pt x="1891" y="744"/>
                </a:cubicBezTo>
                <a:cubicBezTo>
                  <a:pt x="1888" y="741"/>
                  <a:pt x="1884" y="740"/>
                  <a:pt x="1879" y="740"/>
                </a:cubicBezTo>
                <a:cubicBezTo>
                  <a:pt x="1864" y="740"/>
                  <a:pt x="1840" y="763"/>
                  <a:pt x="1806" y="807"/>
                </a:cubicBezTo>
                <a:lnTo>
                  <a:pt x="1788" y="885"/>
                </a:lnTo>
                <a:cubicBezTo>
                  <a:pt x="1787" y="888"/>
                  <a:pt x="1787" y="891"/>
                  <a:pt x="1785" y="896"/>
                </a:cubicBezTo>
                <a:cubicBezTo>
                  <a:pt x="1785" y="901"/>
                  <a:pt x="1784" y="904"/>
                  <a:pt x="1783" y="907"/>
                </a:cubicBezTo>
                <a:cubicBezTo>
                  <a:pt x="1783" y="909"/>
                  <a:pt x="1781" y="912"/>
                  <a:pt x="1780" y="915"/>
                </a:cubicBezTo>
                <a:cubicBezTo>
                  <a:pt x="1779" y="918"/>
                  <a:pt x="1777" y="920"/>
                  <a:pt x="1774" y="922"/>
                </a:cubicBezTo>
                <a:cubicBezTo>
                  <a:pt x="1772" y="923"/>
                  <a:pt x="1770" y="924"/>
                  <a:pt x="1766" y="924"/>
                </a:cubicBezTo>
                <a:cubicBezTo>
                  <a:pt x="1752" y="924"/>
                  <a:pt x="1746" y="920"/>
                  <a:pt x="1746" y="911"/>
                </a:cubicBezTo>
                <a:cubicBezTo>
                  <a:pt x="1746" y="910"/>
                  <a:pt x="1748" y="902"/>
                  <a:pt x="1752" y="885"/>
                </a:cubicBezTo>
                <a:lnTo>
                  <a:pt x="1779" y="768"/>
                </a:lnTo>
                <a:cubicBezTo>
                  <a:pt x="1781" y="755"/>
                  <a:pt x="1782" y="747"/>
                  <a:pt x="1782" y="744"/>
                </a:cubicBezTo>
                <a:cubicBezTo>
                  <a:pt x="1782" y="738"/>
                  <a:pt x="1780" y="735"/>
                  <a:pt x="1774" y="734"/>
                </a:cubicBezTo>
                <a:lnTo>
                  <a:pt x="1755" y="733"/>
                </a:lnTo>
                <a:cubicBezTo>
                  <a:pt x="1752" y="728"/>
                  <a:pt x="1751" y="723"/>
                  <a:pt x="1755" y="719"/>
                </a:cubicBezTo>
                <a:cubicBezTo>
                  <a:pt x="1787" y="715"/>
                  <a:pt x="1806" y="713"/>
                  <a:pt x="1814" y="713"/>
                </a:cubicBezTo>
                <a:cubicBezTo>
                  <a:pt x="1821" y="713"/>
                  <a:pt x="1824" y="717"/>
                  <a:pt x="1824" y="723"/>
                </a:cubicBezTo>
                <a:cubicBezTo>
                  <a:pt x="1824" y="726"/>
                  <a:pt x="1823" y="729"/>
                  <a:pt x="1822" y="734"/>
                </a:cubicBezTo>
                <a:cubicBezTo>
                  <a:pt x="1821" y="738"/>
                  <a:pt x="1820" y="744"/>
                  <a:pt x="1818" y="751"/>
                </a:cubicBezTo>
                <a:cubicBezTo>
                  <a:pt x="1816" y="759"/>
                  <a:pt x="1814" y="765"/>
                  <a:pt x="1814" y="768"/>
                </a:cubicBezTo>
                <a:lnTo>
                  <a:pt x="1812" y="773"/>
                </a:lnTo>
                <a:lnTo>
                  <a:pt x="1813" y="773"/>
                </a:lnTo>
                <a:cubicBezTo>
                  <a:pt x="1833" y="749"/>
                  <a:pt x="1850" y="733"/>
                  <a:pt x="1862" y="724"/>
                </a:cubicBezTo>
                <a:cubicBezTo>
                  <a:pt x="1875" y="716"/>
                  <a:pt x="1887" y="712"/>
                  <a:pt x="1901" y="712"/>
                </a:cubicBezTo>
                <a:cubicBezTo>
                  <a:pt x="1921" y="712"/>
                  <a:pt x="1932" y="725"/>
                  <a:pt x="1932" y="750"/>
                </a:cubicBezTo>
                <a:cubicBezTo>
                  <a:pt x="1932" y="756"/>
                  <a:pt x="1930" y="768"/>
                  <a:pt x="1926" y="786"/>
                </a:cubicBezTo>
                <a:lnTo>
                  <a:pt x="1908" y="861"/>
                </a:lnTo>
                <a:moveTo>
                  <a:pt x="5144" y="289"/>
                </a:moveTo>
                <a:lnTo>
                  <a:pt x="5172" y="78"/>
                </a:lnTo>
                <a:lnTo>
                  <a:pt x="5171" y="78"/>
                </a:lnTo>
                <a:lnTo>
                  <a:pt x="5020" y="327"/>
                </a:lnTo>
                <a:cubicBezTo>
                  <a:pt x="5018" y="331"/>
                  <a:pt x="5016" y="333"/>
                  <a:pt x="5013" y="333"/>
                </a:cubicBezTo>
                <a:cubicBezTo>
                  <a:pt x="5010" y="333"/>
                  <a:pt x="5008" y="331"/>
                  <a:pt x="5008" y="327"/>
                </a:cubicBezTo>
                <a:lnTo>
                  <a:pt x="4962" y="83"/>
                </a:lnTo>
                <a:lnTo>
                  <a:pt x="4960" y="83"/>
                </a:lnTo>
                <a:lnTo>
                  <a:pt x="4902" y="290"/>
                </a:lnTo>
                <a:cubicBezTo>
                  <a:pt x="4901" y="292"/>
                  <a:pt x="4900" y="294"/>
                  <a:pt x="4900" y="296"/>
                </a:cubicBezTo>
                <a:cubicBezTo>
                  <a:pt x="4899" y="298"/>
                  <a:pt x="4899" y="300"/>
                  <a:pt x="4899" y="302"/>
                </a:cubicBezTo>
                <a:cubicBezTo>
                  <a:pt x="4899" y="311"/>
                  <a:pt x="4903" y="316"/>
                  <a:pt x="4911" y="316"/>
                </a:cubicBezTo>
                <a:lnTo>
                  <a:pt x="4923" y="317"/>
                </a:lnTo>
                <a:cubicBezTo>
                  <a:pt x="4926" y="317"/>
                  <a:pt x="4927" y="318"/>
                  <a:pt x="4927" y="321"/>
                </a:cubicBezTo>
                <a:lnTo>
                  <a:pt x="4926" y="330"/>
                </a:lnTo>
                <a:lnTo>
                  <a:pt x="4925" y="331"/>
                </a:lnTo>
                <a:cubicBezTo>
                  <a:pt x="4907" y="330"/>
                  <a:pt x="4893" y="330"/>
                  <a:pt x="4883" y="330"/>
                </a:cubicBezTo>
                <a:cubicBezTo>
                  <a:pt x="4875" y="330"/>
                  <a:pt x="4862" y="330"/>
                  <a:pt x="4843" y="331"/>
                </a:cubicBezTo>
                <a:lnTo>
                  <a:pt x="4842" y="330"/>
                </a:lnTo>
                <a:lnTo>
                  <a:pt x="4843" y="321"/>
                </a:lnTo>
                <a:cubicBezTo>
                  <a:pt x="4844" y="318"/>
                  <a:pt x="4845" y="317"/>
                  <a:pt x="4848" y="317"/>
                </a:cubicBezTo>
                <a:lnTo>
                  <a:pt x="4861" y="316"/>
                </a:lnTo>
                <a:cubicBezTo>
                  <a:pt x="4872" y="316"/>
                  <a:pt x="4879" y="307"/>
                  <a:pt x="4884" y="290"/>
                </a:cubicBezTo>
                <a:lnTo>
                  <a:pt x="4950" y="59"/>
                </a:lnTo>
                <a:cubicBezTo>
                  <a:pt x="4951" y="55"/>
                  <a:pt x="4952" y="52"/>
                  <a:pt x="4952" y="50"/>
                </a:cubicBezTo>
                <a:cubicBezTo>
                  <a:pt x="4952" y="47"/>
                  <a:pt x="4951" y="44"/>
                  <a:pt x="4948" y="43"/>
                </a:cubicBezTo>
                <a:cubicBezTo>
                  <a:pt x="4946" y="41"/>
                  <a:pt x="4942" y="40"/>
                  <a:pt x="4937" y="40"/>
                </a:cubicBezTo>
                <a:lnTo>
                  <a:pt x="4924" y="38"/>
                </a:lnTo>
                <a:cubicBezTo>
                  <a:pt x="4922" y="38"/>
                  <a:pt x="4921" y="38"/>
                  <a:pt x="4921" y="38"/>
                </a:cubicBezTo>
                <a:cubicBezTo>
                  <a:pt x="4920" y="37"/>
                  <a:pt x="4920" y="36"/>
                  <a:pt x="4920" y="35"/>
                </a:cubicBezTo>
                <a:lnTo>
                  <a:pt x="4921" y="25"/>
                </a:lnTo>
                <a:lnTo>
                  <a:pt x="4922" y="25"/>
                </a:lnTo>
                <a:lnTo>
                  <a:pt x="4990" y="25"/>
                </a:lnTo>
                <a:lnTo>
                  <a:pt x="5036" y="265"/>
                </a:lnTo>
                <a:cubicBezTo>
                  <a:pt x="5036" y="270"/>
                  <a:pt x="5037" y="272"/>
                  <a:pt x="5038" y="272"/>
                </a:cubicBezTo>
                <a:cubicBezTo>
                  <a:pt x="5039" y="272"/>
                  <a:pt x="5041" y="270"/>
                  <a:pt x="5044" y="265"/>
                </a:cubicBezTo>
                <a:lnTo>
                  <a:pt x="5187" y="25"/>
                </a:lnTo>
                <a:lnTo>
                  <a:pt x="5246" y="25"/>
                </a:lnTo>
                <a:lnTo>
                  <a:pt x="5247" y="25"/>
                </a:lnTo>
                <a:lnTo>
                  <a:pt x="5246" y="35"/>
                </a:lnTo>
                <a:cubicBezTo>
                  <a:pt x="5245" y="37"/>
                  <a:pt x="5244" y="38"/>
                  <a:pt x="5240" y="38"/>
                </a:cubicBezTo>
                <a:lnTo>
                  <a:pt x="5228" y="40"/>
                </a:lnTo>
                <a:cubicBezTo>
                  <a:pt x="5215" y="40"/>
                  <a:pt x="5208" y="47"/>
                  <a:pt x="5207" y="59"/>
                </a:cubicBezTo>
                <a:lnTo>
                  <a:pt x="5178" y="289"/>
                </a:lnTo>
                <a:cubicBezTo>
                  <a:pt x="5177" y="293"/>
                  <a:pt x="5177" y="297"/>
                  <a:pt x="5177" y="299"/>
                </a:cubicBezTo>
                <a:cubicBezTo>
                  <a:pt x="5177" y="310"/>
                  <a:pt x="5181" y="316"/>
                  <a:pt x="5191" y="316"/>
                </a:cubicBezTo>
                <a:lnTo>
                  <a:pt x="5204" y="317"/>
                </a:lnTo>
                <a:cubicBezTo>
                  <a:pt x="5205" y="317"/>
                  <a:pt x="5206" y="318"/>
                  <a:pt x="5206" y="318"/>
                </a:cubicBezTo>
                <a:cubicBezTo>
                  <a:pt x="5207" y="319"/>
                  <a:pt x="5207" y="320"/>
                  <a:pt x="5207" y="321"/>
                </a:cubicBezTo>
                <a:lnTo>
                  <a:pt x="5207" y="330"/>
                </a:lnTo>
                <a:lnTo>
                  <a:pt x="5206" y="331"/>
                </a:lnTo>
                <a:cubicBezTo>
                  <a:pt x="5177" y="330"/>
                  <a:pt x="5160" y="330"/>
                  <a:pt x="5155" y="330"/>
                </a:cubicBezTo>
                <a:cubicBezTo>
                  <a:pt x="5151" y="330"/>
                  <a:pt x="5135" y="330"/>
                  <a:pt x="5106" y="331"/>
                </a:cubicBezTo>
                <a:lnTo>
                  <a:pt x="5106" y="330"/>
                </a:lnTo>
                <a:lnTo>
                  <a:pt x="5106" y="321"/>
                </a:lnTo>
                <a:cubicBezTo>
                  <a:pt x="5107" y="319"/>
                  <a:pt x="5108" y="318"/>
                  <a:pt x="5111" y="317"/>
                </a:cubicBezTo>
                <a:lnTo>
                  <a:pt x="5123" y="316"/>
                </a:lnTo>
                <a:cubicBezTo>
                  <a:pt x="5128" y="316"/>
                  <a:pt x="5133" y="313"/>
                  <a:pt x="5136" y="308"/>
                </a:cubicBezTo>
                <a:cubicBezTo>
                  <a:pt x="5140" y="302"/>
                  <a:pt x="5142" y="296"/>
                  <a:pt x="5144" y="289"/>
                </a:cubicBezTo>
                <a:moveTo>
                  <a:pt x="5315" y="78"/>
                </a:moveTo>
                <a:cubicBezTo>
                  <a:pt x="5311" y="73"/>
                  <a:pt x="5309" y="68"/>
                  <a:pt x="5309" y="62"/>
                </a:cubicBezTo>
                <a:cubicBezTo>
                  <a:pt x="5309" y="55"/>
                  <a:pt x="5311" y="50"/>
                  <a:pt x="5315" y="45"/>
                </a:cubicBezTo>
                <a:cubicBezTo>
                  <a:pt x="5320" y="41"/>
                  <a:pt x="5325" y="38"/>
                  <a:pt x="5331" y="38"/>
                </a:cubicBezTo>
                <a:cubicBezTo>
                  <a:pt x="5337" y="38"/>
                  <a:pt x="5342" y="41"/>
                  <a:pt x="5347" y="45"/>
                </a:cubicBezTo>
                <a:cubicBezTo>
                  <a:pt x="5351" y="50"/>
                  <a:pt x="5353" y="55"/>
                  <a:pt x="5353" y="62"/>
                </a:cubicBezTo>
                <a:cubicBezTo>
                  <a:pt x="5353" y="68"/>
                  <a:pt x="5351" y="73"/>
                  <a:pt x="5347" y="78"/>
                </a:cubicBezTo>
                <a:cubicBezTo>
                  <a:pt x="5342" y="82"/>
                  <a:pt x="5337" y="84"/>
                  <a:pt x="5331" y="84"/>
                </a:cubicBezTo>
                <a:cubicBezTo>
                  <a:pt x="5325" y="84"/>
                  <a:pt x="5320" y="82"/>
                  <a:pt x="5315" y="78"/>
                </a:cubicBezTo>
                <a:moveTo>
                  <a:pt x="5329" y="179"/>
                </a:moveTo>
                <a:lnTo>
                  <a:pt x="5308" y="272"/>
                </a:lnTo>
                <a:cubicBezTo>
                  <a:pt x="5304" y="286"/>
                  <a:pt x="5302" y="295"/>
                  <a:pt x="5302" y="298"/>
                </a:cubicBezTo>
                <a:cubicBezTo>
                  <a:pt x="5302" y="304"/>
                  <a:pt x="5304" y="307"/>
                  <a:pt x="5307" y="307"/>
                </a:cubicBezTo>
                <a:cubicBezTo>
                  <a:pt x="5310" y="307"/>
                  <a:pt x="5314" y="305"/>
                  <a:pt x="5320" y="300"/>
                </a:cubicBezTo>
                <a:cubicBezTo>
                  <a:pt x="5326" y="295"/>
                  <a:pt x="5332" y="289"/>
                  <a:pt x="5338" y="283"/>
                </a:cubicBezTo>
                <a:cubicBezTo>
                  <a:pt x="5343" y="283"/>
                  <a:pt x="5347" y="286"/>
                  <a:pt x="5349" y="291"/>
                </a:cubicBezTo>
                <a:cubicBezTo>
                  <a:pt x="5326" y="320"/>
                  <a:pt x="5304" y="335"/>
                  <a:pt x="5283" y="335"/>
                </a:cubicBezTo>
                <a:cubicBezTo>
                  <a:pt x="5270" y="335"/>
                  <a:pt x="5264" y="330"/>
                  <a:pt x="5264" y="319"/>
                </a:cubicBezTo>
                <a:cubicBezTo>
                  <a:pt x="5264" y="314"/>
                  <a:pt x="5266" y="300"/>
                  <a:pt x="5272" y="275"/>
                </a:cubicBezTo>
                <a:lnTo>
                  <a:pt x="5294" y="179"/>
                </a:lnTo>
                <a:cubicBezTo>
                  <a:pt x="5297" y="167"/>
                  <a:pt x="5298" y="159"/>
                  <a:pt x="5299" y="155"/>
                </a:cubicBezTo>
                <a:cubicBezTo>
                  <a:pt x="5299" y="149"/>
                  <a:pt x="5296" y="146"/>
                  <a:pt x="5290" y="145"/>
                </a:cubicBezTo>
                <a:lnTo>
                  <a:pt x="5271" y="144"/>
                </a:lnTo>
                <a:cubicBezTo>
                  <a:pt x="5268" y="138"/>
                  <a:pt x="5267" y="134"/>
                  <a:pt x="5271" y="130"/>
                </a:cubicBezTo>
                <a:cubicBezTo>
                  <a:pt x="5303" y="126"/>
                  <a:pt x="5322" y="124"/>
                  <a:pt x="5329" y="124"/>
                </a:cubicBezTo>
                <a:cubicBezTo>
                  <a:pt x="5335" y="124"/>
                  <a:pt x="5339" y="127"/>
                  <a:pt x="5339" y="134"/>
                </a:cubicBezTo>
                <a:cubicBezTo>
                  <a:pt x="5339" y="136"/>
                  <a:pt x="5338" y="139"/>
                  <a:pt x="5337" y="142"/>
                </a:cubicBezTo>
                <a:cubicBezTo>
                  <a:pt x="5337" y="146"/>
                  <a:pt x="5336" y="149"/>
                  <a:pt x="5336" y="152"/>
                </a:cubicBezTo>
                <a:cubicBezTo>
                  <a:pt x="5335" y="156"/>
                  <a:pt x="5333" y="160"/>
                  <a:pt x="5332" y="166"/>
                </a:cubicBezTo>
                <a:cubicBezTo>
                  <a:pt x="5331" y="171"/>
                  <a:pt x="5330" y="175"/>
                  <a:pt x="5329" y="179"/>
                </a:cubicBezTo>
                <a:moveTo>
                  <a:pt x="5448" y="195"/>
                </a:moveTo>
                <a:lnTo>
                  <a:pt x="5450" y="196"/>
                </a:lnTo>
                <a:cubicBezTo>
                  <a:pt x="5460" y="174"/>
                  <a:pt x="5472" y="156"/>
                  <a:pt x="5484" y="143"/>
                </a:cubicBezTo>
                <a:cubicBezTo>
                  <a:pt x="5497" y="130"/>
                  <a:pt x="5509" y="123"/>
                  <a:pt x="5521" y="123"/>
                </a:cubicBezTo>
                <a:cubicBezTo>
                  <a:pt x="5529" y="123"/>
                  <a:pt x="5535" y="125"/>
                  <a:pt x="5540" y="130"/>
                </a:cubicBezTo>
                <a:cubicBezTo>
                  <a:pt x="5544" y="134"/>
                  <a:pt x="5546" y="139"/>
                  <a:pt x="5546" y="145"/>
                </a:cubicBezTo>
                <a:cubicBezTo>
                  <a:pt x="5546" y="151"/>
                  <a:pt x="5544" y="158"/>
                  <a:pt x="5540" y="163"/>
                </a:cubicBezTo>
                <a:cubicBezTo>
                  <a:pt x="5535" y="169"/>
                  <a:pt x="5530" y="171"/>
                  <a:pt x="5524" y="171"/>
                </a:cubicBezTo>
                <a:cubicBezTo>
                  <a:pt x="5519" y="171"/>
                  <a:pt x="5514" y="168"/>
                  <a:pt x="5508" y="161"/>
                </a:cubicBezTo>
                <a:cubicBezTo>
                  <a:pt x="5505" y="158"/>
                  <a:pt x="5502" y="156"/>
                  <a:pt x="5499" y="156"/>
                </a:cubicBezTo>
                <a:cubicBezTo>
                  <a:pt x="5490" y="156"/>
                  <a:pt x="5470" y="184"/>
                  <a:pt x="5438" y="240"/>
                </a:cubicBezTo>
                <a:lnTo>
                  <a:pt x="5425" y="296"/>
                </a:lnTo>
                <a:cubicBezTo>
                  <a:pt x="5424" y="298"/>
                  <a:pt x="5423" y="302"/>
                  <a:pt x="5423" y="307"/>
                </a:cubicBezTo>
                <a:cubicBezTo>
                  <a:pt x="5422" y="312"/>
                  <a:pt x="5421" y="315"/>
                  <a:pt x="5420" y="318"/>
                </a:cubicBezTo>
                <a:cubicBezTo>
                  <a:pt x="5419" y="320"/>
                  <a:pt x="5418" y="323"/>
                  <a:pt x="5416" y="326"/>
                </a:cubicBezTo>
                <a:cubicBezTo>
                  <a:pt x="5415" y="329"/>
                  <a:pt x="5414" y="331"/>
                  <a:pt x="5412" y="332"/>
                </a:cubicBezTo>
                <a:cubicBezTo>
                  <a:pt x="5409" y="334"/>
                  <a:pt x="5407" y="335"/>
                  <a:pt x="5404" y="335"/>
                </a:cubicBezTo>
                <a:cubicBezTo>
                  <a:pt x="5391" y="335"/>
                  <a:pt x="5385" y="331"/>
                  <a:pt x="5385" y="322"/>
                </a:cubicBezTo>
                <a:cubicBezTo>
                  <a:pt x="5385" y="320"/>
                  <a:pt x="5385" y="318"/>
                  <a:pt x="5386" y="315"/>
                </a:cubicBezTo>
                <a:cubicBezTo>
                  <a:pt x="5387" y="312"/>
                  <a:pt x="5388" y="308"/>
                  <a:pt x="5389" y="305"/>
                </a:cubicBezTo>
                <a:cubicBezTo>
                  <a:pt x="5390" y="301"/>
                  <a:pt x="5391" y="298"/>
                  <a:pt x="5391" y="296"/>
                </a:cubicBezTo>
                <a:lnTo>
                  <a:pt x="5418" y="179"/>
                </a:lnTo>
                <a:cubicBezTo>
                  <a:pt x="5420" y="170"/>
                  <a:pt x="5421" y="162"/>
                  <a:pt x="5421" y="155"/>
                </a:cubicBezTo>
                <a:cubicBezTo>
                  <a:pt x="5421" y="149"/>
                  <a:pt x="5418" y="146"/>
                  <a:pt x="5412" y="145"/>
                </a:cubicBezTo>
                <a:lnTo>
                  <a:pt x="5393" y="144"/>
                </a:lnTo>
                <a:cubicBezTo>
                  <a:pt x="5390" y="138"/>
                  <a:pt x="5390" y="134"/>
                  <a:pt x="5393" y="130"/>
                </a:cubicBezTo>
                <a:cubicBezTo>
                  <a:pt x="5425" y="126"/>
                  <a:pt x="5444" y="124"/>
                  <a:pt x="5450" y="124"/>
                </a:cubicBezTo>
                <a:cubicBezTo>
                  <a:pt x="5456" y="124"/>
                  <a:pt x="5460" y="128"/>
                  <a:pt x="5460" y="136"/>
                </a:cubicBezTo>
                <a:cubicBezTo>
                  <a:pt x="5460" y="137"/>
                  <a:pt x="5460" y="138"/>
                  <a:pt x="5459" y="140"/>
                </a:cubicBezTo>
                <a:cubicBezTo>
                  <a:pt x="5459" y="141"/>
                  <a:pt x="5459" y="143"/>
                  <a:pt x="5459" y="145"/>
                </a:cubicBezTo>
                <a:cubicBezTo>
                  <a:pt x="5458" y="147"/>
                  <a:pt x="5458" y="149"/>
                  <a:pt x="5457" y="150"/>
                </a:cubicBezTo>
                <a:cubicBezTo>
                  <a:pt x="5457" y="152"/>
                  <a:pt x="5457" y="154"/>
                  <a:pt x="5456" y="157"/>
                </a:cubicBezTo>
                <a:cubicBezTo>
                  <a:pt x="5456" y="160"/>
                  <a:pt x="5455" y="162"/>
                  <a:pt x="5455" y="164"/>
                </a:cubicBezTo>
                <a:cubicBezTo>
                  <a:pt x="5455" y="166"/>
                  <a:pt x="5454" y="168"/>
                  <a:pt x="5453" y="171"/>
                </a:cubicBezTo>
                <a:cubicBezTo>
                  <a:pt x="5452" y="175"/>
                  <a:pt x="5452" y="177"/>
                  <a:pt x="5451" y="179"/>
                </a:cubicBezTo>
                <a:lnTo>
                  <a:pt x="5448" y="195"/>
                </a:lnTo>
                <a:moveTo>
                  <a:pt x="5616" y="195"/>
                </a:moveTo>
                <a:lnTo>
                  <a:pt x="5618" y="196"/>
                </a:lnTo>
                <a:cubicBezTo>
                  <a:pt x="5628" y="174"/>
                  <a:pt x="5640" y="156"/>
                  <a:pt x="5653" y="143"/>
                </a:cubicBezTo>
                <a:cubicBezTo>
                  <a:pt x="5665" y="130"/>
                  <a:pt x="5677" y="123"/>
                  <a:pt x="5689" y="123"/>
                </a:cubicBezTo>
                <a:cubicBezTo>
                  <a:pt x="5697" y="123"/>
                  <a:pt x="5704" y="125"/>
                  <a:pt x="5708" y="130"/>
                </a:cubicBezTo>
                <a:cubicBezTo>
                  <a:pt x="5712" y="134"/>
                  <a:pt x="5714" y="139"/>
                  <a:pt x="5714" y="145"/>
                </a:cubicBezTo>
                <a:cubicBezTo>
                  <a:pt x="5714" y="151"/>
                  <a:pt x="5712" y="158"/>
                  <a:pt x="5708" y="163"/>
                </a:cubicBezTo>
                <a:cubicBezTo>
                  <a:pt x="5704" y="169"/>
                  <a:pt x="5699" y="171"/>
                  <a:pt x="5692" y="171"/>
                </a:cubicBezTo>
                <a:cubicBezTo>
                  <a:pt x="5688" y="171"/>
                  <a:pt x="5682" y="168"/>
                  <a:pt x="5677" y="161"/>
                </a:cubicBezTo>
                <a:cubicBezTo>
                  <a:pt x="5674" y="158"/>
                  <a:pt x="5670" y="156"/>
                  <a:pt x="5667" y="156"/>
                </a:cubicBezTo>
                <a:cubicBezTo>
                  <a:pt x="5658" y="156"/>
                  <a:pt x="5638" y="184"/>
                  <a:pt x="5607" y="240"/>
                </a:cubicBezTo>
                <a:lnTo>
                  <a:pt x="5593" y="296"/>
                </a:lnTo>
                <a:cubicBezTo>
                  <a:pt x="5592" y="298"/>
                  <a:pt x="5592" y="302"/>
                  <a:pt x="5591" y="307"/>
                </a:cubicBezTo>
                <a:cubicBezTo>
                  <a:pt x="5590" y="312"/>
                  <a:pt x="5589" y="315"/>
                  <a:pt x="5588" y="318"/>
                </a:cubicBezTo>
                <a:cubicBezTo>
                  <a:pt x="5587" y="320"/>
                  <a:pt x="5586" y="323"/>
                  <a:pt x="5585" y="326"/>
                </a:cubicBezTo>
                <a:cubicBezTo>
                  <a:pt x="5583" y="329"/>
                  <a:pt x="5582" y="331"/>
                  <a:pt x="5580" y="332"/>
                </a:cubicBezTo>
                <a:cubicBezTo>
                  <a:pt x="5578" y="334"/>
                  <a:pt x="5575" y="335"/>
                  <a:pt x="5572" y="335"/>
                </a:cubicBezTo>
                <a:cubicBezTo>
                  <a:pt x="5559" y="335"/>
                  <a:pt x="5553" y="331"/>
                  <a:pt x="5553" y="322"/>
                </a:cubicBezTo>
                <a:cubicBezTo>
                  <a:pt x="5553" y="320"/>
                  <a:pt x="5554" y="318"/>
                  <a:pt x="5555" y="315"/>
                </a:cubicBezTo>
                <a:cubicBezTo>
                  <a:pt x="5555" y="312"/>
                  <a:pt x="5556" y="308"/>
                  <a:pt x="5557" y="305"/>
                </a:cubicBezTo>
                <a:cubicBezTo>
                  <a:pt x="5558" y="301"/>
                  <a:pt x="5559" y="298"/>
                  <a:pt x="5559" y="296"/>
                </a:cubicBezTo>
                <a:lnTo>
                  <a:pt x="5586" y="179"/>
                </a:lnTo>
                <a:cubicBezTo>
                  <a:pt x="5588" y="170"/>
                  <a:pt x="5589" y="162"/>
                  <a:pt x="5589" y="155"/>
                </a:cubicBezTo>
                <a:cubicBezTo>
                  <a:pt x="5589" y="149"/>
                  <a:pt x="5586" y="146"/>
                  <a:pt x="5580" y="145"/>
                </a:cubicBezTo>
                <a:lnTo>
                  <a:pt x="5561" y="144"/>
                </a:lnTo>
                <a:cubicBezTo>
                  <a:pt x="5558" y="138"/>
                  <a:pt x="5558" y="134"/>
                  <a:pt x="5561" y="130"/>
                </a:cubicBezTo>
                <a:cubicBezTo>
                  <a:pt x="5593" y="126"/>
                  <a:pt x="5612" y="124"/>
                  <a:pt x="5618" y="124"/>
                </a:cubicBezTo>
                <a:cubicBezTo>
                  <a:pt x="5625" y="124"/>
                  <a:pt x="5628" y="128"/>
                  <a:pt x="5628" y="136"/>
                </a:cubicBezTo>
                <a:cubicBezTo>
                  <a:pt x="5628" y="137"/>
                  <a:pt x="5628" y="138"/>
                  <a:pt x="5627" y="140"/>
                </a:cubicBezTo>
                <a:cubicBezTo>
                  <a:pt x="5627" y="141"/>
                  <a:pt x="5627" y="143"/>
                  <a:pt x="5627" y="145"/>
                </a:cubicBezTo>
                <a:cubicBezTo>
                  <a:pt x="5626" y="147"/>
                  <a:pt x="5626" y="149"/>
                  <a:pt x="5626" y="150"/>
                </a:cubicBezTo>
                <a:cubicBezTo>
                  <a:pt x="5626" y="152"/>
                  <a:pt x="5625" y="154"/>
                  <a:pt x="5624" y="157"/>
                </a:cubicBezTo>
                <a:cubicBezTo>
                  <a:pt x="5624" y="160"/>
                  <a:pt x="5624" y="162"/>
                  <a:pt x="5623" y="164"/>
                </a:cubicBezTo>
                <a:cubicBezTo>
                  <a:pt x="5623" y="166"/>
                  <a:pt x="5622" y="168"/>
                  <a:pt x="5621" y="171"/>
                </a:cubicBezTo>
                <a:cubicBezTo>
                  <a:pt x="5620" y="175"/>
                  <a:pt x="5620" y="177"/>
                  <a:pt x="5620" y="179"/>
                </a:cubicBezTo>
                <a:lnTo>
                  <a:pt x="5616" y="195"/>
                </a:lnTo>
                <a:moveTo>
                  <a:pt x="5766" y="301"/>
                </a:moveTo>
                <a:cubicBezTo>
                  <a:pt x="5774" y="312"/>
                  <a:pt x="5781" y="317"/>
                  <a:pt x="5790" y="317"/>
                </a:cubicBezTo>
                <a:cubicBezTo>
                  <a:pt x="5811" y="317"/>
                  <a:pt x="5827" y="308"/>
                  <a:pt x="5840" y="288"/>
                </a:cubicBezTo>
                <a:cubicBezTo>
                  <a:pt x="5853" y="268"/>
                  <a:pt x="5860" y="239"/>
                  <a:pt x="5860" y="203"/>
                </a:cubicBezTo>
                <a:cubicBezTo>
                  <a:pt x="5860" y="183"/>
                  <a:pt x="5858" y="169"/>
                  <a:pt x="5853" y="159"/>
                </a:cubicBezTo>
                <a:cubicBezTo>
                  <a:pt x="5846" y="146"/>
                  <a:pt x="5836" y="139"/>
                  <a:pt x="5824" y="139"/>
                </a:cubicBezTo>
                <a:cubicBezTo>
                  <a:pt x="5809" y="139"/>
                  <a:pt x="5796" y="145"/>
                  <a:pt x="5785" y="158"/>
                </a:cubicBezTo>
                <a:cubicBezTo>
                  <a:pt x="5774" y="171"/>
                  <a:pt x="5766" y="186"/>
                  <a:pt x="5762" y="202"/>
                </a:cubicBezTo>
                <a:cubicBezTo>
                  <a:pt x="5758" y="218"/>
                  <a:pt x="5756" y="234"/>
                  <a:pt x="5756" y="250"/>
                </a:cubicBezTo>
                <a:cubicBezTo>
                  <a:pt x="5756" y="272"/>
                  <a:pt x="5759" y="289"/>
                  <a:pt x="5766" y="301"/>
                </a:cubicBezTo>
                <a:moveTo>
                  <a:pt x="5717" y="253"/>
                </a:moveTo>
                <a:cubicBezTo>
                  <a:pt x="5717" y="239"/>
                  <a:pt x="5719" y="224"/>
                  <a:pt x="5724" y="209"/>
                </a:cubicBezTo>
                <a:cubicBezTo>
                  <a:pt x="5729" y="194"/>
                  <a:pt x="5736" y="180"/>
                  <a:pt x="5745" y="167"/>
                </a:cubicBezTo>
                <a:cubicBezTo>
                  <a:pt x="5754" y="154"/>
                  <a:pt x="5766" y="143"/>
                  <a:pt x="5781" y="135"/>
                </a:cubicBezTo>
                <a:cubicBezTo>
                  <a:pt x="5797" y="127"/>
                  <a:pt x="5814" y="123"/>
                  <a:pt x="5833" y="123"/>
                </a:cubicBezTo>
                <a:cubicBezTo>
                  <a:pt x="5877" y="123"/>
                  <a:pt x="5899" y="148"/>
                  <a:pt x="5899" y="199"/>
                </a:cubicBezTo>
                <a:cubicBezTo>
                  <a:pt x="5899" y="227"/>
                  <a:pt x="5892" y="252"/>
                  <a:pt x="5878" y="275"/>
                </a:cubicBezTo>
                <a:cubicBezTo>
                  <a:pt x="5864" y="298"/>
                  <a:pt x="5847" y="315"/>
                  <a:pt x="5826" y="326"/>
                </a:cubicBezTo>
                <a:cubicBezTo>
                  <a:pt x="5814" y="332"/>
                  <a:pt x="5800" y="335"/>
                  <a:pt x="5782" y="335"/>
                </a:cubicBezTo>
                <a:cubicBezTo>
                  <a:pt x="5768" y="335"/>
                  <a:pt x="5757" y="332"/>
                  <a:pt x="5747" y="326"/>
                </a:cubicBezTo>
                <a:cubicBezTo>
                  <a:pt x="5738" y="320"/>
                  <a:pt x="5731" y="312"/>
                  <a:pt x="5727" y="303"/>
                </a:cubicBezTo>
                <a:cubicBezTo>
                  <a:pt x="5723" y="294"/>
                  <a:pt x="5720" y="285"/>
                  <a:pt x="5719" y="277"/>
                </a:cubicBezTo>
                <a:cubicBezTo>
                  <a:pt x="5717" y="270"/>
                  <a:pt x="5717" y="262"/>
                  <a:pt x="5717" y="253"/>
                </a:cubicBezTo>
                <a:moveTo>
                  <a:pt x="5995" y="195"/>
                </a:moveTo>
                <a:lnTo>
                  <a:pt x="5996" y="196"/>
                </a:lnTo>
                <a:cubicBezTo>
                  <a:pt x="6007" y="174"/>
                  <a:pt x="6019" y="156"/>
                  <a:pt x="6031" y="143"/>
                </a:cubicBezTo>
                <a:cubicBezTo>
                  <a:pt x="6044" y="130"/>
                  <a:pt x="6056" y="123"/>
                  <a:pt x="6068" y="123"/>
                </a:cubicBezTo>
                <a:cubicBezTo>
                  <a:pt x="6076" y="123"/>
                  <a:pt x="6082" y="125"/>
                  <a:pt x="6087" y="130"/>
                </a:cubicBezTo>
                <a:cubicBezTo>
                  <a:pt x="6091" y="134"/>
                  <a:pt x="6093" y="139"/>
                  <a:pt x="6093" y="145"/>
                </a:cubicBezTo>
                <a:cubicBezTo>
                  <a:pt x="6093" y="151"/>
                  <a:pt x="6091" y="158"/>
                  <a:pt x="6087" y="163"/>
                </a:cubicBezTo>
                <a:cubicBezTo>
                  <a:pt x="6082" y="169"/>
                  <a:pt x="6077" y="171"/>
                  <a:pt x="6071" y="171"/>
                </a:cubicBezTo>
                <a:cubicBezTo>
                  <a:pt x="6066" y="171"/>
                  <a:pt x="6061" y="168"/>
                  <a:pt x="6055" y="161"/>
                </a:cubicBezTo>
                <a:cubicBezTo>
                  <a:pt x="6052" y="158"/>
                  <a:pt x="6049" y="156"/>
                  <a:pt x="6045" y="156"/>
                </a:cubicBezTo>
                <a:cubicBezTo>
                  <a:pt x="6037" y="156"/>
                  <a:pt x="6017" y="184"/>
                  <a:pt x="5985" y="240"/>
                </a:cubicBezTo>
                <a:lnTo>
                  <a:pt x="5972" y="296"/>
                </a:lnTo>
                <a:cubicBezTo>
                  <a:pt x="5971" y="298"/>
                  <a:pt x="5970" y="302"/>
                  <a:pt x="5970" y="307"/>
                </a:cubicBezTo>
                <a:cubicBezTo>
                  <a:pt x="5969" y="312"/>
                  <a:pt x="5968" y="315"/>
                  <a:pt x="5967" y="318"/>
                </a:cubicBezTo>
                <a:cubicBezTo>
                  <a:pt x="5966" y="320"/>
                  <a:pt x="5965" y="323"/>
                  <a:pt x="5963" y="326"/>
                </a:cubicBezTo>
                <a:cubicBezTo>
                  <a:pt x="5962" y="329"/>
                  <a:pt x="5960" y="331"/>
                  <a:pt x="5958" y="332"/>
                </a:cubicBezTo>
                <a:cubicBezTo>
                  <a:pt x="5956" y="334"/>
                  <a:pt x="5954" y="335"/>
                  <a:pt x="5951" y="335"/>
                </a:cubicBezTo>
                <a:cubicBezTo>
                  <a:pt x="5938" y="335"/>
                  <a:pt x="5932" y="331"/>
                  <a:pt x="5932" y="322"/>
                </a:cubicBezTo>
                <a:cubicBezTo>
                  <a:pt x="5932" y="320"/>
                  <a:pt x="5932" y="318"/>
                  <a:pt x="5933" y="315"/>
                </a:cubicBezTo>
                <a:cubicBezTo>
                  <a:pt x="5934" y="312"/>
                  <a:pt x="5935" y="308"/>
                  <a:pt x="5936" y="305"/>
                </a:cubicBezTo>
                <a:cubicBezTo>
                  <a:pt x="5937" y="301"/>
                  <a:pt x="5938" y="298"/>
                  <a:pt x="5938" y="296"/>
                </a:cubicBezTo>
                <a:lnTo>
                  <a:pt x="5965" y="179"/>
                </a:lnTo>
                <a:cubicBezTo>
                  <a:pt x="5967" y="170"/>
                  <a:pt x="5968" y="162"/>
                  <a:pt x="5968" y="155"/>
                </a:cubicBezTo>
                <a:cubicBezTo>
                  <a:pt x="5968" y="149"/>
                  <a:pt x="5965" y="146"/>
                  <a:pt x="5959" y="145"/>
                </a:cubicBezTo>
                <a:lnTo>
                  <a:pt x="5940" y="144"/>
                </a:lnTo>
                <a:cubicBezTo>
                  <a:pt x="5937" y="138"/>
                  <a:pt x="5937" y="134"/>
                  <a:pt x="5940" y="130"/>
                </a:cubicBezTo>
                <a:cubicBezTo>
                  <a:pt x="5972" y="126"/>
                  <a:pt x="5991" y="124"/>
                  <a:pt x="5996" y="124"/>
                </a:cubicBezTo>
                <a:cubicBezTo>
                  <a:pt x="6003" y="124"/>
                  <a:pt x="6007" y="128"/>
                  <a:pt x="6007" y="136"/>
                </a:cubicBezTo>
                <a:cubicBezTo>
                  <a:pt x="6007" y="137"/>
                  <a:pt x="6007" y="138"/>
                  <a:pt x="6006" y="140"/>
                </a:cubicBezTo>
                <a:cubicBezTo>
                  <a:pt x="6006" y="141"/>
                  <a:pt x="6006" y="143"/>
                  <a:pt x="6006" y="145"/>
                </a:cubicBezTo>
                <a:cubicBezTo>
                  <a:pt x="6005" y="147"/>
                  <a:pt x="6005" y="149"/>
                  <a:pt x="6004" y="150"/>
                </a:cubicBezTo>
                <a:cubicBezTo>
                  <a:pt x="6004" y="152"/>
                  <a:pt x="6004" y="154"/>
                  <a:pt x="6003" y="157"/>
                </a:cubicBezTo>
                <a:cubicBezTo>
                  <a:pt x="6003" y="160"/>
                  <a:pt x="6002" y="162"/>
                  <a:pt x="6002" y="164"/>
                </a:cubicBezTo>
                <a:cubicBezTo>
                  <a:pt x="6002" y="166"/>
                  <a:pt x="6001" y="168"/>
                  <a:pt x="6000" y="171"/>
                </a:cubicBezTo>
                <a:cubicBezTo>
                  <a:pt x="5999" y="175"/>
                  <a:pt x="5999" y="177"/>
                  <a:pt x="5998" y="179"/>
                </a:cubicBezTo>
                <a:lnTo>
                  <a:pt x="5995" y="195"/>
                </a:lnTo>
                <a:moveTo>
                  <a:pt x="6160" y="78"/>
                </a:moveTo>
                <a:cubicBezTo>
                  <a:pt x="6156" y="73"/>
                  <a:pt x="6154" y="68"/>
                  <a:pt x="6154" y="62"/>
                </a:cubicBezTo>
                <a:cubicBezTo>
                  <a:pt x="6154" y="55"/>
                  <a:pt x="6156" y="50"/>
                  <a:pt x="6160" y="45"/>
                </a:cubicBezTo>
                <a:cubicBezTo>
                  <a:pt x="6165" y="41"/>
                  <a:pt x="6170" y="38"/>
                  <a:pt x="6176" y="38"/>
                </a:cubicBezTo>
                <a:cubicBezTo>
                  <a:pt x="6182" y="38"/>
                  <a:pt x="6187" y="41"/>
                  <a:pt x="6192" y="45"/>
                </a:cubicBezTo>
                <a:cubicBezTo>
                  <a:pt x="6196" y="50"/>
                  <a:pt x="6198" y="55"/>
                  <a:pt x="6198" y="62"/>
                </a:cubicBezTo>
                <a:cubicBezTo>
                  <a:pt x="6198" y="68"/>
                  <a:pt x="6196" y="73"/>
                  <a:pt x="6192" y="78"/>
                </a:cubicBezTo>
                <a:cubicBezTo>
                  <a:pt x="6187" y="82"/>
                  <a:pt x="6182" y="84"/>
                  <a:pt x="6176" y="84"/>
                </a:cubicBezTo>
                <a:cubicBezTo>
                  <a:pt x="6170" y="84"/>
                  <a:pt x="6165" y="82"/>
                  <a:pt x="6160" y="78"/>
                </a:cubicBezTo>
                <a:moveTo>
                  <a:pt x="6174" y="179"/>
                </a:moveTo>
                <a:lnTo>
                  <a:pt x="6153" y="272"/>
                </a:lnTo>
                <a:cubicBezTo>
                  <a:pt x="6149" y="286"/>
                  <a:pt x="6148" y="295"/>
                  <a:pt x="6148" y="298"/>
                </a:cubicBezTo>
                <a:cubicBezTo>
                  <a:pt x="6148" y="304"/>
                  <a:pt x="6149" y="307"/>
                  <a:pt x="6152" y="307"/>
                </a:cubicBezTo>
                <a:cubicBezTo>
                  <a:pt x="6155" y="307"/>
                  <a:pt x="6159" y="305"/>
                  <a:pt x="6165" y="300"/>
                </a:cubicBezTo>
                <a:cubicBezTo>
                  <a:pt x="6171" y="295"/>
                  <a:pt x="6177" y="289"/>
                  <a:pt x="6183" y="283"/>
                </a:cubicBezTo>
                <a:cubicBezTo>
                  <a:pt x="6188" y="283"/>
                  <a:pt x="6192" y="286"/>
                  <a:pt x="6194" y="291"/>
                </a:cubicBezTo>
                <a:cubicBezTo>
                  <a:pt x="6171" y="320"/>
                  <a:pt x="6149" y="335"/>
                  <a:pt x="6129" y="335"/>
                </a:cubicBezTo>
                <a:cubicBezTo>
                  <a:pt x="6115" y="335"/>
                  <a:pt x="6109" y="330"/>
                  <a:pt x="6109" y="319"/>
                </a:cubicBezTo>
                <a:cubicBezTo>
                  <a:pt x="6109" y="314"/>
                  <a:pt x="6112" y="300"/>
                  <a:pt x="6117" y="275"/>
                </a:cubicBezTo>
                <a:lnTo>
                  <a:pt x="6139" y="179"/>
                </a:lnTo>
                <a:cubicBezTo>
                  <a:pt x="6142" y="167"/>
                  <a:pt x="6143" y="159"/>
                  <a:pt x="6144" y="155"/>
                </a:cubicBezTo>
                <a:cubicBezTo>
                  <a:pt x="6144" y="149"/>
                  <a:pt x="6141" y="146"/>
                  <a:pt x="6135" y="145"/>
                </a:cubicBezTo>
                <a:lnTo>
                  <a:pt x="6116" y="144"/>
                </a:lnTo>
                <a:cubicBezTo>
                  <a:pt x="6113" y="138"/>
                  <a:pt x="6112" y="134"/>
                  <a:pt x="6116" y="130"/>
                </a:cubicBezTo>
                <a:cubicBezTo>
                  <a:pt x="6148" y="126"/>
                  <a:pt x="6167" y="124"/>
                  <a:pt x="6174" y="124"/>
                </a:cubicBezTo>
                <a:cubicBezTo>
                  <a:pt x="6180" y="124"/>
                  <a:pt x="6184" y="127"/>
                  <a:pt x="6184" y="134"/>
                </a:cubicBezTo>
                <a:cubicBezTo>
                  <a:pt x="6184" y="136"/>
                  <a:pt x="6183" y="139"/>
                  <a:pt x="6182" y="142"/>
                </a:cubicBezTo>
                <a:cubicBezTo>
                  <a:pt x="6182" y="146"/>
                  <a:pt x="6181" y="149"/>
                  <a:pt x="6181" y="152"/>
                </a:cubicBezTo>
                <a:cubicBezTo>
                  <a:pt x="6180" y="156"/>
                  <a:pt x="6178" y="160"/>
                  <a:pt x="6177" y="166"/>
                </a:cubicBezTo>
                <a:cubicBezTo>
                  <a:pt x="6176" y="171"/>
                  <a:pt x="6175" y="175"/>
                  <a:pt x="6174" y="179"/>
                </a:cubicBezTo>
                <a:moveTo>
                  <a:pt x="6393" y="272"/>
                </a:moveTo>
                <a:cubicBezTo>
                  <a:pt x="6389" y="286"/>
                  <a:pt x="6387" y="295"/>
                  <a:pt x="6387" y="298"/>
                </a:cubicBezTo>
                <a:cubicBezTo>
                  <a:pt x="6387" y="304"/>
                  <a:pt x="6389" y="307"/>
                  <a:pt x="6392" y="307"/>
                </a:cubicBezTo>
                <a:cubicBezTo>
                  <a:pt x="6395" y="307"/>
                  <a:pt x="6399" y="305"/>
                  <a:pt x="6405" y="300"/>
                </a:cubicBezTo>
                <a:cubicBezTo>
                  <a:pt x="6411" y="295"/>
                  <a:pt x="6417" y="289"/>
                  <a:pt x="6423" y="283"/>
                </a:cubicBezTo>
                <a:cubicBezTo>
                  <a:pt x="6428" y="283"/>
                  <a:pt x="6432" y="286"/>
                  <a:pt x="6434" y="291"/>
                </a:cubicBezTo>
                <a:cubicBezTo>
                  <a:pt x="6411" y="320"/>
                  <a:pt x="6389" y="335"/>
                  <a:pt x="6367" y="335"/>
                </a:cubicBezTo>
                <a:cubicBezTo>
                  <a:pt x="6354" y="335"/>
                  <a:pt x="6347" y="330"/>
                  <a:pt x="6347" y="319"/>
                </a:cubicBezTo>
                <a:cubicBezTo>
                  <a:pt x="6347" y="312"/>
                  <a:pt x="6350" y="297"/>
                  <a:pt x="6355" y="275"/>
                </a:cubicBezTo>
                <a:lnTo>
                  <a:pt x="6374" y="200"/>
                </a:lnTo>
                <a:cubicBezTo>
                  <a:pt x="6378" y="183"/>
                  <a:pt x="6380" y="172"/>
                  <a:pt x="6379" y="168"/>
                </a:cubicBezTo>
                <a:cubicBezTo>
                  <a:pt x="6379" y="161"/>
                  <a:pt x="6378" y="157"/>
                  <a:pt x="6376" y="155"/>
                </a:cubicBezTo>
                <a:cubicBezTo>
                  <a:pt x="6373" y="152"/>
                  <a:pt x="6369" y="151"/>
                  <a:pt x="6363" y="151"/>
                </a:cubicBezTo>
                <a:cubicBezTo>
                  <a:pt x="6349" y="151"/>
                  <a:pt x="6324" y="173"/>
                  <a:pt x="6290" y="218"/>
                </a:cubicBezTo>
                <a:lnTo>
                  <a:pt x="6273" y="296"/>
                </a:lnTo>
                <a:cubicBezTo>
                  <a:pt x="6272" y="298"/>
                  <a:pt x="6271" y="302"/>
                  <a:pt x="6270" y="307"/>
                </a:cubicBezTo>
                <a:cubicBezTo>
                  <a:pt x="6269" y="312"/>
                  <a:pt x="6269" y="315"/>
                  <a:pt x="6268" y="318"/>
                </a:cubicBezTo>
                <a:cubicBezTo>
                  <a:pt x="6267" y="320"/>
                  <a:pt x="6266" y="323"/>
                  <a:pt x="6265" y="326"/>
                </a:cubicBezTo>
                <a:cubicBezTo>
                  <a:pt x="6263" y="329"/>
                  <a:pt x="6262" y="331"/>
                  <a:pt x="6259" y="332"/>
                </a:cubicBezTo>
                <a:cubicBezTo>
                  <a:pt x="6257" y="334"/>
                  <a:pt x="6254" y="335"/>
                  <a:pt x="6251" y="335"/>
                </a:cubicBezTo>
                <a:cubicBezTo>
                  <a:pt x="6237" y="335"/>
                  <a:pt x="6230" y="331"/>
                  <a:pt x="6230" y="322"/>
                </a:cubicBezTo>
                <a:cubicBezTo>
                  <a:pt x="6230" y="321"/>
                  <a:pt x="6232" y="313"/>
                  <a:pt x="6236" y="296"/>
                </a:cubicBezTo>
                <a:lnTo>
                  <a:pt x="6263" y="179"/>
                </a:lnTo>
                <a:cubicBezTo>
                  <a:pt x="6266" y="166"/>
                  <a:pt x="6267" y="158"/>
                  <a:pt x="6267" y="155"/>
                </a:cubicBezTo>
                <a:cubicBezTo>
                  <a:pt x="6267" y="149"/>
                  <a:pt x="6264" y="146"/>
                  <a:pt x="6259" y="145"/>
                </a:cubicBezTo>
                <a:lnTo>
                  <a:pt x="6240" y="144"/>
                </a:lnTo>
                <a:cubicBezTo>
                  <a:pt x="6236" y="138"/>
                  <a:pt x="6236" y="134"/>
                  <a:pt x="6240" y="130"/>
                </a:cubicBezTo>
                <a:cubicBezTo>
                  <a:pt x="6271" y="126"/>
                  <a:pt x="6291" y="124"/>
                  <a:pt x="6299" y="124"/>
                </a:cubicBezTo>
                <a:cubicBezTo>
                  <a:pt x="6305" y="124"/>
                  <a:pt x="6309" y="127"/>
                  <a:pt x="6309" y="134"/>
                </a:cubicBezTo>
                <a:cubicBezTo>
                  <a:pt x="6309" y="136"/>
                  <a:pt x="6308" y="140"/>
                  <a:pt x="6307" y="144"/>
                </a:cubicBezTo>
                <a:cubicBezTo>
                  <a:pt x="6306" y="148"/>
                  <a:pt x="6305" y="154"/>
                  <a:pt x="6303" y="162"/>
                </a:cubicBezTo>
                <a:cubicBezTo>
                  <a:pt x="6301" y="170"/>
                  <a:pt x="6299" y="175"/>
                  <a:pt x="6298" y="179"/>
                </a:cubicBezTo>
                <a:lnTo>
                  <a:pt x="6297" y="184"/>
                </a:lnTo>
                <a:lnTo>
                  <a:pt x="6298" y="184"/>
                </a:lnTo>
                <a:cubicBezTo>
                  <a:pt x="6318" y="159"/>
                  <a:pt x="6335" y="143"/>
                  <a:pt x="6347" y="135"/>
                </a:cubicBezTo>
                <a:cubicBezTo>
                  <a:pt x="6359" y="127"/>
                  <a:pt x="6372" y="123"/>
                  <a:pt x="6385" y="123"/>
                </a:cubicBezTo>
                <a:cubicBezTo>
                  <a:pt x="6406" y="123"/>
                  <a:pt x="6417" y="136"/>
                  <a:pt x="6417" y="161"/>
                </a:cubicBezTo>
                <a:cubicBezTo>
                  <a:pt x="6417" y="167"/>
                  <a:pt x="6414" y="178"/>
                  <a:pt x="6410" y="196"/>
                </a:cubicBezTo>
                <a:lnTo>
                  <a:pt x="6393" y="272"/>
                </a:lnTo>
                <a:moveTo>
                  <a:pt x="6509" y="331"/>
                </a:moveTo>
                <a:cubicBezTo>
                  <a:pt x="6481" y="351"/>
                  <a:pt x="6467" y="369"/>
                  <a:pt x="6467" y="383"/>
                </a:cubicBezTo>
                <a:cubicBezTo>
                  <a:pt x="6467" y="397"/>
                  <a:pt x="6474" y="407"/>
                  <a:pt x="6487" y="415"/>
                </a:cubicBezTo>
                <a:cubicBezTo>
                  <a:pt x="6501" y="423"/>
                  <a:pt x="6520" y="427"/>
                  <a:pt x="6546" y="427"/>
                </a:cubicBezTo>
                <a:cubicBezTo>
                  <a:pt x="6565" y="427"/>
                  <a:pt x="6579" y="423"/>
                  <a:pt x="6589" y="416"/>
                </a:cubicBezTo>
                <a:cubicBezTo>
                  <a:pt x="6598" y="409"/>
                  <a:pt x="6603" y="400"/>
                  <a:pt x="6603" y="390"/>
                </a:cubicBezTo>
                <a:cubicBezTo>
                  <a:pt x="6603" y="382"/>
                  <a:pt x="6600" y="375"/>
                  <a:pt x="6594" y="369"/>
                </a:cubicBezTo>
                <a:cubicBezTo>
                  <a:pt x="6588" y="363"/>
                  <a:pt x="6579" y="357"/>
                  <a:pt x="6566" y="351"/>
                </a:cubicBezTo>
                <a:cubicBezTo>
                  <a:pt x="6546" y="342"/>
                  <a:pt x="6527" y="335"/>
                  <a:pt x="6509" y="331"/>
                </a:cubicBezTo>
                <a:moveTo>
                  <a:pt x="6628" y="193"/>
                </a:moveTo>
                <a:cubicBezTo>
                  <a:pt x="6628" y="216"/>
                  <a:pt x="6621" y="234"/>
                  <a:pt x="6608" y="247"/>
                </a:cubicBezTo>
                <a:cubicBezTo>
                  <a:pt x="6595" y="261"/>
                  <a:pt x="6577" y="267"/>
                  <a:pt x="6556" y="267"/>
                </a:cubicBezTo>
                <a:cubicBezTo>
                  <a:pt x="6544" y="267"/>
                  <a:pt x="6533" y="265"/>
                  <a:pt x="6524" y="259"/>
                </a:cubicBezTo>
                <a:cubicBezTo>
                  <a:pt x="6517" y="273"/>
                  <a:pt x="6513" y="283"/>
                  <a:pt x="6513" y="288"/>
                </a:cubicBezTo>
                <a:cubicBezTo>
                  <a:pt x="6513" y="293"/>
                  <a:pt x="6515" y="297"/>
                  <a:pt x="6517" y="300"/>
                </a:cubicBezTo>
                <a:cubicBezTo>
                  <a:pt x="6520" y="303"/>
                  <a:pt x="6523" y="305"/>
                  <a:pt x="6528" y="307"/>
                </a:cubicBezTo>
                <a:cubicBezTo>
                  <a:pt x="6533" y="309"/>
                  <a:pt x="6539" y="311"/>
                  <a:pt x="6543" y="312"/>
                </a:cubicBezTo>
                <a:cubicBezTo>
                  <a:pt x="6549" y="313"/>
                  <a:pt x="6556" y="315"/>
                  <a:pt x="6564" y="318"/>
                </a:cubicBezTo>
                <a:cubicBezTo>
                  <a:pt x="6573" y="320"/>
                  <a:pt x="6580" y="322"/>
                  <a:pt x="6586" y="323"/>
                </a:cubicBezTo>
                <a:cubicBezTo>
                  <a:pt x="6618" y="333"/>
                  <a:pt x="6634" y="350"/>
                  <a:pt x="6634" y="377"/>
                </a:cubicBezTo>
                <a:cubicBezTo>
                  <a:pt x="6634" y="420"/>
                  <a:pt x="6598" y="442"/>
                  <a:pt x="6526" y="442"/>
                </a:cubicBezTo>
                <a:cubicBezTo>
                  <a:pt x="6512" y="442"/>
                  <a:pt x="6498" y="441"/>
                  <a:pt x="6485" y="438"/>
                </a:cubicBezTo>
                <a:cubicBezTo>
                  <a:pt x="6473" y="436"/>
                  <a:pt x="6461" y="431"/>
                  <a:pt x="6451" y="423"/>
                </a:cubicBezTo>
                <a:cubicBezTo>
                  <a:pt x="6441" y="416"/>
                  <a:pt x="6436" y="406"/>
                  <a:pt x="6436" y="394"/>
                </a:cubicBezTo>
                <a:cubicBezTo>
                  <a:pt x="6436" y="372"/>
                  <a:pt x="6457" y="350"/>
                  <a:pt x="6499" y="326"/>
                </a:cubicBezTo>
                <a:cubicBezTo>
                  <a:pt x="6491" y="321"/>
                  <a:pt x="6487" y="314"/>
                  <a:pt x="6487" y="304"/>
                </a:cubicBezTo>
                <a:cubicBezTo>
                  <a:pt x="6487" y="296"/>
                  <a:pt x="6490" y="287"/>
                  <a:pt x="6495" y="277"/>
                </a:cubicBezTo>
                <a:cubicBezTo>
                  <a:pt x="6500" y="267"/>
                  <a:pt x="6506" y="259"/>
                  <a:pt x="6513" y="252"/>
                </a:cubicBezTo>
                <a:cubicBezTo>
                  <a:pt x="6498" y="235"/>
                  <a:pt x="6491" y="216"/>
                  <a:pt x="6491" y="196"/>
                </a:cubicBezTo>
                <a:cubicBezTo>
                  <a:pt x="6491" y="176"/>
                  <a:pt x="6497" y="158"/>
                  <a:pt x="6509" y="144"/>
                </a:cubicBezTo>
                <a:cubicBezTo>
                  <a:pt x="6521" y="130"/>
                  <a:pt x="6540" y="123"/>
                  <a:pt x="6564" y="123"/>
                </a:cubicBezTo>
                <a:cubicBezTo>
                  <a:pt x="6584" y="123"/>
                  <a:pt x="6599" y="129"/>
                  <a:pt x="6611" y="142"/>
                </a:cubicBezTo>
                <a:cubicBezTo>
                  <a:pt x="6625" y="129"/>
                  <a:pt x="6641" y="123"/>
                  <a:pt x="6657" y="123"/>
                </a:cubicBezTo>
                <a:cubicBezTo>
                  <a:pt x="6663" y="123"/>
                  <a:pt x="6667" y="125"/>
                  <a:pt x="6670" y="128"/>
                </a:cubicBezTo>
                <a:cubicBezTo>
                  <a:pt x="6674" y="131"/>
                  <a:pt x="6676" y="134"/>
                  <a:pt x="6676" y="139"/>
                </a:cubicBezTo>
                <a:cubicBezTo>
                  <a:pt x="6676" y="143"/>
                  <a:pt x="6674" y="147"/>
                  <a:pt x="6672" y="150"/>
                </a:cubicBezTo>
                <a:cubicBezTo>
                  <a:pt x="6669" y="153"/>
                  <a:pt x="6665" y="155"/>
                  <a:pt x="6661" y="155"/>
                </a:cubicBezTo>
                <a:cubicBezTo>
                  <a:pt x="6656" y="155"/>
                  <a:pt x="6651" y="152"/>
                  <a:pt x="6648" y="146"/>
                </a:cubicBezTo>
                <a:cubicBezTo>
                  <a:pt x="6646" y="143"/>
                  <a:pt x="6644" y="142"/>
                  <a:pt x="6641" y="142"/>
                </a:cubicBezTo>
                <a:cubicBezTo>
                  <a:pt x="6639" y="142"/>
                  <a:pt x="6635" y="143"/>
                  <a:pt x="6630" y="146"/>
                </a:cubicBezTo>
                <a:cubicBezTo>
                  <a:pt x="6626" y="148"/>
                  <a:pt x="6622" y="150"/>
                  <a:pt x="6619" y="153"/>
                </a:cubicBezTo>
                <a:cubicBezTo>
                  <a:pt x="6625" y="163"/>
                  <a:pt x="6628" y="176"/>
                  <a:pt x="6628" y="193"/>
                </a:cubicBezTo>
                <a:moveTo>
                  <a:pt x="6585" y="152"/>
                </a:moveTo>
                <a:cubicBezTo>
                  <a:pt x="6580" y="142"/>
                  <a:pt x="6572" y="137"/>
                  <a:pt x="6562" y="137"/>
                </a:cubicBezTo>
                <a:cubicBezTo>
                  <a:pt x="6548" y="137"/>
                  <a:pt x="6538" y="142"/>
                  <a:pt x="6533" y="152"/>
                </a:cubicBezTo>
                <a:cubicBezTo>
                  <a:pt x="6528" y="163"/>
                  <a:pt x="6526" y="177"/>
                  <a:pt x="6526" y="197"/>
                </a:cubicBezTo>
                <a:cubicBezTo>
                  <a:pt x="6526" y="235"/>
                  <a:pt x="6537" y="253"/>
                  <a:pt x="6559" y="253"/>
                </a:cubicBezTo>
                <a:cubicBezTo>
                  <a:pt x="6582" y="253"/>
                  <a:pt x="6593" y="233"/>
                  <a:pt x="6593" y="193"/>
                </a:cubicBezTo>
                <a:cubicBezTo>
                  <a:pt x="6593" y="176"/>
                  <a:pt x="6590" y="163"/>
                  <a:pt x="6585" y="152"/>
                </a:cubicBezTo>
                <a:moveTo>
                  <a:pt x="6968" y="126"/>
                </a:moveTo>
                <a:cubicBezTo>
                  <a:pt x="6970" y="126"/>
                  <a:pt x="6982" y="127"/>
                  <a:pt x="7001" y="127"/>
                </a:cubicBezTo>
                <a:lnTo>
                  <a:pt x="6969" y="274"/>
                </a:lnTo>
                <a:cubicBezTo>
                  <a:pt x="6966" y="288"/>
                  <a:pt x="6964" y="297"/>
                  <a:pt x="6964" y="300"/>
                </a:cubicBezTo>
                <a:cubicBezTo>
                  <a:pt x="6964" y="305"/>
                  <a:pt x="6966" y="307"/>
                  <a:pt x="6970" y="307"/>
                </a:cubicBezTo>
                <a:cubicBezTo>
                  <a:pt x="6975" y="307"/>
                  <a:pt x="6984" y="298"/>
                  <a:pt x="6996" y="282"/>
                </a:cubicBezTo>
                <a:cubicBezTo>
                  <a:pt x="7000" y="282"/>
                  <a:pt x="7004" y="284"/>
                  <a:pt x="7007" y="289"/>
                </a:cubicBezTo>
                <a:cubicBezTo>
                  <a:pt x="6993" y="320"/>
                  <a:pt x="6973" y="335"/>
                  <a:pt x="6947" y="335"/>
                </a:cubicBezTo>
                <a:cubicBezTo>
                  <a:pt x="6933" y="335"/>
                  <a:pt x="6927" y="328"/>
                  <a:pt x="6928" y="313"/>
                </a:cubicBezTo>
                <a:cubicBezTo>
                  <a:pt x="6928" y="307"/>
                  <a:pt x="6929" y="298"/>
                  <a:pt x="6932" y="288"/>
                </a:cubicBezTo>
                <a:lnTo>
                  <a:pt x="6938" y="267"/>
                </a:lnTo>
                <a:lnTo>
                  <a:pt x="6937" y="267"/>
                </a:lnTo>
                <a:cubicBezTo>
                  <a:pt x="6907" y="312"/>
                  <a:pt x="6880" y="335"/>
                  <a:pt x="6857" y="335"/>
                </a:cubicBezTo>
                <a:cubicBezTo>
                  <a:pt x="6827" y="335"/>
                  <a:pt x="6812" y="314"/>
                  <a:pt x="6812" y="271"/>
                </a:cubicBezTo>
                <a:cubicBezTo>
                  <a:pt x="6812" y="235"/>
                  <a:pt x="6825" y="202"/>
                  <a:pt x="6852" y="170"/>
                </a:cubicBezTo>
                <a:cubicBezTo>
                  <a:pt x="6878" y="139"/>
                  <a:pt x="6904" y="123"/>
                  <a:pt x="6931" y="123"/>
                </a:cubicBezTo>
                <a:cubicBezTo>
                  <a:pt x="6939" y="123"/>
                  <a:pt x="6951" y="124"/>
                  <a:pt x="6968" y="126"/>
                </a:cubicBezTo>
                <a:moveTo>
                  <a:pt x="6945" y="226"/>
                </a:moveTo>
                <a:cubicBezTo>
                  <a:pt x="6948" y="218"/>
                  <a:pt x="6951" y="207"/>
                  <a:pt x="6954" y="193"/>
                </a:cubicBezTo>
                <a:cubicBezTo>
                  <a:pt x="6957" y="180"/>
                  <a:pt x="6959" y="169"/>
                  <a:pt x="6960" y="160"/>
                </a:cubicBezTo>
                <a:lnTo>
                  <a:pt x="6961" y="146"/>
                </a:lnTo>
                <a:cubicBezTo>
                  <a:pt x="6952" y="140"/>
                  <a:pt x="6942" y="138"/>
                  <a:pt x="6932" y="138"/>
                </a:cubicBezTo>
                <a:cubicBezTo>
                  <a:pt x="6911" y="138"/>
                  <a:pt x="6893" y="152"/>
                  <a:pt x="6876" y="180"/>
                </a:cubicBezTo>
                <a:cubicBezTo>
                  <a:pt x="6858" y="209"/>
                  <a:pt x="6850" y="237"/>
                  <a:pt x="6850" y="263"/>
                </a:cubicBezTo>
                <a:cubicBezTo>
                  <a:pt x="6850" y="293"/>
                  <a:pt x="6857" y="308"/>
                  <a:pt x="6870" y="308"/>
                </a:cubicBezTo>
                <a:cubicBezTo>
                  <a:pt x="6878" y="308"/>
                  <a:pt x="6889" y="300"/>
                  <a:pt x="6904" y="283"/>
                </a:cubicBezTo>
                <a:cubicBezTo>
                  <a:pt x="6919" y="267"/>
                  <a:pt x="6933" y="248"/>
                  <a:pt x="6945" y="226"/>
                </a:cubicBezTo>
                <a:moveTo>
                  <a:pt x="7208" y="272"/>
                </a:moveTo>
                <a:cubicBezTo>
                  <a:pt x="7204" y="286"/>
                  <a:pt x="7203" y="295"/>
                  <a:pt x="7203" y="298"/>
                </a:cubicBezTo>
                <a:cubicBezTo>
                  <a:pt x="7203" y="304"/>
                  <a:pt x="7204" y="307"/>
                  <a:pt x="7207" y="307"/>
                </a:cubicBezTo>
                <a:cubicBezTo>
                  <a:pt x="7210" y="307"/>
                  <a:pt x="7214" y="305"/>
                  <a:pt x="7220" y="300"/>
                </a:cubicBezTo>
                <a:cubicBezTo>
                  <a:pt x="7226" y="295"/>
                  <a:pt x="7232" y="289"/>
                  <a:pt x="7238" y="283"/>
                </a:cubicBezTo>
                <a:cubicBezTo>
                  <a:pt x="7243" y="283"/>
                  <a:pt x="7247" y="286"/>
                  <a:pt x="7249" y="291"/>
                </a:cubicBezTo>
                <a:cubicBezTo>
                  <a:pt x="7226" y="320"/>
                  <a:pt x="7204" y="335"/>
                  <a:pt x="7182" y="335"/>
                </a:cubicBezTo>
                <a:cubicBezTo>
                  <a:pt x="7169" y="335"/>
                  <a:pt x="7163" y="330"/>
                  <a:pt x="7163" y="319"/>
                </a:cubicBezTo>
                <a:cubicBezTo>
                  <a:pt x="7163" y="312"/>
                  <a:pt x="7165" y="297"/>
                  <a:pt x="7171" y="275"/>
                </a:cubicBezTo>
                <a:lnTo>
                  <a:pt x="7189" y="200"/>
                </a:lnTo>
                <a:cubicBezTo>
                  <a:pt x="7193" y="183"/>
                  <a:pt x="7195" y="172"/>
                  <a:pt x="7195" y="168"/>
                </a:cubicBezTo>
                <a:cubicBezTo>
                  <a:pt x="7195" y="161"/>
                  <a:pt x="7193" y="157"/>
                  <a:pt x="7191" y="155"/>
                </a:cubicBezTo>
                <a:cubicBezTo>
                  <a:pt x="7188" y="152"/>
                  <a:pt x="7184" y="151"/>
                  <a:pt x="7179" y="151"/>
                </a:cubicBezTo>
                <a:cubicBezTo>
                  <a:pt x="7164" y="151"/>
                  <a:pt x="7140" y="173"/>
                  <a:pt x="7106" y="218"/>
                </a:cubicBezTo>
                <a:lnTo>
                  <a:pt x="7088" y="296"/>
                </a:lnTo>
                <a:cubicBezTo>
                  <a:pt x="7087" y="298"/>
                  <a:pt x="7087" y="302"/>
                  <a:pt x="7086" y="307"/>
                </a:cubicBezTo>
                <a:cubicBezTo>
                  <a:pt x="7085" y="312"/>
                  <a:pt x="7084" y="315"/>
                  <a:pt x="7083" y="318"/>
                </a:cubicBezTo>
                <a:cubicBezTo>
                  <a:pt x="7083" y="320"/>
                  <a:pt x="7082" y="323"/>
                  <a:pt x="7080" y="326"/>
                </a:cubicBezTo>
                <a:cubicBezTo>
                  <a:pt x="7079" y="329"/>
                  <a:pt x="7077" y="331"/>
                  <a:pt x="7074" y="332"/>
                </a:cubicBezTo>
                <a:cubicBezTo>
                  <a:pt x="7072" y="334"/>
                  <a:pt x="7070" y="335"/>
                  <a:pt x="7066" y="335"/>
                </a:cubicBezTo>
                <a:cubicBezTo>
                  <a:pt x="7052" y="335"/>
                  <a:pt x="7046" y="331"/>
                  <a:pt x="7046" y="322"/>
                </a:cubicBezTo>
                <a:cubicBezTo>
                  <a:pt x="7046" y="321"/>
                  <a:pt x="7048" y="313"/>
                  <a:pt x="7052" y="296"/>
                </a:cubicBezTo>
                <a:lnTo>
                  <a:pt x="7079" y="179"/>
                </a:lnTo>
                <a:cubicBezTo>
                  <a:pt x="7081" y="166"/>
                  <a:pt x="7082" y="158"/>
                  <a:pt x="7082" y="155"/>
                </a:cubicBezTo>
                <a:cubicBezTo>
                  <a:pt x="7082" y="149"/>
                  <a:pt x="7080" y="146"/>
                  <a:pt x="7074" y="145"/>
                </a:cubicBezTo>
                <a:lnTo>
                  <a:pt x="7055" y="144"/>
                </a:lnTo>
                <a:cubicBezTo>
                  <a:pt x="7052" y="138"/>
                  <a:pt x="7052" y="134"/>
                  <a:pt x="7055" y="130"/>
                </a:cubicBezTo>
                <a:cubicBezTo>
                  <a:pt x="7087" y="126"/>
                  <a:pt x="7107" y="124"/>
                  <a:pt x="7114" y="124"/>
                </a:cubicBezTo>
                <a:cubicBezTo>
                  <a:pt x="7121" y="124"/>
                  <a:pt x="7124" y="127"/>
                  <a:pt x="7124" y="134"/>
                </a:cubicBezTo>
                <a:cubicBezTo>
                  <a:pt x="7124" y="136"/>
                  <a:pt x="7124" y="140"/>
                  <a:pt x="7122" y="144"/>
                </a:cubicBezTo>
                <a:cubicBezTo>
                  <a:pt x="7121" y="148"/>
                  <a:pt x="7120" y="154"/>
                  <a:pt x="7118" y="162"/>
                </a:cubicBezTo>
                <a:cubicBezTo>
                  <a:pt x="7116" y="170"/>
                  <a:pt x="7114" y="175"/>
                  <a:pt x="7114" y="179"/>
                </a:cubicBezTo>
                <a:lnTo>
                  <a:pt x="7112" y="184"/>
                </a:lnTo>
                <a:lnTo>
                  <a:pt x="7113" y="184"/>
                </a:lnTo>
                <a:cubicBezTo>
                  <a:pt x="7133" y="159"/>
                  <a:pt x="7150" y="143"/>
                  <a:pt x="7162" y="135"/>
                </a:cubicBezTo>
                <a:cubicBezTo>
                  <a:pt x="7175" y="127"/>
                  <a:pt x="7188" y="123"/>
                  <a:pt x="7201" y="123"/>
                </a:cubicBezTo>
                <a:cubicBezTo>
                  <a:pt x="7222" y="123"/>
                  <a:pt x="7232" y="136"/>
                  <a:pt x="7232" y="161"/>
                </a:cubicBezTo>
                <a:cubicBezTo>
                  <a:pt x="7232" y="167"/>
                  <a:pt x="7230" y="178"/>
                  <a:pt x="7226" y="196"/>
                </a:cubicBezTo>
                <a:lnTo>
                  <a:pt x="7208" y="272"/>
                </a:lnTo>
                <a:moveTo>
                  <a:pt x="7432" y="181"/>
                </a:moveTo>
                <a:cubicBezTo>
                  <a:pt x="7432" y="172"/>
                  <a:pt x="7429" y="163"/>
                  <a:pt x="7424" y="154"/>
                </a:cubicBezTo>
                <a:cubicBezTo>
                  <a:pt x="7418" y="145"/>
                  <a:pt x="7411" y="140"/>
                  <a:pt x="7402" y="140"/>
                </a:cubicBezTo>
                <a:cubicBezTo>
                  <a:pt x="7389" y="140"/>
                  <a:pt x="7376" y="147"/>
                  <a:pt x="7363" y="160"/>
                </a:cubicBezTo>
                <a:cubicBezTo>
                  <a:pt x="7351" y="173"/>
                  <a:pt x="7341" y="188"/>
                  <a:pt x="7334" y="207"/>
                </a:cubicBezTo>
                <a:cubicBezTo>
                  <a:pt x="7327" y="225"/>
                  <a:pt x="7324" y="242"/>
                  <a:pt x="7324" y="259"/>
                </a:cubicBezTo>
                <a:cubicBezTo>
                  <a:pt x="7324" y="295"/>
                  <a:pt x="7330" y="313"/>
                  <a:pt x="7342" y="313"/>
                </a:cubicBezTo>
                <a:cubicBezTo>
                  <a:pt x="7351" y="313"/>
                  <a:pt x="7361" y="306"/>
                  <a:pt x="7373" y="293"/>
                </a:cubicBezTo>
                <a:cubicBezTo>
                  <a:pt x="7386" y="279"/>
                  <a:pt x="7398" y="261"/>
                  <a:pt x="7410" y="239"/>
                </a:cubicBezTo>
                <a:cubicBezTo>
                  <a:pt x="7425" y="212"/>
                  <a:pt x="7432" y="193"/>
                  <a:pt x="7432" y="181"/>
                </a:cubicBezTo>
                <a:moveTo>
                  <a:pt x="7410" y="275"/>
                </a:moveTo>
                <a:lnTo>
                  <a:pt x="7409" y="274"/>
                </a:lnTo>
                <a:cubicBezTo>
                  <a:pt x="7395" y="295"/>
                  <a:pt x="7382" y="311"/>
                  <a:pt x="7370" y="321"/>
                </a:cubicBezTo>
                <a:cubicBezTo>
                  <a:pt x="7358" y="330"/>
                  <a:pt x="7346" y="335"/>
                  <a:pt x="7334" y="335"/>
                </a:cubicBezTo>
                <a:cubicBezTo>
                  <a:pt x="7321" y="335"/>
                  <a:pt x="7311" y="331"/>
                  <a:pt x="7303" y="323"/>
                </a:cubicBezTo>
                <a:cubicBezTo>
                  <a:pt x="7296" y="314"/>
                  <a:pt x="7291" y="306"/>
                  <a:pt x="7289" y="297"/>
                </a:cubicBezTo>
                <a:cubicBezTo>
                  <a:pt x="7287" y="288"/>
                  <a:pt x="7286" y="278"/>
                  <a:pt x="7286" y="267"/>
                </a:cubicBezTo>
                <a:cubicBezTo>
                  <a:pt x="7286" y="231"/>
                  <a:pt x="7298" y="198"/>
                  <a:pt x="7324" y="168"/>
                </a:cubicBezTo>
                <a:cubicBezTo>
                  <a:pt x="7349" y="138"/>
                  <a:pt x="7375" y="123"/>
                  <a:pt x="7401" y="123"/>
                </a:cubicBezTo>
                <a:cubicBezTo>
                  <a:pt x="7410" y="123"/>
                  <a:pt x="7417" y="125"/>
                  <a:pt x="7424" y="130"/>
                </a:cubicBezTo>
                <a:cubicBezTo>
                  <a:pt x="7430" y="135"/>
                  <a:pt x="7435" y="141"/>
                  <a:pt x="7438" y="149"/>
                </a:cubicBezTo>
                <a:lnTo>
                  <a:pt x="7456" y="64"/>
                </a:lnTo>
                <a:cubicBezTo>
                  <a:pt x="7458" y="53"/>
                  <a:pt x="7459" y="46"/>
                  <a:pt x="7459" y="41"/>
                </a:cubicBezTo>
                <a:cubicBezTo>
                  <a:pt x="7459" y="32"/>
                  <a:pt x="7456" y="28"/>
                  <a:pt x="7449" y="27"/>
                </a:cubicBezTo>
                <a:lnTo>
                  <a:pt x="7435" y="27"/>
                </a:lnTo>
                <a:cubicBezTo>
                  <a:pt x="7434" y="27"/>
                  <a:pt x="7433" y="26"/>
                  <a:pt x="7433" y="24"/>
                </a:cubicBezTo>
                <a:lnTo>
                  <a:pt x="7434" y="13"/>
                </a:lnTo>
                <a:cubicBezTo>
                  <a:pt x="7461" y="11"/>
                  <a:pt x="7483" y="7"/>
                  <a:pt x="7500" y="0"/>
                </a:cubicBezTo>
                <a:cubicBezTo>
                  <a:pt x="7504" y="0"/>
                  <a:pt x="7506" y="2"/>
                  <a:pt x="7506" y="5"/>
                </a:cubicBezTo>
                <a:cubicBezTo>
                  <a:pt x="7502" y="18"/>
                  <a:pt x="7498" y="34"/>
                  <a:pt x="7494" y="55"/>
                </a:cubicBezTo>
                <a:lnTo>
                  <a:pt x="7444" y="274"/>
                </a:lnTo>
                <a:cubicBezTo>
                  <a:pt x="7441" y="288"/>
                  <a:pt x="7439" y="297"/>
                  <a:pt x="7439" y="300"/>
                </a:cubicBezTo>
                <a:cubicBezTo>
                  <a:pt x="7439" y="305"/>
                  <a:pt x="7441" y="307"/>
                  <a:pt x="7445" y="307"/>
                </a:cubicBezTo>
                <a:cubicBezTo>
                  <a:pt x="7450" y="307"/>
                  <a:pt x="7459" y="298"/>
                  <a:pt x="7472" y="282"/>
                </a:cubicBezTo>
                <a:cubicBezTo>
                  <a:pt x="7475" y="282"/>
                  <a:pt x="7479" y="284"/>
                  <a:pt x="7482" y="289"/>
                </a:cubicBezTo>
                <a:cubicBezTo>
                  <a:pt x="7468" y="320"/>
                  <a:pt x="7448" y="335"/>
                  <a:pt x="7422" y="335"/>
                </a:cubicBezTo>
                <a:cubicBezTo>
                  <a:pt x="7409" y="335"/>
                  <a:pt x="7402" y="328"/>
                  <a:pt x="7402" y="313"/>
                </a:cubicBezTo>
                <a:cubicBezTo>
                  <a:pt x="7402" y="308"/>
                  <a:pt x="7404" y="300"/>
                  <a:pt x="7407" y="288"/>
                </a:cubicBezTo>
                <a:lnTo>
                  <a:pt x="7410" y="27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424840" y="1767600"/>
            <a:ext cx="1484640" cy="2529360"/>
          </a:xfrm>
          <a:custGeom>
            <a:avLst/>
            <a:gdLst/>
            <a:ahLst/>
            <a:rect l="0" t="0" r="r" b="b"/>
            <a:pathLst>
              <a:path w="4124" h="7026">
                <a:moveTo>
                  <a:pt x="14" y="7003"/>
                </a:moveTo>
                <a:cubicBezTo>
                  <a:pt x="5" y="6989"/>
                  <a:pt x="0" y="6972"/>
                  <a:pt x="0" y="6950"/>
                </a:cubicBezTo>
                <a:cubicBezTo>
                  <a:pt x="0" y="6930"/>
                  <a:pt x="4" y="6911"/>
                  <a:pt x="11" y="6893"/>
                </a:cubicBezTo>
                <a:cubicBezTo>
                  <a:pt x="18" y="6875"/>
                  <a:pt x="27" y="6860"/>
                  <a:pt x="39" y="6847"/>
                </a:cubicBezTo>
                <a:cubicBezTo>
                  <a:pt x="45" y="6840"/>
                  <a:pt x="52" y="6834"/>
                  <a:pt x="61" y="6829"/>
                </a:cubicBezTo>
                <a:cubicBezTo>
                  <a:pt x="70" y="6824"/>
                  <a:pt x="78" y="6820"/>
                  <a:pt x="85" y="6817"/>
                </a:cubicBezTo>
                <a:cubicBezTo>
                  <a:pt x="94" y="6815"/>
                  <a:pt x="101" y="6814"/>
                  <a:pt x="108" y="6814"/>
                </a:cubicBezTo>
                <a:cubicBezTo>
                  <a:pt x="119" y="6814"/>
                  <a:pt x="129" y="6815"/>
                  <a:pt x="137" y="6818"/>
                </a:cubicBezTo>
                <a:cubicBezTo>
                  <a:pt x="145" y="6820"/>
                  <a:pt x="150" y="6824"/>
                  <a:pt x="153" y="6829"/>
                </a:cubicBezTo>
                <a:cubicBezTo>
                  <a:pt x="156" y="6835"/>
                  <a:pt x="158" y="6840"/>
                  <a:pt x="159" y="6844"/>
                </a:cubicBezTo>
                <a:cubicBezTo>
                  <a:pt x="160" y="6848"/>
                  <a:pt x="160" y="6853"/>
                  <a:pt x="160" y="6859"/>
                </a:cubicBezTo>
                <a:cubicBezTo>
                  <a:pt x="160" y="6865"/>
                  <a:pt x="158" y="6870"/>
                  <a:pt x="153" y="6874"/>
                </a:cubicBezTo>
                <a:cubicBezTo>
                  <a:pt x="148" y="6878"/>
                  <a:pt x="143" y="6880"/>
                  <a:pt x="136" y="6880"/>
                </a:cubicBezTo>
                <a:cubicBezTo>
                  <a:pt x="132" y="6880"/>
                  <a:pt x="129" y="6879"/>
                  <a:pt x="127" y="6876"/>
                </a:cubicBezTo>
                <a:cubicBezTo>
                  <a:pt x="124" y="6873"/>
                  <a:pt x="123" y="6869"/>
                  <a:pt x="123" y="6865"/>
                </a:cubicBezTo>
                <a:cubicBezTo>
                  <a:pt x="123" y="6861"/>
                  <a:pt x="124" y="6858"/>
                  <a:pt x="125" y="6855"/>
                </a:cubicBezTo>
                <a:cubicBezTo>
                  <a:pt x="127" y="6853"/>
                  <a:pt x="128" y="6850"/>
                  <a:pt x="128" y="6846"/>
                </a:cubicBezTo>
                <a:cubicBezTo>
                  <a:pt x="128" y="6834"/>
                  <a:pt x="121" y="6828"/>
                  <a:pt x="108" y="6828"/>
                </a:cubicBezTo>
                <a:cubicBezTo>
                  <a:pt x="89" y="6828"/>
                  <a:pt x="73" y="6839"/>
                  <a:pt x="59" y="6859"/>
                </a:cubicBezTo>
                <a:cubicBezTo>
                  <a:pt x="46" y="6879"/>
                  <a:pt x="39" y="6906"/>
                  <a:pt x="39" y="6940"/>
                </a:cubicBezTo>
                <a:cubicBezTo>
                  <a:pt x="39" y="6961"/>
                  <a:pt x="43" y="6977"/>
                  <a:pt x="51" y="6987"/>
                </a:cubicBezTo>
                <a:cubicBezTo>
                  <a:pt x="56" y="6994"/>
                  <a:pt x="64" y="6997"/>
                  <a:pt x="74" y="6997"/>
                </a:cubicBezTo>
                <a:cubicBezTo>
                  <a:pt x="86" y="6997"/>
                  <a:pt x="96" y="6994"/>
                  <a:pt x="106" y="6988"/>
                </a:cubicBezTo>
                <a:cubicBezTo>
                  <a:pt x="116" y="6982"/>
                  <a:pt x="126" y="6973"/>
                  <a:pt x="136" y="6961"/>
                </a:cubicBezTo>
                <a:cubicBezTo>
                  <a:pt x="138" y="6961"/>
                  <a:pt x="140" y="6962"/>
                  <a:pt x="142" y="6964"/>
                </a:cubicBezTo>
                <a:cubicBezTo>
                  <a:pt x="144" y="6965"/>
                  <a:pt x="146" y="6967"/>
                  <a:pt x="147" y="6970"/>
                </a:cubicBezTo>
                <a:cubicBezTo>
                  <a:pt x="139" y="6981"/>
                  <a:pt x="130" y="6990"/>
                  <a:pt x="122" y="6999"/>
                </a:cubicBezTo>
                <a:cubicBezTo>
                  <a:pt x="113" y="7006"/>
                  <a:pt x="103" y="7013"/>
                  <a:pt x="92" y="7018"/>
                </a:cubicBezTo>
                <a:cubicBezTo>
                  <a:pt x="81" y="7023"/>
                  <a:pt x="70" y="7026"/>
                  <a:pt x="60" y="7026"/>
                </a:cubicBezTo>
                <a:cubicBezTo>
                  <a:pt x="40" y="7026"/>
                  <a:pt x="25" y="7018"/>
                  <a:pt x="14" y="7003"/>
                </a:cubicBezTo>
                <a:moveTo>
                  <a:pt x="231" y="6991"/>
                </a:moveTo>
                <a:cubicBezTo>
                  <a:pt x="238" y="7002"/>
                  <a:pt x="246" y="7008"/>
                  <a:pt x="254" y="7008"/>
                </a:cubicBezTo>
                <a:cubicBezTo>
                  <a:pt x="275" y="7008"/>
                  <a:pt x="291" y="6998"/>
                  <a:pt x="304" y="6979"/>
                </a:cubicBezTo>
                <a:cubicBezTo>
                  <a:pt x="318" y="6959"/>
                  <a:pt x="324" y="6930"/>
                  <a:pt x="324" y="6893"/>
                </a:cubicBezTo>
                <a:cubicBezTo>
                  <a:pt x="324" y="6874"/>
                  <a:pt x="322" y="6859"/>
                  <a:pt x="317" y="6850"/>
                </a:cubicBezTo>
                <a:cubicBezTo>
                  <a:pt x="310" y="6836"/>
                  <a:pt x="300" y="6829"/>
                  <a:pt x="288" y="6829"/>
                </a:cubicBezTo>
                <a:cubicBezTo>
                  <a:pt x="273" y="6829"/>
                  <a:pt x="260" y="6836"/>
                  <a:pt x="249" y="6849"/>
                </a:cubicBezTo>
                <a:cubicBezTo>
                  <a:pt x="238" y="6862"/>
                  <a:pt x="230" y="6876"/>
                  <a:pt x="226" y="6893"/>
                </a:cubicBezTo>
                <a:cubicBezTo>
                  <a:pt x="222" y="6909"/>
                  <a:pt x="220" y="6924"/>
                  <a:pt x="220" y="6940"/>
                </a:cubicBezTo>
                <a:cubicBezTo>
                  <a:pt x="220" y="6963"/>
                  <a:pt x="223" y="6980"/>
                  <a:pt x="231" y="6991"/>
                </a:cubicBezTo>
                <a:moveTo>
                  <a:pt x="181" y="6944"/>
                </a:moveTo>
                <a:cubicBezTo>
                  <a:pt x="181" y="6929"/>
                  <a:pt x="183" y="6915"/>
                  <a:pt x="188" y="6900"/>
                </a:cubicBezTo>
                <a:cubicBezTo>
                  <a:pt x="193" y="6885"/>
                  <a:pt x="200" y="6871"/>
                  <a:pt x="209" y="6858"/>
                </a:cubicBezTo>
                <a:cubicBezTo>
                  <a:pt x="218" y="6845"/>
                  <a:pt x="230" y="6834"/>
                  <a:pt x="245" y="6826"/>
                </a:cubicBezTo>
                <a:cubicBezTo>
                  <a:pt x="261" y="6818"/>
                  <a:pt x="278" y="6814"/>
                  <a:pt x="297" y="6814"/>
                </a:cubicBezTo>
                <a:cubicBezTo>
                  <a:pt x="341" y="6814"/>
                  <a:pt x="363" y="6839"/>
                  <a:pt x="363" y="6890"/>
                </a:cubicBezTo>
                <a:cubicBezTo>
                  <a:pt x="363" y="6918"/>
                  <a:pt x="356" y="6943"/>
                  <a:pt x="342" y="6966"/>
                </a:cubicBezTo>
                <a:cubicBezTo>
                  <a:pt x="329" y="6989"/>
                  <a:pt x="311" y="7006"/>
                  <a:pt x="290" y="7016"/>
                </a:cubicBezTo>
                <a:cubicBezTo>
                  <a:pt x="278" y="7022"/>
                  <a:pt x="264" y="7026"/>
                  <a:pt x="246" y="7026"/>
                </a:cubicBezTo>
                <a:cubicBezTo>
                  <a:pt x="233" y="7026"/>
                  <a:pt x="221" y="7023"/>
                  <a:pt x="212" y="7017"/>
                </a:cubicBezTo>
                <a:cubicBezTo>
                  <a:pt x="202" y="7011"/>
                  <a:pt x="195" y="7003"/>
                  <a:pt x="191" y="6994"/>
                </a:cubicBezTo>
                <a:cubicBezTo>
                  <a:pt x="187" y="6984"/>
                  <a:pt x="184" y="6976"/>
                  <a:pt x="183" y="6968"/>
                </a:cubicBezTo>
                <a:cubicBezTo>
                  <a:pt x="182" y="6960"/>
                  <a:pt x="181" y="6952"/>
                  <a:pt x="181" y="6944"/>
                </a:cubicBezTo>
                <a:moveTo>
                  <a:pt x="559" y="6962"/>
                </a:moveTo>
                <a:cubicBezTo>
                  <a:pt x="555" y="6977"/>
                  <a:pt x="553" y="6986"/>
                  <a:pt x="553" y="6989"/>
                </a:cubicBezTo>
                <a:cubicBezTo>
                  <a:pt x="553" y="6995"/>
                  <a:pt x="555" y="6997"/>
                  <a:pt x="558" y="6997"/>
                </a:cubicBezTo>
                <a:cubicBezTo>
                  <a:pt x="561" y="6997"/>
                  <a:pt x="565" y="6995"/>
                  <a:pt x="571" y="6991"/>
                </a:cubicBezTo>
                <a:cubicBezTo>
                  <a:pt x="577" y="6986"/>
                  <a:pt x="583" y="6980"/>
                  <a:pt x="589" y="6973"/>
                </a:cubicBezTo>
                <a:cubicBezTo>
                  <a:pt x="594" y="6973"/>
                  <a:pt x="598" y="6976"/>
                  <a:pt x="600" y="6981"/>
                </a:cubicBezTo>
                <a:cubicBezTo>
                  <a:pt x="577" y="7011"/>
                  <a:pt x="555" y="7026"/>
                  <a:pt x="533" y="7026"/>
                </a:cubicBezTo>
                <a:cubicBezTo>
                  <a:pt x="520" y="7026"/>
                  <a:pt x="513" y="7020"/>
                  <a:pt x="513" y="7010"/>
                </a:cubicBezTo>
                <a:cubicBezTo>
                  <a:pt x="513" y="7002"/>
                  <a:pt x="516" y="6988"/>
                  <a:pt x="521" y="6966"/>
                </a:cubicBezTo>
                <a:lnTo>
                  <a:pt x="540" y="6891"/>
                </a:lnTo>
                <a:cubicBezTo>
                  <a:pt x="544" y="6874"/>
                  <a:pt x="546" y="6863"/>
                  <a:pt x="545" y="6859"/>
                </a:cubicBezTo>
                <a:cubicBezTo>
                  <a:pt x="545" y="6852"/>
                  <a:pt x="544" y="6848"/>
                  <a:pt x="542" y="6845"/>
                </a:cubicBezTo>
                <a:cubicBezTo>
                  <a:pt x="539" y="6843"/>
                  <a:pt x="535" y="6842"/>
                  <a:pt x="529" y="6842"/>
                </a:cubicBezTo>
                <a:cubicBezTo>
                  <a:pt x="515" y="6842"/>
                  <a:pt x="490" y="6864"/>
                  <a:pt x="456" y="6909"/>
                </a:cubicBezTo>
                <a:lnTo>
                  <a:pt x="439" y="6987"/>
                </a:lnTo>
                <a:cubicBezTo>
                  <a:pt x="438" y="6989"/>
                  <a:pt x="437" y="6992"/>
                  <a:pt x="436" y="6997"/>
                </a:cubicBezTo>
                <a:cubicBezTo>
                  <a:pt x="435" y="7002"/>
                  <a:pt x="435" y="7006"/>
                  <a:pt x="434" y="7008"/>
                </a:cubicBezTo>
                <a:cubicBezTo>
                  <a:pt x="433" y="7011"/>
                  <a:pt x="432" y="7014"/>
                  <a:pt x="431" y="7017"/>
                </a:cubicBezTo>
                <a:cubicBezTo>
                  <a:pt x="429" y="7020"/>
                  <a:pt x="428" y="7022"/>
                  <a:pt x="425" y="7023"/>
                </a:cubicBezTo>
                <a:cubicBezTo>
                  <a:pt x="423" y="7025"/>
                  <a:pt x="420" y="7026"/>
                  <a:pt x="417" y="7026"/>
                </a:cubicBezTo>
                <a:cubicBezTo>
                  <a:pt x="403" y="7026"/>
                  <a:pt x="396" y="7021"/>
                  <a:pt x="396" y="7013"/>
                </a:cubicBezTo>
                <a:cubicBezTo>
                  <a:pt x="396" y="7012"/>
                  <a:pt x="398" y="7003"/>
                  <a:pt x="403" y="6987"/>
                </a:cubicBezTo>
                <a:lnTo>
                  <a:pt x="429" y="6869"/>
                </a:lnTo>
                <a:cubicBezTo>
                  <a:pt x="432" y="6856"/>
                  <a:pt x="433" y="6848"/>
                  <a:pt x="433" y="6845"/>
                </a:cubicBezTo>
                <a:cubicBezTo>
                  <a:pt x="433" y="6840"/>
                  <a:pt x="430" y="6837"/>
                  <a:pt x="425" y="6836"/>
                </a:cubicBezTo>
                <a:lnTo>
                  <a:pt x="406" y="6834"/>
                </a:lnTo>
                <a:cubicBezTo>
                  <a:pt x="403" y="6829"/>
                  <a:pt x="402" y="6825"/>
                  <a:pt x="406" y="6821"/>
                </a:cubicBezTo>
                <a:cubicBezTo>
                  <a:pt x="437" y="6817"/>
                  <a:pt x="457" y="6815"/>
                  <a:pt x="465" y="6815"/>
                </a:cubicBezTo>
                <a:cubicBezTo>
                  <a:pt x="471" y="6815"/>
                  <a:pt x="475" y="6818"/>
                  <a:pt x="475" y="6825"/>
                </a:cubicBezTo>
                <a:cubicBezTo>
                  <a:pt x="475" y="6827"/>
                  <a:pt x="474" y="6831"/>
                  <a:pt x="473" y="6835"/>
                </a:cubicBezTo>
                <a:cubicBezTo>
                  <a:pt x="472" y="6839"/>
                  <a:pt x="471" y="6845"/>
                  <a:pt x="469" y="6853"/>
                </a:cubicBezTo>
                <a:cubicBezTo>
                  <a:pt x="467" y="6861"/>
                  <a:pt x="465" y="6866"/>
                  <a:pt x="464" y="6869"/>
                </a:cubicBezTo>
                <a:lnTo>
                  <a:pt x="463" y="6874"/>
                </a:lnTo>
                <a:lnTo>
                  <a:pt x="464" y="6874"/>
                </a:lnTo>
                <a:cubicBezTo>
                  <a:pt x="484" y="6850"/>
                  <a:pt x="501" y="6834"/>
                  <a:pt x="513" y="6826"/>
                </a:cubicBezTo>
                <a:cubicBezTo>
                  <a:pt x="525" y="6818"/>
                  <a:pt x="538" y="6814"/>
                  <a:pt x="551" y="6814"/>
                </a:cubicBezTo>
                <a:cubicBezTo>
                  <a:pt x="572" y="6814"/>
                  <a:pt x="583" y="6826"/>
                  <a:pt x="583" y="6852"/>
                </a:cubicBezTo>
                <a:cubicBezTo>
                  <a:pt x="583" y="6857"/>
                  <a:pt x="581" y="6869"/>
                  <a:pt x="577" y="6887"/>
                </a:cubicBezTo>
                <a:lnTo>
                  <a:pt x="559" y="6962"/>
                </a:lnTo>
                <a:moveTo>
                  <a:pt x="697" y="7026"/>
                </a:moveTo>
                <a:cubicBezTo>
                  <a:pt x="678" y="7026"/>
                  <a:pt x="662" y="7018"/>
                  <a:pt x="652" y="7003"/>
                </a:cubicBezTo>
                <a:cubicBezTo>
                  <a:pt x="642" y="6989"/>
                  <a:pt x="638" y="6972"/>
                  <a:pt x="638" y="6950"/>
                </a:cubicBezTo>
                <a:cubicBezTo>
                  <a:pt x="638" y="6930"/>
                  <a:pt x="641" y="6911"/>
                  <a:pt x="648" y="6893"/>
                </a:cubicBezTo>
                <a:cubicBezTo>
                  <a:pt x="655" y="6875"/>
                  <a:pt x="664" y="6860"/>
                  <a:pt x="676" y="6847"/>
                </a:cubicBezTo>
                <a:cubicBezTo>
                  <a:pt x="683" y="6840"/>
                  <a:pt x="690" y="6834"/>
                  <a:pt x="698" y="6829"/>
                </a:cubicBezTo>
                <a:cubicBezTo>
                  <a:pt x="707" y="6824"/>
                  <a:pt x="715" y="6820"/>
                  <a:pt x="723" y="6817"/>
                </a:cubicBezTo>
                <a:cubicBezTo>
                  <a:pt x="731" y="6815"/>
                  <a:pt x="738" y="6814"/>
                  <a:pt x="745" y="6814"/>
                </a:cubicBezTo>
                <a:cubicBezTo>
                  <a:pt x="757" y="6814"/>
                  <a:pt x="767" y="6815"/>
                  <a:pt x="774" y="6818"/>
                </a:cubicBezTo>
                <a:cubicBezTo>
                  <a:pt x="782" y="6820"/>
                  <a:pt x="787" y="6824"/>
                  <a:pt x="790" y="6829"/>
                </a:cubicBezTo>
                <a:cubicBezTo>
                  <a:pt x="794" y="6835"/>
                  <a:pt x="796" y="6840"/>
                  <a:pt x="796" y="6844"/>
                </a:cubicBezTo>
                <a:cubicBezTo>
                  <a:pt x="797" y="6848"/>
                  <a:pt x="798" y="6853"/>
                  <a:pt x="798" y="6859"/>
                </a:cubicBezTo>
                <a:cubicBezTo>
                  <a:pt x="798" y="6865"/>
                  <a:pt x="795" y="6870"/>
                  <a:pt x="790" y="6874"/>
                </a:cubicBezTo>
                <a:cubicBezTo>
                  <a:pt x="786" y="6878"/>
                  <a:pt x="780" y="6880"/>
                  <a:pt x="773" y="6880"/>
                </a:cubicBezTo>
                <a:cubicBezTo>
                  <a:pt x="770" y="6880"/>
                  <a:pt x="766" y="6879"/>
                  <a:pt x="764" y="6876"/>
                </a:cubicBezTo>
                <a:cubicBezTo>
                  <a:pt x="762" y="6873"/>
                  <a:pt x="761" y="6869"/>
                  <a:pt x="761" y="6865"/>
                </a:cubicBezTo>
                <a:cubicBezTo>
                  <a:pt x="761" y="6861"/>
                  <a:pt x="762" y="6858"/>
                  <a:pt x="763" y="6855"/>
                </a:cubicBezTo>
                <a:cubicBezTo>
                  <a:pt x="764" y="6853"/>
                  <a:pt x="765" y="6850"/>
                  <a:pt x="765" y="6846"/>
                </a:cubicBezTo>
                <a:cubicBezTo>
                  <a:pt x="765" y="6834"/>
                  <a:pt x="759" y="6828"/>
                  <a:pt x="746" y="6828"/>
                </a:cubicBezTo>
                <a:cubicBezTo>
                  <a:pt x="726" y="6828"/>
                  <a:pt x="710" y="6839"/>
                  <a:pt x="697" y="6859"/>
                </a:cubicBezTo>
                <a:cubicBezTo>
                  <a:pt x="683" y="6879"/>
                  <a:pt x="676" y="6906"/>
                  <a:pt x="676" y="6940"/>
                </a:cubicBezTo>
                <a:cubicBezTo>
                  <a:pt x="676" y="6961"/>
                  <a:pt x="680" y="6977"/>
                  <a:pt x="688" y="6987"/>
                </a:cubicBezTo>
                <a:cubicBezTo>
                  <a:pt x="694" y="6994"/>
                  <a:pt x="702" y="6997"/>
                  <a:pt x="712" y="6997"/>
                </a:cubicBezTo>
                <a:cubicBezTo>
                  <a:pt x="723" y="6997"/>
                  <a:pt x="734" y="6994"/>
                  <a:pt x="744" y="6988"/>
                </a:cubicBezTo>
                <a:cubicBezTo>
                  <a:pt x="754" y="6982"/>
                  <a:pt x="764" y="6973"/>
                  <a:pt x="774" y="6961"/>
                </a:cubicBezTo>
                <a:cubicBezTo>
                  <a:pt x="776" y="6961"/>
                  <a:pt x="778" y="6962"/>
                  <a:pt x="780" y="6964"/>
                </a:cubicBezTo>
                <a:cubicBezTo>
                  <a:pt x="782" y="6965"/>
                  <a:pt x="783" y="6967"/>
                  <a:pt x="784" y="6970"/>
                </a:cubicBezTo>
                <a:cubicBezTo>
                  <a:pt x="776" y="6981"/>
                  <a:pt x="768" y="6990"/>
                  <a:pt x="759" y="6999"/>
                </a:cubicBezTo>
                <a:cubicBezTo>
                  <a:pt x="750" y="7006"/>
                  <a:pt x="740" y="7013"/>
                  <a:pt x="729" y="7018"/>
                </a:cubicBezTo>
                <a:cubicBezTo>
                  <a:pt x="718" y="7023"/>
                  <a:pt x="708" y="7026"/>
                  <a:pt x="697" y="7026"/>
                </a:cubicBezTo>
                <a:moveTo>
                  <a:pt x="975" y="6817"/>
                </a:moveTo>
                <a:cubicBezTo>
                  <a:pt x="977" y="6817"/>
                  <a:pt x="988" y="6817"/>
                  <a:pt x="1008" y="6817"/>
                </a:cubicBezTo>
                <a:lnTo>
                  <a:pt x="975" y="6964"/>
                </a:lnTo>
                <a:cubicBezTo>
                  <a:pt x="972" y="6979"/>
                  <a:pt x="971" y="6988"/>
                  <a:pt x="970" y="6991"/>
                </a:cubicBezTo>
                <a:cubicBezTo>
                  <a:pt x="970" y="6995"/>
                  <a:pt x="972" y="6997"/>
                  <a:pt x="977" y="6997"/>
                </a:cubicBezTo>
                <a:cubicBezTo>
                  <a:pt x="982" y="6997"/>
                  <a:pt x="991" y="6989"/>
                  <a:pt x="1003" y="6972"/>
                </a:cubicBezTo>
                <a:cubicBezTo>
                  <a:pt x="1007" y="6972"/>
                  <a:pt x="1010" y="6975"/>
                  <a:pt x="1013" y="6980"/>
                </a:cubicBezTo>
                <a:cubicBezTo>
                  <a:pt x="1000" y="7010"/>
                  <a:pt x="980" y="7026"/>
                  <a:pt x="953" y="7026"/>
                </a:cubicBezTo>
                <a:cubicBezTo>
                  <a:pt x="940" y="7026"/>
                  <a:pt x="934" y="7018"/>
                  <a:pt x="934" y="7004"/>
                </a:cubicBezTo>
                <a:cubicBezTo>
                  <a:pt x="934" y="6997"/>
                  <a:pt x="936" y="6989"/>
                  <a:pt x="939" y="6978"/>
                </a:cubicBezTo>
                <a:lnTo>
                  <a:pt x="945" y="6958"/>
                </a:lnTo>
                <a:lnTo>
                  <a:pt x="944" y="6958"/>
                </a:lnTo>
                <a:cubicBezTo>
                  <a:pt x="914" y="7003"/>
                  <a:pt x="887" y="7026"/>
                  <a:pt x="864" y="7026"/>
                </a:cubicBezTo>
                <a:cubicBezTo>
                  <a:pt x="834" y="7026"/>
                  <a:pt x="819" y="7004"/>
                  <a:pt x="819" y="6962"/>
                </a:cubicBezTo>
                <a:cubicBezTo>
                  <a:pt x="819" y="6926"/>
                  <a:pt x="832" y="6892"/>
                  <a:pt x="858" y="6861"/>
                </a:cubicBezTo>
                <a:cubicBezTo>
                  <a:pt x="885" y="6829"/>
                  <a:pt x="911" y="6814"/>
                  <a:pt x="937" y="6814"/>
                </a:cubicBezTo>
                <a:cubicBezTo>
                  <a:pt x="946" y="6814"/>
                  <a:pt x="958" y="6815"/>
                  <a:pt x="975" y="6817"/>
                </a:cubicBezTo>
                <a:moveTo>
                  <a:pt x="951" y="6917"/>
                </a:moveTo>
                <a:cubicBezTo>
                  <a:pt x="955" y="6909"/>
                  <a:pt x="958" y="6897"/>
                  <a:pt x="961" y="6884"/>
                </a:cubicBezTo>
                <a:cubicBezTo>
                  <a:pt x="963" y="6871"/>
                  <a:pt x="966" y="6859"/>
                  <a:pt x="967" y="6851"/>
                </a:cubicBezTo>
                <a:lnTo>
                  <a:pt x="968" y="6837"/>
                </a:lnTo>
                <a:cubicBezTo>
                  <a:pt x="959" y="6831"/>
                  <a:pt x="949" y="6828"/>
                  <a:pt x="939" y="6828"/>
                </a:cubicBezTo>
                <a:cubicBezTo>
                  <a:pt x="918" y="6828"/>
                  <a:pt x="899" y="6843"/>
                  <a:pt x="882" y="6871"/>
                </a:cubicBezTo>
                <a:cubicBezTo>
                  <a:pt x="865" y="6900"/>
                  <a:pt x="857" y="6927"/>
                  <a:pt x="857" y="6954"/>
                </a:cubicBezTo>
                <a:cubicBezTo>
                  <a:pt x="857" y="6984"/>
                  <a:pt x="863" y="6999"/>
                  <a:pt x="877" y="6999"/>
                </a:cubicBezTo>
                <a:cubicBezTo>
                  <a:pt x="884" y="6999"/>
                  <a:pt x="896" y="6991"/>
                  <a:pt x="911" y="6974"/>
                </a:cubicBezTo>
                <a:cubicBezTo>
                  <a:pt x="926" y="6957"/>
                  <a:pt x="940" y="6938"/>
                  <a:pt x="951" y="6917"/>
                </a:cubicBezTo>
                <a:moveTo>
                  <a:pt x="1098" y="6818"/>
                </a:moveTo>
                <a:lnTo>
                  <a:pt x="1105" y="6795"/>
                </a:lnTo>
                <a:cubicBezTo>
                  <a:pt x="1105" y="6792"/>
                  <a:pt x="1106" y="6788"/>
                  <a:pt x="1107" y="6782"/>
                </a:cubicBezTo>
                <a:cubicBezTo>
                  <a:pt x="1108" y="6776"/>
                  <a:pt x="1109" y="6771"/>
                  <a:pt x="1110" y="6768"/>
                </a:cubicBezTo>
                <a:cubicBezTo>
                  <a:pt x="1111" y="6765"/>
                  <a:pt x="1112" y="6763"/>
                  <a:pt x="1115" y="6760"/>
                </a:cubicBezTo>
                <a:cubicBezTo>
                  <a:pt x="1118" y="6757"/>
                  <a:pt x="1121" y="6756"/>
                  <a:pt x="1125" y="6756"/>
                </a:cubicBezTo>
                <a:cubicBezTo>
                  <a:pt x="1138" y="6756"/>
                  <a:pt x="1144" y="6760"/>
                  <a:pt x="1144" y="6769"/>
                </a:cubicBezTo>
                <a:cubicBezTo>
                  <a:pt x="1144" y="6769"/>
                  <a:pt x="1142" y="6779"/>
                  <a:pt x="1138" y="6797"/>
                </a:cubicBezTo>
                <a:lnTo>
                  <a:pt x="1133" y="6818"/>
                </a:lnTo>
                <a:lnTo>
                  <a:pt x="1180" y="6818"/>
                </a:lnTo>
                <a:cubicBezTo>
                  <a:pt x="1182" y="6820"/>
                  <a:pt x="1183" y="6823"/>
                  <a:pt x="1181" y="6828"/>
                </a:cubicBezTo>
                <a:cubicBezTo>
                  <a:pt x="1180" y="6833"/>
                  <a:pt x="1178" y="6836"/>
                  <a:pt x="1175" y="6837"/>
                </a:cubicBezTo>
                <a:lnTo>
                  <a:pt x="1129" y="6837"/>
                </a:lnTo>
                <a:lnTo>
                  <a:pt x="1101" y="6961"/>
                </a:lnTo>
                <a:cubicBezTo>
                  <a:pt x="1098" y="6976"/>
                  <a:pt x="1096" y="6986"/>
                  <a:pt x="1096" y="6991"/>
                </a:cubicBezTo>
                <a:cubicBezTo>
                  <a:pt x="1096" y="6995"/>
                  <a:pt x="1098" y="6997"/>
                  <a:pt x="1102" y="6997"/>
                </a:cubicBezTo>
                <a:cubicBezTo>
                  <a:pt x="1110" y="6997"/>
                  <a:pt x="1122" y="6988"/>
                  <a:pt x="1140" y="6968"/>
                </a:cubicBezTo>
                <a:cubicBezTo>
                  <a:pt x="1146" y="6968"/>
                  <a:pt x="1149" y="6971"/>
                  <a:pt x="1150" y="6977"/>
                </a:cubicBezTo>
                <a:cubicBezTo>
                  <a:pt x="1142" y="6991"/>
                  <a:pt x="1131" y="7003"/>
                  <a:pt x="1118" y="7012"/>
                </a:cubicBezTo>
                <a:cubicBezTo>
                  <a:pt x="1105" y="7021"/>
                  <a:pt x="1093" y="7026"/>
                  <a:pt x="1082" y="7026"/>
                </a:cubicBezTo>
                <a:cubicBezTo>
                  <a:pt x="1074" y="7026"/>
                  <a:pt x="1068" y="7024"/>
                  <a:pt x="1064" y="7021"/>
                </a:cubicBezTo>
                <a:cubicBezTo>
                  <a:pt x="1060" y="7017"/>
                  <a:pt x="1059" y="7012"/>
                  <a:pt x="1059" y="7003"/>
                </a:cubicBezTo>
                <a:cubicBezTo>
                  <a:pt x="1059" y="6997"/>
                  <a:pt x="1061" y="6984"/>
                  <a:pt x="1065" y="6965"/>
                </a:cubicBezTo>
                <a:lnTo>
                  <a:pt x="1094" y="6837"/>
                </a:lnTo>
                <a:lnTo>
                  <a:pt x="1061" y="6837"/>
                </a:lnTo>
                <a:cubicBezTo>
                  <a:pt x="1059" y="6837"/>
                  <a:pt x="1059" y="6837"/>
                  <a:pt x="1059" y="6836"/>
                </a:cubicBezTo>
                <a:cubicBezTo>
                  <a:pt x="1059" y="6834"/>
                  <a:pt x="1059" y="6831"/>
                  <a:pt x="1060" y="6828"/>
                </a:cubicBezTo>
                <a:cubicBezTo>
                  <a:pt x="1062" y="6823"/>
                  <a:pt x="1066" y="6820"/>
                  <a:pt x="1073" y="6820"/>
                </a:cubicBezTo>
                <a:lnTo>
                  <a:pt x="1098" y="6818"/>
                </a:lnTo>
                <a:moveTo>
                  <a:pt x="1317" y="6832"/>
                </a:moveTo>
                <a:cubicBezTo>
                  <a:pt x="1314" y="6829"/>
                  <a:pt x="1308" y="6828"/>
                  <a:pt x="1299" y="6828"/>
                </a:cubicBezTo>
                <a:cubicBezTo>
                  <a:pt x="1271" y="6828"/>
                  <a:pt x="1251" y="6855"/>
                  <a:pt x="1237" y="6909"/>
                </a:cubicBezTo>
                <a:cubicBezTo>
                  <a:pt x="1247" y="6907"/>
                  <a:pt x="1256" y="6905"/>
                  <a:pt x="1265" y="6903"/>
                </a:cubicBezTo>
                <a:cubicBezTo>
                  <a:pt x="1275" y="6900"/>
                  <a:pt x="1284" y="6897"/>
                  <a:pt x="1293" y="6892"/>
                </a:cubicBezTo>
                <a:cubicBezTo>
                  <a:pt x="1302" y="6887"/>
                  <a:pt x="1309" y="6881"/>
                  <a:pt x="1315" y="6873"/>
                </a:cubicBezTo>
                <a:cubicBezTo>
                  <a:pt x="1320" y="6865"/>
                  <a:pt x="1322" y="6856"/>
                  <a:pt x="1322" y="6846"/>
                </a:cubicBezTo>
                <a:cubicBezTo>
                  <a:pt x="1322" y="6839"/>
                  <a:pt x="1321" y="6834"/>
                  <a:pt x="1317" y="6832"/>
                </a:cubicBezTo>
                <a:moveTo>
                  <a:pt x="1234" y="6927"/>
                </a:moveTo>
                <a:lnTo>
                  <a:pt x="1234" y="6943"/>
                </a:lnTo>
                <a:cubicBezTo>
                  <a:pt x="1234" y="6963"/>
                  <a:pt x="1237" y="6977"/>
                  <a:pt x="1243" y="6985"/>
                </a:cubicBezTo>
                <a:cubicBezTo>
                  <a:pt x="1249" y="6993"/>
                  <a:pt x="1258" y="6997"/>
                  <a:pt x="1269" y="6997"/>
                </a:cubicBezTo>
                <a:cubicBezTo>
                  <a:pt x="1281" y="6997"/>
                  <a:pt x="1290" y="6995"/>
                  <a:pt x="1298" y="6991"/>
                </a:cubicBezTo>
                <a:cubicBezTo>
                  <a:pt x="1306" y="6987"/>
                  <a:pt x="1317" y="6979"/>
                  <a:pt x="1330" y="6965"/>
                </a:cubicBezTo>
                <a:cubicBezTo>
                  <a:pt x="1335" y="6965"/>
                  <a:pt x="1338" y="6968"/>
                  <a:pt x="1340" y="6973"/>
                </a:cubicBezTo>
                <a:cubicBezTo>
                  <a:pt x="1313" y="7008"/>
                  <a:pt x="1284" y="7026"/>
                  <a:pt x="1252" y="7026"/>
                </a:cubicBezTo>
                <a:cubicBezTo>
                  <a:pt x="1233" y="7026"/>
                  <a:pt x="1219" y="7019"/>
                  <a:pt x="1209" y="7005"/>
                </a:cubicBezTo>
                <a:cubicBezTo>
                  <a:pt x="1199" y="6992"/>
                  <a:pt x="1194" y="6975"/>
                  <a:pt x="1194" y="6954"/>
                </a:cubicBezTo>
                <a:cubicBezTo>
                  <a:pt x="1194" y="6942"/>
                  <a:pt x="1196" y="6929"/>
                  <a:pt x="1198" y="6916"/>
                </a:cubicBezTo>
                <a:cubicBezTo>
                  <a:pt x="1201" y="6903"/>
                  <a:pt x="1206" y="6891"/>
                  <a:pt x="1212" y="6878"/>
                </a:cubicBezTo>
                <a:cubicBezTo>
                  <a:pt x="1219" y="6866"/>
                  <a:pt x="1225" y="6856"/>
                  <a:pt x="1234" y="6846"/>
                </a:cubicBezTo>
                <a:cubicBezTo>
                  <a:pt x="1243" y="6836"/>
                  <a:pt x="1254" y="6829"/>
                  <a:pt x="1267" y="6823"/>
                </a:cubicBezTo>
                <a:cubicBezTo>
                  <a:pt x="1280" y="6817"/>
                  <a:pt x="1294" y="6814"/>
                  <a:pt x="1310" y="6814"/>
                </a:cubicBezTo>
                <a:cubicBezTo>
                  <a:pt x="1325" y="6814"/>
                  <a:pt x="1337" y="6818"/>
                  <a:pt x="1344" y="6825"/>
                </a:cubicBezTo>
                <a:cubicBezTo>
                  <a:pt x="1351" y="6833"/>
                  <a:pt x="1355" y="6841"/>
                  <a:pt x="1355" y="6848"/>
                </a:cubicBezTo>
                <a:cubicBezTo>
                  <a:pt x="1355" y="6853"/>
                  <a:pt x="1355" y="6856"/>
                  <a:pt x="1354" y="6858"/>
                </a:cubicBezTo>
                <a:cubicBezTo>
                  <a:pt x="1354" y="6859"/>
                  <a:pt x="1353" y="6863"/>
                  <a:pt x="1352" y="6867"/>
                </a:cubicBezTo>
                <a:cubicBezTo>
                  <a:pt x="1351" y="6872"/>
                  <a:pt x="1349" y="6876"/>
                  <a:pt x="1346" y="6879"/>
                </a:cubicBezTo>
                <a:cubicBezTo>
                  <a:pt x="1343" y="6882"/>
                  <a:pt x="1339" y="6886"/>
                  <a:pt x="1333" y="6891"/>
                </a:cubicBezTo>
                <a:cubicBezTo>
                  <a:pt x="1327" y="6896"/>
                  <a:pt x="1320" y="6901"/>
                  <a:pt x="1311" y="6904"/>
                </a:cubicBezTo>
                <a:cubicBezTo>
                  <a:pt x="1303" y="6908"/>
                  <a:pt x="1292" y="6911"/>
                  <a:pt x="1279" y="6915"/>
                </a:cubicBezTo>
                <a:cubicBezTo>
                  <a:pt x="1266" y="6919"/>
                  <a:pt x="1251" y="6923"/>
                  <a:pt x="1234" y="6927"/>
                </a:cubicBezTo>
                <a:moveTo>
                  <a:pt x="1548" y="6962"/>
                </a:moveTo>
                <a:cubicBezTo>
                  <a:pt x="1545" y="6977"/>
                  <a:pt x="1543" y="6986"/>
                  <a:pt x="1543" y="6989"/>
                </a:cubicBezTo>
                <a:cubicBezTo>
                  <a:pt x="1543" y="6995"/>
                  <a:pt x="1544" y="6997"/>
                  <a:pt x="1548" y="6997"/>
                </a:cubicBezTo>
                <a:cubicBezTo>
                  <a:pt x="1550" y="6997"/>
                  <a:pt x="1554" y="6995"/>
                  <a:pt x="1560" y="6991"/>
                </a:cubicBezTo>
                <a:cubicBezTo>
                  <a:pt x="1567" y="6986"/>
                  <a:pt x="1572" y="6980"/>
                  <a:pt x="1578" y="6973"/>
                </a:cubicBezTo>
                <a:cubicBezTo>
                  <a:pt x="1583" y="6973"/>
                  <a:pt x="1587" y="6976"/>
                  <a:pt x="1589" y="6981"/>
                </a:cubicBezTo>
                <a:cubicBezTo>
                  <a:pt x="1566" y="7011"/>
                  <a:pt x="1544" y="7026"/>
                  <a:pt x="1523" y="7026"/>
                </a:cubicBezTo>
                <a:cubicBezTo>
                  <a:pt x="1509" y="7026"/>
                  <a:pt x="1503" y="7020"/>
                  <a:pt x="1503" y="7010"/>
                </a:cubicBezTo>
                <a:cubicBezTo>
                  <a:pt x="1503" y="7002"/>
                  <a:pt x="1506" y="6988"/>
                  <a:pt x="1511" y="6966"/>
                </a:cubicBezTo>
                <a:lnTo>
                  <a:pt x="1529" y="6891"/>
                </a:lnTo>
                <a:cubicBezTo>
                  <a:pt x="1533" y="6874"/>
                  <a:pt x="1535" y="6863"/>
                  <a:pt x="1535" y="6859"/>
                </a:cubicBezTo>
                <a:cubicBezTo>
                  <a:pt x="1535" y="6852"/>
                  <a:pt x="1534" y="6848"/>
                  <a:pt x="1531" y="6845"/>
                </a:cubicBezTo>
                <a:cubicBezTo>
                  <a:pt x="1529" y="6843"/>
                  <a:pt x="1524" y="6842"/>
                  <a:pt x="1519" y="6842"/>
                </a:cubicBezTo>
                <a:cubicBezTo>
                  <a:pt x="1504" y="6842"/>
                  <a:pt x="1480" y="6864"/>
                  <a:pt x="1446" y="6909"/>
                </a:cubicBezTo>
                <a:lnTo>
                  <a:pt x="1428" y="6987"/>
                </a:lnTo>
                <a:cubicBezTo>
                  <a:pt x="1428" y="6989"/>
                  <a:pt x="1427" y="6992"/>
                  <a:pt x="1426" y="6997"/>
                </a:cubicBezTo>
                <a:cubicBezTo>
                  <a:pt x="1425" y="7002"/>
                  <a:pt x="1424" y="7006"/>
                  <a:pt x="1423" y="7008"/>
                </a:cubicBezTo>
                <a:cubicBezTo>
                  <a:pt x="1423" y="7011"/>
                  <a:pt x="1422" y="7014"/>
                  <a:pt x="1420" y="7017"/>
                </a:cubicBezTo>
                <a:cubicBezTo>
                  <a:pt x="1419" y="7020"/>
                  <a:pt x="1417" y="7022"/>
                  <a:pt x="1415" y="7023"/>
                </a:cubicBezTo>
                <a:cubicBezTo>
                  <a:pt x="1413" y="7025"/>
                  <a:pt x="1410" y="7026"/>
                  <a:pt x="1406" y="7026"/>
                </a:cubicBezTo>
                <a:cubicBezTo>
                  <a:pt x="1393" y="7026"/>
                  <a:pt x="1386" y="7021"/>
                  <a:pt x="1386" y="7013"/>
                </a:cubicBezTo>
                <a:cubicBezTo>
                  <a:pt x="1386" y="7012"/>
                  <a:pt x="1388" y="7003"/>
                  <a:pt x="1392" y="6987"/>
                </a:cubicBezTo>
                <a:lnTo>
                  <a:pt x="1419" y="6869"/>
                </a:lnTo>
                <a:cubicBezTo>
                  <a:pt x="1421" y="6856"/>
                  <a:pt x="1423" y="6848"/>
                  <a:pt x="1423" y="6845"/>
                </a:cubicBezTo>
                <a:cubicBezTo>
                  <a:pt x="1423" y="6840"/>
                  <a:pt x="1420" y="6837"/>
                  <a:pt x="1415" y="6836"/>
                </a:cubicBezTo>
                <a:lnTo>
                  <a:pt x="1396" y="6834"/>
                </a:lnTo>
                <a:cubicBezTo>
                  <a:pt x="1392" y="6829"/>
                  <a:pt x="1392" y="6825"/>
                  <a:pt x="1395" y="6821"/>
                </a:cubicBezTo>
                <a:cubicBezTo>
                  <a:pt x="1427" y="6817"/>
                  <a:pt x="1447" y="6815"/>
                  <a:pt x="1454" y="6815"/>
                </a:cubicBezTo>
                <a:cubicBezTo>
                  <a:pt x="1461" y="6815"/>
                  <a:pt x="1464" y="6818"/>
                  <a:pt x="1464" y="6825"/>
                </a:cubicBezTo>
                <a:cubicBezTo>
                  <a:pt x="1464" y="6827"/>
                  <a:pt x="1464" y="6831"/>
                  <a:pt x="1462" y="6835"/>
                </a:cubicBezTo>
                <a:cubicBezTo>
                  <a:pt x="1462" y="6839"/>
                  <a:pt x="1460" y="6845"/>
                  <a:pt x="1458" y="6853"/>
                </a:cubicBezTo>
                <a:cubicBezTo>
                  <a:pt x="1456" y="6861"/>
                  <a:pt x="1455" y="6866"/>
                  <a:pt x="1454" y="6869"/>
                </a:cubicBezTo>
                <a:lnTo>
                  <a:pt x="1453" y="6874"/>
                </a:lnTo>
                <a:lnTo>
                  <a:pt x="1453" y="6874"/>
                </a:lnTo>
                <a:cubicBezTo>
                  <a:pt x="1474" y="6850"/>
                  <a:pt x="1490" y="6834"/>
                  <a:pt x="1502" y="6826"/>
                </a:cubicBezTo>
                <a:cubicBezTo>
                  <a:pt x="1515" y="6818"/>
                  <a:pt x="1528" y="6814"/>
                  <a:pt x="1541" y="6814"/>
                </a:cubicBezTo>
                <a:cubicBezTo>
                  <a:pt x="1562" y="6814"/>
                  <a:pt x="1572" y="6826"/>
                  <a:pt x="1572" y="6852"/>
                </a:cubicBezTo>
                <a:cubicBezTo>
                  <a:pt x="1572" y="6857"/>
                  <a:pt x="1570" y="6869"/>
                  <a:pt x="1566" y="6887"/>
                </a:cubicBezTo>
                <a:lnTo>
                  <a:pt x="1548" y="6962"/>
                </a:lnTo>
                <a:moveTo>
                  <a:pt x="1781" y="6817"/>
                </a:moveTo>
                <a:cubicBezTo>
                  <a:pt x="1784" y="6817"/>
                  <a:pt x="1795" y="6817"/>
                  <a:pt x="1814" y="6817"/>
                </a:cubicBezTo>
                <a:lnTo>
                  <a:pt x="1782" y="6964"/>
                </a:lnTo>
                <a:cubicBezTo>
                  <a:pt x="1779" y="6979"/>
                  <a:pt x="1777" y="6988"/>
                  <a:pt x="1777" y="6991"/>
                </a:cubicBezTo>
                <a:cubicBezTo>
                  <a:pt x="1777" y="6995"/>
                  <a:pt x="1779" y="6997"/>
                  <a:pt x="1783" y="6997"/>
                </a:cubicBezTo>
                <a:cubicBezTo>
                  <a:pt x="1788" y="6997"/>
                  <a:pt x="1797" y="6989"/>
                  <a:pt x="1809" y="6972"/>
                </a:cubicBezTo>
                <a:cubicBezTo>
                  <a:pt x="1813" y="6972"/>
                  <a:pt x="1817" y="6975"/>
                  <a:pt x="1820" y="6980"/>
                </a:cubicBezTo>
                <a:cubicBezTo>
                  <a:pt x="1806" y="7010"/>
                  <a:pt x="1786" y="7026"/>
                  <a:pt x="1760" y="7026"/>
                </a:cubicBezTo>
                <a:cubicBezTo>
                  <a:pt x="1746" y="7026"/>
                  <a:pt x="1740" y="7018"/>
                  <a:pt x="1741" y="7004"/>
                </a:cubicBezTo>
                <a:cubicBezTo>
                  <a:pt x="1741" y="6997"/>
                  <a:pt x="1742" y="6989"/>
                  <a:pt x="1745" y="6978"/>
                </a:cubicBezTo>
                <a:lnTo>
                  <a:pt x="1751" y="6958"/>
                </a:lnTo>
                <a:lnTo>
                  <a:pt x="1750" y="6958"/>
                </a:lnTo>
                <a:cubicBezTo>
                  <a:pt x="1720" y="7003"/>
                  <a:pt x="1693" y="7026"/>
                  <a:pt x="1670" y="7026"/>
                </a:cubicBezTo>
                <a:cubicBezTo>
                  <a:pt x="1640" y="7026"/>
                  <a:pt x="1625" y="7004"/>
                  <a:pt x="1625" y="6962"/>
                </a:cubicBezTo>
                <a:cubicBezTo>
                  <a:pt x="1625" y="6926"/>
                  <a:pt x="1638" y="6892"/>
                  <a:pt x="1665" y="6861"/>
                </a:cubicBezTo>
                <a:cubicBezTo>
                  <a:pt x="1691" y="6829"/>
                  <a:pt x="1717" y="6814"/>
                  <a:pt x="1744" y="6814"/>
                </a:cubicBezTo>
                <a:cubicBezTo>
                  <a:pt x="1752" y="6814"/>
                  <a:pt x="1764" y="6815"/>
                  <a:pt x="1781" y="6817"/>
                </a:cubicBezTo>
                <a:moveTo>
                  <a:pt x="1758" y="6917"/>
                </a:moveTo>
                <a:cubicBezTo>
                  <a:pt x="1761" y="6909"/>
                  <a:pt x="1764" y="6897"/>
                  <a:pt x="1767" y="6884"/>
                </a:cubicBezTo>
                <a:cubicBezTo>
                  <a:pt x="1770" y="6871"/>
                  <a:pt x="1772" y="6859"/>
                  <a:pt x="1773" y="6851"/>
                </a:cubicBezTo>
                <a:lnTo>
                  <a:pt x="1774" y="6837"/>
                </a:lnTo>
                <a:cubicBezTo>
                  <a:pt x="1765" y="6831"/>
                  <a:pt x="1755" y="6828"/>
                  <a:pt x="1745" y="6828"/>
                </a:cubicBezTo>
                <a:cubicBezTo>
                  <a:pt x="1724" y="6828"/>
                  <a:pt x="1706" y="6843"/>
                  <a:pt x="1689" y="6871"/>
                </a:cubicBezTo>
                <a:cubicBezTo>
                  <a:pt x="1671" y="6900"/>
                  <a:pt x="1663" y="6927"/>
                  <a:pt x="1663" y="6954"/>
                </a:cubicBezTo>
                <a:cubicBezTo>
                  <a:pt x="1663" y="6984"/>
                  <a:pt x="1670" y="6999"/>
                  <a:pt x="1683" y="6999"/>
                </a:cubicBezTo>
                <a:cubicBezTo>
                  <a:pt x="1691" y="6999"/>
                  <a:pt x="1702" y="6991"/>
                  <a:pt x="1717" y="6974"/>
                </a:cubicBezTo>
                <a:cubicBezTo>
                  <a:pt x="1732" y="6957"/>
                  <a:pt x="1746" y="6938"/>
                  <a:pt x="1758" y="6917"/>
                </a:cubicBezTo>
                <a:moveTo>
                  <a:pt x="1905" y="6818"/>
                </a:moveTo>
                <a:lnTo>
                  <a:pt x="1911" y="6795"/>
                </a:lnTo>
                <a:cubicBezTo>
                  <a:pt x="1912" y="6792"/>
                  <a:pt x="1912" y="6788"/>
                  <a:pt x="1913" y="6782"/>
                </a:cubicBezTo>
                <a:cubicBezTo>
                  <a:pt x="1914" y="6776"/>
                  <a:pt x="1915" y="6771"/>
                  <a:pt x="1916" y="6768"/>
                </a:cubicBezTo>
                <a:cubicBezTo>
                  <a:pt x="1917" y="6765"/>
                  <a:pt x="1919" y="6763"/>
                  <a:pt x="1921" y="6760"/>
                </a:cubicBezTo>
                <a:cubicBezTo>
                  <a:pt x="1924" y="6757"/>
                  <a:pt x="1927" y="6756"/>
                  <a:pt x="1932" y="6756"/>
                </a:cubicBezTo>
                <a:cubicBezTo>
                  <a:pt x="1944" y="6756"/>
                  <a:pt x="1951" y="6760"/>
                  <a:pt x="1951" y="6769"/>
                </a:cubicBezTo>
                <a:cubicBezTo>
                  <a:pt x="1951" y="6769"/>
                  <a:pt x="1948" y="6779"/>
                  <a:pt x="1944" y="6797"/>
                </a:cubicBezTo>
                <a:lnTo>
                  <a:pt x="1940" y="6818"/>
                </a:lnTo>
                <a:lnTo>
                  <a:pt x="1986" y="6818"/>
                </a:lnTo>
                <a:cubicBezTo>
                  <a:pt x="1989" y="6820"/>
                  <a:pt x="1989" y="6823"/>
                  <a:pt x="1987" y="6828"/>
                </a:cubicBezTo>
                <a:cubicBezTo>
                  <a:pt x="1986" y="6833"/>
                  <a:pt x="1984" y="6836"/>
                  <a:pt x="1981" y="6837"/>
                </a:cubicBezTo>
                <a:lnTo>
                  <a:pt x="1935" y="6837"/>
                </a:lnTo>
                <a:lnTo>
                  <a:pt x="1908" y="6961"/>
                </a:lnTo>
                <a:cubicBezTo>
                  <a:pt x="1904" y="6976"/>
                  <a:pt x="1902" y="6986"/>
                  <a:pt x="1902" y="6991"/>
                </a:cubicBezTo>
                <a:cubicBezTo>
                  <a:pt x="1902" y="6995"/>
                  <a:pt x="1904" y="6997"/>
                  <a:pt x="1908" y="6997"/>
                </a:cubicBezTo>
                <a:cubicBezTo>
                  <a:pt x="1916" y="6997"/>
                  <a:pt x="1929" y="6988"/>
                  <a:pt x="1946" y="6968"/>
                </a:cubicBezTo>
                <a:cubicBezTo>
                  <a:pt x="1952" y="6968"/>
                  <a:pt x="1956" y="6971"/>
                  <a:pt x="1957" y="6977"/>
                </a:cubicBezTo>
                <a:cubicBezTo>
                  <a:pt x="1948" y="6991"/>
                  <a:pt x="1938" y="7003"/>
                  <a:pt x="1924" y="7012"/>
                </a:cubicBezTo>
                <a:cubicBezTo>
                  <a:pt x="1911" y="7021"/>
                  <a:pt x="1899" y="7026"/>
                  <a:pt x="1888" y="7026"/>
                </a:cubicBezTo>
                <a:cubicBezTo>
                  <a:pt x="1880" y="7026"/>
                  <a:pt x="1874" y="7024"/>
                  <a:pt x="1870" y="7021"/>
                </a:cubicBezTo>
                <a:cubicBezTo>
                  <a:pt x="1867" y="7017"/>
                  <a:pt x="1865" y="7012"/>
                  <a:pt x="1865" y="7003"/>
                </a:cubicBezTo>
                <a:cubicBezTo>
                  <a:pt x="1865" y="6997"/>
                  <a:pt x="1867" y="6984"/>
                  <a:pt x="1872" y="6965"/>
                </a:cubicBezTo>
                <a:lnTo>
                  <a:pt x="1900" y="6837"/>
                </a:lnTo>
                <a:lnTo>
                  <a:pt x="1867" y="6837"/>
                </a:lnTo>
                <a:cubicBezTo>
                  <a:pt x="1866" y="6837"/>
                  <a:pt x="1865" y="6837"/>
                  <a:pt x="1865" y="6836"/>
                </a:cubicBezTo>
                <a:cubicBezTo>
                  <a:pt x="1865" y="6834"/>
                  <a:pt x="1865" y="6831"/>
                  <a:pt x="1867" y="6828"/>
                </a:cubicBezTo>
                <a:cubicBezTo>
                  <a:pt x="1868" y="6823"/>
                  <a:pt x="1872" y="6820"/>
                  <a:pt x="1880" y="6820"/>
                </a:cubicBezTo>
                <a:lnTo>
                  <a:pt x="1905" y="6818"/>
                </a:lnTo>
                <a:moveTo>
                  <a:pt x="2063" y="6768"/>
                </a:moveTo>
                <a:cubicBezTo>
                  <a:pt x="2059" y="6764"/>
                  <a:pt x="2056" y="6758"/>
                  <a:pt x="2056" y="6752"/>
                </a:cubicBezTo>
                <a:cubicBezTo>
                  <a:pt x="2056" y="6746"/>
                  <a:pt x="2059" y="6740"/>
                  <a:pt x="2063" y="6736"/>
                </a:cubicBezTo>
                <a:cubicBezTo>
                  <a:pt x="2068" y="6731"/>
                  <a:pt x="2073" y="6729"/>
                  <a:pt x="2079" y="6729"/>
                </a:cubicBezTo>
                <a:cubicBezTo>
                  <a:pt x="2085" y="6729"/>
                  <a:pt x="2090" y="6731"/>
                  <a:pt x="2094" y="6736"/>
                </a:cubicBezTo>
                <a:cubicBezTo>
                  <a:pt x="2099" y="6740"/>
                  <a:pt x="2101" y="6746"/>
                  <a:pt x="2101" y="6752"/>
                </a:cubicBezTo>
                <a:cubicBezTo>
                  <a:pt x="2101" y="6758"/>
                  <a:pt x="2099" y="6764"/>
                  <a:pt x="2094" y="6768"/>
                </a:cubicBezTo>
                <a:cubicBezTo>
                  <a:pt x="2090" y="6772"/>
                  <a:pt x="2085" y="6774"/>
                  <a:pt x="2079" y="6774"/>
                </a:cubicBezTo>
                <a:cubicBezTo>
                  <a:pt x="2073" y="6774"/>
                  <a:pt x="2068" y="6772"/>
                  <a:pt x="2063" y="6768"/>
                </a:cubicBezTo>
                <a:moveTo>
                  <a:pt x="2077" y="6869"/>
                </a:moveTo>
                <a:lnTo>
                  <a:pt x="2056" y="6962"/>
                </a:lnTo>
                <a:cubicBezTo>
                  <a:pt x="2052" y="6977"/>
                  <a:pt x="2050" y="6986"/>
                  <a:pt x="2050" y="6989"/>
                </a:cubicBezTo>
                <a:cubicBezTo>
                  <a:pt x="2050" y="6995"/>
                  <a:pt x="2052" y="6997"/>
                  <a:pt x="2055" y="6997"/>
                </a:cubicBezTo>
                <a:cubicBezTo>
                  <a:pt x="2058" y="6997"/>
                  <a:pt x="2062" y="6995"/>
                  <a:pt x="2067" y="6991"/>
                </a:cubicBezTo>
                <a:cubicBezTo>
                  <a:pt x="2074" y="6986"/>
                  <a:pt x="2080" y="6980"/>
                  <a:pt x="2086" y="6973"/>
                </a:cubicBezTo>
                <a:cubicBezTo>
                  <a:pt x="2091" y="6973"/>
                  <a:pt x="2095" y="6976"/>
                  <a:pt x="2097" y="6981"/>
                </a:cubicBezTo>
                <a:cubicBezTo>
                  <a:pt x="2074" y="7011"/>
                  <a:pt x="2052" y="7026"/>
                  <a:pt x="2031" y="7026"/>
                </a:cubicBezTo>
                <a:cubicBezTo>
                  <a:pt x="2018" y="7026"/>
                  <a:pt x="2012" y="7020"/>
                  <a:pt x="2012" y="7010"/>
                </a:cubicBezTo>
                <a:cubicBezTo>
                  <a:pt x="2012" y="7005"/>
                  <a:pt x="2014" y="6991"/>
                  <a:pt x="2020" y="6966"/>
                </a:cubicBezTo>
                <a:lnTo>
                  <a:pt x="2042" y="6869"/>
                </a:lnTo>
                <a:cubicBezTo>
                  <a:pt x="2045" y="6858"/>
                  <a:pt x="2046" y="6850"/>
                  <a:pt x="2047" y="6845"/>
                </a:cubicBezTo>
                <a:cubicBezTo>
                  <a:pt x="2047" y="6840"/>
                  <a:pt x="2044" y="6837"/>
                  <a:pt x="2038" y="6836"/>
                </a:cubicBezTo>
                <a:lnTo>
                  <a:pt x="2019" y="6834"/>
                </a:lnTo>
                <a:cubicBezTo>
                  <a:pt x="2015" y="6829"/>
                  <a:pt x="2015" y="6825"/>
                  <a:pt x="2018" y="6821"/>
                </a:cubicBezTo>
                <a:cubicBezTo>
                  <a:pt x="2051" y="6817"/>
                  <a:pt x="2070" y="6815"/>
                  <a:pt x="2077" y="6815"/>
                </a:cubicBezTo>
                <a:cubicBezTo>
                  <a:pt x="2083" y="6815"/>
                  <a:pt x="2086" y="6818"/>
                  <a:pt x="2086" y="6825"/>
                </a:cubicBezTo>
                <a:cubicBezTo>
                  <a:pt x="2086" y="6827"/>
                  <a:pt x="2086" y="6829"/>
                  <a:pt x="2085" y="6833"/>
                </a:cubicBezTo>
                <a:cubicBezTo>
                  <a:pt x="2085" y="6837"/>
                  <a:pt x="2084" y="6840"/>
                  <a:pt x="2083" y="6843"/>
                </a:cubicBezTo>
                <a:cubicBezTo>
                  <a:pt x="2082" y="6846"/>
                  <a:pt x="2081" y="6851"/>
                  <a:pt x="2080" y="6856"/>
                </a:cubicBezTo>
                <a:cubicBezTo>
                  <a:pt x="2079" y="6862"/>
                  <a:pt x="2077" y="6866"/>
                  <a:pt x="2077" y="6869"/>
                </a:cubicBezTo>
                <a:moveTo>
                  <a:pt x="2178" y="6991"/>
                </a:moveTo>
                <a:cubicBezTo>
                  <a:pt x="2185" y="7002"/>
                  <a:pt x="2193" y="7008"/>
                  <a:pt x="2201" y="7008"/>
                </a:cubicBezTo>
                <a:cubicBezTo>
                  <a:pt x="2222" y="7008"/>
                  <a:pt x="2239" y="6998"/>
                  <a:pt x="2251" y="6979"/>
                </a:cubicBezTo>
                <a:cubicBezTo>
                  <a:pt x="2265" y="6959"/>
                  <a:pt x="2272" y="6930"/>
                  <a:pt x="2272" y="6893"/>
                </a:cubicBezTo>
                <a:cubicBezTo>
                  <a:pt x="2272" y="6874"/>
                  <a:pt x="2269" y="6859"/>
                  <a:pt x="2264" y="6850"/>
                </a:cubicBezTo>
                <a:cubicBezTo>
                  <a:pt x="2257" y="6836"/>
                  <a:pt x="2248" y="6829"/>
                  <a:pt x="2236" y="6829"/>
                </a:cubicBezTo>
                <a:cubicBezTo>
                  <a:pt x="2220" y="6829"/>
                  <a:pt x="2207" y="6836"/>
                  <a:pt x="2196" y="6849"/>
                </a:cubicBezTo>
                <a:cubicBezTo>
                  <a:pt x="2185" y="6862"/>
                  <a:pt x="2178" y="6876"/>
                  <a:pt x="2174" y="6893"/>
                </a:cubicBezTo>
                <a:cubicBezTo>
                  <a:pt x="2170" y="6909"/>
                  <a:pt x="2168" y="6924"/>
                  <a:pt x="2168" y="6940"/>
                </a:cubicBezTo>
                <a:cubicBezTo>
                  <a:pt x="2168" y="6963"/>
                  <a:pt x="2171" y="6980"/>
                  <a:pt x="2178" y="6991"/>
                </a:cubicBezTo>
                <a:moveTo>
                  <a:pt x="2128" y="6944"/>
                </a:moveTo>
                <a:cubicBezTo>
                  <a:pt x="2128" y="6929"/>
                  <a:pt x="2131" y="6915"/>
                  <a:pt x="2136" y="6900"/>
                </a:cubicBezTo>
                <a:cubicBezTo>
                  <a:pt x="2141" y="6885"/>
                  <a:pt x="2147" y="6871"/>
                  <a:pt x="2156" y="6858"/>
                </a:cubicBezTo>
                <a:cubicBezTo>
                  <a:pt x="2165" y="6845"/>
                  <a:pt x="2177" y="6834"/>
                  <a:pt x="2193" y="6826"/>
                </a:cubicBezTo>
                <a:cubicBezTo>
                  <a:pt x="2208" y="6818"/>
                  <a:pt x="2225" y="6814"/>
                  <a:pt x="2244" y="6814"/>
                </a:cubicBezTo>
                <a:cubicBezTo>
                  <a:pt x="2289" y="6814"/>
                  <a:pt x="2311" y="6839"/>
                  <a:pt x="2310" y="6890"/>
                </a:cubicBezTo>
                <a:cubicBezTo>
                  <a:pt x="2310" y="6918"/>
                  <a:pt x="2303" y="6943"/>
                  <a:pt x="2289" y="6966"/>
                </a:cubicBezTo>
                <a:cubicBezTo>
                  <a:pt x="2276" y="6989"/>
                  <a:pt x="2258" y="7006"/>
                  <a:pt x="2237" y="7016"/>
                </a:cubicBezTo>
                <a:cubicBezTo>
                  <a:pt x="2225" y="7022"/>
                  <a:pt x="2211" y="7026"/>
                  <a:pt x="2194" y="7026"/>
                </a:cubicBezTo>
                <a:cubicBezTo>
                  <a:pt x="2180" y="7026"/>
                  <a:pt x="2168" y="7023"/>
                  <a:pt x="2159" y="7017"/>
                </a:cubicBezTo>
                <a:cubicBezTo>
                  <a:pt x="2149" y="7011"/>
                  <a:pt x="2143" y="7003"/>
                  <a:pt x="2139" y="6994"/>
                </a:cubicBezTo>
                <a:cubicBezTo>
                  <a:pt x="2135" y="6984"/>
                  <a:pt x="2132" y="6976"/>
                  <a:pt x="2130" y="6968"/>
                </a:cubicBezTo>
                <a:cubicBezTo>
                  <a:pt x="2129" y="6960"/>
                  <a:pt x="2128" y="6952"/>
                  <a:pt x="2128" y="6944"/>
                </a:cubicBezTo>
                <a:moveTo>
                  <a:pt x="2506" y="6962"/>
                </a:moveTo>
                <a:cubicBezTo>
                  <a:pt x="2502" y="6977"/>
                  <a:pt x="2501" y="6986"/>
                  <a:pt x="2501" y="6989"/>
                </a:cubicBezTo>
                <a:cubicBezTo>
                  <a:pt x="2501" y="6995"/>
                  <a:pt x="2502" y="6997"/>
                  <a:pt x="2505" y="6997"/>
                </a:cubicBezTo>
                <a:cubicBezTo>
                  <a:pt x="2508" y="6997"/>
                  <a:pt x="2512" y="6995"/>
                  <a:pt x="2518" y="6991"/>
                </a:cubicBezTo>
                <a:cubicBezTo>
                  <a:pt x="2524" y="6986"/>
                  <a:pt x="2530" y="6980"/>
                  <a:pt x="2536" y="6973"/>
                </a:cubicBezTo>
                <a:cubicBezTo>
                  <a:pt x="2541" y="6973"/>
                  <a:pt x="2545" y="6976"/>
                  <a:pt x="2547" y="6981"/>
                </a:cubicBezTo>
                <a:cubicBezTo>
                  <a:pt x="2524" y="7011"/>
                  <a:pt x="2502" y="7026"/>
                  <a:pt x="2480" y="7026"/>
                </a:cubicBezTo>
                <a:cubicBezTo>
                  <a:pt x="2467" y="7026"/>
                  <a:pt x="2461" y="7020"/>
                  <a:pt x="2461" y="7010"/>
                </a:cubicBezTo>
                <a:cubicBezTo>
                  <a:pt x="2461" y="7002"/>
                  <a:pt x="2463" y="6988"/>
                  <a:pt x="2469" y="6966"/>
                </a:cubicBezTo>
                <a:lnTo>
                  <a:pt x="2487" y="6891"/>
                </a:lnTo>
                <a:cubicBezTo>
                  <a:pt x="2491" y="6874"/>
                  <a:pt x="2493" y="6863"/>
                  <a:pt x="2493" y="6859"/>
                </a:cubicBezTo>
                <a:cubicBezTo>
                  <a:pt x="2493" y="6852"/>
                  <a:pt x="2491" y="6848"/>
                  <a:pt x="2489" y="6845"/>
                </a:cubicBezTo>
                <a:cubicBezTo>
                  <a:pt x="2486" y="6843"/>
                  <a:pt x="2482" y="6842"/>
                  <a:pt x="2477" y="6842"/>
                </a:cubicBezTo>
                <a:cubicBezTo>
                  <a:pt x="2462" y="6842"/>
                  <a:pt x="2438" y="6864"/>
                  <a:pt x="2404" y="6909"/>
                </a:cubicBezTo>
                <a:lnTo>
                  <a:pt x="2386" y="6987"/>
                </a:lnTo>
                <a:cubicBezTo>
                  <a:pt x="2385" y="6989"/>
                  <a:pt x="2385" y="6992"/>
                  <a:pt x="2383" y="6997"/>
                </a:cubicBezTo>
                <a:cubicBezTo>
                  <a:pt x="2383" y="7002"/>
                  <a:pt x="2382" y="7006"/>
                  <a:pt x="2381" y="7008"/>
                </a:cubicBezTo>
                <a:cubicBezTo>
                  <a:pt x="2381" y="7011"/>
                  <a:pt x="2379" y="7014"/>
                  <a:pt x="2378" y="7017"/>
                </a:cubicBezTo>
                <a:cubicBezTo>
                  <a:pt x="2377" y="7020"/>
                  <a:pt x="2375" y="7022"/>
                  <a:pt x="2372" y="7023"/>
                </a:cubicBezTo>
                <a:cubicBezTo>
                  <a:pt x="2370" y="7025"/>
                  <a:pt x="2368" y="7026"/>
                  <a:pt x="2364" y="7026"/>
                </a:cubicBezTo>
                <a:cubicBezTo>
                  <a:pt x="2350" y="7026"/>
                  <a:pt x="2344" y="7021"/>
                  <a:pt x="2344" y="7013"/>
                </a:cubicBezTo>
                <a:cubicBezTo>
                  <a:pt x="2344" y="7012"/>
                  <a:pt x="2346" y="7003"/>
                  <a:pt x="2350" y="6987"/>
                </a:cubicBezTo>
                <a:lnTo>
                  <a:pt x="2377" y="6869"/>
                </a:lnTo>
                <a:cubicBezTo>
                  <a:pt x="2379" y="6856"/>
                  <a:pt x="2380" y="6848"/>
                  <a:pt x="2380" y="6845"/>
                </a:cubicBezTo>
                <a:cubicBezTo>
                  <a:pt x="2380" y="6840"/>
                  <a:pt x="2378" y="6837"/>
                  <a:pt x="2372" y="6836"/>
                </a:cubicBezTo>
                <a:lnTo>
                  <a:pt x="2353" y="6834"/>
                </a:lnTo>
                <a:cubicBezTo>
                  <a:pt x="2350" y="6829"/>
                  <a:pt x="2349" y="6825"/>
                  <a:pt x="2353" y="6821"/>
                </a:cubicBezTo>
                <a:cubicBezTo>
                  <a:pt x="2385" y="6817"/>
                  <a:pt x="2404" y="6815"/>
                  <a:pt x="2412" y="6815"/>
                </a:cubicBezTo>
                <a:cubicBezTo>
                  <a:pt x="2419" y="6815"/>
                  <a:pt x="2422" y="6818"/>
                  <a:pt x="2422" y="6825"/>
                </a:cubicBezTo>
                <a:cubicBezTo>
                  <a:pt x="2422" y="6827"/>
                  <a:pt x="2421" y="6831"/>
                  <a:pt x="2420" y="6835"/>
                </a:cubicBezTo>
                <a:cubicBezTo>
                  <a:pt x="2419" y="6839"/>
                  <a:pt x="2418" y="6845"/>
                  <a:pt x="2416" y="6853"/>
                </a:cubicBezTo>
                <a:cubicBezTo>
                  <a:pt x="2414" y="6861"/>
                  <a:pt x="2412" y="6866"/>
                  <a:pt x="2412" y="6869"/>
                </a:cubicBezTo>
                <a:lnTo>
                  <a:pt x="2410" y="6874"/>
                </a:lnTo>
                <a:lnTo>
                  <a:pt x="2411" y="6874"/>
                </a:lnTo>
                <a:cubicBezTo>
                  <a:pt x="2431" y="6850"/>
                  <a:pt x="2448" y="6834"/>
                  <a:pt x="2460" y="6826"/>
                </a:cubicBezTo>
                <a:cubicBezTo>
                  <a:pt x="2473" y="6818"/>
                  <a:pt x="2485" y="6814"/>
                  <a:pt x="2499" y="6814"/>
                </a:cubicBezTo>
                <a:cubicBezTo>
                  <a:pt x="2519" y="6814"/>
                  <a:pt x="2530" y="6826"/>
                  <a:pt x="2530" y="6852"/>
                </a:cubicBezTo>
                <a:cubicBezTo>
                  <a:pt x="2530" y="6857"/>
                  <a:pt x="2528" y="6869"/>
                  <a:pt x="2524" y="6887"/>
                </a:cubicBezTo>
                <a:lnTo>
                  <a:pt x="2506" y="6962"/>
                </a:lnTo>
                <a:moveTo>
                  <a:pt x="2591" y="264"/>
                </a:moveTo>
                <a:lnTo>
                  <a:pt x="2620" y="54"/>
                </a:lnTo>
                <a:lnTo>
                  <a:pt x="2618" y="54"/>
                </a:lnTo>
                <a:lnTo>
                  <a:pt x="2468" y="303"/>
                </a:lnTo>
                <a:cubicBezTo>
                  <a:pt x="2466" y="307"/>
                  <a:pt x="2464" y="309"/>
                  <a:pt x="2461" y="309"/>
                </a:cubicBezTo>
                <a:cubicBezTo>
                  <a:pt x="2458" y="309"/>
                  <a:pt x="2456" y="307"/>
                  <a:pt x="2455" y="303"/>
                </a:cubicBezTo>
                <a:lnTo>
                  <a:pt x="2410" y="59"/>
                </a:lnTo>
                <a:lnTo>
                  <a:pt x="2408" y="59"/>
                </a:lnTo>
                <a:lnTo>
                  <a:pt x="2349" y="265"/>
                </a:lnTo>
                <a:cubicBezTo>
                  <a:pt x="2349" y="267"/>
                  <a:pt x="2348" y="269"/>
                  <a:pt x="2348" y="271"/>
                </a:cubicBezTo>
                <a:cubicBezTo>
                  <a:pt x="2347" y="273"/>
                  <a:pt x="2347" y="275"/>
                  <a:pt x="2347" y="277"/>
                </a:cubicBezTo>
                <a:cubicBezTo>
                  <a:pt x="2347" y="286"/>
                  <a:pt x="2351" y="291"/>
                  <a:pt x="2359" y="292"/>
                </a:cubicBezTo>
                <a:lnTo>
                  <a:pt x="2371" y="293"/>
                </a:lnTo>
                <a:cubicBezTo>
                  <a:pt x="2373" y="293"/>
                  <a:pt x="2375" y="294"/>
                  <a:pt x="2375" y="296"/>
                </a:cubicBezTo>
                <a:lnTo>
                  <a:pt x="2374" y="305"/>
                </a:lnTo>
                <a:lnTo>
                  <a:pt x="2373" y="307"/>
                </a:lnTo>
                <a:cubicBezTo>
                  <a:pt x="2355" y="306"/>
                  <a:pt x="2341" y="305"/>
                  <a:pt x="2331" y="305"/>
                </a:cubicBezTo>
                <a:cubicBezTo>
                  <a:pt x="2323" y="305"/>
                  <a:pt x="2310" y="306"/>
                  <a:pt x="2291" y="307"/>
                </a:cubicBezTo>
                <a:lnTo>
                  <a:pt x="2290" y="305"/>
                </a:lnTo>
                <a:lnTo>
                  <a:pt x="2291" y="296"/>
                </a:lnTo>
                <a:cubicBezTo>
                  <a:pt x="2292" y="294"/>
                  <a:pt x="2293" y="293"/>
                  <a:pt x="2296" y="293"/>
                </a:cubicBezTo>
                <a:lnTo>
                  <a:pt x="2308" y="292"/>
                </a:lnTo>
                <a:cubicBezTo>
                  <a:pt x="2319" y="291"/>
                  <a:pt x="2327" y="282"/>
                  <a:pt x="2332" y="265"/>
                </a:cubicBezTo>
                <a:lnTo>
                  <a:pt x="2398" y="35"/>
                </a:lnTo>
                <a:cubicBezTo>
                  <a:pt x="2399" y="31"/>
                  <a:pt x="2400" y="28"/>
                  <a:pt x="2400" y="26"/>
                </a:cubicBezTo>
                <a:cubicBezTo>
                  <a:pt x="2400" y="22"/>
                  <a:pt x="2398" y="20"/>
                  <a:pt x="2396" y="18"/>
                </a:cubicBezTo>
                <a:cubicBezTo>
                  <a:pt x="2394" y="17"/>
                  <a:pt x="2390" y="16"/>
                  <a:pt x="2384" y="15"/>
                </a:cubicBezTo>
                <a:lnTo>
                  <a:pt x="2372" y="14"/>
                </a:lnTo>
                <a:cubicBezTo>
                  <a:pt x="2370" y="14"/>
                  <a:pt x="2369" y="14"/>
                  <a:pt x="2368" y="13"/>
                </a:cubicBezTo>
                <a:cubicBezTo>
                  <a:pt x="2368" y="12"/>
                  <a:pt x="2368" y="12"/>
                  <a:pt x="2368" y="11"/>
                </a:cubicBezTo>
                <a:lnTo>
                  <a:pt x="2369" y="1"/>
                </a:lnTo>
                <a:lnTo>
                  <a:pt x="2370" y="0"/>
                </a:lnTo>
                <a:lnTo>
                  <a:pt x="2438" y="1"/>
                </a:lnTo>
                <a:lnTo>
                  <a:pt x="2484" y="241"/>
                </a:lnTo>
                <a:cubicBezTo>
                  <a:pt x="2484" y="245"/>
                  <a:pt x="2485" y="247"/>
                  <a:pt x="2486" y="247"/>
                </a:cubicBezTo>
                <a:cubicBezTo>
                  <a:pt x="2487" y="247"/>
                  <a:pt x="2489" y="245"/>
                  <a:pt x="2492" y="241"/>
                </a:cubicBezTo>
                <a:lnTo>
                  <a:pt x="2634" y="0"/>
                </a:lnTo>
                <a:lnTo>
                  <a:pt x="2694" y="0"/>
                </a:lnTo>
                <a:lnTo>
                  <a:pt x="2694" y="1"/>
                </a:lnTo>
                <a:lnTo>
                  <a:pt x="2694" y="11"/>
                </a:lnTo>
                <a:cubicBezTo>
                  <a:pt x="2693" y="12"/>
                  <a:pt x="2691" y="14"/>
                  <a:pt x="2688" y="14"/>
                </a:cubicBezTo>
                <a:lnTo>
                  <a:pt x="2675" y="15"/>
                </a:lnTo>
                <a:cubicBezTo>
                  <a:pt x="2663" y="16"/>
                  <a:pt x="2656" y="22"/>
                  <a:pt x="2655" y="35"/>
                </a:cubicBezTo>
                <a:lnTo>
                  <a:pt x="2626" y="264"/>
                </a:lnTo>
                <a:cubicBezTo>
                  <a:pt x="2625" y="269"/>
                  <a:pt x="2625" y="272"/>
                  <a:pt x="2625" y="275"/>
                </a:cubicBezTo>
                <a:cubicBezTo>
                  <a:pt x="2625" y="286"/>
                  <a:pt x="2629" y="291"/>
                  <a:pt x="2639" y="292"/>
                </a:cubicBezTo>
                <a:lnTo>
                  <a:pt x="2652" y="293"/>
                </a:lnTo>
                <a:cubicBezTo>
                  <a:pt x="2653" y="293"/>
                  <a:pt x="2654" y="293"/>
                  <a:pt x="2654" y="294"/>
                </a:cubicBezTo>
                <a:cubicBezTo>
                  <a:pt x="2655" y="294"/>
                  <a:pt x="2655" y="295"/>
                  <a:pt x="2655" y="296"/>
                </a:cubicBezTo>
                <a:lnTo>
                  <a:pt x="2655" y="305"/>
                </a:lnTo>
                <a:lnTo>
                  <a:pt x="2653" y="307"/>
                </a:lnTo>
                <a:cubicBezTo>
                  <a:pt x="2625" y="306"/>
                  <a:pt x="2608" y="305"/>
                  <a:pt x="2603" y="305"/>
                </a:cubicBezTo>
                <a:cubicBezTo>
                  <a:pt x="2599" y="305"/>
                  <a:pt x="2583" y="306"/>
                  <a:pt x="2554" y="307"/>
                </a:cubicBezTo>
                <a:lnTo>
                  <a:pt x="2554" y="305"/>
                </a:lnTo>
                <a:lnTo>
                  <a:pt x="2554" y="296"/>
                </a:lnTo>
                <a:cubicBezTo>
                  <a:pt x="2554" y="294"/>
                  <a:pt x="2556" y="293"/>
                  <a:pt x="2559" y="293"/>
                </a:cubicBezTo>
                <a:lnTo>
                  <a:pt x="2571" y="292"/>
                </a:lnTo>
                <a:cubicBezTo>
                  <a:pt x="2576" y="292"/>
                  <a:pt x="2581" y="289"/>
                  <a:pt x="2584" y="283"/>
                </a:cubicBezTo>
                <a:cubicBezTo>
                  <a:pt x="2588" y="278"/>
                  <a:pt x="2590" y="271"/>
                  <a:pt x="2591" y="264"/>
                </a:cubicBezTo>
                <a:moveTo>
                  <a:pt x="2763" y="53"/>
                </a:moveTo>
                <a:cubicBezTo>
                  <a:pt x="2758" y="49"/>
                  <a:pt x="2756" y="43"/>
                  <a:pt x="2756" y="37"/>
                </a:cubicBezTo>
                <a:cubicBezTo>
                  <a:pt x="2756" y="31"/>
                  <a:pt x="2758" y="25"/>
                  <a:pt x="2763" y="21"/>
                </a:cubicBezTo>
                <a:cubicBezTo>
                  <a:pt x="2767" y="16"/>
                  <a:pt x="2773" y="14"/>
                  <a:pt x="2778" y="14"/>
                </a:cubicBezTo>
                <a:cubicBezTo>
                  <a:pt x="2784" y="14"/>
                  <a:pt x="2790" y="16"/>
                  <a:pt x="2794" y="21"/>
                </a:cubicBezTo>
                <a:cubicBezTo>
                  <a:pt x="2799" y="25"/>
                  <a:pt x="2801" y="31"/>
                  <a:pt x="2801" y="37"/>
                </a:cubicBezTo>
                <a:cubicBezTo>
                  <a:pt x="2801" y="43"/>
                  <a:pt x="2799" y="49"/>
                  <a:pt x="2794" y="53"/>
                </a:cubicBezTo>
                <a:cubicBezTo>
                  <a:pt x="2790" y="57"/>
                  <a:pt x="2784" y="59"/>
                  <a:pt x="2778" y="59"/>
                </a:cubicBezTo>
                <a:cubicBezTo>
                  <a:pt x="2773" y="59"/>
                  <a:pt x="2767" y="57"/>
                  <a:pt x="2763" y="53"/>
                </a:cubicBezTo>
                <a:moveTo>
                  <a:pt x="2777" y="154"/>
                </a:moveTo>
                <a:lnTo>
                  <a:pt x="2756" y="247"/>
                </a:lnTo>
                <a:cubicBezTo>
                  <a:pt x="2752" y="262"/>
                  <a:pt x="2750" y="271"/>
                  <a:pt x="2750" y="274"/>
                </a:cubicBezTo>
                <a:cubicBezTo>
                  <a:pt x="2750" y="279"/>
                  <a:pt x="2752" y="282"/>
                  <a:pt x="2755" y="282"/>
                </a:cubicBezTo>
                <a:cubicBezTo>
                  <a:pt x="2758" y="282"/>
                  <a:pt x="2762" y="280"/>
                  <a:pt x="2767" y="275"/>
                </a:cubicBezTo>
                <a:cubicBezTo>
                  <a:pt x="2773" y="271"/>
                  <a:pt x="2780" y="265"/>
                  <a:pt x="2786" y="258"/>
                </a:cubicBezTo>
                <a:cubicBezTo>
                  <a:pt x="2791" y="258"/>
                  <a:pt x="2795" y="261"/>
                  <a:pt x="2797" y="266"/>
                </a:cubicBezTo>
                <a:cubicBezTo>
                  <a:pt x="2773" y="296"/>
                  <a:pt x="2752" y="310"/>
                  <a:pt x="2731" y="310"/>
                </a:cubicBezTo>
                <a:cubicBezTo>
                  <a:pt x="2718" y="310"/>
                  <a:pt x="2712" y="305"/>
                  <a:pt x="2712" y="294"/>
                </a:cubicBezTo>
                <a:cubicBezTo>
                  <a:pt x="2712" y="290"/>
                  <a:pt x="2714" y="275"/>
                  <a:pt x="2720" y="251"/>
                </a:cubicBezTo>
                <a:lnTo>
                  <a:pt x="2742" y="154"/>
                </a:lnTo>
                <a:cubicBezTo>
                  <a:pt x="2744" y="142"/>
                  <a:pt x="2746" y="134"/>
                  <a:pt x="2746" y="130"/>
                </a:cubicBezTo>
                <a:cubicBezTo>
                  <a:pt x="2746" y="125"/>
                  <a:pt x="2744" y="121"/>
                  <a:pt x="2738" y="120"/>
                </a:cubicBezTo>
                <a:lnTo>
                  <a:pt x="2719" y="119"/>
                </a:lnTo>
                <a:cubicBezTo>
                  <a:pt x="2715" y="114"/>
                  <a:pt x="2715" y="109"/>
                  <a:pt x="2718" y="106"/>
                </a:cubicBezTo>
                <a:cubicBezTo>
                  <a:pt x="2750" y="102"/>
                  <a:pt x="2770" y="100"/>
                  <a:pt x="2777" y="100"/>
                </a:cubicBezTo>
                <a:cubicBezTo>
                  <a:pt x="2783" y="100"/>
                  <a:pt x="2786" y="103"/>
                  <a:pt x="2786" y="109"/>
                </a:cubicBezTo>
                <a:cubicBezTo>
                  <a:pt x="2786" y="112"/>
                  <a:pt x="2786" y="114"/>
                  <a:pt x="2785" y="118"/>
                </a:cubicBezTo>
                <a:cubicBezTo>
                  <a:pt x="2785" y="121"/>
                  <a:pt x="2784" y="125"/>
                  <a:pt x="2783" y="128"/>
                </a:cubicBezTo>
                <a:cubicBezTo>
                  <a:pt x="2782" y="131"/>
                  <a:pt x="2781" y="136"/>
                  <a:pt x="2780" y="141"/>
                </a:cubicBezTo>
                <a:cubicBezTo>
                  <a:pt x="2778" y="147"/>
                  <a:pt x="2777" y="151"/>
                  <a:pt x="2777" y="154"/>
                </a:cubicBezTo>
                <a:moveTo>
                  <a:pt x="2896" y="171"/>
                </a:moveTo>
                <a:lnTo>
                  <a:pt x="2897" y="171"/>
                </a:lnTo>
                <a:cubicBezTo>
                  <a:pt x="2908" y="149"/>
                  <a:pt x="2920" y="132"/>
                  <a:pt x="2932" y="119"/>
                </a:cubicBezTo>
                <a:cubicBezTo>
                  <a:pt x="2945" y="105"/>
                  <a:pt x="2957" y="98"/>
                  <a:pt x="2969" y="98"/>
                </a:cubicBezTo>
                <a:cubicBezTo>
                  <a:pt x="2977" y="98"/>
                  <a:pt x="2983" y="101"/>
                  <a:pt x="2987" y="105"/>
                </a:cubicBezTo>
                <a:cubicBezTo>
                  <a:pt x="2991" y="110"/>
                  <a:pt x="2994" y="115"/>
                  <a:pt x="2994" y="120"/>
                </a:cubicBezTo>
                <a:cubicBezTo>
                  <a:pt x="2994" y="127"/>
                  <a:pt x="2991" y="133"/>
                  <a:pt x="2987" y="139"/>
                </a:cubicBezTo>
                <a:cubicBezTo>
                  <a:pt x="2983" y="144"/>
                  <a:pt x="2978" y="147"/>
                  <a:pt x="2972" y="147"/>
                </a:cubicBezTo>
                <a:cubicBezTo>
                  <a:pt x="2967" y="147"/>
                  <a:pt x="2962" y="144"/>
                  <a:pt x="2956" y="137"/>
                </a:cubicBezTo>
                <a:cubicBezTo>
                  <a:pt x="2953" y="133"/>
                  <a:pt x="2950" y="132"/>
                  <a:pt x="2946" y="132"/>
                </a:cubicBezTo>
                <a:cubicBezTo>
                  <a:pt x="2938" y="132"/>
                  <a:pt x="2918" y="160"/>
                  <a:pt x="2886" y="216"/>
                </a:cubicBezTo>
                <a:lnTo>
                  <a:pt x="2873" y="272"/>
                </a:lnTo>
                <a:cubicBezTo>
                  <a:pt x="2872" y="274"/>
                  <a:pt x="2871" y="277"/>
                  <a:pt x="2870" y="282"/>
                </a:cubicBezTo>
                <a:cubicBezTo>
                  <a:pt x="2869" y="287"/>
                  <a:pt x="2869" y="291"/>
                  <a:pt x="2868" y="293"/>
                </a:cubicBezTo>
                <a:cubicBezTo>
                  <a:pt x="2867" y="296"/>
                  <a:pt x="2866" y="299"/>
                  <a:pt x="2864" y="302"/>
                </a:cubicBezTo>
                <a:cubicBezTo>
                  <a:pt x="2863" y="305"/>
                  <a:pt x="2861" y="307"/>
                  <a:pt x="2859" y="308"/>
                </a:cubicBezTo>
                <a:cubicBezTo>
                  <a:pt x="2857" y="309"/>
                  <a:pt x="2855" y="310"/>
                  <a:pt x="2851" y="310"/>
                </a:cubicBezTo>
                <a:cubicBezTo>
                  <a:pt x="2839" y="310"/>
                  <a:pt x="2833" y="306"/>
                  <a:pt x="2833" y="298"/>
                </a:cubicBezTo>
                <a:cubicBezTo>
                  <a:pt x="2833" y="296"/>
                  <a:pt x="2833" y="293"/>
                  <a:pt x="2834" y="290"/>
                </a:cubicBezTo>
                <a:cubicBezTo>
                  <a:pt x="2835" y="287"/>
                  <a:pt x="2836" y="284"/>
                  <a:pt x="2837" y="280"/>
                </a:cubicBezTo>
                <a:cubicBezTo>
                  <a:pt x="2838" y="277"/>
                  <a:pt x="2839" y="274"/>
                  <a:pt x="2839" y="272"/>
                </a:cubicBezTo>
                <a:lnTo>
                  <a:pt x="2866" y="154"/>
                </a:lnTo>
                <a:cubicBezTo>
                  <a:pt x="2868" y="146"/>
                  <a:pt x="2869" y="138"/>
                  <a:pt x="2869" y="130"/>
                </a:cubicBezTo>
                <a:cubicBezTo>
                  <a:pt x="2869" y="125"/>
                  <a:pt x="2866" y="121"/>
                  <a:pt x="2860" y="120"/>
                </a:cubicBezTo>
                <a:lnTo>
                  <a:pt x="2841" y="119"/>
                </a:lnTo>
                <a:cubicBezTo>
                  <a:pt x="2838" y="114"/>
                  <a:pt x="2838" y="109"/>
                  <a:pt x="2841" y="106"/>
                </a:cubicBezTo>
                <a:cubicBezTo>
                  <a:pt x="2873" y="102"/>
                  <a:pt x="2892" y="100"/>
                  <a:pt x="2897" y="100"/>
                </a:cubicBezTo>
                <a:cubicBezTo>
                  <a:pt x="2904" y="100"/>
                  <a:pt x="2908" y="104"/>
                  <a:pt x="2908" y="111"/>
                </a:cubicBezTo>
                <a:cubicBezTo>
                  <a:pt x="2908" y="113"/>
                  <a:pt x="2907" y="114"/>
                  <a:pt x="2907" y="116"/>
                </a:cubicBezTo>
                <a:cubicBezTo>
                  <a:pt x="2907" y="117"/>
                  <a:pt x="2907" y="118"/>
                  <a:pt x="2907" y="120"/>
                </a:cubicBezTo>
                <a:cubicBezTo>
                  <a:pt x="2906" y="123"/>
                  <a:pt x="2906" y="124"/>
                  <a:pt x="2905" y="126"/>
                </a:cubicBezTo>
                <a:cubicBezTo>
                  <a:pt x="2905" y="128"/>
                  <a:pt x="2905" y="130"/>
                  <a:pt x="2904" y="133"/>
                </a:cubicBezTo>
                <a:cubicBezTo>
                  <a:pt x="2904" y="135"/>
                  <a:pt x="2903" y="137"/>
                  <a:pt x="2903" y="139"/>
                </a:cubicBezTo>
                <a:cubicBezTo>
                  <a:pt x="2902" y="141"/>
                  <a:pt x="2902" y="144"/>
                  <a:pt x="2901" y="147"/>
                </a:cubicBezTo>
                <a:cubicBezTo>
                  <a:pt x="2900" y="150"/>
                  <a:pt x="2900" y="153"/>
                  <a:pt x="2899" y="154"/>
                </a:cubicBezTo>
                <a:lnTo>
                  <a:pt x="2896" y="171"/>
                </a:lnTo>
                <a:moveTo>
                  <a:pt x="3064" y="171"/>
                </a:moveTo>
                <a:lnTo>
                  <a:pt x="3066" y="171"/>
                </a:lnTo>
                <a:cubicBezTo>
                  <a:pt x="3076" y="149"/>
                  <a:pt x="3088" y="132"/>
                  <a:pt x="3100" y="119"/>
                </a:cubicBezTo>
                <a:cubicBezTo>
                  <a:pt x="3113" y="105"/>
                  <a:pt x="3125" y="98"/>
                  <a:pt x="3137" y="98"/>
                </a:cubicBezTo>
                <a:cubicBezTo>
                  <a:pt x="3145" y="98"/>
                  <a:pt x="3151" y="101"/>
                  <a:pt x="3156" y="105"/>
                </a:cubicBezTo>
                <a:cubicBezTo>
                  <a:pt x="3160" y="110"/>
                  <a:pt x="3162" y="115"/>
                  <a:pt x="3162" y="120"/>
                </a:cubicBezTo>
                <a:cubicBezTo>
                  <a:pt x="3162" y="127"/>
                  <a:pt x="3160" y="133"/>
                  <a:pt x="3156" y="139"/>
                </a:cubicBezTo>
                <a:cubicBezTo>
                  <a:pt x="3151" y="144"/>
                  <a:pt x="3146" y="147"/>
                  <a:pt x="3140" y="147"/>
                </a:cubicBezTo>
                <a:cubicBezTo>
                  <a:pt x="3135" y="147"/>
                  <a:pt x="3130" y="144"/>
                  <a:pt x="3124" y="137"/>
                </a:cubicBezTo>
                <a:cubicBezTo>
                  <a:pt x="3121" y="133"/>
                  <a:pt x="3118" y="132"/>
                  <a:pt x="3115" y="132"/>
                </a:cubicBezTo>
                <a:cubicBezTo>
                  <a:pt x="3106" y="132"/>
                  <a:pt x="3086" y="160"/>
                  <a:pt x="3055" y="216"/>
                </a:cubicBezTo>
                <a:lnTo>
                  <a:pt x="3041" y="272"/>
                </a:lnTo>
                <a:cubicBezTo>
                  <a:pt x="3040" y="274"/>
                  <a:pt x="3039" y="277"/>
                  <a:pt x="3039" y="282"/>
                </a:cubicBezTo>
                <a:cubicBezTo>
                  <a:pt x="3038" y="287"/>
                  <a:pt x="3037" y="291"/>
                  <a:pt x="3036" y="293"/>
                </a:cubicBezTo>
                <a:cubicBezTo>
                  <a:pt x="3035" y="296"/>
                  <a:pt x="3034" y="299"/>
                  <a:pt x="3032" y="302"/>
                </a:cubicBezTo>
                <a:cubicBezTo>
                  <a:pt x="3031" y="305"/>
                  <a:pt x="3030" y="307"/>
                  <a:pt x="3028" y="308"/>
                </a:cubicBezTo>
                <a:cubicBezTo>
                  <a:pt x="3025" y="309"/>
                  <a:pt x="3023" y="310"/>
                  <a:pt x="3020" y="310"/>
                </a:cubicBezTo>
                <a:cubicBezTo>
                  <a:pt x="3007" y="310"/>
                  <a:pt x="3001" y="306"/>
                  <a:pt x="3001" y="298"/>
                </a:cubicBezTo>
                <a:cubicBezTo>
                  <a:pt x="3001" y="296"/>
                  <a:pt x="3002" y="293"/>
                  <a:pt x="3002" y="290"/>
                </a:cubicBezTo>
                <a:cubicBezTo>
                  <a:pt x="3003" y="287"/>
                  <a:pt x="3004" y="284"/>
                  <a:pt x="3005" y="280"/>
                </a:cubicBezTo>
                <a:cubicBezTo>
                  <a:pt x="3006" y="277"/>
                  <a:pt x="3007" y="274"/>
                  <a:pt x="3007" y="272"/>
                </a:cubicBezTo>
                <a:lnTo>
                  <a:pt x="3034" y="154"/>
                </a:lnTo>
                <a:cubicBezTo>
                  <a:pt x="3036" y="146"/>
                  <a:pt x="3037" y="138"/>
                  <a:pt x="3037" y="130"/>
                </a:cubicBezTo>
                <a:cubicBezTo>
                  <a:pt x="3037" y="125"/>
                  <a:pt x="3034" y="121"/>
                  <a:pt x="3028" y="120"/>
                </a:cubicBezTo>
                <a:lnTo>
                  <a:pt x="3009" y="119"/>
                </a:lnTo>
                <a:cubicBezTo>
                  <a:pt x="3006" y="114"/>
                  <a:pt x="3006" y="109"/>
                  <a:pt x="3009" y="106"/>
                </a:cubicBezTo>
                <a:cubicBezTo>
                  <a:pt x="3041" y="102"/>
                  <a:pt x="3060" y="100"/>
                  <a:pt x="3066" y="100"/>
                </a:cubicBezTo>
                <a:cubicBezTo>
                  <a:pt x="3072" y="100"/>
                  <a:pt x="3076" y="104"/>
                  <a:pt x="3076" y="111"/>
                </a:cubicBezTo>
                <a:cubicBezTo>
                  <a:pt x="3076" y="113"/>
                  <a:pt x="3076" y="114"/>
                  <a:pt x="3075" y="116"/>
                </a:cubicBezTo>
                <a:cubicBezTo>
                  <a:pt x="3075" y="117"/>
                  <a:pt x="3075" y="118"/>
                  <a:pt x="3075" y="120"/>
                </a:cubicBezTo>
                <a:cubicBezTo>
                  <a:pt x="3074" y="123"/>
                  <a:pt x="3074" y="124"/>
                  <a:pt x="3074" y="126"/>
                </a:cubicBezTo>
                <a:cubicBezTo>
                  <a:pt x="3074" y="128"/>
                  <a:pt x="3073" y="130"/>
                  <a:pt x="3072" y="133"/>
                </a:cubicBezTo>
                <a:cubicBezTo>
                  <a:pt x="3072" y="135"/>
                  <a:pt x="3071" y="137"/>
                  <a:pt x="3071" y="139"/>
                </a:cubicBezTo>
                <a:cubicBezTo>
                  <a:pt x="3071" y="141"/>
                  <a:pt x="3070" y="144"/>
                  <a:pt x="3069" y="147"/>
                </a:cubicBezTo>
                <a:cubicBezTo>
                  <a:pt x="3068" y="150"/>
                  <a:pt x="3068" y="153"/>
                  <a:pt x="3067" y="154"/>
                </a:cubicBezTo>
                <a:lnTo>
                  <a:pt x="3064" y="171"/>
                </a:lnTo>
                <a:moveTo>
                  <a:pt x="3214" y="276"/>
                </a:moveTo>
                <a:cubicBezTo>
                  <a:pt x="3221" y="287"/>
                  <a:pt x="3229" y="293"/>
                  <a:pt x="3237" y="293"/>
                </a:cubicBezTo>
                <a:cubicBezTo>
                  <a:pt x="3258" y="293"/>
                  <a:pt x="3275" y="283"/>
                  <a:pt x="3288" y="264"/>
                </a:cubicBezTo>
                <a:cubicBezTo>
                  <a:pt x="3301" y="243"/>
                  <a:pt x="3308" y="215"/>
                  <a:pt x="3308" y="178"/>
                </a:cubicBezTo>
                <a:cubicBezTo>
                  <a:pt x="3308" y="159"/>
                  <a:pt x="3305" y="144"/>
                  <a:pt x="3301" y="135"/>
                </a:cubicBezTo>
                <a:cubicBezTo>
                  <a:pt x="3293" y="121"/>
                  <a:pt x="3284" y="114"/>
                  <a:pt x="3272" y="114"/>
                </a:cubicBezTo>
                <a:cubicBezTo>
                  <a:pt x="3257" y="114"/>
                  <a:pt x="3244" y="121"/>
                  <a:pt x="3233" y="134"/>
                </a:cubicBezTo>
                <a:cubicBezTo>
                  <a:pt x="3221" y="147"/>
                  <a:pt x="3214" y="161"/>
                  <a:pt x="3210" y="177"/>
                </a:cubicBezTo>
                <a:cubicBezTo>
                  <a:pt x="3206" y="193"/>
                  <a:pt x="3204" y="209"/>
                  <a:pt x="3204" y="225"/>
                </a:cubicBezTo>
                <a:cubicBezTo>
                  <a:pt x="3204" y="248"/>
                  <a:pt x="3207" y="265"/>
                  <a:pt x="3214" y="276"/>
                </a:cubicBezTo>
                <a:moveTo>
                  <a:pt x="3164" y="229"/>
                </a:moveTo>
                <a:cubicBezTo>
                  <a:pt x="3164" y="214"/>
                  <a:pt x="3167" y="200"/>
                  <a:pt x="3172" y="185"/>
                </a:cubicBezTo>
                <a:cubicBezTo>
                  <a:pt x="3177" y="170"/>
                  <a:pt x="3184" y="156"/>
                  <a:pt x="3193" y="143"/>
                </a:cubicBezTo>
                <a:cubicBezTo>
                  <a:pt x="3202" y="130"/>
                  <a:pt x="3214" y="119"/>
                  <a:pt x="3229" y="111"/>
                </a:cubicBezTo>
                <a:cubicBezTo>
                  <a:pt x="3244" y="103"/>
                  <a:pt x="3261" y="98"/>
                  <a:pt x="3280" y="98"/>
                </a:cubicBezTo>
                <a:cubicBezTo>
                  <a:pt x="3325" y="98"/>
                  <a:pt x="3347" y="124"/>
                  <a:pt x="3346" y="175"/>
                </a:cubicBezTo>
                <a:cubicBezTo>
                  <a:pt x="3346" y="202"/>
                  <a:pt x="3339" y="228"/>
                  <a:pt x="3326" y="251"/>
                </a:cubicBezTo>
                <a:cubicBezTo>
                  <a:pt x="3312" y="274"/>
                  <a:pt x="3295" y="291"/>
                  <a:pt x="3274" y="301"/>
                </a:cubicBezTo>
                <a:cubicBezTo>
                  <a:pt x="3262" y="307"/>
                  <a:pt x="3247" y="310"/>
                  <a:pt x="3230" y="310"/>
                </a:cubicBezTo>
                <a:cubicBezTo>
                  <a:pt x="3216" y="310"/>
                  <a:pt x="3204" y="307"/>
                  <a:pt x="3195" y="302"/>
                </a:cubicBezTo>
                <a:cubicBezTo>
                  <a:pt x="3186" y="296"/>
                  <a:pt x="3179" y="288"/>
                  <a:pt x="3175" y="279"/>
                </a:cubicBezTo>
                <a:cubicBezTo>
                  <a:pt x="3171" y="269"/>
                  <a:pt x="3168" y="261"/>
                  <a:pt x="3166" y="253"/>
                </a:cubicBezTo>
                <a:cubicBezTo>
                  <a:pt x="3165" y="245"/>
                  <a:pt x="3164" y="237"/>
                  <a:pt x="3164" y="229"/>
                </a:cubicBezTo>
                <a:moveTo>
                  <a:pt x="3443" y="171"/>
                </a:moveTo>
                <a:lnTo>
                  <a:pt x="3444" y="171"/>
                </a:lnTo>
                <a:cubicBezTo>
                  <a:pt x="3455" y="149"/>
                  <a:pt x="3467" y="132"/>
                  <a:pt x="3479" y="119"/>
                </a:cubicBezTo>
                <a:cubicBezTo>
                  <a:pt x="3492" y="105"/>
                  <a:pt x="3504" y="98"/>
                  <a:pt x="3516" y="98"/>
                </a:cubicBezTo>
                <a:cubicBezTo>
                  <a:pt x="3524" y="98"/>
                  <a:pt x="3530" y="101"/>
                  <a:pt x="3534" y="105"/>
                </a:cubicBezTo>
                <a:cubicBezTo>
                  <a:pt x="3538" y="110"/>
                  <a:pt x="3541" y="115"/>
                  <a:pt x="3541" y="120"/>
                </a:cubicBezTo>
                <a:cubicBezTo>
                  <a:pt x="3541" y="127"/>
                  <a:pt x="3538" y="133"/>
                  <a:pt x="3534" y="139"/>
                </a:cubicBezTo>
                <a:cubicBezTo>
                  <a:pt x="3530" y="144"/>
                  <a:pt x="3525" y="147"/>
                  <a:pt x="3519" y="147"/>
                </a:cubicBezTo>
                <a:cubicBezTo>
                  <a:pt x="3514" y="147"/>
                  <a:pt x="3509" y="144"/>
                  <a:pt x="3503" y="137"/>
                </a:cubicBezTo>
                <a:cubicBezTo>
                  <a:pt x="3500" y="133"/>
                  <a:pt x="3497" y="131"/>
                  <a:pt x="3493" y="131"/>
                </a:cubicBezTo>
                <a:cubicBezTo>
                  <a:pt x="3485" y="131"/>
                  <a:pt x="3465" y="160"/>
                  <a:pt x="3433" y="216"/>
                </a:cubicBezTo>
                <a:lnTo>
                  <a:pt x="3420" y="272"/>
                </a:lnTo>
                <a:cubicBezTo>
                  <a:pt x="3419" y="274"/>
                  <a:pt x="3418" y="277"/>
                  <a:pt x="3417" y="282"/>
                </a:cubicBezTo>
                <a:cubicBezTo>
                  <a:pt x="3416" y="287"/>
                  <a:pt x="3416" y="291"/>
                  <a:pt x="3415" y="293"/>
                </a:cubicBezTo>
                <a:cubicBezTo>
                  <a:pt x="3414" y="296"/>
                  <a:pt x="3413" y="299"/>
                  <a:pt x="3411" y="302"/>
                </a:cubicBezTo>
                <a:cubicBezTo>
                  <a:pt x="3410" y="305"/>
                  <a:pt x="3408" y="307"/>
                  <a:pt x="3406" y="308"/>
                </a:cubicBezTo>
                <a:cubicBezTo>
                  <a:pt x="3404" y="309"/>
                  <a:pt x="3402" y="310"/>
                  <a:pt x="3398" y="310"/>
                </a:cubicBezTo>
                <a:cubicBezTo>
                  <a:pt x="3386" y="310"/>
                  <a:pt x="3380" y="306"/>
                  <a:pt x="3380" y="298"/>
                </a:cubicBezTo>
                <a:cubicBezTo>
                  <a:pt x="3380" y="296"/>
                  <a:pt x="3380" y="293"/>
                  <a:pt x="3381" y="290"/>
                </a:cubicBezTo>
                <a:cubicBezTo>
                  <a:pt x="3382" y="287"/>
                  <a:pt x="3383" y="284"/>
                  <a:pt x="3384" y="280"/>
                </a:cubicBezTo>
                <a:cubicBezTo>
                  <a:pt x="3385" y="277"/>
                  <a:pt x="3386" y="274"/>
                  <a:pt x="3386" y="272"/>
                </a:cubicBezTo>
                <a:lnTo>
                  <a:pt x="3412" y="154"/>
                </a:lnTo>
                <a:cubicBezTo>
                  <a:pt x="3414" y="146"/>
                  <a:pt x="3416" y="138"/>
                  <a:pt x="3416" y="130"/>
                </a:cubicBezTo>
                <a:cubicBezTo>
                  <a:pt x="3416" y="125"/>
                  <a:pt x="3413" y="121"/>
                  <a:pt x="3407" y="120"/>
                </a:cubicBezTo>
                <a:lnTo>
                  <a:pt x="3388" y="119"/>
                </a:lnTo>
                <a:cubicBezTo>
                  <a:pt x="3385" y="114"/>
                  <a:pt x="3385" y="109"/>
                  <a:pt x="3388" y="106"/>
                </a:cubicBezTo>
                <a:cubicBezTo>
                  <a:pt x="3420" y="102"/>
                  <a:pt x="3439" y="100"/>
                  <a:pt x="3444" y="100"/>
                </a:cubicBezTo>
                <a:cubicBezTo>
                  <a:pt x="3451" y="100"/>
                  <a:pt x="3455" y="104"/>
                  <a:pt x="3455" y="111"/>
                </a:cubicBezTo>
                <a:cubicBezTo>
                  <a:pt x="3455" y="113"/>
                  <a:pt x="3454" y="114"/>
                  <a:pt x="3454" y="116"/>
                </a:cubicBezTo>
                <a:cubicBezTo>
                  <a:pt x="3454" y="117"/>
                  <a:pt x="3454" y="118"/>
                  <a:pt x="3454" y="120"/>
                </a:cubicBezTo>
                <a:cubicBezTo>
                  <a:pt x="3453" y="123"/>
                  <a:pt x="3453" y="124"/>
                  <a:pt x="3452" y="126"/>
                </a:cubicBezTo>
                <a:cubicBezTo>
                  <a:pt x="3452" y="128"/>
                  <a:pt x="3452" y="130"/>
                  <a:pt x="3451" y="133"/>
                </a:cubicBezTo>
                <a:cubicBezTo>
                  <a:pt x="3451" y="135"/>
                  <a:pt x="3450" y="137"/>
                  <a:pt x="3450" y="139"/>
                </a:cubicBezTo>
                <a:cubicBezTo>
                  <a:pt x="3449" y="141"/>
                  <a:pt x="3449" y="144"/>
                  <a:pt x="3448" y="147"/>
                </a:cubicBezTo>
                <a:cubicBezTo>
                  <a:pt x="3447" y="150"/>
                  <a:pt x="3446" y="153"/>
                  <a:pt x="3446" y="154"/>
                </a:cubicBezTo>
                <a:lnTo>
                  <a:pt x="3443" y="171"/>
                </a:lnTo>
                <a:moveTo>
                  <a:pt x="3601" y="37"/>
                </a:moveTo>
                <a:cubicBezTo>
                  <a:pt x="3601" y="31"/>
                  <a:pt x="3604" y="25"/>
                  <a:pt x="3608" y="21"/>
                </a:cubicBezTo>
                <a:cubicBezTo>
                  <a:pt x="3613" y="16"/>
                  <a:pt x="3618" y="14"/>
                  <a:pt x="3624" y="14"/>
                </a:cubicBezTo>
                <a:cubicBezTo>
                  <a:pt x="3630" y="14"/>
                  <a:pt x="3635" y="16"/>
                  <a:pt x="3639" y="21"/>
                </a:cubicBezTo>
                <a:cubicBezTo>
                  <a:pt x="3644" y="25"/>
                  <a:pt x="3646" y="31"/>
                  <a:pt x="3646" y="37"/>
                </a:cubicBezTo>
                <a:cubicBezTo>
                  <a:pt x="3646" y="43"/>
                  <a:pt x="3644" y="49"/>
                  <a:pt x="3639" y="53"/>
                </a:cubicBezTo>
                <a:cubicBezTo>
                  <a:pt x="3635" y="57"/>
                  <a:pt x="3630" y="59"/>
                  <a:pt x="3624" y="59"/>
                </a:cubicBezTo>
                <a:cubicBezTo>
                  <a:pt x="3618" y="59"/>
                  <a:pt x="3613" y="57"/>
                  <a:pt x="3608" y="53"/>
                </a:cubicBezTo>
                <a:cubicBezTo>
                  <a:pt x="3604" y="49"/>
                  <a:pt x="3601" y="43"/>
                  <a:pt x="3601" y="37"/>
                </a:cubicBezTo>
                <a:moveTo>
                  <a:pt x="3622" y="154"/>
                </a:moveTo>
                <a:lnTo>
                  <a:pt x="3601" y="247"/>
                </a:lnTo>
                <a:cubicBezTo>
                  <a:pt x="3597" y="262"/>
                  <a:pt x="3595" y="271"/>
                  <a:pt x="3595" y="274"/>
                </a:cubicBezTo>
                <a:cubicBezTo>
                  <a:pt x="3595" y="279"/>
                  <a:pt x="3597" y="282"/>
                  <a:pt x="3600" y="282"/>
                </a:cubicBezTo>
                <a:cubicBezTo>
                  <a:pt x="3603" y="282"/>
                  <a:pt x="3607" y="280"/>
                  <a:pt x="3613" y="275"/>
                </a:cubicBezTo>
                <a:cubicBezTo>
                  <a:pt x="3619" y="271"/>
                  <a:pt x="3625" y="265"/>
                  <a:pt x="3631" y="258"/>
                </a:cubicBezTo>
                <a:cubicBezTo>
                  <a:pt x="3636" y="258"/>
                  <a:pt x="3640" y="261"/>
                  <a:pt x="3642" y="266"/>
                </a:cubicBezTo>
                <a:cubicBezTo>
                  <a:pt x="3619" y="296"/>
                  <a:pt x="3597" y="310"/>
                  <a:pt x="3576" y="310"/>
                </a:cubicBezTo>
                <a:cubicBezTo>
                  <a:pt x="3563" y="310"/>
                  <a:pt x="3557" y="305"/>
                  <a:pt x="3557" y="294"/>
                </a:cubicBezTo>
                <a:cubicBezTo>
                  <a:pt x="3557" y="290"/>
                  <a:pt x="3559" y="275"/>
                  <a:pt x="3565" y="251"/>
                </a:cubicBezTo>
                <a:lnTo>
                  <a:pt x="3587" y="154"/>
                </a:lnTo>
                <a:cubicBezTo>
                  <a:pt x="3590" y="142"/>
                  <a:pt x="3591" y="134"/>
                  <a:pt x="3592" y="130"/>
                </a:cubicBezTo>
                <a:cubicBezTo>
                  <a:pt x="3592" y="125"/>
                  <a:pt x="3589" y="121"/>
                  <a:pt x="3583" y="120"/>
                </a:cubicBezTo>
                <a:lnTo>
                  <a:pt x="3564" y="119"/>
                </a:lnTo>
                <a:cubicBezTo>
                  <a:pt x="3560" y="114"/>
                  <a:pt x="3560" y="109"/>
                  <a:pt x="3564" y="106"/>
                </a:cubicBezTo>
                <a:cubicBezTo>
                  <a:pt x="3596" y="102"/>
                  <a:pt x="3615" y="100"/>
                  <a:pt x="3622" y="100"/>
                </a:cubicBezTo>
                <a:cubicBezTo>
                  <a:pt x="3628" y="100"/>
                  <a:pt x="3632" y="103"/>
                  <a:pt x="3632" y="109"/>
                </a:cubicBezTo>
                <a:cubicBezTo>
                  <a:pt x="3632" y="112"/>
                  <a:pt x="3631" y="114"/>
                  <a:pt x="3630" y="118"/>
                </a:cubicBezTo>
                <a:cubicBezTo>
                  <a:pt x="3630" y="121"/>
                  <a:pt x="3629" y="125"/>
                  <a:pt x="3628" y="128"/>
                </a:cubicBezTo>
                <a:cubicBezTo>
                  <a:pt x="3628" y="131"/>
                  <a:pt x="3626" y="136"/>
                  <a:pt x="3625" y="141"/>
                </a:cubicBezTo>
                <a:cubicBezTo>
                  <a:pt x="3624" y="147"/>
                  <a:pt x="3622" y="151"/>
                  <a:pt x="3622" y="154"/>
                </a:cubicBezTo>
                <a:moveTo>
                  <a:pt x="3841" y="247"/>
                </a:moveTo>
                <a:cubicBezTo>
                  <a:pt x="3837" y="262"/>
                  <a:pt x="3835" y="271"/>
                  <a:pt x="3835" y="274"/>
                </a:cubicBezTo>
                <a:cubicBezTo>
                  <a:pt x="3835" y="279"/>
                  <a:pt x="3837" y="282"/>
                  <a:pt x="3840" y="282"/>
                </a:cubicBezTo>
                <a:cubicBezTo>
                  <a:pt x="3842" y="282"/>
                  <a:pt x="3847" y="280"/>
                  <a:pt x="3853" y="275"/>
                </a:cubicBezTo>
                <a:cubicBezTo>
                  <a:pt x="3859" y="271"/>
                  <a:pt x="3865" y="265"/>
                  <a:pt x="3871" y="258"/>
                </a:cubicBezTo>
                <a:cubicBezTo>
                  <a:pt x="3876" y="258"/>
                  <a:pt x="3879" y="261"/>
                  <a:pt x="3882" y="266"/>
                </a:cubicBezTo>
                <a:cubicBezTo>
                  <a:pt x="3859" y="296"/>
                  <a:pt x="3836" y="310"/>
                  <a:pt x="3815" y="310"/>
                </a:cubicBezTo>
                <a:cubicBezTo>
                  <a:pt x="3802" y="310"/>
                  <a:pt x="3795" y="305"/>
                  <a:pt x="3795" y="294"/>
                </a:cubicBezTo>
                <a:cubicBezTo>
                  <a:pt x="3795" y="287"/>
                  <a:pt x="3798" y="273"/>
                  <a:pt x="3803" y="251"/>
                </a:cubicBezTo>
                <a:lnTo>
                  <a:pt x="3822" y="176"/>
                </a:lnTo>
                <a:cubicBezTo>
                  <a:pt x="3826" y="158"/>
                  <a:pt x="3827" y="148"/>
                  <a:pt x="3827" y="144"/>
                </a:cubicBezTo>
                <a:cubicBezTo>
                  <a:pt x="3827" y="137"/>
                  <a:pt x="3826" y="132"/>
                  <a:pt x="3823" y="130"/>
                </a:cubicBezTo>
                <a:cubicBezTo>
                  <a:pt x="3821" y="128"/>
                  <a:pt x="3817" y="127"/>
                  <a:pt x="3811" y="127"/>
                </a:cubicBezTo>
                <a:cubicBezTo>
                  <a:pt x="3796" y="127"/>
                  <a:pt x="3772" y="149"/>
                  <a:pt x="3738" y="193"/>
                </a:cubicBezTo>
                <a:lnTo>
                  <a:pt x="3721" y="272"/>
                </a:lnTo>
                <a:cubicBezTo>
                  <a:pt x="3720" y="274"/>
                  <a:pt x="3719" y="277"/>
                  <a:pt x="3718" y="282"/>
                </a:cubicBezTo>
                <a:cubicBezTo>
                  <a:pt x="3717" y="287"/>
                  <a:pt x="3716" y="291"/>
                  <a:pt x="3716" y="293"/>
                </a:cubicBezTo>
                <a:cubicBezTo>
                  <a:pt x="3715" y="296"/>
                  <a:pt x="3714" y="299"/>
                  <a:pt x="3713" y="302"/>
                </a:cubicBezTo>
                <a:cubicBezTo>
                  <a:pt x="3711" y="305"/>
                  <a:pt x="3709" y="307"/>
                  <a:pt x="3707" y="308"/>
                </a:cubicBezTo>
                <a:cubicBezTo>
                  <a:pt x="3705" y="309"/>
                  <a:pt x="3702" y="310"/>
                  <a:pt x="3698" y="310"/>
                </a:cubicBezTo>
                <a:cubicBezTo>
                  <a:pt x="3685" y="310"/>
                  <a:pt x="3678" y="306"/>
                  <a:pt x="3678" y="298"/>
                </a:cubicBezTo>
                <a:cubicBezTo>
                  <a:pt x="3678" y="297"/>
                  <a:pt x="3680" y="288"/>
                  <a:pt x="3684" y="272"/>
                </a:cubicBezTo>
                <a:lnTo>
                  <a:pt x="3711" y="154"/>
                </a:lnTo>
                <a:cubicBezTo>
                  <a:pt x="3714" y="141"/>
                  <a:pt x="3715" y="133"/>
                  <a:pt x="3715" y="130"/>
                </a:cubicBezTo>
                <a:cubicBezTo>
                  <a:pt x="3715" y="125"/>
                  <a:pt x="3712" y="121"/>
                  <a:pt x="3707" y="120"/>
                </a:cubicBezTo>
                <a:lnTo>
                  <a:pt x="3688" y="119"/>
                </a:lnTo>
                <a:cubicBezTo>
                  <a:pt x="3684" y="114"/>
                  <a:pt x="3684" y="109"/>
                  <a:pt x="3687" y="106"/>
                </a:cubicBezTo>
                <a:cubicBezTo>
                  <a:pt x="3719" y="102"/>
                  <a:pt x="3739" y="100"/>
                  <a:pt x="3747" y="100"/>
                </a:cubicBezTo>
                <a:cubicBezTo>
                  <a:pt x="3753" y="100"/>
                  <a:pt x="3757" y="103"/>
                  <a:pt x="3757" y="109"/>
                </a:cubicBezTo>
                <a:cubicBezTo>
                  <a:pt x="3757" y="112"/>
                  <a:pt x="3756" y="115"/>
                  <a:pt x="3755" y="120"/>
                </a:cubicBezTo>
                <a:cubicBezTo>
                  <a:pt x="3754" y="124"/>
                  <a:pt x="3753" y="130"/>
                  <a:pt x="3751" y="138"/>
                </a:cubicBezTo>
                <a:cubicBezTo>
                  <a:pt x="3748" y="145"/>
                  <a:pt x="3747" y="151"/>
                  <a:pt x="3746" y="154"/>
                </a:cubicBezTo>
                <a:lnTo>
                  <a:pt x="3745" y="159"/>
                </a:lnTo>
                <a:lnTo>
                  <a:pt x="3746" y="159"/>
                </a:lnTo>
                <a:cubicBezTo>
                  <a:pt x="3766" y="135"/>
                  <a:pt x="3782" y="119"/>
                  <a:pt x="3795" y="111"/>
                </a:cubicBezTo>
                <a:cubicBezTo>
                  <a:pt x="3807" y="103"/>
                  <a:pt x="3820" y="98"/>
                  <a:pt x="3833" y="98"/>
                </a:cubicBezTo>
                <a:cubicBezTo>
                  <a:pt x="3854" y="98"/>
                  <a:pt x="3864" y="111"/>
                  <a:pt x="3864" y="136"/>
                </a:cubicBezTo>
                <a:cubicBezTo>
                  <a:pt x="3864" y="142"/>
                  <a:pt x="3862" y="154"/>
                  <a:pt x="3858" y="172"/>
                </a:cubicBezTo>
                <a:lnTo>
                  <a:pt x="3841" y="247"/>
                </a:lnTo>
                <a:moveTo>
                  <a:pt x="3915" y="359"/>
                </a:moveTo>
                <a:cubicBezTo>
                  <a:pt x="3915" y="372"/>
                  <a:pt x="3922" y="383"/>
                  <a:pt x="3935" y="391"/>
                </a:cubicBezTo>
                <a:cubicBezTo>
                  <a:pt x="3948" y="398"/>
                  <a:pt x="3968" y="402"/>
                  <a:pt x="3994" y="402"/>
                </a:cubicBezTo>
                <a:cubicBezTo>
                  <a:pt x="4013" y="402"/>
                  <a:pt x="4027" y="399"/>
                  <a:pt x="4037" y="391"/>
                </a:cubicBezTo>
                <a:cubicBezTo>
                  <a:pt x="4046" y="384"/>
                  <a:pt x="4051" y="376"/>
                  <a:pt x="4051" y="366"/>
                </a:cubicBezTo>
                <a:cubicBezTo>
                  <a:pt x="4051" y="357"/>
                  <a:pt x="4048" y="350"/>
                  <a:pt x="4042" y="344"/>
                </a:cubicBezTo>
                <a:cubicBezTo>
                  <a:pt x="4036" y="338"/>
                  <a:pt x="4027" y="332"/>
                  <a:pt x="4013" y="326"/>
                </a:cubicBezTo>
                <a:cubicBezTo>
                  <a:pt x="3994" y="317"/>
                  <a:pt x="3975" y="311"/>
                  <a:pt x="3956" y="307"/>
                </a:cubicBezTo>
                <a:cubicBezTo>
                  <a:pt x="3929" y="327"/>
                  <a:pt x="3915" y="344"/>
                  <a:pt x="3915" y="359"/>
                </a:cubicBezTo>
                <a:moveTo>
                  <a:pt x="4076" y="168"/>
                </a:moveTo>
                <a:cubicBezTo>
                  <a:pt x="4076" y="191"/>
                  <a:pt x="4069" y="209"/>
                  <a:pt x="4056" y="223"/>
                </a:cubicBezTo>
                <a:cubicBezTo>
                  <a:pt x="4042" y="236"/>
                  <a:pt x="4025" y="243"/>
                  <a:pt x="4004" y="243"/>
                </a:cubicBezTo>
                <a:cubicBezTo>
                  <a:pt x="3991" y="243"/>
                  <a:pt x="3981" y="240"/>
                  <a:pt x="3972" y="235"/>
                </a:cubicBezTo>
                <a:cubicBezTo>
                  <a:pt x="3965" y="249"/>
                  <a:pt x="3961" y="258"/>
                  <a:pt x="3961" y="264"/>
                </a:cubicBezTo>
                <a:cubicBezTo>
                  <a:pt x="3961" y="268"/>
                  <a:pt x="3963" y="272"/>
                  <a:pt x="3965" y="275"/>
                </a:cubicBezTo>
                <a:cubicBezTo>
                  <a:pt x="3967" y="278"/>
                  <a:pt x="3971" y="281"/>
                  <a:pt x="3976" y="283"/>
                </a:cubicBezTo>
                <a:cubicBezTo>
                  <a:pt x="3981" y="285"/>
                  <a:pt x="3986" y="287"/>
                  <a:pt x="3991" y="288"/>
                </a:cubicBezTo>
                <a:cubicBezTo>
                  <a:pt x="3997" y="289"/>
                  <a:pt x="4004" y="291"/>
                  <a:pt x="4012" y="293"/>
                </a:cubicBezTo>
                <a:cubicBezTo>
                  <a:pt x="4021" y="295"/>
                  <a:pt x="4028" y="297"/>
                  <a:pt x="4034" y="299"/>
                </a:cubicBezTo>
                <a:cubicBezTo>
                  <a:pt x="4066" y="308"/>
                  <a:pt x="4082" y="326"/>
                  <a:pt x="4081" y="353"/>
                </a:cubicBezTo>
                <a:cubicBezTo>
                  <a:pt x="4081" y="396"/>
                  <a:pt x="4046" y="418"/>
                  <a:pt x="3974" y="418"/>
                </a:cubicBezTo>
                <a:cubicBezTo>
                  <a:pt x="3960" y="418"/>
                  <a:pt x="3946" y="416"/>
                  <a:pt x="3933" y="414"/>
                </a:cubicBezTo>
                <a:cubicBezTo>
                  <a:pt x="3920" y="411"/>
                  <a:pt x="3909" y="406"/>
                  <a:pt x="3899" y="399"/>
                </a:cubicBezTo>
                <a:cubicBezTo>
                  <a:pt x="3889" y="391"/>
                  <a:pt x="3883" y="382"/>
                  <a:pt x="3883" y="370"/>
                </a:cubicBezTo>
                <a:cubicBezTo>
                  <a:pt x="3883" y="348"/>
                  <a:pt x="3905" y="325"/>
                  <a:pt x="3947" y="302"/>
                </a:cubicBezTo>
                <a:cubicBezTo>
                  <a:pt x="3939" y="297"/>
                  <a:pt x="3935" y="289"/>
                  <a:pt x="3935" y="279"/>
                </a:cubicBezTo>
                <a:cubicBezTo>
                  <a:pt x="3935" y="271"/>
                  <a:pt x="3938" y="263"/>
                  <a:pt x="3943" y="253"/>
                </a:cubicBezTo>
                <a:cubicBezTo>
                  <a:pt x="3948" y="243"/>
                  <a:pt x="3954" y="235"/>
                  <a:pt x="3961" y="228"/>
                </a:cubicBezTo>
                <a:cubicBezTo>
                  <a:pt x="3946" y="210"/>
                  <a:pt x="3939" y="192"/>
                  <a:pt x="3939" y="172"/>
                </a:cubicBezTo>
                <a:cubicBezTo>
                  <a:pt x="3939" y="151"/>
                  <a:pt x="3945" y="134"/>
                  <a:pt x="3957" y="120"/>
                </a:cubicBezTo>
                <a:cubicBezTo>
                  <a:pt x="3969" y="106"/>
                  <a:pt x="3988" y="98"/>
                  <a:pt x="4012" y="98"/>
                </a:cubicBezTo>
                <a:cubicBezTo>
                  <a:pt x="4032" y="98"/>
                  <a:pt x="4047" y="105"/>
                  <a:pt x="4059" y="118"/>
                </a:cubicBezTo>
                <a:cubicBezTo>
                  <a:pt x="4073" y="105"/>
                  <a:pt x="4088" y="98"/>
                  <a:pt x="4105" y="98"/>
                </a:cubicBezTo>
                <a:cubicBezTo>
                  <a:pt x="4110" y="98"/>
                  <a:pt x="4115" y="100"/>
                  <a:pt x="4118" y="103"/>
                </a:cubicBezTo>
                <a:cubicBezTo>
                  <a:pt x="4122" y="106"/>
                  <a:pt x="4124" y="110"/>
                  <a:pt x="4124" y="114"/>
                </a:cubicBezTo>
                <a:cubicBezTo>
                  <a:pt x="4124" y="119"/>
                  <a:pt x="4122" y="123"/>
                  <a:pt x="4119" y="126"/>
                </a:cubicBezTo>
                <a:cubicBezTo>
                  <a:pt x="4116" y="129"/>
                  <a:pt x="4113" y="130"/>
                  <a:pt x="4109" y="130"/>
                </a:cubicBezTo>
                <a:cubicBezTo>
                  <a:pt x="4104" y="130"/>
                  <a:pt x="4099" y="128"/>
                  <a:pt x="4095" y="122"/>
                </a:cubicBezTo>
                <a:cubicBezTo>
                  <a:pt x="4094" y="119"/>
                  <a:pt x="4091" y="117"/>
                  <a:pt x="4089" y="117"/>
                </a:cubicBezTo>
                <a:cubicBezTo>
                  <a:pt x="4087" y="117"/>
                  <a:pt x="4083" y="119"/>
                  <a:pt x="4078" y="121"/>
                </a:cubicBezTo>
                <a:cubicBezTo>
                  <a:pt x="4073" y="123"/>
                  <a:pt x="4069" y="126"/>
                  <a:pt x="4067" y="129"/>
                </a:cubicBezTo>
                <a:cubicBezTo>
                  <a:pt x="4073" y="138"/>
                  <a:pt x="4076" y="151"/>
                  <a:pt x="4076" y="168"/>
                </a:cubicBezTo>
                <a:moveTo>
                  <a:pt x="4033" y="128"/>
                </a:moveTo>
                <a:cubicBezTo>
                  <a:pt x="4028" y="118"/>
                  <a:pt x="4020" y="113"/>
                  <a:pt x="4010" y="113"/>
                </a:cubicBezTo>
                <a:cubicBezTo>
                  <a:pt x="3996" y="113"/>
                  <a:pt x="3986" y="118"/>
                  <a:pt x="3981" y="128"/>
                </a:cubicBezTo>
                <a:cubicBezTo>
                  <a:pt x="3976" y="138"/>
                  <a:pt x="3974" y="153"/>
                  <a:pt x="3974" y="173"/>
                </a:cubicBezTo>
                <a:cubicBezTo>
                  <a:pt x="3974" y="210"/>
                  <a:pt x="3985" y="229"/>
                  <a:pt x="4007" y="229"/>
                </a:cubicBezTo>
                <a:cubicBezTo>
                  <a:pt x="4029" y="229"/>
                  <a:pt x="4041" y="209"/>
                  <a:pt x="4041" y="168"/>
                </a:cubicBezTo>
                <a:cubicBezTo>
                  <a:pt x="4041" y="152"/>
                  <a:pt x="4038" y="138"/>
                  <a:pt x="4033" y="12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2324520" y="2991240"/>
            <a:ext cx="1513080" cy="826200"/>
          </a:xfrm>
          <a:custGeom>
            <a:avLst/>
            <a:gdLst/>
            <a:ahLst/>
            <a:rect l="0" t="0" r="r" b="b"/>
            <a:pathLst>
              <a:path w="4203" h="2295">
                <a:moveTo>
                  <a:pt x="149" y="0"/>
                </a:moveTo>
                <a:lnTo>
                  <a:pt x="4055" y="0"/>
                </a:lnTo>
                <a:cubicBezTo>
                  <a:pt x="4137" y="0"/>
                  <a:pt x="4203" y="66"/>
                  <a:pt x="4203" y="148"/>
                </a:cubicBezTo>
                <a:lnTo>
                  <a:pt x="4203" y="2146"/>
                </a:lnTo>
                <a:cubicBezTo>
                  <a:pt x="4203" y="2229"/>
                  <a:pt x="4137" y="2295"/>
                  <a:pt x="4055" y="2295"/>
                </a:cubicBezTo>
                <a:lnTo>
                  <a:pt x="149" y="2295"/>
                </a:lnTo>
                <a:cubicBezTo>
                  <a:pt x="66" y="2295"/>
                  <a:pt x="0" y="2229"/>
                  <a:pt x="0" y="2146"/>
                </a:cubicBezTo>
                <a:lnTo>
                  <a:pt x="0" y="148"/>
                </a:lnTo>
                <a:cubicBezTo>
                  <a:pt x="0" y="66"/>
                  <a:pt x="66" y="0"/>
                  <a:pt x="149" y="0"/>
                </a:cubicBezTo>
                <a:close/>
              </a:path>
            </a:pathLst>
          </a:custGeom>
          <a:solidFill>
            <a:srgbClr val="dae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2324520" y="2991240"/>
            <a:ext cx="1513080" cy="826200"/>
          </a:xfrm>
          <a:custGeom>
            <a:avLst/>
            <a:gdLst/>
            <a:ahLst/>
            <a:rect l="0" t="0" r="r" b="b"/>
            <a:pathLst>
              <a:path w="4203" h="2295">
                <a:moveTo>
                  <a:pt x="149" y="0"/>
                </a:moveTo>
                <a:lnTo>
                  <a:pt x="4055" y="0"/>
                </a:lnTo>
                <a:cubicBezTo>
                  <a:pt x="4137" y="0"/>
                  <a:pt x="4203" y="66"/>
                  <a:pt x="4203" y="148"/>
                </a:cubicBezTo>
                <a:lnTo>
                  <a:pt x="4203" y="2146"/>
                </a:lnTo>
                <a:cubicBezTo>
                  <a:pt x="4203" y="2229"/>
                  <a:pt x="4137" y="2295"/>
                  <a:pt x="4055" y="2295"/>
                </a:cubicBezTo>
                <a:lnTo>
                  <a:pt x="149" y="2295"/>
                </a:lnTo>
                <a:cubicBezTo>
                  <a:pt x="66" y="2295"/>
                  <a:pt x="0" y="2229"/>
                  <a:pt x="0" y="2146"/>
                </a:cubicBezTo>
                <a:lnTo>
                  <a:pt x="0" y="148"/>
                </a:lnTo>
                <a:cubicBezTo>
                  <a:pt x="0" y="66"/>
                  <a:pt x="66" y="0"/>
                  <a:pt x="149" y="0"/>
                </a:cubicBezTo>
                <a:close/>
              </a:path>
            </a:pathLst>
          </a:custGeom>
          <a:noFill/>
          <a:ln cap="rnd" w="26640">
            <a:solidFill>
              <a:srgbClr val="6c8ebf"/>
            </a:solidFill>
            <a:round/>
          </a:ln>
        </p:spPr>
        <p:txBody>
          <a:bodyPr lIns="103320" rIns="103320" tIns="58320" bIns="58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2644200" y="2623680"/>
            <a:ext cx="1176480" cy="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-60840" bIns="-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027240" y="2541240"/>
            <a:ext cx="168480" cy="168480"/>
          </a:xfrm>
          <a:custGeom>
            <a:avLst/>
            <a:gdLst/>
            <a:ahLst/>
            <a:rect l="0" t="0" r="r" b="b"/>
            <a:pathLst>
              <a:path w="468" h="468">
                <a:moveTo>
                  <a:pt x="407" y="0"/>
                </a:moveTo>
                <a:cubicBezTo>
                  <a:pt x="441" y="0"/>
                  <a:pt x="468" y="13"/>
                  <a:pt x="468" y="29"/>
                </a:cubicBezTo>
                <a:lnTo>
                  <a:pt x="468" y="440"/>
                </a:lnTo>
                <a:cubicBezTo>
                  <a:pt x="468" y="455"/>
                  <a:pt x="441" y="468"/>
                  <a:pt x="407" y="468"/>
                </a:cubicBezTo>
                <a:lnTo>
                  <a:pt x="61" y="468"/>
                </a:lnTo>
                <a:cubicBezTo>
                  <a:pt x="28" y="468"/>
                  <a:pt x="0" y="455"/>
                  <a:pt x="0" y="440"/>
                </a:cubicBezTo>
                <a:lnTo>
                  <a:pt x="0" y="29"/>
                </a:lnTo>
                <a:cubicBezTo>
                  <a:pt x="0" y="13"/>
                  <a:pt x="28" y="0"/>
                  <a:pt x="61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027240" y="2541240"/>
            <a:ext cx="168480" cy="168480"/>
          </a:xfrm>
          <a:custGeom>
            <a:avLst/>
            <a:gdLst/>
            <a:ahLst/>
            <a:rect l="0" t="0" r="r" b="b"/>
            <a:pathLst>
              <a:path w="468" h="468">
                <a:moveTo>
                  <a:pt x="61" y="0"/>
                </a:moveTo>
                <a:lnTo>
                  <a:pt x="407" y="0"/>
                </a:lnTo>
                <a:cubicBezTo>
                  <a:pt x="441" y="0"/>
                  <a:pt x="468" y="13"/>
                  <a:pt x="468" y="29"/>
                </a:cubicBezTo>
                <a:lnTo>
                  <a:pt x="468" y="440"/>
                </a:lnTo>
                <a:cubicBezTo>
                  <a:pt x="468" y="455"/>
                  <a:pt x="441" y="468"/>
                  <a:pt x="407" y="468"/>
                </a:cubicBezTo>
                <a:lnTo>
                  <a:pt x="61" y="468"/>
                </a:lnTo>
                <a:cubicBezTo>
                  <a:pt x="28" y="468"/>
                  <a:pt x="0" y="455"/>
                  <a:pt x="0" y="440"/>
                </a:cubicBezTo>
                <a:lnTo>
                  <a:pt x="0" y="29"/>
                </a:lnTo>
                <a:cubicBezTo>
                  <a:pt x="0" y="13"/>
                  <a:pt x="28" y="0"/>
                  <a:pt x="61" y="0"/>
                </a:cubicBezTo>
                <a:close/>
              </a:path>
            </a:pathLst>
          </a:custGeom>
          <a:noFill/>
          <a:ln cap="rnd" w="18720">
            <a:solidFill>
              <a:srgbClr val="000000"/>
            </a:solidFill>
            <a:round/>
          </a:ln>
        </p:spPr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057120" y="2570400"/>
            <a:ext cx="108720" cy="110160"/>
          </a:xfrm>
          <a:custGeom>
            <a:avLst/>
            <a:gdLst/>
            <a:ahLst/>
            <a:rect l="0" t="0" r="r" b="b"/>
            <a:pathLst>
              <a:path w="302" h="306">
                <a:moveTo>
                  <a:pt x="253" y="257"/>
                </a:moveTo>
                <a:cubicBezTo>
                  <a:pt x="262" y="271"/>
                  <a:pt x="270" y="280"/>
                  <a:pt x="276" y="284"/>
                </a:cubicBezTo>
                <a:cubicBezTo>
                  <a:pt x="282" y="288"/>
                  <a:pt x="290" y="290"/>
                  <a:pt x="301" y="291"/>
                </a:cubicBezTo>
                <a:cubicBezTo>
                  <a:pt x="302" y="292"/>
                  <a:pt x="302" y="295"/>
                  <a:pt x="302" y="299"/>
                </a:cubicBezTo>
                <a:cubicBezTo>
                  <a:pt x="302" y="302"/>
                  <a:pt x="302" y="305"/>
                  <a:pt x="301" y="306"/>
                </a:cubicBezTo>
                <a:cubicBezTo>
                  <a:pt x="282" y="306"/>
                  <a:pt x="266" y="305"/>
                  <a:pt x="253" y="305"/>
                </a:cubicBezTo>
                <a:cubicBezTo>
                  <a:pt x="242" y="305"/>
                  <a:pt x="224" y="306"/>
                  <a:pt x="199" y="306"/>
                </a:cubicBezTo>
                <a:cubicBezTo>
                  <a:pt x="198" y="305"/>
                  <a:pt x="197" y="302"/>
                  <a:pt x="197" y="299"/>
                </a:cubicBezTo>
                <a:cubicBezTo>
                  <a:pt x="197" y="295"/>
                  <a:pt x="198" y="292"/>
                  <a:pt x="199" y="291"/>
                </a:cubicBezTo>
                <a:cubicBezTo>
                  <a:pt x="211" y="290"/>
                  <a:pt x="218" y="288"/>
                  <a:pt x="219" y="285"/>
                </a:cubicBezTo>
                <a:cubicBezTo>
                  <a:pt x="220" y="281"/>
                  <a:pt x="217" y="275"/>
                  <a:pt x="210" y="265"/>
                </a:cubicBezTo>
                <a:lnTo>
                  <a:pt x="152" y="182"/>
                </a:lnTo>
                <a:cubicBezTo>
                  <a:pt x="149" y="178"/>
                  <a:pt x="147" y="177"/>
                  <a:pt x="145" y="177"/>
                </a:cubicBezTo>
                <a:cubicBezTo>
                  <a:pt x="144" y="177"/>
                  <a:pt x="141" y="179"/>
                  <a:pt x="138" y="183"/>
                </a:cubicBezTo>
                <a:lnTo>
                  <a:pt x="76" y="271"/>
                </a:lnTo>
                <a:cubicBezTo>
                  <a:pt x="71" y="279"/>
                  <a:pt x="70" y="284"/>
                  <a:pt x="73" y="286"/>
                </a:cubicBezTo>
                <a:cubicBezTo>
                  <a:pt x="75" y="288"/>
                  <a:pt x="83" y="290"/>
                  <a:pt x="94" y="291"/>
                </a:cubicBezTo>
                <a:cubicBezTo>
                  <a:pt x="95" y="292"/>
                  <a:pt x="96" y="295"/>
                  <a:pt x="96" y="299"/>
                </a:cubicBezTo>
                <a:cubicBezTo>
                  <a:pt x="96" y="302"/>
                  <a:pt x="95" y="305"/>
                  <a:pt x="94" y="306"/>
                </a:cubicBezTo>
                <a:cubicBezTo>
                  <a:pt x="69" y="306"/>
                  <a:pt x="53" y="305"/>
                  <a:pt x="45" y="305"/>
                </a:cubicBezTo>
                <a:cubicBezTo>
                  <a:pt x="36" y="305"/>
                  <a:pt x="21" y="306"/>
                  <a:pt x="2" y="306"/>
                </a:cubicBezTo>
                <a:cubicBezTo>
                  <a:pt x="1" y="305"/>
                  <a:pt x="0" y="302"/>
                  <a:pt x="0" y="299"/>
                </a:cubicBezTo>
                <a:cubicBezTo>
                  <a:pt x="0" y="295"/>
                  <a:pt x="1" y="292"/>
                  <a:pt x="2" y="291"/>
                </a:cubicBezTo>
                <a:cubicBezTo>
                  <a:pt x="14" y="290"/>
                  <a:pt x="23" y="287"/>
                  <a:pt x="31" y="283"/>
                </a:cubicBezTo>
                <a:cubicBezTo>
                  <a:pt x="39" y="279"/>
                  <a:pt x="47" y="272"/>
                  <a:pt x="55" y="262"/>
                </a:cubicBezTo>
                <a:lnTo>
                  <a:pt x="125" y="168"/>
                </a:lnTo>
                <a:cubicBezTo>
                  <a:pt x="128" y="164"/>
                  <a:pt x="129" y="160"/>
                  <a:pt x="129" y="157"/>
                </a:cubicBezTo>
                <a:cubicBezTo>
                  <a:pt x="129" y="154"/>
                  <a:pt x="127" y="149"/>
                  <a:pt x="123" y="143"/>
                </a:cubicBezTo>
                <a:lnTo>
                  <a:pt x="56" y="47"/>
                </a:lnTo>
                <a:cubicBezTo>
                  <a:pt x="49" y="38"/>
                  <a:pt x="43" y="32"/>
                  <a:pt x="38" y="27"/>
                </a:cubicBezTo>
                <a:cubicBezTo>
                  <a:pt x="33" y="23"/>
                  <a:pt x="29" y="20"/>
                  <a:pt x="25" y="19"/>
                </a:cubicBezTo>
                <a:cubicBezTo>
                  <a:pt x="21" y="17"/>
                  <a:pt x="15" y="16"/>
                  <a:pt x="8" y="15"/>
                </a:cubicBezTo>
                <a:cubicBezTo>
                  <a:pt x="6" y="14"/>
                  <a:pt x="5" y="12"/>
                  <a:pt x="5" y="8"/>
                </a:cubicBezTo>
                <a:cubicBezTo>
                  <a:pt x="5" y="4"/>
                  <a:pt x="6" y="2"/>
                  <a:pt x="7" y="0"/>
                </a:cubicBezTo>
                <a:cubicBezTo>
                  <a:pt x="26" y="1"/>
                  <a:pt x="42" y="1"/>
                  <a:pt x="56" y="1"/>
                </a:cubicBezTo>
                <a:cubicBezTo>
                  <a:pt x="66" y="1"/>
                  <a:pt x="84" y="1"/>
                  <a:pt x="109" y="0"/>
                </a:cubicBezTo>
                <a:cubicBezTo>
                  <a:pt x="110" y="2"/>
                  <a:pt x="111" y="4"/>
                  <a:pt x="111" y="8"/>
                </a:cubicBezTo>
                <a:cubicBezTo>
                  <a:pt x="111" y="12"/>
                  <a:pt x="110" y="14"/>
                  <a:pt x="109" y="15"/>
                </a:cubicBezTo>
                <a:cubicBezTo>
                  <a:pt x="104" y="16"/>
                  <a:pt x="101" y="16"/>
                  <a:pt x="98" y="17"/>
                </a:cubicBezTo>
                <a:cubicBezTo>
                  <a:pt x="95" y="17"/>
                  <a:pt x="93" y="18"/>
                  <a:pt x="91" y="19"/>
                </a:cubicBezTo>
                <a:cubicBezTo>
                  <a:pt x="90" y="20"/>
                  <a:pt x="89" y="21"/>
                  <a:pt x="89" y="22"/>
                </a:cubicBezTo>
                <a:cubicBezTo>
                  <a:pt x="88" y="23"/>
                  <a:pt x="88" y="25"/>
                  <a:pt x="89" y="27"/>
                </a:cubicBezTo>
                <a:cubicBezTo>
                  <a:pt x="90" y="29"/>
                  <a:pt x="91" y="31"/>
                  <a:pt x="92" y="33"/>
                </a:cubicBezTo>
                <a:cubicBezTo>
                  <a:pt x="94" y="35"/>
                  <a:pt x="95" y="38"/>
                  <a:pt x="98" y="41"/>
                </a:cubicBezTo>
                <a:lnTo>
                  <a:pt x="150" y="118"/>
                </a:lnTo>
                <a:cubicBezTo>
                  <a:pt x="152" y="122"/>
                  <a:pt x="154" y="124"/>
                  <a:pt x="155" y="124"/>
                </a:cubicBezTo>
                <a:cubicBezTo>
                  <a:pt x="158" y="124"/>
                  <a:pt x="160" y="122"/>
                  <a:pt x="163" y="118"/>
                </a:cubicBezTo>
                <a:lnTo>
                  <a:pt x="221" y="36"/>
                </a:lnTo>
                <a:cubicBezTo>
                  <a:pt x="226" y="28"/>
                  <a:pt x="227" y="23"/>
                  <a:pt x="224" y="20"/>
                </a:cubicBezTo>
                <a:cubicBezTo>
                  <a:pt x="221" y="18"/>
                  <a:pt x="214" y="16"/>
                  <a:pt x="203" y="15"/>
                </a:cubicBezTo>
                <a:cubicBezTo>
                  <a:pt x="201" y="14"/>
                  <a:pt x="201" y="12"/>
                  <a:pt x="201" y="8"/>
                </a:cubicBezTo>
                <a:cubicBezTo>
                  <a:pt x="201" y="4"/>
                  <a:pt x="201" y="2"/>
                  <a:pt x="203" y="0"/>
                </a:cubicBezTo>
                <a:cubicBezTo>
                  <a:pt x="228" y="1"/>
                  <a:pt x="244" y="1"/>
                  <a:pt x="252" y="1"/>
                </a:cubicBezTo>
                <a:cubicBezTo>
                  <a:pt x="262" y="1"/>
                  <a:pt x="276" y="1"/>
                  <a:pt x="294" y="0"/>
                </a:cubicBezTo>
                <a:cubicBezTo>
                  <a:pt x="296" y="2"/>
                  <a:pt x="297" y="4"/>
                  <a:pt x="297" y="8"/>
                </a:cubicBezTo>
                <a:cubicBezTo>
                  <a:pt x="297" y="12"/>
                  <a:pt x="296" y="14"/>
                  <a:pt x="294" y="15"/>
                </a:cubicBezTo>
                <a:cubicBezTo>
                  <a:pt x="283" y="17"/>
                  <a:pt x="273" y="19"/>
                  <a:pt x="266" y="23"/>
                </a:cubicBezTo>
                <a:cubicBezTo>
                  <a:pt x="258" y="28"/>
                  <a:pt x="250" y="35"/>
                  <a:pt x="242" y="45"/>
                </a:cubicBezTo>
                <a:lnTo>
                  <a:pt x="177" y="128"/>
                </a:lnTo>
                <a:cubicBezTo>
                  <a:pt x="175" y="132"/>
                  <a:pt x="173" y="137"/>
                  <a:pt x="173" y="142"/>
                </a:cubicBezTo>
                <a:cubicBezTo>
                  <a:pt x="173" y="146"/>
                  <a:pt x="176" y="151"/>
                  <a:pt x="181" y="158"/>
                </a:cubicBezTo>
                <a:lnTo>
                  <a:pt x="253" y="2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76720" y="2854080"/>
            <a:ext cx="1321920" cy="333720"/>
          </a:xfrm>
          <a:custGeom>
            <a:avLst/>
            <a:gdLst/>
            <a:ahLst/>
            <a:rect l="0" t="0" r="r" b="b"/>
            <a:pathLst>
              <a:path w="3672" h="927">
                <a:moveTo>
                  <a:pt x="306" y="276"/>
                </a:moveTo>
                <a:lnTo>
                  <a:pt x="293" y="78"/>
                </a:lnTo>
                <a:lnTo>
                  <a:pt x="292" y="78"/>
                </a:lnTo>
                <a:lnTo>
                  <a:pt x="186" y="328"/>
                </a:lnTo>
                <a:cubicBezTo>
                  <a:pt x="184" y="332"/>
                  <a:pt x="182" y="334"/>
                  <a:pt x="180" y="334"/>
                </a:cubicBezTo>
                <a:cubicBezTo>
                  <a:pt x="176" y="334"/>
                  <a:pt x="174" y="332"/>
                  <a:pt x="173" y="328"/>
                </a:cubicBezTo>
                <a:lnTo>
                  <a:pt x="75" y="83"/>
                </a:lnTo>
                <a:lnTo>
                  <a:pt x="74" y="83"/>
                </a:lnTo>
                <a:lnTo>
                  <a:pt x="56" y="272"/>
                </a:lnTo>
                <a:cubicBezTo>
                  <a:pt x="55" y="287"/>
                  <a:pt x="56" y="298"/>
                  <a:pt x="60" y="304"/>
                </a:cubicBezTo>
                <a:cubicBezTo>
                  <a:pt x="64" y="311"/>
                  <a:pt x="73" y="315"/>
                  <a:pt x="87" y="316"/>
                </a:cubicBezTo>
                <a:cubicBezTo>
                  <a:pt x="89" y="318"/>
                  <a:pt x="89" y="320"/>
                  <a:pt x="89" y="324"/>
                </a:cubicBezTo>
                <a:cubicBezTo>
                  <a:pt x="89" y="328"/>
                  <a:pt x="89" y="330"/>
                  <a:pt x="87" y="332"/>
                </a:cubicBezTo>
                <a:cubicBezTo>
                  <a:pt x="69" y="331"/>
                  <a:pt x="54" y="331"/>
                  <a:pt x="43" y="331"/>
                </a:cubicBezTo>
                <a:cubicBezTo>
                  <a:pt x="35" y="331"/>
                  <a:pt x="21" y="331"/>
                  <a:pt x="2" y="332"/>
                </a:cubicBezTo>
                <a:cubicBezTo>
                  <a:pt x="1" y="330"/>
                  <a:pt x="0" y="328"/>
                  <a:pt x="0" y="324"/>
                </a:cubicBezTo>
                <a:cubicBezTo>
                  <a:pt x="0" y="320"/>
                  <a:pt x="1" y="318"/>
                  <a:pt x="2" y="316"/>
                </a:cubicBezTo>
                <a:cubicBezTo>
                  <a:pt x="15" y="315"/>
                  <a:pt x="24" y="312"/>
                  <a:pt x="29" y="306"/>
                </a:cubicBezTo>
                <a:cubicBezTo>
                  <a:pt x="33" y="299"/>
                  <a:pt x="36" y="288"/>
                  <a:pt x="38" y="274"/>
                </a:cubicBezTo>
                <a:lnTo>
                  <a:pt x="57" y="78"/>
                </a:lnTo>
                <a:cubicBezTo>
                  <a:pt x="58" y="61"/>
                  <a:pt x="57" y="51"/>
                  <a:pt x="54" y="47"/>
                </a:cubicBezTo>
                <a:cubicBezTo>
                  <a:pt x="51" y="43"/>
                  <a:pt x="41" y="41"/>
                  <a:pt x="24" y="40"/>
                </a:cubicBezTo>
                <a:cubicBezTo>
                  <a:pt x="23" y="39"/>
                  <a:pt x="23" y="37"/>
                  <a:pt x="23" y="33"/>
                </a:cubicBezTo>
                <a:cubicBezTo>
                  <a:pt x="23" y="29"/>
                  <a:pt x="23" y="26"/>
                  <a:pt x="24" y="25"/>
                </a:cubicBezTo>
                <a:lnTo>
                  <a:pt x="93" y="26"/>
                </a:lnTo>
                <a:lnTo>
                  <a:pt x="190" y="266"/>
                </a:lnTo>
                <a:cubicBezTo>
                  <a:pt x="191" y="270"/>
                  <a:pt x="193" y="272"/>
                  <a:pt x="193" y="272"/>
                </a:cubicBezTo>
                <a:cubicBezTo>
                  <a:pt x="194" y="272"/>
                  <a:pt x="196" y="270"/>
                  <a:pt x="198" y="265"/>
                </a:cubicBezTo>
                <a:lnTo>
                  <a:pt x="298" y="26"/>
                </a:lnTo>
                <a:lnTo>
                  <a:pt x="359" y="25"/>
                </a:lnTo>
                <a:cubicBezTo>
                  <a:pt x="360" y="26"/>
                  <a:pt x="361" y="29"/>
                  <a:pt x="361" y="33"/>
                </a:cubicBezTo>
                <a:cubicBezTo>
                  <a:pt x="362" y="37"/>
                  <a:pt x="361" y="39"/>
                  <a:pt x="359" y="40"/>
                </a:cubicBezTo>
                <a:cubicBezTo>
                  <a:pt x="343" y="41"/>
                  <a:pt x="334" y="44"/>
                  <a:pt x="330" y="48"/>
                </a:cubicBezTo>
                <a:cubicBezTo>
                  <a:pt x="327" y="52"/>
                  <a:pt x="326" y="61"/>
                  <a:pt x="327" y="75"/>
                </a:cubicBezTo>
                <a:lnTo>
                  <a:pt x="341" y="274"/>
                </a:lnTo>
                <a:cubicBezTo>
                  <a:pt x="341" y="281"/>
                  <a:pt x="342" y="287"/>
                  <a:pt x="342" y="290"/>
                </a:cubicBezTo>
                <a:cubicBezTo>
                  <a:pt x="343" y="294"/>
                  <a:pt x="343" y="298"/>
                  <a:pt x="344" y="302"/>
                </a:cubicBezTo>
                <a:cubicBezTo>
                  <a:pt x="345" y="306"/>
                  <a:pt x="347" y="308"/>
                  <a:pt x="348" y="309"/>
                </a:cubicBezTo>
                <a:cubicBezTo>
                  <a:pt x="349" y="310"/>
                  <a:pt x="351" y="312"/>
                  <a:pt x="354" y="313"/>
                </a:cubicBezTo>
                <a:cubicBezTo>
                  <a:pt x="357" y="314"/>
                  <a:pt x="360" y="315"/>
                  <a:pt x="363" y="315"/>
                </a:cubicBezTo>
                <a:cubicBezTo>
                  <a:pt x="366" y="315"/>
                  <a:pt x="371" y="316"/>
                  <a:pt x="377" y="316"/>
                </a:cubicBezTo>
                <a:cubicBezTo>
                  <a:pt x="379" y="318"/>
                  <a:pt x="379" y="320"/>
                  <a:pt x="379" y="324"/>
                </a:cubicBezTo>
                <a:cubicBezTo>
                  <a:pt x="379" y="328"/>
                  <a:pt x="379" y="330"/>
                  <a:pt x="377" y="332"/>
                </a:cubicBezTo>
                <a:cubicBezTo>
                  <a:pt x="356" y="331"/>
                  <a:pt x="339" y="331"/>
                  <a:pt x="326" y="331"/>
                </a:cubicBezTo>
                <a:cubicBezTo>
                  <a:pt x="322" y="331"/>
                  <a:pt x="305" y="331"/>
                  <a:pt x="276" y="332"/>
                </a:cubicBezTo>
                <a:cubicBezTo>
                  <a:pt x="274" y="330"/>
                  <a:pt x="273" y="328"/>
                  <a:pt x="273" y="324"/>
                </a:cubicBezTo>
                <a:cubicBezTo>
                  <a:pt x="273" y="320"/>
                  <a:pt x="274" y="318"/>
                  <a:pt x="276" y="316"/>
                </a:cubicBezTo>
                <a:cubicBezTo>
                  <a:pt x="282" y="316"/>
                  <a:pt x="286" y="315"/>
                  <a:pt x="288" y="315"/>
                </a:cubicBezTo>
                <a:cubicBezTo>
                  <a:pt x="291" y="315"/>
                  <a:pt x="294" y="314"/>
                  <a:pt x="297" y="313"/>
                </a:cubicBezTo>
                <a:cubicBezTo>
                  <a:pt x="300" y="312"/>
                  <a:pt x="302" y="311"/>
                  <a:pt x="303" y="310"/>
                </a:cubicBezTo>
                <a:cubicBezTo>
                  <a:pt x="304" y="309"/>
                  <a:pt x="305" y="306"/>
                  <a:pt x="305" y="303"/>
                </a:cubicBezTo>
                <a:cubicBezTo>
                  <a:pt x="306" y="299"/>
                  <a:pt x="306" y="296"/>
                  <a:pt x="306" y="292"/>
                </a:cubicBezTo>
                <a:cubicBezTo>
                  <a:pt x="306" y="288"/>
                  <a:pt x="306" y="283"/>
                  <a:pt x="306" y="276"/>
                </a:cubicBezTo>
                <a:moveTo>
                  <a:pt x="444" y="317"/>
                </a:moveTo>
                <a:cubicBezTo>
                  <a:pt x="435" y="305"/>
                  <a:pt x="430" y="290"/>
                  <a:pt x="430" y="271"/>
                </a:cubicBezTo>
                <a:lnTo>
                  <a:pt x="430" y="181"/>
                </a:lnTo>
                <a:cubicBezTo>
                  <a:pt x="430" y="166"/>
                  <a:pt x="428" y="156"/>
                  <a:pt x="424" y="151"/>
                </a:cubicBezTo>
                <a:cubicBezTo>
                  <a:pt x="420" y="146"/>
                  <a:pt x="412" y="143"/>
                  <a:pt x="401" y="143"/>
                </a:cubicBezTo>
                <a:cubicBezTo>
                  <a:pt x="400" y="141"/>
                  <a:pt x="399" y="139"/>
                  <a:pt x="399" y="135"/>
                </a:cubicBezTo>
                <a:cubicBezTo>
                  <a:pt x="399" y="131"/>
                  <a:pt x="400" y="128"/>
                  <a:pt x="401" y="127"/>
                </a:cubicBezTo>
                <a:cubicBezTo>
                  <a:pt x="424" y="128"/>
                  <a:pt x="440" y="128"/>
                  <a:pt x="449" y="128"/>
                </a:cubicBezTo>
                <a:cubicBezTo>
                  <a:pt x="457" y="128"/>
                  <a:pt x="462" y="128"/>
                  <a:pt x="465" y="127"/>
                </a:cubicBezTo>
                <a:cubicBezTo>
                  <a:pt x="468" y="127"/>
                  <a:pt x="469" y="128"/>
                  <a:pt x="469" y="130"/>
                </a:cubicBezTo>
                <a:cubicBezTo>
                  <a:pt x="468" y="153"/>
                  <a:pt x="467" y="169"/>
                  <a:pt x="467" y="179"/>
                </a:cubicBezTo>
                <a:lnTo>
                  <a:pt x="467" y="264"/>
                </a:lnTo>
                <a:cubicBezTo>
                  <a:pt x="467" y="283"/>
                  <a:pt x="471" y="296"/>
                  <a:pt x="479" y="302"/>
                </a:cubicBezTo>
                <a:cubicBezTo>
                  <a:pt x="486" y="310"/>
                  <a:pt x="495" y="313"/>
                  <a:pt x="505" y="313"/>
                </a:cubicBezTo>
                <a:cubicBezTo>
                  <a:pt x="519" y="313"/>
                  <a:pt x="535" y="305"/>
                  <a:pt x="552" y="290"/>
                </a:cubicBezTo>
                <a:cubicBezTo>
                  <a:pt x="557" y="286"/>
                  <a:pt x="560" y="280"/>
                  <a:pt x="560" y="272"/>
                </a:cubicBezTo>
                <a:lnTo>
                  <a:pt x="560" y="181"/>
                </a:lnTo>
                <a:cubicBezTo>
                  <a:pt x="560" y="166"/>
                  <a:pt x="558" y="155"/>
                  <a:pt x="554" y="151"/>
                </a:cubicBezTo>
                <a:cubicBezTo>
                  <a:pt x="550" y="146"/>
                  <a:pt x="542" y="143"/>
                  <a:pt x="530" y="143"/>
                </a:cubicBezTo>
                <a:cubicBezTo>
                  <a:pt x="529" y="141"/>
                  <a:pt x="528" y="139"/>
                  <a:pt x="528" y="135"/>
                </a:cubicBezTo>
                <a:cubicBezTo>
                  <a:pt x="528" y="131"/>
                  <a:pt x="529" y="128"/>
                  <a:pt x="530" y="127"/>
                </a:cubicBezTo>
                <a:cubicBezTo>
                  <a:pt x="553" y="128"/>
                  <a:pt x="570" y="128"/>
                  <a:pt x="579" y="128"/>
                </a:cubicBezTo>
                <a:cubicBezTo>
                  <a:pt x="586" y="128"/>
                  <a:pt x="592" y="128"/>
                  <a:pt x="595" y="127"/>
                </a:cubicBezTo>
                <a:cubicBezTo>
                  <a:pt x="598" y="127"/>
                  <a:pt x="599" y="128"/>
                  <a:pt x="599" y="130"/>
                </a:cubicBezTo>
                <a:cubicBezTo>
                  <a:pt x="598" y="153"/>
                  <a:pt x="597" y="169"/>
                  <a:pt x="597" y="179"/>
                </a:cubicBezTo>
                <a:lnTo>
                  <a:pt x="597" y="269"/>
                </a:lnTo>
                <a:cubicBezTo>
                  <a:pt x="597" y="282"/>
                  <a:pt x="599" y="290"/>
                  <a:pt x="603" y="295"/>
                </a:cubicBezTo>
                <a:cubicBezTo>
                  <a:pt x="608" y="300"/>
                  <a:pt x="617" y="302"/>
                  <a:pt x="631" y="304"/>
                </a:cubicBezTo>
                <a:cubicBezTo>
                  <a:pt x="633" y="305"/>
                  <a:pt x="634" y="308"/>
                  <a:pt x="634" y="310"/>
                </a:cubicBezTo>
                <a:cubicBezTo>
                  <a:pt x="634" y="313"/>
                  <a:pt x="633" y="315"/>
                  <a:pt x="631" y="317"/>
                </a:cubicBezTo>
                <a:cubicBezTo>
                  <a:pt x="605" y="320"/>
                  <a:pt x="586" y="326"/>
                  <a:pt x="574" y="336"/>
                </a:cubicBezTo>
                <a:cubicBezTo>
                  <a:pt x="571" y="336"/>
                  <a:pt x="568" y="336"/>
                  <a:pt x="565" y="336"/>
                </a:cubicBezTo>
                <a:cubicBezTo>
                  <a:pt x="562" y="324"/>
                  <a:pt x="560" y="315"/>
                  <a:pt x="560" y="307"/>
                </a:cubicBezTo>
                <a:cubicBezTo>
                  <a:pt x="560" y="304"/>
                  <a:pt x="558" y="304"/>
                  <a:pt x="555" y="307"/>
                </a:cubicBezTo>
                <a:cubicBezTo>
                  <a:pt x="531" y="326"/>
                  <a:pt x="510" y="336"/>
                  <a:pt x="491" y="336"/>
                </a:cubicBezTo>
                <a:cubicBezTo>
                  <a:pt x="469" y="336"/>
                  <a:pt x="454" y="329"/>
                  <a:pt x="444" y="317"/>
                </a:cubicBezTo>
                <a:moveTo>
                  <a:pt x="684" y="273"/>
                </a:moveTo>
                <a:lnTo>
                  <a:pt x="684" y="66"/>
                </a:lnTo>
                <a:cubicBezTo>
                  <a:pt x="684" y="56"/>
                  <a:pt x="683" y="49"/>
                  <a:pt x="683" y="44"/>
                </a:cubicBezTo>
                <a:cubicBezTo>
                  <a:pt x="683" y="39"/>
                  <a:pt x="681" y="35"/>
                  <a:pt x="677" y="32"/>
                </a:cubicBezTo>
                <a:cubicBezTo>
                  <a:pt x="674" y="30"/>
                  <a:pt x="671" y="29"/>
                  <a:pt x="669" y="29"/>
                </a:cubicBezTo>
                <a:cubicBezTo>
                  <a:pt x="667" y="29"/>
                  <a:pt x="662" y="28"/>
                  <a:pt x="654" y="27"/>
                </a:cubicBezTo>
                <a:cubicBezTo>
                  <a:pt x="650" y="24"/>
                  <a:pt x="649" y="19"/>
                  <a:pt x="651" y="13"/>
                </a:cubicBezTo>
                <a:cubicBezTo>
                  <a:pt x="678" y="11"/>
                  <a:pt x="700" y="7"/>
                  <a:pt x="717" y="0"/>
                </a:cubicBezTo>
                <a:cubicBezTo>
                  <a:pt x="721" y="0"/>
                  <a:pt x="723" y="2"/>
                  <a:pt x="723" y="5"/>
                </a:cubicBezTo>
                <a:cubicBezTo>
                  <a:pt x="722" y="18"/>
                  <a:pt x="721" y="35"/>
                  <a:pt x="721" y="55"/>
                </a:cubicBezTo>
                <a:lnTo>
                  <a:pt x="721" y="273"/>
                </a:lnTo>
                <a:cubicBezTo>
                  <a:pt x="721" y="292"/>
                  <a:pt x="723" y="304"/>
                  <a:pt x="727" y="308"/>
                </a:cubicBezTo>
                <a:cubicBezTo>
                  <a:pt x="731" y="313"/>
                  <a:pt x="740" y="315"/>
                  <a:pt x="755" y="316"/>
                </a:cubicBezTo>
                <a:cubicBezTo>
                  <a:pt x="756" y="318"/>
                  <a:pt x="757" y="320"/>
                  <a:pt x="757" y="324"/>
                </a:cubicBezTo>
                <a:cubicBezTo>
                  <a:pt x="757" y="328"/>
                  <a:pt x="756" y="330"/>
                  <a:pt x="755" y="332"/>
                </a:cubicBezTo>
                <a:cubicBezTo>
                  <a:pt x="728" y="331"/>
                  <a:pt x="710" y="331"/>
                  <a:pt x="703" y="331"/>
                </a:cubicBezTo>
                <a:cubicBezTo>
                  <a:pt x="694" y="331"/>
                  <a:pt x="676" y="331"/>
                  <a:pt x="650" y="332"/>
                </a:cubicBezTo>
                <a:cubicBezTo>
                  <a:pt x="648" y="330"/>
                  <a:pt x="647" y="328"/>
                  <a:pt x="647" y="324"/>
                </a:cubicBezTo>
                <a:cubicBezTo>
                  <a:pt x="647" y="320"/>
                  <a:pt x="648" y="318"/>
                  <a:pt x="650" y="316"/>
                </a:cubicBezTo>
                <a:cubicBezTo>
                  <a:pt x="665" y="316"/>
                  <a:pt x="674" y="313"/>
                  <a:pt x="678" y="309"/>
                </a:cubicBezTo>
                <a:cubicBezTo>
                  <a:pt x="681" y="304"/>
                  <a:pt x="684" y="292"/>
                  <a:pt x="684" y="273"/>
                </a:cubicBezTo>
                <a:moveTo>
                  <a:pt x="783" y="128"/>
                </a:moveTo>
                <a:lnTo>
                  <a:pt x="805" y="128"/>
                </a:lnTo>
                <a:lnTo>
                  <a:pt x="805" y="103"/>
                </a:lnTo>
                <a:cubicBezTo>
                  <a:pt x="805" y="96"/>
                  <a:pt x="804" y="91"/>
                  <a:pt x="804" y="87"/>
                </a:cubicBezTo>
                <a:cubicBezTo>
                  <a:pt x="804" y="84"/>
                  <a:pt x="804" y="82"/>
                  <a:pt x="804" y="80"/>
                </a:cubicBezTo>
                <a:lnTo>
                  <a:pt x="804" y="76"/>
                </a:lnTo>
                <a:lnTo>
                  <a:pt x="804" y="73"/>
                </a:lnTo>
                <a:cubicBezTo>
                  <a:pt x="804" y="72"/>
                  <a:pt x="804" y="71"/>
                  <a:pt x="805" y="70"/>
                </a:cubicBezTo>
                <a:cubicBezTo>
                  <a:pt x="807" y="69"/>
                  <a:pt x="808" y="68"/>
                  <a:pt x="809" y="68"/>
                </a:cubicBezTo>
                <a:cubicBezTo>
                  <a:pt x="811" y="68"/>
                  <a:pt x="813" y="67"/>
                  <a:pt x="815" y="66"/>
                </a:cubicBezTo>
                <a:cubicBezTo>
                  <a:pt x="818" y="65"/>
                  <a:pt x="820" y="65"/>
                  <a:pt x="821" y="64"/>
                </a:cubicBezTo>
                <a:cubicBezTo>
                  <a:pt x="823" y="63"/>
                  <a:pt x="826" y="62"/>
                  <a:pt x="829" y="60"/>
                </a:cubicBezTo>
                <a:cubicBezTo>
                  <a:pt x="831" y="59"/>
                  <a:pt x="834" y="58"/>
                  <a:pt x="836" y="57"/>
                </a:cubicBezTo>
                <a:cubicBezTo>
                  <a:pt x="838" y="56"/>
                  <a:pt x="839" y="56"/>
                  <a:pt x="840" y="56"/>
                </a:cubicBezTo>
                <a:cubicBezTo>
                  <a:pt x="843" y="56"/>
                  <a:pt x="844" y="57"/>
                  <a:pt x="844" y="59"/>
                </a:cubicBezTo>
                <a:cubicBezTo>
                  <a:pt x="843" y="72"/>
                  <a:pt x="842" y="89"/>
                  <a:pt x="842" y="109"/>
                </a:cubicBezTo>
                <a:lnTo>
                  <a:pt x="842" y="128"/>
                </a:lnTo>
                <a:lnTo>
                  <a:pt x="899" y="128"/>
                </a:lnTo>
                <a:cubicBezTo>
                  <a:pt x="902" y="128"/>
                  <a:pt x="903" y="129"/>
                  <a:pt x="903" y="131"/>
                </a:cubicBezTo>
                <a:lnTo>
                  <a:pt x="903" y="140"/>
                </a:lnTo>
                <a:cubicBezTo>
                  <a:pt x="903" y="144"/>
                  <a:pt x="899" y="146"/>
                  <a:pt x="891" y="146"/>
                </a:cubicBezTo>
                <a:lnTo>
                  <a:pt x="842" y="146"/>
                </a:lnTo>
                <a:lnTo>
                  <a:pt x="842" y="266"/>
                </a:lnTo>
                <a:cubicBezTo>
                  <a:pt x="842" y="281"/>
                  <a:pt x="843" y="293"/>
                  <a:pt x="845" y="299"/>
                </a:cubicBezTo>
                <a:cubicBezTo>
                  <a:pt x="848" y="306"/>
                  <a:pt x="852" y="309"/>
                  <a:pt x="858" y="309"/>
                </a:cubicBezTo>
                <a:cubicBezTo>
                  <a:pt x="872" y="309"/>
                  <a:pt x="885" y="305"/>
                  <a:pt x="897" y="296"/>
                </a:cubicBezTo>
                <a:cubicBezTo>
                  <a:pt x="901" y="296"/>
                  <a:pt x="904" y="299"/>
                  <a:pt x="905" y="304"/>
                </a:cubicBezTo>
                <a:cubicBezTo>
                  <a:pt x="886" y="325"/>
                  <a:pt x="865" y="336"/>
                  <a:pt x="842" y="336"/>
                </a:cubicBezTo>
                <a:cubicBezTo>
                  <a:pt x="817" y="336"/>
                  <a:pt x="805" y="320"/>
                  <a:pt x="805" y="288"/>
                </a:cubicBezTo>
                <a:lnTo>
                  <a:pt x="805" y="146"/>
                </a:lnTo>
                <a:lnTo>
                  <a:pt x="777" y="146"/>
                </a:lnTo>
                <a:cubicBezTo>
                  <a:pt x="776" y="146"/>
                  <a:pt x="775" y="145"/>
                  <a:pt x="775" y="143"/>
                </a:cubicBezTo>
                <a:lnTo>
                  <a:pt x="775" y="137"/>
                </a:lnTo>
                <a:cubicBezTo>
                  <a:pt x="775" y="131"/>
                  <a:pt x="778" y="128"/>
                  <a:pt x="783" y="128"/>
                </a:cubicBezTo>
                <a:moveTo>
                  <a:pt x="962" y="32"/>
                </a:moveTo>
                <a:cubicBezTo>
                  <a:pt x="967" y="27"/>
                  <a:pt x="973" y="25"/>
                  <a:pt x="979" y="25"/>
                </a:cubicBezTo>
                <a:cubicBezTo>
                  <a:pt x="985" y="25"/>
                  <a:pt x="990" y="28"/>
                  <a:pt x="995" y="33"/>
                </a:cubicBezTo>
                <a:cubicBezTo>
                  <a:pt x="999" y="38"/>
                  <a:pt x="1001" y="43"/>
                  <a:pt x="1001" y="49"/>
                </a:cubicBezTo>
                <a:cubicBezTo>
                  <a:pt x="1001" y="55"/>
                  <a:pt x="999" y="60"/>
                  <a:pt x="994" y="65"/>
                </a:cubicBezTo>
                <a:cubicBezTo>
                  <a:pt x="989" y="70"/>
                  <a:pt x="983" y="72"/>
                  <a:pt x="977" y="72"/>
                </a:cubicBezTo>
                <a:cubicBezTo>
                  <a:pt x="971" y="72"/>
                  <a:pt x="966" y="70"/>
                  <a:pt x="961" y="64"/>
                </a:cubicBezTo>
                <a:cubicBezTo>
                  <a:pt x="956" y="59"/>
                  <a:pt x="954" y="53"/>
                  <a:pt x="954" y="47"/>
                </a:cubicBezTo>
                <a:cubicBezTo>
                  <a:pt x="954" y="42"/>
                  <a:pt x="957" y="37"/>
                  <a:pt x="962" y="32"/>
                </a:cubicBezTo>
                <a:moveTo>
                  <a:pt x="997" y="273"/>
                </a:moveTo>
                <a:cubicBezTo>
                  <a:pt x="997" y="292"/>
                  <a:pt x="999" y="304"/>
                  <a:pt x="1003" y="308"/>
                </a:cubicBezTo>
                <a:cubicBezTo>
                  <a:pt x="1007" y="313"/>
                  <a:pt x="1016" y="315"/>
                  <a:pt x="1031" y="316"/>
                </a:cubicBezTo>
                <a:cubicBezTo>
                  <a:pt x="1033" y="318"/>
                  <a:pt x="1033" y="320"/>
                  <a:pt x="1033" y="324"/>
                </a:cubicBezTo>
                <a:cubicBezTo>
                  <a:pt x="1033" y="328"/>
                  <a:pt x="1033" y="330"/>
                  <a:pt x="1031" y="332"/>
                </a:cubicBezTo>
                <a:cubicBezTo>
                  <a:pt x="1004" y="331"/>
                  <a:pt x="986" y="331"/>
                  <a:pt x="979" y="331"/>
                </a:cubicBezTo>
                <a:cubicBezTo>
                  <a:pt x="970" y="331"/>
                  <a:pt x="953" y="331"/>
                  <a:pt x="926" y="332"/>
                </a:cubicBezTo>
                <a:cubicBezTo>
                  <a:pt x="925" y="330"/>
                  <a:pt x="924" y="328"/>
                  <a:pt x="924" y="324"/>
                </a:cubicBezTo>
                <a:cubicBezTo>
                  <a:pt x="924" y="320"/>
                  <a:pt x="925" y="318"/>
                  <a:pt x="926" y="316"/>
                </a:cubicBezTo>
                <a:cubicBezTo>
                  <a:pt x="941" y="315"/>
                  <a:pt x="951" y="312"/>
                  <a:pt x="954" y="308"/>
                </a:cubicBezTo>
                <a:cubicBezTo>
                  <a:pt x="958" y="304"/>
                  <a:pt x="960" y="292"/>
                  <a:pt x="960" y="273"/>
                </a:cubicBezTo>
                <a:lnTo>
                  <a:pt x="960" y="181"/>
                </a:lnTo>
                <a:cubicBezTo>
                  <a:pt x="960" y="168"/>
                  <a:pt x="958" y="159"/>
                  <a:pt x="954" y="156"/>
                </a:cubicBezTo>
                <a:cubicBezTo>
                  <a:pt x="951" y="152"/>
                  <a:pt x="943" y="150"/>
                  <a:pt x="930" y="149"/>
                </a:cubicBezTo>
                <a:cubicBezTo>
                  <a:pt x="928" y="143"/>
                  <a:pt x="927" y="139"/>
                  <a:pt x="929" y="135"/>
                </a:cubicBezTo>
                <a:cubicBezTo>
                  <a:pt x="957" y="132"/>
                  <a:pt x="979" y="127"/>
                  <a:pt x="993" y="122"/>
                </a:cubicBezTo>
                <a:cubicBezTo>
                  <a:pt x="997" y="122"/>
                  <a:pt x="999" y="123"/>
                  <a:pt x="999" y="125"/>
                </a:cubicBezTo>
                <a:lnTo>
                  <a:pt x="999" y="128"/>
                </a:lnTo>
                <a:cubicBezTo>
                  <a:pt x="999" y="130"/>
                  <a:pt x="999" y="133"/>
                  <a:pt x="998" y="137"/>
                </a:cubicBezTo>
                <a:cubicBezTo>
                  <a:pt x="998" y="142"/>
                  <a:pt x="998" y="146"/>
                  <a:pt x="998" y="150"/>
                </a:cubicBezTo>
                <a:cubicBezTo>
                  <a:pt x="998" y="154"/>
                  <a:pt x="997" y="159"/>
                  <a:pt x="997" y="164"/>
                </a:cubicBezTo>
                <a:lnTo>
                  <a:pt x="997" y="179"/>
                </a:lnTo>
                <a:lnTo>
                  <a:pt x="997" y="273"/>
                </a:lnTo>
                <a:moveTo>
                  <a:pt x="1065" y="225"/>
                </a:moveTo>
                <a:cubicBezTo>
                  <a:pt x="1061" y="225"/>
                  <a:pt x="1059" y="222"/>
                  <a:pt x="1059" y="216"/>
                </a:cubicBezTo>
                <a:cubicBezTo>
                  <a:pt x="1059" y="212"/>
                  <a:pt x="1060" y="207"/>
                  <a:pt x="1062" y="203"/>
                </a:cubicBezTo>
                <a:cubicBezTo>
                  <a:pt x="1065" y="199"/>
                  <a:pt x="1067" y="196"/>
                  <a:pt x="1070" y="196"/>
                </a:cubicBezTo>
                <a:lnTo>
                  <a:pt x="1174" y="196"/>
                </a:lnTo>
                <a:cubicBezTo>
                  <a:pt x="1178" y="196"/>
                  <a:pt x="1180" y="200"/>
                  <a:pt x="1180" y="206"/>
                </a:cubicBezTo>
                <a:cubicBezTo>
                  <a:pt x="1180" y="209"/>
                  <a:pt x="1179" y="213"/>
                  <a:pt x="1176" y="218"/>
                </a:cubicBezTo>
                <a:cubicBezTo>
                  <a:pt x="1173" y="223"/>
                  <a:pt x="1170" y="225"/>
                  <a:pt x="1167" y="225"/>
                </a:cubicBezTo>
                <a:lnTo>
                  <a:pt x="1065" y="225"/>
                </a:lnTo>
                <a:moveTo>
                  <a:pt x="1281" y="174"/>
                </a:moveTo>
                <a:cubicBezTo>
                  <a:pt x="1276" y="180"/>
                  <a:pt x="1274" y="187"/>
                  <a:pt x="1274" y="195"/>
                </a:cubicBezTo>
                <a:lnTo>
                  <a:pt x="1274" y="281"/>
                </a:lnTo>
                <a:cubicBezTo>
                  <a:pt x="1274" y="287"/>
                  <a:pt x="1274" y="291"/>
                  <a:pt x="1274" y="295"/>
                </a:cubicBezTo>
                <a:cubicBezTo>
                  <a:pt x="1275" y="297"/>
                  <a:pt x="1276" y="300"/>
                  <a:pt x="1277" y="302"/>
                </a:cubicBezTo>
                <a:cubicBezTo>
                  <a:pt x="1279" y="304"/>
                  <a:pt x="1282" y="306"/>
                  <a:pt x="1285" y="309"/>
                </a:cubicBezTo>
                <a:cubicBezTo>
                  <a:pt x="1289" y="313"/>
                  <a:pt x="1294" y="316"/>
                  <a:pt x="1301" y="317"/>
                </a:cubicBezTo>
                <a:cubicBezTo>
                  <a:pt x="1307" y="319"/>
                  <a:pt x="1313" y="320"/>
                  <a:pt x="1319" y="320"/>
                </a:cubicBezTo>
                <a:cubicBezTo>
                  <a:pt x="1331" y="320"/>
                  <a:pt x="1342" y="317"/>
                  <a:pt x="1351" y="312"/>
                </a:cubicBezTo>
                <a:cubicBezTo>
                  <a:pt x="1360" y="306"/>
                  <a:pt x="1367" y="299"/>
                  <a:pt x="1372" y="290"/>
                </a:cubicBezTo>
                <a:cubicBezTo>
                  <a:pt x="1377" y="281"/>
                  <a:pt x="1380" y="272"/>
                  <a:pt x="1382" y="263"/>
                </a:cubicBezTo>
                <a:cubicBezTo>
                  <a:pt x="1384" y="253"/>
                  <a:pt x="1385" y="243"/>
                  <a:pt x="1385" y="232"/>
                </a:cubicBezTo>
                <a:cubicBezTo>
                  <a:pt x="1385" y="206"/>
                  <a:pt x="1380" y="185"/>
                  <a:pt x="1369" y="170"/>
                </a:cubicBezTo>
                <a:cubicBezTo>
                  <a:pt x="1358" y="153"/>
                  <a:pt x="1345" y="145"/>
                  <a:pt x="1329" y="145"/>
                </a:cubicBezTo>
                <a:cubicBezTo>
                  <a:pt x="1322" y="145"/>
                  <a:pt x="1314" y="148"/>
                  <a:pt x="1305" y="154"/>
                </a:cubicBezTo>
                <a:cubicBezTo>
                  <a:pt x="1296" y="159"/>
                  <a:pt x="1288" y="166"/>
                  <a:pt x="1281" y="174"/>
                </a:cubicBezTo>
                <a:moveTo>
                  <a:pt x="1274" y="157"/>
                </a:moveTo>
                <a:cubicBezTo>
                  <a:pt x="1274" y="158"/>
                  <a:pt x="1274" y="159"/>
                  <a:pt x="1275" y="160"/>
                </a:cubicBezTo>
                <a:cubicBezTo>
                  <a:pt x="1276" y="160"/>
                  <a:pt x="1277" y="159"/>
                  <a:pt x="1277" y="158"/>
                </a:cubicBezTo>
                <a:cubicBezTo>
                  <a:pt x="1298" y="135"/>
                  <a:pt x="1319" y="123"/>
                  <a:pt x="1342" y="123"/>
                </a:cubicBezTo>
                <a:cubicBezTo>
                  <a:pt x="1366" y="123"/>
                  <a:pt x="1386" y="133"/>
                  <a:pt x="1402" y="152"/>
                </a:cubicBezTo>
                <a:cubicBezTo>
                  <a:pt x="1418" y="171"/>
                  <a:pt x="1426" y="194"/>
                  <a:pt x="1426" y="220"/>
                </a:cubicBezTo>
                <a:cubicBezTo>
                  <a:pt x="1426" y="257"/>
                  <a:pt x="1414" y="286"/>
                  <a:pt x="1391" y="309"/>
                </a:cubicBezTo>
                <a:cubicBezTo>
                  <a:pt x="1372" y="327"/>
                  <a:pt x="1349" y="336"/>
                  <a:pt x="1322" y="336"/>
                </a:cubicBezTo>
                <a:cubicBezTo>
                  <a:pt x="1306" y="336"/>
                  <a:pt x="1292" y="333"/>
                  <a:pt x="1281" y="328"/>
                </a:cubicBezTo>
                <a:cubicBezTo>
                  <a:pt x="1278" y="327"/>
                  <a:pt x="1276" y="327"/>
                  <a:pt x="1275" y="327"/>
                </a:cubicBezTo>
                <a:cubicBezTo>
                  <a:pt x="1274" y="327"/>
                  <a:pt x="1274" y="329"/>
                  <a:pt x="1274" y="332"/>
                </a:cubicBezTo>
                <a:lnTo>
                  <a:pt x="1274" y="383"/>
                </a:lnTo>
                <a:cubicBezTo>
                  <a:pt x="1274" y="401"/>
                  <a:pt x="1276" y="413"/>
                  <a:pt x="1280" y="418"/>
                </a:cubicBezTo>
                <a:cubicBezTo>
                  <a:pt x="1284" y="422"/>
                  <a:pt x="1295" y="425"/>
                  <a:pt x="1312" y="426"/>
                </a:cubicBezTo>
                <a:cubicBezTo>
                  <a:pt x="1314" y="427"/>
                  <a:pt x="1315" y="430"/>
                  <a:pt x="1315" y="434"/>
                </a:cubicBezTo>
                <a:cubicBezTo>
                  <a:pt x="1315" y="438"/>
                  <a:pt x="1314" y="440"/>
                  <a:pt x="1312" y="442"/>
                </a:cubicBezTo>
                <a:cubicBezTo>
                  <a:pt x="1285" y="441"/>
                  <a:pt x="1266" y="440"/>
                  <a:pt x="1255" y="440"/>
                </a:cubicBezTo>
                <a:cubicBezTo>
                  <a:pt x="1247" y="440"/>
                  <a:pt x="1229" y="441"/>
                  <a:pt x="1203" y="442"/>
                </a:cubicBezTo>
                <a:cubicBezTo>
                  <a:pt x="1201" y="440"/>
                  <a:pt x="1201" y="438"/>
                  <a:pt x="1201" y="434"/>
                </a:cubicBezTo>
                <a:cubicBezTo>
                  <a:pt x="1201" y="430"/>
                  <a:pt x="1201" y="427"/>
                  <a:pt x="1203" y="426"/>
                </a:cubicBezTo>
                <a:cubicBezTo>
                  <a:pt x="1217" y="425"/>
                  <a:pt x="1227" y="423"/>
                  <a:pt x="1231" y="418"/>
                </a:cubicBezTo>
                <a:cubicBezTo>
                  <a:pt x="1235" y="413"/>
                  <a:pt x="1237" y="401"/>
                  <a:pt x="1237" y="383"/>
                </a:cubicBezTo>
                <a:lnTo>
                  <a:pt x="1237" y="181"/>
                </a:lnTo>
                <a:cubicBezTo>
                  <a:pt x="1237" y="168"/>
                  <a:pt x="1235" y="159"/>
                  <a:pt x="1232" y="156"/>
                </a:cubicBezTo>
                <a:cubicBezTo>
                  <a:pt x="1228" y="152"/>
                  <a:pt x="1219" y="150"/>
                  <a:pt x="1206" y="149"/>
                </a:cubicBezTo>
                <a:cubicBezTo>
                  <a:pt x="1204" y="143"/>
                  <a:pt x="1204" y="139"/>
                  <a:pt x="1205" y="135"/>
                </a:cubicBezTo>
                <a:cubicBezTo>
                  <a:pt x="1230" y="132"/>
                  <a:pt x="1249" y="128"/>
                  <a:pt x="1265" y="122"/>
                </a:cubicBezTo>
                <a:cubicBezTo>
                  <a:pt x="1267" y="122"/>
                  <a:pt x="1269" y="123"/>
                  <a:pt x="1270" y="125"/>
                </a:cubicBezTo>
                <a:cubicBezTo>
                  <a:pt x="1273" y="131"/>
                  <a:pt x="1274" y="142"/>
                  <a:pt x="1274" y="157"/>
                </a:cubicBezTo>
                <a:moveTo>
                  <a:pt x="1529" y="165"/>
                </a:moveTo>
                <a:cubicBezTo>
                  <a:pt x="1529" y="165"/>
                  <a:pt x="1530" y="164"/>
                  <a:pt x="1532" y="162"/>
                </a:cubicBezTo>
                <a:cubicBezTo>
                  <a:pt x="1538" y="152"/>
                  <a:pt x="1546" y="142"/>
                  <a:pt x="1555" y="135"/>
                </a:cubicBezTo>
                <a:cubicBezTo>
                  <a:pt x="1564" y="127"/>
                  <a:pt x="1574" y="123"/>
                  <a:pt x="1584" y="123"/>
                </a:cubicBezTo>
                <a:cubicBezTo>
                  <a:pt x="1593" y="123"/>
                  <a:pt x="1600" y="125"/>
                  <a:pt x="1605" y="130"/>
                </a:cubicBezTo>
                <a:cubicBezTo>
                  <a:pt x="1610" y="135"/>
                  <a:pt x="1612" y="140"/>
                  <a:pt x="1612" y="146"/>
                </a:cubicBezTo>
                <a:cubicBezTo>
                  <a:pt x="1612" y="152"/>
                  <a:pt x="1610" y="157"/>
                  <a:pt x="1605" y="162"/>
                </a:cubicBezTo>
                <a:cubicBezTo>
                  <a:pt x="1601" y="167"/>
                  <a:pt x="1596" y="170"/>
                  <a:pt x="1590" y="170"/>
                </a:cubicBezTo>
                <a:cubicBezTo>
                  <a:pt x="1588" y="170"/>
                  <a:pt x="1586" y="169"/>
                  <a:pt x="1583" y="168"/>
                </a:cubicBezTo>
                <a:cubicBezTo>
                  <a:pt x="1581" y="166"/>
                  <a:pt x="1580" y="166"/>
                  <a:pt x="1578" y="165"/>
                </a:cubicBezTo>
                <a:cubicBezTo>
                  <a:pt x="1577" y="163"/>
                  <a:pt x="1576" y="162"/>
                  <a:pt x="1574" y="160"/>
                </a:cubicBezTo>
                <a:cubicBezTo>
                  <a:pt x="1572" y="158"/>
                  <a:pt x="1571" y="156"/>
                  <a:pt x="1571" y="155"/>
                </a:cubicBezTo>
                <a:cubicBezTo>
                  <a:pt x="1568" y="153"/>
                  <a:pt x="1565" y="152"/>
                  <a:pt x="1561" y="152"/>
                </a:cubicBezTo>
                <a:cubicBezTo>
                  <a:pt x="1557" y="152"/>
                  <a:pt x="1550" y="160"/>
                  <a:pt x="1539" y="176"/>
                </a:cubicBezTo>
                <a:cubicBezTo>
                  <a:pt x="1532" y="187"/>
                  <a:pt x="1528" y="198"/>
                  <a:pt x="1528" y="207"/>
                </a:cubicBezTo>
                <a:lnTo>
                  <a:pt x="1528" y="273"/>
                </a:lnTo>
                <a:cubicBezTo>
                  <a:pt x="1528" y="292"/>
                  <a:pt x="1530" y="304"/>
                  <a:pt x="1534" y="308"/>
                </a:cubicBezTo>
                <a:cubicBezTo>
                  <a:pt x="1538" y="312"/>
                  <a:pt x="1549" y="315"/>
                  <a:pt x="1567" y="316"/>
                </a:cubicBezTo>
                <a:cubicBezTo>
                  <a:pt x="1568" y="318"/>
                  <a:pt x="1569" y="320"/>
                  <a:pt x="1569" y="324"/>
                </a:cubicBezTo>
                <a:cubicBezTo>
                  <a:pt x="1569" y="328"/>
                  <a:pt x="1568" y="330"/>
                  <a:pt x="1567" y="332"/>
                </a:cubicBezTo>
                <a:cubicBezTo>
                  <a:pt x="1540" y="331"/>
                  <a:pt x="1521" y="331"/>
                  <a:pt x="1510" y="331"/>
                </a:cubicBezTo>
                <a:cubicBezTo>
                  <a:pt x="1500" y="331"/>
                  <a:pt x="1482" y="331"/>
                  <a:pt x="1456" y="332"/>
                </a:cubicBezTo>
                <a:cubicBezTo>
                  <a:pt x="1455" y="330"/>
                  <a:pt x="1454" y="328"/>
                  <a:pt x="1454" y="324"/>
                </a:cubicBezTo>
                <a:cubicBezTo>
                  <a:pt x="1454" y="320"/>
                  <a:pt x="1455" y="318"/>
                  <a:pt x="1456" y="316"/>
                </a:cubicBezTo>
                <a:cubicBezTo>
                  <a:pt x="1471" y="315"/>
                  <a:pt x="1480" y="313"/>
                  <a:pt x="1485" y="308"/>
                </a:cubicBezTo>
                <a:cubicBezTo>
                  <a:pt x="1489" y="304"/>
                  <a:pt x="1491" y="292"/>
                  <a:pt x="1491" y="273"/>
                </a:cubicBezTo>
                <a:lnTo>
                  <a:pt x="1491" y="181"/>
                </a:lnTo>
                <a:cubicBezTo>
                  <a:pt x="1491" y="168"/>
                  <a:pt x="1489" y="159"/>
                  <a:pt x="1485" y="156"/>
                </a:cubicBezTo>
                <a:cubicBezTo>
                  <a:pt x="1481" y="152"/>
                  <a:pt x="1473" y="150"/>
                  <a:pt x="1460" y="149"/>
                </a:cubicBezTo>
                <a:cubicBezTo>
                  <a:pt x="1458" y="143"/>
                  <a:pt x="1458" y="139"/>
                  <a:pt x="1459" y="135"/>
                </a:cubicBezTo>
                <a:cubicBezTo>
                  <a:pt x="1484" y="132"/>
                  <a:pt x="1504" y="128"/>
                  <a:pt x="1518" y="122"/>
                </a:cubicBezTo>
                <a:cubicBezTo>
                  <a:pt x="1521" y="122"/>
                  <a:pt x="1523" y="123"/>
                  <a:pt x="1524" y="125"/>
                </a:cubicBezTo>
                <a:cubicBezTo>
                  <a:pt x="1527" y="131"/>
                  <a:pt x="1528" y="143"/>
                  <a:pt x="1528" y="162"/>
                </a:cubicBezTo>
                <a:cubicBezTo>
                  <a:pt x="1528" y="163"/>
                  <a:pt x="1528" y="164"/>
                  <a:pt x="1529" y="165"/>
                </a:cubicBezTo>
                <a:moveTo>
                  <a:pt x="1660" y="156"/>
                </a:moveTo>
                <a:cubicBezTo>
                  <a:pt x="1679" y="134"/>
                  <a:pt x="1704" y="123"/>
                  <a:pt x="1734" y="123"/>
                </a:cubicBezTo>
                <a:cubicBezTo>
                  <a:pt x="1757" y="123"/>
                  <a:pt x="1776" y="129"/>
                  <a:pt x="1791" y="140"/>
                </a:cubicBezTo>
                <a:cubicBezTo>
                  <a:pt x="1807" y="151"/>
                  <a:pt x="1818" y="164"/>
                  <a:pt x="1824" y="180"/>
                </a:cubicBezTo>
                <a:cubicBezTo>
                  <a:pt x="1830" y="196"/>
                  <a:pt x="1833" y="212"/>
                  <a:pt x="1833" y="230"/>
                </a:cubicBezTo>
                <a:cubicBezTo>
                  <a:pt x="1833" y="263"/>
                  <a:pt x="1823" y="289"/>
                  <a:pt x="1802" y="309"/>
                </a:cubicBezTo>
                <a:cubicBezTo>
                  <a:pt x="1784" y="327"/>
                  <a:pt x="1761" y="336"/>
                  <a:pt x="1733" y="336"/>
                </a:cubicBezTo>
                <a:cubicBezTo>
                  <a:pt x="1702" y="336"/>
                  <a:pt x="1677" y="325"/>
                  <a:pt x="1660" y="305"/>
                </a:cubicBezTo>
                <a:cubicBezTo>
                  <a:pt x="1643" y="284"/>
                  <a:pt x="1635" y="260"/>
                  <a:pt x="1635" y="234"/>
                </a:cubicBezTo>
                <a:cubicBezTo>
                  <a:pt x="1635" y="202"/>
                  <a:pt x="1643" y="177"/>
                  <a:pt x="1660" y="156"/>
                </a:cubicBezTo>
                <a:moveTo>
                  <a:pt x="1675" y="223"/>
                </a:moveTo>
                <a:cubicBezTo>
                  <a:pt x="1675" y="233"/>
                  <a:pt x="1676" y="243"/>
                  <a:pt x="1678" y="254"/>
                </a:cubicBezTo>
                <a:cubicBezTo>
                  <a:pt x="1680" y="264"/>
                  <a:pt x="1684" y="275"/>
                  <a:pt x="1688" y="285"/>
                </a:cubicBezTo>
                <a:cubicBezTo>
                  <a:pt x="1693" y="295"/>
                  <a:pt x="1700" y="303"/>
                  <a:pt x="1709" y="309"/>
                </a:cubicBezTo>
                <a:cubicBezTo>
                  <a:pt x="1718" y="316"/>
                  <a:pt x="1728" y="319"/>
                  <a:pt x="1740" y="319"/>
                </a:cubicBezTo>
                <a:cubicBezTo>
                  <a:pt x="1754" y="319"/>
                  <a:pt x="1766" y="313"/>
                  <a:pt x="1777" y="302"/>
                </a:cubicBezTo>
                <a:cubicBezTo>
                  <a:pt x="1787" y="291"/>
                  <a:pt x="1793" y="271"/>
                  <a:pt x="1793" y="244"/>
                </a:cubicBezTo>
                <a:cubicBezTo>
                  <a:pt x="1793" y="211"/>
                  <a:pt x="1787" y="185"/>
                  <a:pt x="1775" y="167"/>
                </a:cubicBezTo>
                <a:cubicBezTo>
                  <a:pt x="1763" y="149"/>
                  <a:pt x="1747" y="139"/>
                  <a:pt x="1727" y="139"/>
                </a:cubicBezTo>
                <a:cubicBezTo>
                  <a:pt x="1692" y="139"/>
                  <a:pt x="1675" y="167"/>
                  <a:pt x="1675" y="223"/>
                </a:cubicBezTo>
                <a:moveTo>
                  <a:pt x="2003" y="199"/>
                </a:moveTo>
                <a:cubicBezTo>
                  <a:pt x="2003" y="179"/>
                  <a:pt x="1999" y="164"/>
                  <a:pt x="1991" y="154"/>
                </a:cubicBezTo>
                <a:cubicBezTo>
                  <a:pt x="1983" y="143"/>
                  <a:pt x="1972" y="138"/>
                  <a:pt x="1957" y="138"/>
                </a:cubicBezTo>
                <a:cubicBezTo>
                  <a:pt x="1932" y="138"/>
                  <a:pt x="1919" y="155"/>
                  <a:pt x="1919" y="188"/>
                </a:cubicBezTo>
                <a:cubicBezTo>
                  <a:pt x="1919" y="197"/>
                  <a:pt x="1920" y="205"/>
                  <a:pt x="1920" y="211"/>
                </a:cubicBezTo>
                <a:cubicBezTo>
                  <a:pt x="1922" y="217"/>
                  <a:pt x="1924" y="224"/>
                  <a:pt x="1927" y="231"/>
                </a:cubicBezTo>
                <a:cubicBezTo>
                  <a:pt x="1929" y="237"/>
                  <a:pt x="1934" y="242"/>
                  <a:pt x="1940" y="246"/>
                </a:cubicBezTo>
                <a:cubicBezTo>
                  <a:pt x="1946" y="250"/>
                  <a:pt x="1954" y="252"/>
                  <a:pt x="1963" y="252"/>
                </a:cubicBezTo>
                <a:cubicBezTo>
                  <a:pt x="1989" y="252"/>
                  <a:pt x="2003" y="234"/>
                  <a:pt x="2003" y="199"/>
                </a:cubicBezTo>
                <a:moveTo>
                  <a:pt x="1900" y="380"/>
                </a:moveTo>
                <a:cubicBezTo>
                  <a:pt x="1900" y="394"/>
                  <a:pt x="1907" y="405"/>
                  <a:pt x="1920" y="413"/>
                </a:cubicBezTo>
                <a:cubicBezTo>
                  <a:pt x="1933" y="421"/>
                  <a:pt x="1945" y="426"/>
                  <a:pt x="1957" y="426"/>
                </a:cubicBezTo>
                <a:cubicBezTo>
                  <a:pt x="1971" y="426"/>
                  <a:pt x="1986" y="423"/>
                  <a:pt x="2000" y="419"/>
                </a:cubicBezTo>
                <a:cubicBezTo>
                  <a:pt x="2013" y="416"/>
                  <a:pt x="2025" y="410"/>
                  <a:pt x="2034" y="402"/>
                </a:cubicBezTo>
                <a:cubicBezTo>
                  <a:pt x="2044" y="394"/>
                  <a:pt x="2049" y="385"/>
                  <a:pt x="2049" y="374"/>
                </a:cubicBezTo>
                <a:cubicBezTo>
                  <a:pt x="2049" y="367"/>
                  <a:pt x="2047" y="362"/>
                  <a:pt x="2044" y="358"/>
                </a:cubicBezTo>
                <a:cubicBezTo>
                  <a:pt x="2040" y="354"/>
                  <a:pt x="2034" y="349"/>
                  <a:pt x="2025" y="344"/>
                </a:cubicBezTo>
                <a:cubicBezTo>
                  <a:pt x="2015" y="339"/>
                  <a:pt x="1996" y="336"/>
                  <a:pt x="1968" y="336"/>
                </a:cubicBezTo>
                <a:cubicBezTo>
                  <a:pt x="1966" y="336"/>
                  <a:pt x="1962" y="336"/>
                  <a:pt x="1954" y="337"/>
                </a:cubicBezTo>
                <a:cubicBezTo>
                  <a:pt x="1946" y="338"/>
                  <a:pt x="1939" y="338"/>
                  <a:pt x="1933" y="338"/>
                </a:cubicBezTo>
                <a:cubicBezTo>
                  <a:pt x="1926" y="338"/>
                  <a:pt x="1920" y="337"/>
                  <a:pt x="1914" y="336"/>
                </a:cubicBezTo>
                <a:cubicBezTo>
                  <a:pt x="1905" y="347"/>
                  <a:pt x="1900" y="362"/>
                  <a:pt x="1900" y="380"/>
                </a:cubicBezTo>
                <a:moveTo>
                  <a:pt x="2061" y="147"/>
                </a:moveTo>
                <a:cubicBezTo>
                  <a:pt x="2056" y="147"/>
                  <a:pt x="2051" y="145"/>
                  <a:pt x="2049" y="139"/>
                </a:cubicBezTo>
                <a:cubicBezTo>
                  <a:pt x="2046" y="136"/>
                  <a:pt x="2043" y="133"/>
                  <a:pt x="2039" y="133"/>
                </a:cubicBezTo>
                <a:cubicBezTo>
                  <a:pt x="2036" y="133"/>
                  <a:pt x="2033" y="135"/>
                  <a:pt x="2029" y="138"/>
                </a:cubicBezTo>
                <a:cubicBezTo>
                  <a:pt x="2025" y="140"/>
                  <a:pt x="2022" y="143"/>
                  <a:pt x="2020" y="145"/>
                </a:cubicBezTo>
                <a:cubicBezTo>
                  <a:pt x="2034" y="158"/>
                  <a:pt x="2041" y="175"/>
                  <a:pt x="2041" y="194"/>
                </a:cubicBezTo>
                <a:cubicBezTo>
                  <a:pt x="2041" y="216"/>
                  <a:pt x="2033" y="234"/>
                  <a:pt x="2017" y="247"/>
                </a:cubicBezTo>
                <a:cubicBezTo>
                  <a:pt x="2002" y="260"/>
                  <a:pt x="1983" y="266"/>
                  <a:pt x="1961" y="266"/>
                </a:cubicBezTo>
                <a:cubicBezTo>
                  <a:pt x="1943" y="266"/>
                  <a:pt x="1929" y="263"/>
                  <a:pt x="1918" y="257"/>
                </a:cubicBezTo>
                <a:cubicBezTo>
                  <a:pt x="1912" y="264"/>
                  <a:pt x="1909" y="273"/>
                  <a:pt x="1909" y="283"/>
                </a:cubicBezTo>
                <a:cubicBezTo>
                  <a:pt x="1909" y="293"/>
                  <a:pt x="1912" y="300"/>
                  <a:pt x="1918" y="304"/>
                </a:cubicBezTo>
                <a:cubicBezTo>
                  <a:pt x="1924" y="309"/>
                  <a:pt x="1931" y="311"/>
                  <a:pt x="1939" y="311"/>
                </a:cubicBezTo>
                <a:lnTo>
                  <a:pt x="1954" y="310"/>
                </a:lnTo>
                <a:cubicBezTo>
                  <a:pt x="1966" y="308"/>
                  <a:pt x="1977" y="307"/>
                  <a:pt x="1985" y="307"/>
                </a:cubicBezTo>
                <a:cubicBezTo>
                  <a:pt x="2019" y="307"/>
                  <a:pt x="2042" y="313"/>
                  <a:pt x="2054" y="323"/>
                </a:cubicBezTo>
                <a:cubicBezTo>
                  <a:pt x="2068" y="334"/>
                  <a:pt x="2075" y="347"/>
                  <a:pt x="2075" y="361"/>
                </a:cubicBezTo>
                <a:cubicBezTo>
                  <a:pt x="2075" y="378"/>
                  <a:pt x="2068" y="392"/>
                  <a:pt x="2055" y="405"/>
                </a:cubicBezTo>
                <a:cubicBezTo>
                  <a:pt x="2041" y="418"/>
                  <a:pt x="2025" y="427"/>
                  <a:pt x="2005" y="434"/>
                </a:cubicBezTo>
                <a:cubicBezTo>
                  <a:pt x="1985" y="440"/>
                  <a:pt x="1964" y="443"/>
                  <a:pt x="1943" y="443"/>
                </a:cubicBezTo>
                <a:cubicBezTo>
                  <a:pt x="1921" y="443"/>
                  <a:pt x="1903" y="439"/>
                  <a:pt x="1889" y="431"/>
                </a:cubicBezTo>
                <a:cubicBezTo>
                  <a:pt x="1875" y="422"/>
                  <a:pt x="1868" y="408"/>
                  <a:pt x="1868" y="389"/>
                </a:cubicBezTo>
                <a:cubicBezTo>
                  <a:pt x="1868" y="366"/>
                  <a:pt x="1880" y="347"/>
                  <a:pt x="1906" y="332"/>
                </a:cubicBezTo>
                <a:cubicBezTo>
                  <a:pt x="1891" y="325"/>
                  <a:pt x="1884" y="313"/>
                  <a:pt x="1884" y="296"/>
                </a:cubicBezTo>
                <a:cubicBezTo>
                  <a:pt x="1884" y="287"/>
                  <a:pt x="1886" y="278"/>
                  <a:pt x="1890" y="269"/>
                </a:cubicBezTo>
                <a:cubicBezTo>
                  <a:pt x="1894" y="260"/>
                  <a:pt x="1899" y="253"/>
                  <a:pt x="1905" y="248"/>
                </a:cubicBezTo>
                <a:cubicBezTo>
                  <a:pt x="1889" y="232"/>
                  <a:pt x="1881" y="215"/>
                  <a:pt x="1881" y="195"/>
                </a:cubicBezTo>
                <a:cubicBezTo>
                  <a:pt x="1881" y="174"/>
                  <a:pt x="1889" y="157"/>
                  <a:pt x="1905" y="143"/>
                </a:cubicBezTo>
                <a:cubicBezTo>
                  <a:pt x="1921" y="130"/>
                  <a:pt x="1940" y="123"/>
                  <a:pt x="1962" y="123"/>
                </a:cubicBezTo>
                <a:cubicBezTo>
                  <a:pt x="1981" y="123"/>
                  <a:pt x="1997" y="128"/>
                  <a:pt x="2011" y="136"/>
                </a:cubicBezTo>
                <a:cubicBezTo>
                  <a:pt x="2016" y="129"/>
                  <a:pt x="2023" y="123"/>
                  <a:pt x="2033" y="119"/>
                </a:cubicBezTo>
                <a:cubicBezTo>
                  <a:pt x="2042" y="114"/>
                  <a:pt x="2051" y="112"/>
                  <a:pt x="2058" y="112"/>
                </a:cubicBezTo>
                <a:cubicBezTo>
                  <a:pt x="2064" y="112"/>
                  <a:pt x="2069" y="114"/>
                  <a:pt x="2073" y="117"/>
                </a:cubicBezTo>
                <a:cubicBezTo>
                  <a:pt x="2077" y="121"/>
                  <a:pt x="2079" y="125"/>
                  <a:pt x="2079" y="130"/>
                </a:cubicBezTo>
                <a:cubicBezTo>
                  <a:pt x="2079" y="135"/>
                  <a:pt x="2077" y="139"/>
                  <a:pt x="2074" y="143"/>
                </a:cubicBezTo>
                <a:cubicBezTo>
                  <a:pt x="2070" y="146"/>
                  <a:pt x="2066" y="147"/>
                  <a:pt x="2061" y="147"/>
                </a:cubicBezTo>
                <a:moveTo>
                  <a:pt x="2173" y="162"/>
                </a:moveTo>
                <a:cubicBezTo>
                  <a:pt x="2173" y="163"/>
                  <a:pt x="2173" y="164"/>
                  <a:pt x="2173" y="165"/>
                </a:cubicBezTo>
                <a:cubicBezTo>
                  <a:pt x="2174" y="165"/>
                  <a:pt x="2175" y="164"/>
                  <a:pt x="2176" y="162"/>
                </a:cubicBezTo>
                <a:cubicBezTo>
                  <a:pt x="2183" y="152"/>
                  <a:pt x="2190" y="142"/>
                  <a:pt x="2200" y="135"/>
                </a:cubicBezTo>
                <a:cubicBezTo>
                  <a:pt x="2209" y="127"/>
                  <a:pt x="2219" y="123"/>
                  <a:pt x="2229" y="123"/>
                </a:cubicBezTo>
                <a:cubicBezTo>
                  <a:pt x="2237" y="123"/>
                  <a:pt x="2244" y="125"/>
                  <a:pt x="2249" y="130"/>
                </a:cubicBezTo>
                <a:cubicBezTo>
                  <a:pt x="2254" y="135"/>
                  <a:pt x="2257" y="140"/>
                  <a:pt x="2257" y="146"/>
                </a:cubicBezTo>
                <a:cubicBezTo>
                  <a:pt x="2257" y="152"/>
                  <a:pt x="2254" y="157"/>
                  <a:pt x="2250" y="162"/>
                </a:cubicBezTo>
                <a:cubicBezTo>
                  <a:pt x="2245" y="167"/>
                  <a:pt x="2240" y="170"/>
                  <a:pt x="2235" y="170"/>
                </a:cubicBezTo>
                <a:cubicBezTo>
                  <a:pt x="2232" y="170"/>
                  <a:pt x="2230" y="169"/>
                  <a:pt x="2228" y="168"/>
                </a:cubicBezTo>
                <a:cubicBezTo>
                  <a:pt x="2226" y="166"/>
                  <a:pt x="2224" y="166"/>
                  <a:pt x="2223" y="165"/>
                </a:cubicBezTo>
                <a:cubicBezTo>
                  <a:pt x="2222" y="163"/>
                  <a:pt x="2221" y="162"/>
                  <a:pt x="2219" y="160"/>
                </a:cubicBezTo>
                <a:cubicBezTo>
                  <a:pt x="2217" y="158"/>
                  <a:pt x="2216" y="156"/>
                  <a:pt x="2216" y="155"/>
                </a:cubicBezTo>
                <a:cubicBezTo>
                  <a:pt x="2213" y="153"/>
                  <a:pt x="2210" y="152"/>
                  <a:pt x="2205" y="152"/>
                </a:cubicBezTo>
                <a:cubicBezTo>
                  <a:pt x="2202" y="152"/>
                  <a:pt x="2194" y="160"/>
                  <a:pt x="2184" y="176"/>
                </a:cubicBezTo>
                <a:cubicBezTo>
                  <a:pt x="2176" y="187"/>
                  <a:pt x="2173" y="198"/>
                  <a:pt x="2173" y="207"/>
                </a:cubicBezTo>
                <a:lnTo>
                  <a:pt x="2173" y="273"/>
                </a:lnTo>
                <a:cubicBezTo>
                  <a:pt x="2173" y="292"/>
                  <a:pt x="2175" y="304"/>
                  <a:pt x="2179" y="308"/>
                </a:cubicBezTo>
                <a:cubicBezTo>
                  <a:pt x="2183" y="312"/>
                  <a:pt x="2194" y="315"/>
                  <a:pt x="2211" y="316"/>
                </a:cubicBezTo>
                <a:cubicBezTo>
                  <a:pt x="2213" y="318"/>
                  <a:pt x="2214" y="320"/>
                  <a:pt x="2214" y="324"/>
                </a:cubicBezTo>
                <a:cubicBezTo>
                  <a:pt x="2214" y="328"/>
                  <a:pt x="2213" y="330"/>
                  <a:pt x="2211" y="332"/>
                </a:cubicBezTo>
                <a:cubicBezTo>
                  <a:pt x="2184" y="331"/>
                  <a:pt x="2165" y="331"/>
                  <a:pt x="2154" y="331"/>
                </a:cubicBezTo>
                <a:cubicBezTo>
                  <a:pt x="2145" y="331"/>
                  <a:pt x="2127" y="331"/>
                  <a:pt x="2100" y="332"/>
                </a:cubicBezTo>
                <a:cubicBezTo>
                  <a:pt x="2099" y="330"/>
                  <a:pt x="2099" y="328"/>
                  <a:pt x="2099" y="324"/>
                </a:cubicBezTo>
                <a:cubicBezTo>
                  <a:pt x="2099" y="320"/>
                  <a:pt x="2099" y="318"/>
                  <a:pt x="2100" y="316"/>
                </a:cubicBezTo>
                <a:cubicBezTo>
                  <a:pt x="2115" y="315"/>
                  <a:pt x="2125" y="313"/>
                  <a:pt x="2129" y="308"/>
                </a:cubicBezTo>
                <a:cubicBezTo>
                  <a:pt x="2133" y="304"/>
                  <a:pt x="2135" y="292"/>
                  <a:pt x="2135" y="273"/>
                </a:cubicBezTo>
                <a:lnTo>
                  <a:pt x="2135" y="181"/>
                </a:lnTo>
                <a:cubicBezTo>
                  <a:pt x="2135" y="168"/>
                  <a:pt x="2134" y="159"/>
                  <a:pt x="2130" y="156"/>
                </a:cubicBezTo>
                <a:cubicBezTo>
                  <a:pt x="2126" y="152"/>
                  <a:pt x="2118" y="150"/>
                  <a:pt x="2105" y="149"/>
                </a:cubicBezTo>
                <a:cubicBezTo>
                  <a:pt x="2103" y="143"/>
                  <a:pt x="2103" y="139"/>
                  <a:pt x="2104" y="135"/>
                </a:cubicBezTo>
                <a:cubicBezTo>
                  <a:pt x="2129" y="132"/>
                  <a:pt x="2148" y="128"/>
                  <a:pt x="2163" y="122"/>
                </a:cubicBezTo>
                <a:cubicBezTo>
                  <a:pt x="2165" y="122"/>
                  <a:pt x="2167" y="123"/>
                  <a:pt x="2168" y="125"/>
                </a:cubicBezTo>
                <a:cubicBezTo>
                  <a:pt x="2171" y="131"/>
                  <a:pt x="2173" y="143"/>
                  <a:pt x="2173" y="162"/>
                </a:cubicBezTo>
                <a:moveTo>
                  <a:pt x="2401" y="220"/>
                </a:moveTo>
                <a:lnTo>
                  <a:pt x="2364" y="230"/>
                </a:lnTo>
                <a:cubicBezTo>
                  <a:pt x="2334" y="238"/>
                  <a:pt x="2319" y="255"/>
                  <a:pt x="2320" y="282"/>
                </a:cubicBezTo>
                <a:cubicBezTo>
                  <a:pt x="2320" y="291"/>
                  <a:pt x="2322" y="299"/>
                  <a:pt x="2328" y="306"/>
                </a:cubicBezTo>
                <a:cubicBezTo>
                  <a:pt x="2334" y="313"/>
                  <a:pt x="2342" y="316"/>
                  <a:pt x="2353" y="316"/>
                </a:cubicBezTo>
                <a:cubicBezTo>
                  <a:pt x="2364" y="316"/>
                  <a:pt x="2378" y="309"/>
                  <a:pt x="2394" y="296"/>
                </a:cubicBezTo>
                <a:cubicBezTo>
                  <a:pt x="2399" y="293"/>
                  <a:pt x="2401" y="288"/>
                  <a:pt x="2401" y="283"/>
                </a:cubicBezTo>
                <a:lnTo>
                  <a:pt x="2401" y="220"/>
                </a:lnTo>
                <a:moveTo>
                  <a:pt x="2401" y="308"/>
                </a:moveTo>
                <a:lnTo>
                  <a:pt x="2391" y="315"/>
                </a:lnTo>
                <a:cubicBezTo>
                  <a:pt x="2380" y="324"/>
                  <a:pt x="2372" y="329"/>
                  <a:pt x="2366" y="331"/>
                </a:cubicBezTo>
                <a:cubicBezTo>
                  <a:pt x="2359" y="334"/>
                  <a:pt x="2350" y="336"/>
                  <a:pt x="2340" y="336"/>
                </a:cubicBezTo>
                <a:cubicBezTo>
                  <a:pt x="2322" y="336"/>
                  <a:pt x="2307" y="331"/>
                  <a:pt x="2296" y="323"/>
                </a:cubicBezTo>
                <a:cubicBezTo>
                  <a:pt x="2286" y="315"/>
                  <a:pt x="2280" y="302"/>
                  <a:pt x="2280" y="284"/>
                </a:cubicBezTo>
                <a:cubicBezTo>
                  <a:pt x="2280" y="269"/>
                  <a:pt x="2287" y="255"/>
                  <a:pt x="2302" y="243"/>
                </a:cubicBezTo>
                <a:cubicBezTo>
                  <a:pt x="2316" y="231"/>
                  <a:pt x="2335" y="222"/>
                  <a:pt x="2358" y="215"/>
                </a:cubicBezTo>
                <a:lnTo>
                  <a:pt x="2399" y="206"/>
                </a:lnTo>
                <a:cubicBezTo>
                  <a:pt x="2400" y="205"/>
                  <a:pt x="2401" y="204"/>
                  <a:pt x="2401" y="200"/>
                </a:cubicBezTo>
                <a:cubicBezTo>
                  <a:pt x="2401" y="159"/>
                  <a:pt x="2388" y="139"/>
                  <a:pt x="2363" y="139"/>
                </a:cubicBezTo>
                <a:cubicBezTo>
                  <a:pt x="2352" y="139"/>
                  <a:pt x="2343" y="141"/>
                  <a:pt x="2336" y="144"/>
                </a:cubicBezTo>
                <a:cubicBezTo>
                  <a:pt x="2328" y="147"/>
                  <a:pt x="2324" y="152"/>
                  <a:pt x="2324" y="158"/>
                </a:cubicBezTo>
                <a:cubicBezTo>
                  <a:pt x="2324" y="163"/>
                  <a:pt x="2324" y="166"/>
                  <a:pt x="2325" y="168"/>
                </a:cubicBezTo>
                <a:cubicBezTo>
                  <a:pt x="2326" y="170"/>
                  <a:pt x="2326" y="173"/>
                  <a:pt x="2326" y="176"/>
                </a:cubicBezTo>
                <a:cubicBezTo>
                  <a:pt x="2326" y="180"/>
                  <a:pt x="2324" y="184"/>
                  <a:pt x="2320" y="187"/>
                </a:cubicBezTo>
                <a:cubicBezTo>
                  <a:pt x="2317" y="191"/>
                  <a:pt x="2312" y="192"/>
                  <a:pt x="2306" y="192"/>
                </a:cubicBezTo>
                <a:cubicBezTo>
                  <a:pt x="2295" y="192"/>
                  <a:pt x="2289" y="187"/>
                  <a:pt x="2289" y="176"/>
                </a:cubicBezTo>
                <a:cubicBezTo>
                  <a:pt x="2289" y="163"/>
                  <a:pt x="2297" y="151"/>
                  <a:pt x="2314" y="139"/>
                </a:cubicBezTo>
                <a:cubicBezTo>
                  <a:pt x="2330" y="128"/>
                  <a:pt x="2348" y="123"/>
                  <a:pt x="2367" y="123"/>
                </a:cubicBezTo>
                <a:cubicBezTo>
                  <a:pt x="2414" y="123"/>
                  <a:pt x="2438" y="150"/>
                  <a:pt x="2438" y="203"/>
                </a:cubicBezTo>
                <a:lnTo>
                  <a:pt x="2438" y="274"/>
                </a:lnTo>
                <a:cubicBezTo>
                  <a:pt x="2438" y="283"/>
                  <a:pt x="2438" y="290"/>
                  <a:pt x="2439" y="295"/>
                </a:cubicBezTo>
                <a:cubicBezTo>
                  <a:pt x="2439" y="299"/>
                  <a:pt x="2441" y="303"/>
                  <a:pt x="2444" y="307"/>
                </a:cubicBezTo>
                <a:cubicBezTo>
                  <a:pt x="2447" y="312"/>
                  <a:pt x="2451" y="313"/>
                  <a:pt x="2457" y="313"/>
                </a:cubicBezTo>
                <a:cubicBezTo>
                  <a:pt x="2461" y="313"/>
                  <a:pt x="2464" y="312"/>
                  <a:pt x="2467" y="310"/>
                </a:cubicBezTo>
                <a:cubicBezTo>
                  <a:pt x="2469" y="307"/>
                  <a:pt x="2471" y="306"/>
                  <a:pt x="2472" y="306"/>
                </a:cubicBezTo>
                <a:cubicBezTo>
                  <a:pt x="2472" y="306"/>
                  <a:pt x="2474" y="307"/>
                  <a:pt x="2475" y="309"/>
                </a:cubicBezTo>
                <a:cubicBezTo>
                  <a:pt x="2477" y="311"/>
                  <a:pt x="2478" y="313"/>
                  <a:pt x="2478" y="314"/>
                </a:cubicBezTo>
                <a:cubicBezTo>
                  <a:pt x="2478" y="315"/>
                  <a:pt x="2476" y="317"/>
                  <a:pt x="2473" y="320"/>
                </a:cubicBezTo>
                <a:cubicBezTo>
                  <a:pt x="2469" y="324"/>
                  <a:pt x="2465" y="327"/>
                  <a:pt x="2458" y="331"/>
                </a:cubicBezTo>
                <a:cubicBezTo>
                  <a:pt x="2452" y="334"/>
                  <a:pt x="2445" y="336"/>
                  <a:pt x="2438" y="336"/>
                </a:cubicBezTo>
                <a:cubicBezTo>
                  <a:pt x="2419" y="336"/>
                  <a:pt x="2406" y="326"/>
                  <a:pt x="2401" y="308"/>
                </a:cubicBezTo>
                <a:moveTo>
                  <a:pt x="2560" y="162"/>
                </a:moveTo>
                <a:cubicBezTo>
                  <a:pt x="2560" y="165"/>
                  <a:pt x="2561" y="166"/>
                  <a:pt x="2563" y="163"/>
                </a:cubicBezTo>
                <a:cubicBezTo>
                  <a:pt x="2563" y="162"/>
                  <a:pt x="2564" y="162"/>
                  <a:pt x="2564" y="162"/>
                </a:cubicBezTo>
                <a:cubicBezTo>
                  <a:pt x="2588" y="136"/>
                  <a:pt x="2612" y="123"/>
                  <a:pt x="2636" y="123"/>
                </a:cubicBezTo>
                <a:cubicBezTo>
                  <a:pt x="2648" y="123"/>
                  <a:pt x="2658" y="126"/>
                  <a:pt x="2667" y="133"/>
                </a:cubicBezTo>
                <a:cubicBezTo>
                  <a:pt x="2675" y="139"/>
                  <a:pt x="2681" y="148"/>
                  <a:pt x="2683" y="158"/>
                </a:cubicBezTo>
                <a:cubicBezTo>
                  <a:pt x="2684" y="161"/>
                  <a:pt x="2686" y="161"/>
                  <a:pt x="2688" y="158"/>
                </a:cubicBezTo>
                <a:cubicBezTo>
                  <a:pt x="2696" y="150"/>
                  <a:pt x="2704" y="143"/>
                  <a:pt x="2714" y="138"/>
                </a:cubicBezTo>
                <a:cubicBezTo>
                  <a:pt x="2723" y="132"/>
                  <a:pt x="2732" y="128"/>
                  <a:pt x="2740" y="126"/>
                </a:cubicBezTo>
                <a:cubicBezTo>
                  <a:pt x="2749" y="124"/>
                  <a:pt x="2757" y="123"/>
                  <a:pt x="2766" y="123"/>
                </a:cubicBezTo>
                <a:cubicBezTo>
                  <a:pt x="2785" y="123"/>
                  <a:pt x="2798" y="130"/>
                  <a:pt x="2804" y="143"/>
                </a:cubicBezTo>
                <a:cubicBezTo>
                  <a:pt x="2811" y="155"/>
                  <a:pt x="2814" y="174"/>
                  <a:pt x="2814" y="198"/>
                </a:cubicBezTo>
                <a:lnTo>
                  <a:pt x="2814" y="273"/>
                </a:lnTo>
                <a:cubicBezTo>
                  <a:pt x="2814" y="292"/>
                  <a:pt x="2816" y="304"/>
                  <a:pt x="2819" y="308"/>
                </a:cubicBezTo>
                <a:cubicBezTo>
                  <a:pt x="2822" y="313"/>
                  <a:pt x="2831" y="315"/>
                  <a:pt x="2844" y="316"/>
                </a:cubicBezTo>
                <a:cubicBezTo>
                  <a:pt x="2845" y="317"/>
                  <a:pt x="2846" y="320"/>
                  <a:pt x="2846" y="324"/>
                </a:cubicBezTo>
                <a:cubicBezTo>
                  <a:pt x="2846" y="328"/>
                  <a:pt x="2845" y="330"/>
                  <a:pt x="2844" y="332"/>
                </a:cubicBezTo>
                <a:cubicBezTo>
                  <a:pt x="2817" y="331"/>
                  <a:pt x="2801" y="331"/>
                  <a:pt x="2796" y="331"/>
                </a:cubicBezTo>
                <a:cubicBezTo>
                  <a:pt x="2790" y="331"/>
                  <a:pt x="2774" y="331"/>
                  <a:pt x="2748" y="332"/>
                </a:cubicBezTo>
                <a:cubicBezTo>
                  <a:pt x="2747" y="330"/>
                  <a:pt x="2746" y="328"/>
                  <a:pt x="2746" y="324"/>
                </a:cubicBezTo>
                <a:cubicBezTo>
                  <a:pt x="2746" y="320"/>
                  <a:pt x="2747" y="317"/>
                  <a:pt x="2748" y="316"/>
                </a:cubicBezTo>
                <a:cubicBezTo>
                  <a:pt x="2761" y="315"/>
                  <a:pt x="2769" y="313"/>
                  <a:pt x="2772" y="308"/>
                </a:cubicBezTo>
                <a:cubicBezTo>
                  <a:pt x="2775" y="303"/>
                  <a:pt x="2777" y="291"/>
                  <a:pt x="2777" y="273"/>
                </a:cubicBezTo>
                <a:lnTo>
                  <a:pt x="2777" y="190"/>
                </a:lnTo>
                <a:cubicBezTo>
                  <a:pt x="2777" y="175"/>
                  <a:pt x="2774" y="164"/>
                  <a:pt x="2770" y="157"/>
                </a:cubicBezTo>
                <a:cubicBezTo>
                  <a:pt x="2765" y="151"/>
                  <a:pt x="2758" y="147"/>
                  <a:pt x="2749" y="147"/>
                </a:cubicBezTo>
                <a:cubicBezTo>
                  <a:pt x="2726" y="147"/>
                  <a:pt x="2705" y="158"/>
                  <a:pt x="2687" y="179"/>
                </a:cubicBezTo>
                <a:cubicBezTo>
                  <a:pt x="2687" y="183"/>
                  <a:pt x="2687" y="189"/>
                  <a:pt x="2687" y="198"/>
                </a:cubicBezTo>
                <a:lnTo>
                  <a:pt x="2687" y="273"/>
                </a:lnTo>
                <a:cubicBezTo>
                  <a:pt x="2687" y="292"/>
                  <a:pt x="2689" y="304"/>
                  <a:pt x="2692" y="308"/>
                </a:cubicBezTo>
                <a:cubicBezTo>
                  <a:pt x="2695" y="313"/>
                  <a:pt x="2703" y="315"/>
                  <a:pt x="2715" y="316"/>
                </a:cubicBezTo>
                <a:cubicBezTo>
                  <a:pt x="2716" y="317"/>
                  <a:pt x="2717" y="320"/>
                  <a:pt x="2717" y="324"/>
                </a:cubicBezTo>
                <a:cubicBezTo>
                  <a:pt x="2717" y="328"/>
                  <a:pt x="2716" y="330"/>
                  <a:pt x="2715" y="332"/>
                </a:cubicBezTo>
                <a:cubicBezTo>
                  <a:pt x="2688" y="331"/>
                  <a:pt x="2673" y="331"/>
                  <a:pt x="2669" y="331"/>
                </a:cubicBezTo>
                <a:cubicBezTo>
                  <a:pt x="2663" y="331"/>
                  <a:pt x="2647" y="331"/>
                  <a:pt x="2621" y="332"/>
                </a:cubicBezTo>
                <a:cubicBezTo>
                  <a:pt x="2619" y="330"/>
                  <a:pt x="2619" y="328"/>
                  <a:pt x="2619" y="324"/>
                </a:cubicBezTo>
                <a:cubicBezTo>
                  <a:pt x="2619" y="320"/>
                  <a:pt x="2619" y="318"/>
                  <a:pt x="2621" y="316"/>
                </a:cubicBezTo>
                <a:cubicBezTo>
                  <a:pt x="2634" y="315"/>
                  <a:pt x="2642" y="313"/>
                  <a:pt x="2645" y="308"/>
                </a:cubicBezTo>
                <a:cubicBezTo>
                  <a:pt x="2648" y="304"/>
                  <a:pt x="2650" y="292"/>
                  <a:pt x="2650" y="273"/>
                </a:cubicBezTo>
                <a:lnTo>
                  <a:pt x="2650" y="191"/>
                </a:lnTo>
                <a:cubicBezTo>
                  <a:pt x="2650" y="162"/>
                  <a:pt x="2640" y="147"/>
                  <a:pt x="2619" y="147"/>
                </a:cubicBezTo>
                <a:cubicBezTo>
                  <a:pt x="2604" y="147"/>
                  <a:pt x="2587" y="157"/>
                  <a:pt x="2568" y="176"/>
                </a:cubicBezTo>
                <a:cubicBezTo>
                  <a:pt x="2563" y="181"/>
                  <a:pt x="2560" y="188"/>
                  <a:pt x="2560" y="195"/>
                </a:cubicBezTo>
                <a:lnTo>
                  <a:pt x="2560" y="273"/>
                </a:lnTo>
                <a:cubicBezTo>
                  <a:pt x="2560" y="286"/>
                  <a:pt x="2561" y="296"/>
                  <a:pt x="2562" y="301"/>
                </a:cubicBezTo>
                <a:cubicBezTo>
                  <a:pt x="2564" y="307"/>
                  <a:pt x="2566" y="310"/>
                  <a:pt x="2570" y="312"/>
                </a:cubicBezTo>
                <a:cubicBezTo>
                  <a:pt x="2573" y="314"/>
                  <a:pt x="2579" y="315"/>
                  <a:pt x="2588" y="316"/>
                </a:cubicBezTo>
                <a:cubicBezTo>
                  <a:pt x="2589" y="318"/>
                  <a:pt x="2590" y="320"/>
                  <a:pt x="2590" y="324"/>
                </a:cubicBezTo>
                <a:cubicBezTo>
                  <a:pt x="2590" y="328"/>
                  <a:pt x="2589" y="330"/>
                  <a:pt x="2588" y="332"/>
                </a:cubicBezTo>
                <a:cubicBezTo>
                  <a:pt x="2562" y="331"/>
                  <a:pt x="2546" y="331"/>
                  <a:pt x="2542" y="331"/>
                </a:cubicBezTo>
                <a:cubicBezTo>
                  <a:pt x="2533" y="331"/>
                  <a:pt x="2516" y="331"/>
                  <a:pt x="2491" y="332"/>
                </a:cubicBezTo>
                <a:cubicBezTo>
                  <a:pt x="2490" y="330"/>
                  <a:pt x="2489" y="328"/>
                  <a:pt x="2489" y="324"/>
                </a:cubicBezTo>
                <a:cubicBezTo>
                  <a:pt x="2489" y="320"/>
                  <a:pt x="2490" y="318"/>
                  <a:pt x="2491" y="316"/>
                </a:cubicBezTo>
                <a:cubicBezTo>
                  <a:pt x="2505" y="315"/>
                  <a:pt x="2513" y="313"/>
                  <a:pt x="2517" y="308"/>
                </a:cubicBezTo>
                <a:cubicBezTo>
                  <a:pt x="2521" y="303"/>
                  <a:pt x="2523" y="291"/>
                  <a:pt x="2523" y="273"/>
                </a:cubicBezTo>
                <a:lnTo>
                  <a:pt x="2523" y="181"/>
                </a:lnTo>
                <a:cubicBezTo>
                  <a:pt x="2523" y="168"/>
                  <a:pt x="2521" y="159"/>
                  <a:pt x="2517" y="156"/>
                </a:cubicBezTo>
                <a:cubicBezTo>
                  <a:pt x="2513" y="152"/>
                  <a:pt x="2505" y="150"/>
                  <a:pt x="2492" y="149"/>
                </a:cubicBezTo>
                <a:cubicBezTo>
                  <a:pt x="2490" y="143"/>
                  <a:pt x="2490" y="139"/>
                  <a:pt x="2491" y="135"/>
                </a:cubicBezTo>
                <a:cubicBezTo>
                  <a:pt x="2516" y="132"/>
                  <a:pt x="2536" y="128"/>
                  <a:pt x="2551" y="122"/>
                </a:cubicBezTo>
                <a:cubicBezTo>
                  <a:pt x="2553" y="122"/>
                  <a:pt x="2555" y="123"/>
                  <a:pt x="2556" y="125"/>
                </a:cubicBezTo>
                <a:cubicBezTo>
                  <a:pt x="2559" y="131"/>
                  <a:pt x="2560" y="143"/>
                  <a:pt x="2560" y="162"/>
                </a:cubicBezTo>
                <a:moveTo>
                  <a:pt x="2932" y="162"/>
                </a:moveTo>
                <a:cubicBezTo>
                  <a:pt x="2932" y="165"/>
                  <a:pt x="2933" y="166"/>
                  <a:pt x="2935" y="163"/>
                </a:cubicBezTo>
                <a:cubicBezTo>
                  <a:pt x="2936" y="162"/>
                  <a:pt x="2936" y="162"/>
                  <a:pt x="2936" y="162"/>
                </a:cubicBezTo>
                <a:cubicBezTo>
                  <a:pt x="2961" y="136"/>
                  <a:pt x="2984" y="123"/>
                  <a:pt x="3008" y="123"/>
                </a:cubicBezTo>
                <a:cubicBezTo>
                  <a:pt x="3020" y="123"/>
                  <a:pt x="3030" y="126"/>
                  <a:pt x="3039" y="133"/>
                </a:cubicBezTo>
                <a:cubicBezTo>
                  <a:pt x="3047" y="139"/>
                  <a:pt x="3053" y="148"/>
                  <a:pt x="3055" y="158"/>
                </a:cubicBezTo>
                <a:cubicBezTo>
                  <a:pt x="3056" y="161"/>
                  <a:pt x="3058" y="161"/>
                  <a:pt x="3060" y="158"/>
                </a:cubicBezTo>
                <a:cubicBezTo>
                  <a:pt x="3068" y="150"/>
                  <a:pt x="3076" y="143"/>
                  <a:pt x="3086" y="138"/>
                </a:cubicBezTo>
                <a:cubicBezTo>
                  <a:pt x="3095" y="132"/>
                  <a:pt x="3104" y="128"/>
                  <a:pt x="3112" y="126"/>
                </a:cubicBezTo>
                <a:cubicBezTo>
                  <a:pt x="3121" y="124"/>
                  <a:pt x="3129" y="123"/>
                  <a:pt x="3138" y="123"/>
                </a:cubicBezTo>
                <a:cubicBezTo>
                  <a:pt x="3157" y="123"/>
                  <a:pt x="3170" y="130"/>
                  <a:pt x="3177" y="143"/>
                </a:cubicBezTo>
                <a:cubicBezTo>
                  <a:pt x="3183" y="155"/>
                  <a:pt x="3186" y="174"/>
                  <a:pt x="3186" y="198"/>
                </a:cubicBezTo>
                <a:lnTo>
                  <a:pt x="3186" y="273"/>
                </a:lnTo>
                <a:cubicBezTo>
                  <a:pt x="3186" y="292"/>
                  <a:pt x="3188" y="304"/>
                  <a:pt x="3191" y="308"/>
                </a:cubicBezTo>
                <a:cubicBezTo>
                  <a:pt x="3195" y="313"/>
                  <a:pt x="3203" y="315"/>
                  <a:pt x="3216" y="316"/>
                </a:cubicBezTo>
                <a:cubicBezTo>
                  <a:pt x="3218" y="317"/>
                  <a:pt x="3218" y="320"/>
                  <a:pt x="3218" y="324"/>
                </a:cubicBezTo>
                <a:cubicBezTo>
                  <a:pt x="3218" y="328"/>
                  <a:pt x="3218" y="330"/>
                  <a:pt x="3216" y="332"/>
                </a:cubicBezTo>
                <a:cubicBezTo>
                  <a:pt x="3189" y="331"/>
                  <a:pt x="3173" y="331"/>
                  <a:pt x="3168" y="331"/>
                </a:cubicBezTo>
                <a:cubicBezTo>
                  <a:pt x="3162" y="331"/>
                  <a:pt x="3146" y="331"/>
                  <a:pt x="3120" y="332"/>
                </a:cubicBezTo>
                <a:cubicBezTo>
                  <a:pt x="3119" y="330"/>
                  <a:pt x="3118" y="328"/>
                  <a:pt x="3118" y="324"/>
                </a:cubicBezTo>
                <a:cubicBezTo>
                  <a:pt x="3118" y="320"/>
                  <a:pt x="3119" y="317"/>
                  <a:pt x="3120" y="316"/>
                </a:cubicBezTo>
                <a:cubicBezTo>
                  <a:pt x="3133" y="315"/>
                  <a:pt x="3141" y="313"/>
                  <a:pt x="3144" y="308"/>
                </a:cubicBezTo>
                <a:cubicBezTo>
                  <a:pt x="3147" y="303"/>
                  <a:pt x="3149" y="291"/>
                  <a:pt x="3149" y="273"/>
                </a:cubicBezTo>
                <a:lnTo>
                  <a:pt x="3149" y="190"/>
                </a:lnTo>
                <a:cubicBezTo>
                  <a:pt x="3149" y="175"/>
                  <a:pt x="3147" y="164"/>
                  <a:pt x="3142" y="157"/>
                </a:cubicBezTo>
                <a:cubicBezTo>
                  <a:pt x="3137" y="151"/>
                  <a:pt x="3130" y="147"/>
                  <a:pt x="3121" y="147"/>
                </a:cubicBezTo>
                <a:cubicBezTo>
                  <a:pt x="3099" y="147"/>
                  <a:pt x="3078" y="158"/>
                  <a:pt x="3059" y="179"/>
                </a:cubicBezTo>
                <a:cubicBezTo>
                  <a:pt x="3059" y="183"/>
                  <a:pt x="3060" y="189"/>
                  <a:pt x="3060" y="198"/>
                </a:cubicBezTo>
                <a:lnTo>
                  <a:pt x="3060" y="273"/>
                </a:lnTo>
                <a:cubicBezTo>
                  <a:pt x="3060" y="292"/>
                  <a:pt x="3061" y="304"/>
                  <a:pt x="3064" y="308"/>
                </a:cubicBezTo>
                <a:cubicBezTo>
                  <a:pt x="3067" y="313"/>
                  <a:pt x="3075" y="315"/>
                  <a:pt x="3087" y="316"/>
                </a:cubicBezTo>
                <a:cubicBezTo>
                  <a:pt x="3088" y="317"/>
                  <a:pt x="3089" y="320"/>
                  <a:pt x="3089" y="324"/>
                </a:cubicBezTo>
                <a:cubicBezTo>
                  <a:pt x="3089" y="328"/>
                  <a:pt x="3088" y="330"/>
                  <a:pt x="3087" y="332"/>
                </a:cubicBezTo>
                <a:cubicBezTo>
                  <a:pt x="3060" y="331"/>
                  <a:pt x="3045" y="331"/>
                  <a:pt x="3041" y="331"/>
                </a:cubicBezTo>
                <a:cubicBezTo>
                  <a:pt x="3035" y="331"/>
                  <a:pt x="3019" y="331"/>
                  <a:pt x="2993" y="332"/>
                </a:cubicBezTo>
                <a:cubicBezTo>
                  <a:pt x="2992" y="330"/>
                  <a:pt x="2991" y="328"/>
                  <a:pt x="2991" y="324"/>
                </a:cubicBezTo>
                <a:cubicBezTo>
                  <a:pt x="2991" y="320"/>
                  <a:pt x="2992" y="318"/>
                  <a:pt x="2993" y="316"/>
                </a:cubicBezTo>
                <a:cubicBezTo>
                  <a:pt x="3006" y="315"/>
                  <a:pt x="3014" y="313"/>
                  <a:pt x="3017" y="308"/>
                </a:cubicBezTo>
                <a:cubicBezTo>
                  <a:pt x="3021" y="304"/>
                  <a:pt x="3022" y="292"/>
                  <a:pt x="3022" y="273"/>
                </a:cubicBezTo>
                <a:lnTo>
                  <a:pt x="3022" y="191"/>
                </a:lnTo>
                <a:cubicBezTo>
                  <a:pt x="3022" y="162"/>
                  <a:pt x="3012" y="147"/>
                  <a:pt x="2991" y="147"/>
                </a:cubicBezTo>
                <a:cubicBezTo>
                  <a:pt x="2976" y="147"/>
                  <a:pt x="2959" y="157"/>
                  <a:pt x="2940" y="176"/>
                </a:cubicBezTo>
                <a:cubicBezTo>
                  <a:pt x="2935" y="181"/>
                  <a:pt x="2932" y="188"/>
                  <a:pt x="2932" y="195"/>
                </a:cubicBezTo>
                <a:lnTo>
                  <a:pt x="2932" y="273"/>
                </a:lnTo>
                <a:cubicBezTo>
                  <a:pt x="2932" y="286"/>
                  <a:pt x="2933" y="296"/>
                  <a:pt x="2935" y="301"/>
                </a:cubicBezTo>
                <a:cubicBezTo>
                  <a:pt x="2936" y="307"/>
                  <a:pt x="2939" y="310"/>
                  <a:pt x="2942" y="312"/>
                </a:cubicBezTo>
                <a:cubicBezTo>
                  <a:pt x="2945" y="314"/>
                  <a:pt x="2951" y="315"/>
                  <a:pt x="2960" y="316"/>
                </a:cubicBezTo>
                <a:cubicBezTo>
                  <a:pt x="2962" y="318"/>
                  <a:pt x="2962" y="320"/>
                  <a:pt x="2962" y="324"/>
                </a:cubicBezTo>
                <a:cubicBezTo>
                  <a:pt x="2962" y="328"/>
                  <a:pt x="2962" y="330"/>
                  <a:pt x="2960" y="332"/>
                </a:cubicBezTo>
                <a:cubicBezTo>
                  <a:pt x="2934" y="331"/>
                  <a:pt x="2919" y="331"/>
                  <a:pt x="2914" y="331"/>
                </a:cubicBezTo>
                <a:cubicBezTo>
                  <a:pt x="2906" y="331"/>
                  <a:pt x="2889" y="331"/>
                  <a:pt x="2863" y="332"/>
                </a:cubicBezTo>
                <a:cubicBezTo>
                  <a:pt x="2862" y="330"/>
                  <a:pt x="2861" y="328"/>
                  <a:pt x="2861" y="324"/>
                </a:cubicBezTo>
                <a:cubicBezTo>
                  <a:pt x="2861" y="320"/>
                  <a:pt x="2862" y="318"/>
                  <a:pt x="2863" y="316"/>
                </a:cubicBezTo>
                <a:cubicBezTo>
                  <a:pt x="2877" y="315"/>
                  <a:pt x="2886" y="313"/>
                  <a:pt x="2889" y="308"/>
                </a:cubicBezTo>
                <a:cubicBezTo>
                  <a:pt x="2893" y="303"/>
                  <a:pt x="2895" y="291"/>
                  <a:pt x="2895" y="273"/>
                </a:cubicBezTo>
                <a:lnTo>
                  <a:pt x="2895" y="181"/>
                </a:lnTo>
                <a:cubicBezTo>
                  <a:pt x="2895" y="168"/>
                  <a:pt x="2893" y="159"/>
                  <a:pt x="2889" y="156"/>
                </a:cubicBezTo>
                <a:cubicBezTo>
                  <a:pt x="2886" y="152"/>
                  <a:pt x="2877" y="150"/>
                  <a:pt x="2864" y="149"/>
                </a:cubicBezTo>
                <a:cubicBezTo>
                  <a:pt x="2862" y="143"/>
                  <a:pt x="2862" y="139"/>
                  <a:pt x="2864" y="135"/>
                </a:cubicBezTo>
                <a:cubicBezTo>
                  <a:pt x="2888" y="132"/>
                  <a:pt x="2908" y="128"/>
                  <a:pt x="2923" y="122"/>
                </a:cubicBezTo>
                <a:cubicBezTo>
                  <a:pt x="2925" y="122"/>
                  <a:pt x="2927" y="123"/>
                  <a:pt x="2928" y="125"/>
                </a:cubicBezTo>
                <a:cubicBezTo>
                  <a:pt x="2931" y="131"/>
                  <a:pt x="2932" y="143"/>
                  <a:pt x="2932" y="162"/>
                </a:cubicBezTo>
                <a:moveTo>
                  <a:pt x="3367" y="196"/>
                </a:moveTo>
                <a:cubicBezTo>
                  <a:pt x="3371" y="196"/>
                  <a:pt x="3374" y="194"/>
                  <a:pt x="3374" y="189"/>
                </a:cubicBezTo>
                <a:cubicBezTo>
                  <a:pt x="3374" y="171"/>
                  <a:pt x="3370" y="158"/>
                  <a:pt x="3362" y="151"/>
                </a:cubicBezTo>
                <a:cubicBezTo>
                  <a:pt x="3354" y="143"/>
                  <a:pt x="3345" y="139"/>
                  <a:pt x="3334" y="139"/>
                </a:cubicBezTo>
                <a:cubicBezTo>
                  <a:pt x="3330" y="139"/>
                  <a:pt x="3326" y="140"/>
                  <a:pt x="3322" y="141"/>
                </a:cubicBezTo>
                <a:cubicBezTo>
                  <a:pt x="3318" y="143"/>
                  <a:pt x="3313" y="145"/>
                  <a:pt x="3307" y="148"/>
                </a:cubicBezTo>
                <a:cubicBezTo>
                  <a:pt x="3302" y="151"/>
                  <a:pt x="3296" y="157"/>
                  <a:pt x="3292" y="166"/>
                </a:cubicBezTo>
                <a:cubicBezTo>
                  <a:pt x="3287" y="174"/>
                  <a:pt x="3284" y="185"/>
                  <a:pt x="3281" y="197"/>
                </a:cubicBezTo>
                <a:lnTo>
                  <a:pt x="3367" y="196"/>
                </a:lnTo>
                <a:moveTo>
                  <a:pt x="3415" y="294"/>
                </a:moveTo>
                <a:cubicBezTo>
                  <a:pt x="3394" y="322"/>
                  <a:pt x="3367" y="336"/>
                  <a:pt x="3334" y="336"/>
                </a:cubicBezTo>
                <a:cubicBezTo>
                  <a:pt x="3303" y="336"/>
                  <a:pt x="3279" y="325"/>
                  <a:pt x="3263" y="305"/>
                </a:cubicBezTo>
                <a:cubicBezTo>
                  <a:pt x="3248" y="288"/>
                  <a:pt x="3241" y="264"/>
                  <a:pt x="3241" y="235"/>
                </a:cubicBezTo>
                <a:cubicBezTo>
                  <a:pt x="3241" y="202"/>
                  <a:pt x="3250" y="175"/>
                  <a:pt x="3270" y="155"/>
                </a:cubicBezTo>
                <a:cubicBezTo>
                  <a:pt x="3290" y="134"/>
                  <a:pt x="3311" y="124"/>
                  <a:pt x="3334" y="124"/>
                </a:cubicBezTo>
                <a:cubicBezTo>
                  <a:pt x="3387" y="124"/>
                  <a:pt x="3414" y="152"/>
                  <a:pt x="3414" y="206"/>
                </a:cubicBezTo>
                <a:cubicBezTo>
                  <a:pt x="3414" y="212"/>
                  <a:pt x="3411" y="214"/>
                  <a:pt x="3405" y="214"/>
                </a:cubicBezTo>
                <a:lnTo>
                  <a:pt x="3280" y="214"/>
                </a:lnTo>
                <a:cubicBezTo>
                  <a:pt x="3280" y="240"/>
                  <a:pt x="3285" y="261"/>
                  <a:pt x="3295" y="278"/>
                </a:cubicBezTo>
                <a:cubicBezTo>
                  <a:pt x="3309" y="301"/>
                  <a:pt x="3326" y="312"/>
                  <a:pt x="3347" y="312"/>
                </a:cubicBezTo>
                <a:cubicBezTo>
                  <a:pt x="3360" y="312"/>
                  <a:pt x="3370" y="310"/>
                  <a:pt x="3379" y="307"/>
                </a:cubicBezTo>
                <a:cubicBezTo>
                  <a:pt x="3387" y="303"/>
                  <a:pt x="3396" y="296"/>
                  <a:pt x="3405" y="287"/>
                </a:cubicBezTo>
                <a:cubicBezTo>
                  <a:pt x="3410" y="287"/>
                  <a:pt x="3413" y="289"/>
                  <a:pt x="3415" y="294"/>
                </a:cubicBezTo>
                <a:moveTo>
                  <a:pt x="3598" y="272"/>
                </a:moveTo>
                <a:lnTo>
                  <a:pt x="3598" y="182"/>
                </a:lnTo>
                <a:cubicBezTo>
                  <a:pt x="3598" y="175"/>
                  <a:pt x="3598" y="170"/>
                  <a:pt x="3597" y="167"/>
                </a:cubicBezTo>
                <a:cubicBezTo>
                  <a:pt x="3596" y="164"/>
                  <a:pt x="3594" y="160"/>
                  <a:pt x="3590" y="157"/>
                </a:cubicBezTo>
                <a:cubicBezTo>
                  <a:pt x="3581" y="145"/>
                  <a:pt x="3568" y="139"/>
                  <a:pt x="3552" y="139"/>
                </a:cubicBezTo>
                <a:cubicBezTo>
                  <a:pt x="3534" y="139"/>
                  <a:pt x="3519" y="147"/>
                  <a:pt x="3508" y="163"/>
                </a:cubicBezTo>
                <a:cubicBezTo>
                  <a:pt x="3499" y="176"/>
                  <a:pt x="3495" y="197"/>
                  <a:pt x="3495" y="226"/>
                </a:cubicBezTo>
                <a:cubicBezTo>
                  <a:pt x="3495" y="254"/>
                  <a:pt x="3500" y="275"/>
                  <a:pt x="3510" y="290"/>
                </a:cubicBezTo>
                <a:cubicBezTo>
                  <a:pt x="3521" y="305"/>
                  <a:pt x="3533" y="313"/>
                  <a:pt x="3547" y="313"/>
                </a:cubicBezTo>
                <a:cubicBezTo>
                  <a:pt x="3559" y="313"/>
                  <a:pt x="3574" y="305"/>
                  <a:pt x="3591" y="290"/>
                </a:cubicBezTo>
                <a:cubicBezTo>
                  <a:pt x="3596" y="286"/>
                  <a:pt x="3598" y="280"/>
                  <a:pt x="3598" y="272"/>
                </a:cubicBezTo>
                <a:moveTo>
                  <a:pt x="3593" y="307"/>
                </a:moveTo>
                <a:cubicBezTo>
                  <a:pt x="3570" y="326"/>
                  <a:pt x="3551" y="336"/>
                  <a:pt x="3535" y="336"/>
                </a:cubicBezTo>
                <a:cubicBezTo>
                  <a:pt x="3510" y="336"/>
                  <a:pt x="3490" y="326"/>
                  <a:pt x="3476" y="308"/>
                </a:cubicBezTo>
                <a:cubicBezTo>
                  <a:pt x="3461" y="289"/>
                  <a:pt x="3454" y="265"/>
                  <a:pt x="3454" y="234"/>
                </a:cubicBezTo>
                <a:cubicBezTo>
                  <a:pt x="3454" y="201"/>
                  <a:pt x="3465" y="173"/>
                  <a:pt x="3487" y="151"/>
                </a:cubicBezTo>
                <a:cubicBezTo>
                  <a:pt x="3506" y="132"/>
                  <a:pt x="3530" y="123"/>
                  <a:pt x="3557" y="123"/>
                </a:cubicBezTo>
                <a:cubicBezTo>
                  <a:pt x="3562" y="123"/>
                  <a:pt x="3567" y="124"/>
                  <a:pt x="3573" y="125"/>
                </a:cubicBezTo>
                <a:cubicBezTo>
                  <a:pt x="3579" y="127"/>
                  <a:pt x="3584" y="128"/>
                  <a:pt x="3588" y="129"/>
                </a:cubicBezTo>
                <a:cubicBezTo>
                  <a:pt x="3592" y="130"/>
                  <a:pt x="3594" y="131"/>
                  <a:pt x="3594" y="131"/>
                </a:cubicBezTo>
                <a:cubicBezTo>
                  <a:pt x="3597" y="131"/>
                  <a:pt x="3598" y="130"/>
                  <a:pt x="3598" y="127"/>
                </a:cubicBezTo>
                <a:lnTo>
                  <a:pt x="3598" y="66"/>
                </a:lnTo>
                <a:cubicBezTo>
                  <a:pt x="3598" y="56"/>
                  <a:pt x="3598" y="49"/>
                  <a:pt x="3598" y="44"/>
                </a:cubicBezTo>
                <a:cubicBezTo>
                  <a:pt x="3597" y="39"/>
                  <a:pt x="3595" y="35"/>
                  <a:pt x="3592" y="32"/>
                </a:cubicBezTo>
                <a:cubicBezTo>
                  <a:pt x="3588" y="30"/>
                  <a:pt x="3586" y="29"/>
                  <a:pt x="3584" y="29"/>
                </a:cubicBezTo>
                <a:cubicBezTo>
                  <a:pt x="3582" y="29"/>
                  <a:pt x="3577" y="28"/>
                  <a:pt x="3568" y="27"/>
                </a:cubicBezTo>
                <a:cubicBezTo>
                  <a:pt x="3565" y="24"/>
                  <a:pt x="3564" y="19"/>
                  <a:pt x="3565" y="13"/>
                </a:cubicBezTo>
                <a:cubicBezTo>
                  <a:pt x="3593" y="11"/>
                  <a:pt x="3615" y="7"/>
                  <a:pt x="3631" y="0"/>
                </a:cubicBezTo>
                <a:cubicBezTo>
                  <a:pt x="3635" y="0"/>
                  <a:pt x="3638" y="2"/>
                  <a:pt x="3638" y="5"/>
                </a:cubicBezTo>
                <a:cubicBezTo>
                  <a:pt x="3636" y="18"/>
                  <a:pt x="3636" y="35"/>
                  <a:pt x="3636" y="55"/>
                </a:cubicBezTo>
                <a:lnTo>
                  <a:pt x="3636" y="269"/>
                </a:lnTo>
                <a:cubicBezTo>
                  <a:pt x="3636" y="282"/>
                  <a:pt x="3638" y="290"/>
                  <a:pt x="3642" y="295"/>
                </a:cubicBezTo>
                <a:cubicBezTo>
                  <a:pt x="3646" y="300"/>
                  <a:pt x="3656" y="302"/>
                  <a:pt x="3670" y="304"/>
                </a:cubicBezTo>
                <a:cubicBezTo>
                  <a:pt x="3672" y="305"/>
                  <a:pt x="3672" y="308"/>
                  <a:pt x="3672" y="310"/>
                </a:cubicBezTo>
                <a:cubicBezTo>
                  <a:pt x="3672" y="313"/>
                  <a:pt x="3672" y="315"/>
                  <a:pt x="3670" y="317"/>
                </a:cubicBezTo>
                <a:cubicBezTo>
                  <a:pt x="3644" y="320"/>
                  <a:pt x="3625" y="326"/>
                  <a:pt x="3613" y="336"/>
                </a:cubicBezTo>
                <a:cubicBezTo>
                  <a:pt x="3609" y="336"/>
                  <a:pt x="3606" y="336"/>
                  <a:pt x="3604" y="336"/>
                </a:cubicBezTo>
                <a:cubicBezTo>
                  <a:pt x="3600" y="324"/>
                  <a:pt x="3599" y="315"/>
                  <a:pt x="3599" y="307"/>
                </a:cubicBezTo>
                <a:cubicBezTo>
                  <a:pt x="3599" y="307"/>
                  <a:pt x="3599" y="306"/>
                  <a:pt x="3598" y="306"/>
                </a:cubicBezTo>
                <a:cubicBezTo>
                  <a:pt x="3598" y="306"/>
                  <a:pt x="3597" y="306"/>
                  <a:pt x="3596" y="306"/>
                </a:cubicBezTo>
                <a:lnTo>
                  <a:pt x="3595" y="306"/>
                </a:lnTo>
                <a:cubicBezTo>
                  <a:pt x="3594" y="306"/>
                  <a:pt x="3594" y="306"/>
                  <a:pt x="3593" y="307"/>
                </a:cubicBezTo>
                <a:moveTo>
                  <a:pt x="964" y="787"/>
                </a:moveTo>
                <a:cubicBezTo>
                  <a:pt x="968" y="787"/>
                  <a:pt x="971" y="785"/>
                  <a:pt x="971" y="780"/>
                </a:cubicBezTo>
                <a:cubicBezTo>
                  <a:pt x="971" y="762"/>
                  <a:pt x="967" y="749"/>
                  <a:pt x="959" y="742"/>
                </a:cubicBezTo>
                <a:cubicBezTo>
                  <a:pt x="951" y="734"/>
                  <a:pt x="942" y="730"/>
                  <a:pt x="931" y="730"/>
                </a:cubicBezTo>
                <a:cubicBezTo>
                  <a:pt x="927" y="730"/>
                  <a:pt x="923" y="731"/>
                  <a:pt x="919" y="732"/>
                </a:cubicBezTo>
                <a:cubicBezTo>
                  <a:pt x="915" y="733"/>
                  <a:pt x="910" y="736"/>
                  <a:pt x="904" y="739"/>
                </a:cubicBezTo>
                <a:cubicBezTo>
                  <a:pt x="899" y="742"/>
                  <a:pt x="893" y="748"/>
                  <a:pt x="888" y="757"/>
                </a:cubicBezTo>
                <a:cubicBezTo>
                  <a:pt x="884" y="765"/>
                  <a:pt x="880" y="776"/>
                  <a:pt x="878" y="788"/>
                </a:cubicBezTo>
                <a:lnTo>
                  <a:pt x="964" y="787"/>
                </a:lnTo>
                <a:moveTo>
                  <a:pt x="1002" y="877"/>
                </a:moveTo>
                <a:cubicBezTo>
                  <a:pt x="1007" y="878"/>
                  <a:pt x="1010" y="880"/>
                  <a:pt x="1012" y="885"/>
                </a:cubicBezTo>
                <a:cubicBezTo>
                  <a:pt x="991" y="913"/>
                  <a:pt x="964" y="926"/>
                  <a:pt x="931" y="926"/>
                </a:cubicBezTo>
                <a:cubicBezTo>
                  <a:pt x="900" y="926"/>
                  <a:pt x="876" y="916"/>
                  <a:pt x="860" y="896"/>
                </a:cubicBezTo>
                <a:cubicBezTo>
                  <a:pt x="845" y="879"/>
                  <a:pt x="838" y="855"/>
                  <a:pt x="838" y="826"/>
                </a:cubicBezTo>
                <a:cubicBezTo>
                  <a:pt x="838" y="793"/>
                  <a:pt x="847" y="766"/>
                  <a:pt x="867" y="746"/>
                </a:cubicBezTo>
                <a:cubicBezTo>
                  <a:pt x="887" y="725"/>
                  <a:pt x="908" y="715"/>
                  <a:pt x="931" y="715"/>
                </a:cubicBezTo>
                <a:cubicBezTo>
                  <a:pt x="984" y="715"/>
                  <a:pt x="1011" y="743"/>
                  <a:pt x="1011" y="797"/>
                </a:cubicBezTo>
                <a:cubicBezTo>
                  <a:pt x="1011" y="803"/>
                  <a:pt x="1008" y="805"/>
                  <a:pt x="1002" y="805"/>
                </a:cubicBezTo>
                <a:lnTo>
                  <a:pt x="877" y="805"/>
                </a:lnTo>
                <a:cubicBezTo>
                  <a:pt x="877" y="831"/>
                  <a:pt x="882" y="852"/>
                  <a:pt x="892" y="869"/>
                </a:cubicBezTo>
                <a:cubicBezTo>
                  <a:pt x="906" y="892"/>
                  <a:pt x="923" y="903"/>
                  <a:pt x="944" y="903"/>
                </a:cubicBezTo>
                <a:cubicBezTo>
                  <a:pt x="957" y="903"/>
                  <a:pt x="967" y="901"/>
                  <a:pt x="975" y="898"/>
                </a:cubicBezTo>
                <a:cubicBezTo>
                  <a:pt x="984" y="894"/>
                  <a:pt x="993" y="887"/>
                  <a:pt x="1002" y="877"/>
                </a:cubicBezTo>
                <a:moveTo>
                  <a:pt x="1113" y="752"/>
                </a:moveTo>
                <a:lnTo>
                  <a:pt x="1142" y="795"/>
                </a:lnTo>
                <a:cubicBezTo>
                  <a:pt x="1145" y="799"/>
                  <a:pt x="1148" y="800"/>
                  <a:pt x="1151" y="796"/>
                </a:cubicBezTo>
                <a:lnTo>
                  <a:pt x="1181" y="752"/>
                </a:lnTo>
                <a:cubicBezTo>
                  <a:pt x="1185" y="747"/>
                  <a:pt x="1187" y="743"/>
                  <a:pt x="1186" y="741"/>
                </a:cubicBezTo>
                <a:cubicBezTo>
                  <a:pt x="1186" y="738"/>
                  <a:pt x="1185" y="736"/>
                  <a:pt x="1183" y="736"/>
                </a:cubicBezTo>
                <a:cubicBezTo>
                  <a:pt x="1181" y="735"/>
                  <a:pt x="1176" y="734"/>
                  <a:pt x="1170" y="733"/>
                </a:cubicBezTo>
                <a:cubicBezTo>
                  <a:pt x="1168" y="732"/>
                  <a:pt x="1167" y="730"/>
                  <a:pt x="1167" y="726"/>
                </a:cubicBezTo>
                <a:cubicBezTo>
                  <a:pt x="1167" y="722"/>
                  <a:pt x="1168" y="719"/>
                  <a:pt x="1170" y="718"/>
                </a:cubicBezTo>
                <a:cubicBezTo>
                  <a:pt x="1193" y="718"/>
                  <a:pt x="1206" y="719"/>
                  <a:pt x="1210" y="719"/>
                </a:cubicBezTo>
                <a:cubicBezTo>
                  <a:pt x="1217" y="719"/>
                  <a:pt x="1228" y="718"/>
                  <a:pt x="1244" y="718"/>
                </a:cubicBezTo>
                <a:cubicBezTo>
                  <a:pt x="1245" y="719"/>
                  <a:pt x="1246" y="722"/>
                  <a:pt x="1246" y="726"/>
                </a:cubicBezTo>
                <a:cubicBezTo>
                  <a:pt x="1246" y="730"/>
                  <a:pt x="1245" y="732"/>
                  <a:pt x="1244" y="733"/>
                </a:cubicBezTo>
                <a:cubicBezTo>
                  <a:pt x="1234" y="734"/>
                  <a:pt x="1226" y="736"/>
                  <a:pt x="1219" y="740"/>
                </a:cubicBezTo>
                <a:cubicBezTo>
                  <a:pt x="1213" y="743"/>
                  <a:pt x="1206" y="749"/>
                  <a:pt x="1198" y="759"/>
                </a:cubicBezTo>
                <a:lnTo>
                  <a:pt x="1158" y="810"/>
                </a:lnTo>
                <a:cubicBezTo>
                  <a:pt x="1157" y="812"/>
                  <a:pt x="1157" y="814"/>
                  <a:pt x="1158" y="817"/>
                </a:cubicBezTo>
                <a:lnTo>
                  <a:pt x="1201" y="877"/>
                </a:lnTo>
                <a:cubicBezTo>
                  <a:pt x="1206" y="884"/>
                  <a:pt x="1210" y="890"/>
                  <a:pt x="1214" y="894"/>
                </a:cubicBezTo>
                <a:cubicBezTo>
                  <a:pt x="1218" y="898"/>
                  <a:pt x="1222" y="901"/>
                  <a:pt x="1227" y="903"/>
                </a:cubicBezTo>
                <a:cubicBezTo>
                  <a:pt x="1232" y="904"/>
                  <a:pt x="1235" y="905"/>
                  <a:pt x="1237" y="906"/>
                </a:cubicBezTo>
                <a:cubicBezTo>
                  <a:pt x="1238" y="906"/>
                  <a:pt x="1242" y="906"/>
                  <a:pt x="1248" y="907"/>
                </a:cubicBezTo>
                <a:cubicBezTo>
                  <a:pt x="1250" y="909"/>
                  <a:pt x="1251" y="911"/>
                  <a:pt x="1251" y="915"/>
                </a:cubicBezTo>
                <a:cubicBezTo>
                  <a:pt x="1251" y="918"/>
                  <a:pt x="1250" y="921"/>
                  <a:pt x="1248" y="923"/>
                </a:cubicBezTo>
                <a:cubicBezTo>
                  <a:pt x="1225" y="922"/>
                  <a:pt x="1212" y="922"/>
                  <a:pt x="1208" y="922"/>
                </a:cubicBezTo>
                <a:cubicBezTo>
                  <a:pt x="1199" y="922"/>
                  <a:pt x="1183" y="922"/>
                  <a:pt x="1159" y="923"/>
                </a:cubicBezTo>
                <a:cubicBezTo>
                  <a:pt x="1158" y="921"/>
                  <a:pt x="1157" y="918"/>
                  <a:pt x="1157" y="915"/>
                </a:cubicBezTo>
                <a:cubicBezTo>
                  <a:pt x="1157" y="911"/>
                  <a:pt x="1158" y="909"/>
                  <a:pt x="1159" y="907"/>
                </a:cubicBezTo>
                <a:cubicBezTo>
                  <a:pt x="1160" y="907"/>
                  <a:pt x="1162" y="907"/>
                  <a:pt x="1164" y="906"/>
                </a:cubicBezTo>
                <a:cubicBezTo>
                  <a:pt x="1166" y="906"/>
                  <a:pt x="1167" y="906"/>
                  <a:pt x="1168" y="906"/>
                </a:cubicBezTo>
                <a:cubicBezTo>
                  <a:pt x="1169" y="906"/>
                  <a:pt x="1170" y="905"/>
                  <a:pt x="1171" y="905"/>
                </a:cubicBezTo>
                <a:cubicBezTo>
                  <a:pt x="1173" y="904"/>
                  <a:pt x="1173" y="904"/>
                  <a:pt x="1173" y="903"/>
                </a:cubicBezTo>
                <a:cubicBezTo>
                  <a:pt x="1174" y="903"/>
                  <a:pt x="1174" y="902"/>
                  <a:pt x="1175" y="901"/>
                </a:cubicBezTo>
                <a:cubicBezTo>
                  <a:pt x="1175" y="901"/>
                  <a:pt x="1176" y="900"/>
                  <a:pt x="1175" y="899"/>
                </a:cubicBezTo>
                <a:cubicBezTo>
                  <a:pt x="1175" y="898"/>
                  <a:pt x="1174" y="896"/>
                  <a:pt x="1173" y="895"/>
                </a:cubicBezTo>
                <a:cubicBezTo>
                  <a:pt x="1173" y="893"/>
                  <a:pt x="1172" y="891"/>
                  <a:pt x="1170" y="889"/>
                </a:cubicBezTo>
                <a:cubicBezTo>
                  <a:pt x="1169" y="887"/>
                  <a:pt x="1167" y="884"/>
                  <a:pt x="1166" y="882"/>
                </a:cubicBezTo>
                <a:lnTo>
                  <a:pt x="1138" y="844"/>
                </a:lnTo>
                <a:cubicBezTo>
                  <a:pt x="1137" y="843"/>
                  <a:pt x="1136" y="842"/>
                  <a:pt x="1135" y="841"/>
                </a:cubicBezTo>
                <a:cubicBezTo>
                  <a:pt x="1134" y="841"/>
                  <a:pt x="1133" y="841"/>
                  <a:pt x="1132" y="841"/>
                </a:cubicBezTo>
                <a:cubicBezTo>
                  <a:pt x="1132" y="842"/>
                  <a:pt x="1131" y="843"/>
                  <a:pt x="1129" y="845"/>
                </a:cubicBezTo>
                <a:lnTo>
                  <a:pt x="1100" y="888"/>
                </a:lnTo>
                <a:cubicBezTo>
                  <a:pt x="1096" y="896"/>
                  <a:pt x="1095" y="901"/>
                  <a:pt x="1096" y="903"/>
                </a:cubicBezTo>
                <a:cubicBezTo>
                  <a:pt x="1098" y="905"/>
                  <a:pt x="1103" y="906"/>
                  <a:pt x="1110" y="907"/>
                </a:cubicBezTo>
                <a:cubicBezTo>
                  <a:pt x="1112" y="909"/>
                  <a:pt x="1113" y="911"/>
                  <a:pt x="1113" y="915"/>
                </a:cubicBezTo>
                <a:cubicBezTo>
                  <a:pt x="1113" y="918"/>
                  <a:pt x="1112" y="921"/>
                  <a:pt x="1110" y="923"/>
                </a:cubicBezTo>
                <a:cubicBezTo>
                  <a:pt x="1087" y="922"/>
                  <a:pt x="1074" y="922"/>
                  <a:pt x="1071" y="922"/>
                </a:cubicBezTo>
                <a:lnTo>
                  <a:pt x="1059" y="922"/>
                </a:lnTo>
                <a:cubicBezTo>
                  <a:pt x="1056" y="922"/>
                  <a:pt x="1053" y="922"/>
                  <a:pt x="1049" y="922"/>
                </a:cubicBezTo>
                <a:cubicBezTo>
                  <a:pt x="1045" y="922"/>
                  <a:pt x="1041" y="923"/>
                  <a:pt x="1037" y="923"/>
                </a:cubicBezTo>
                <a:cubicBezTo>
                  <a:pt x="1035" y="921"/>
                  <a:pt x="1034" y="918"/>
                  <a:pt x="1034" y="915"/>
                </a:cubicBezTo>
                <a:cubicBezTo>
                  <a:pt x="1034" y="911"/>
                  <a:pt x="1035" y="909"/>
                  <a:pt x="1037" y="907"/>
                </a:cubicBezTo>
                <a:cubicBezTo>
                  <a:pt x="1044" y="907"/>
                  <a:pt x="1049" y="906"/>
                  <a:pt x="1052" y="905"/>
                </a:cubicBezTo>
                <a:cubicBezTo>
                  <a:pt x="1055" y="904"/>
                  <a:pt x="1060" y="902"/>
                  <a:pt x="1065" y="898"/>
                </a:cubicBezTo>
                <a:cubicBezTo>
                  <a:pt x="1070" y="895"/>
                  <a:pt x="1076" y="889"/>
                  <a:pt x="1083" y="881"/>
                </a:cubicBezTo>
                <a:lnTo>
                  <a:pt x="1122" y="830"/>
                </a:lnTo>
                <a:cubicBezTo>
                  <a:pt x="1124" y="828"/>
                  <a:pt x="1124" y="825"/>
                  <a:pt x="1122" y="822"/>
                </a:cubicBezTo>
                <a:lnTo>
                  <a:pt x="1080" y="762"/>
                </a:lnTo>
                <a:cubicBezTo>
                  <a:pt x="1068" y="745"/>
                  <a:pt x="1054" y="735"/>
                  <a:pt x="1038" y="733"/>
                </a:cubicBezTo>
                <a:cubicBezTo>
                  <a:pt x="1037" y="732"/>
                  <a:pt x="1036" y="730"/>
                  <a:pt x="1036" y="726"/>
                </a:cubicBezTo>
                <a:cubicBezTo>
                  <a:pt x="1036" y="722"/>
                  <a:pt x="1037" y="719"/>
                  <a:pt x="1038" y="718"/>
                </a:cubicBezTo>
                <a:cubicBezTo>
                  <a:pt x="1061" y="718"/>
                  <a:pt x="1075" y="719"/>
                  <a:pt x="1079" y="719"/>
                </a:cubicBezTo>
                <a:cubicBezTo>
                  <a:pt x="1087" y="719"/>
                  <a:pt x="1103" y="718"/>
                  <a:pt x="1126" y="718"/>
                </a:cubicBezTo>
                <a:cubicBezTo>
                  <a:pt x="1128" y="719"/>
                  <a:pt x="1129" y="722"/>
                  <a:pt x="1129" y="726"/>
                </a:cubicBezTo>
                <a:cubicBezTo>
                  <a:pt x="1129" y="730"/>
                  <a:pt x="1128" y="732"/>
                  <a:pt x="1126" y="733"/>
                </a:cubicBezTo>
                <a:cubicBezTo>
                  <a:pt x="1125" y="734"/>
                  <a:pt x="1123" y="734"/>
                  <a:pt x="1120" y="735"/>
                </a:cubicBezTo>
                <a:lnTo>
                  <a:pt x="1115" y="735"/>
                </a:lnTo>
                <a:cubicBezTo>
                  <a:pt x="1114" y="735"/>
                  <a:pt x="1113" y="735"/>
                  <a:pt x="1112" y="735"/>
                </a:cubicBezTo>
                <a:cubicBezTo>
                  <a:pt x="1110" y="736"/>
                  <a:pt x="1109" y="736"/>
                  <a:pt x="1109" y="737"/>
                </a:cubicBezTo>
                <a:cubicBezTo>
                  <a:pt x="1108" y="737"/>
                  <a:pt x="1107" y="737"/>
                  <a:pt x="1107" y="738"/>
                </a:cubicBezTo>
                <a:cubicBezTo>
                  <a:pt x="1106" y="739"/>
                  <a:pt x="1106" y="739"/>
                  <a:pt x="1107" y="740"/>
                </a:cubicBezTo>
                <a:cubicBezTo>
                  <a:pt x="1107" y="741"/>
                  <a:pt x="1107" y="741"/>
                  <a:pt x="1107" y="743"/>
                </a:cubicBezTo>
                <a:cubicBezTo>
                  <a:pt x="1108" y="744"/>
                  <a:pt x="1108" y="745"/>
                  <a:pt x="1109" y="747"/>
                </a:cubicBezTo>
                <a:cubicBezTo>
                  <a:pt x="1110" y="748"/>
                  <a:pt x="1112" y="750"/>
                  <a:pt x="1113" y="752"/>
                </a:cubicBezTo>
                <a:moveTo>
                  <a:pt x="1395" y="787"/>
                </a:moveTo>
                <a:cubicBezTo>
                  <a:pt x="1399" y="787"/>
                  <a:pt x="1402" y="785"/>
                  <a:pt x="1402" y="780"/>
                </a:cubicBezTo>
                <a:cubicBezTo>
                  <a:pt x="1402" y="762"/>
                  <a:pt x="1398" y="749"/>
                  <a:pt x="1390" y="742"/>
                </a:cubicBezTo>
                <a:cubicBezTo>
                  <a:pt x="1382" y="734"/>
                  <a:pt x="1373" y="730"/>
                  <a:pt x="1362" y="730"/>
                </a:cubicBezTo>
                <a:cubicBezTo>
                  <a:pt x="1358" y="730"/>
                  <a:pt x="1354" y="731"/>
                  <a:pt x="1350" y="732"/>
                </a:cubicBezTo>
                <a:cubicBezTo>
                  <a:pt x="1346" y="733"/>
                  <a:pt x="1341" y="736"/>
                  <a:pt x="1335" y="739"/>
                </a:cubicBezTo>
                <a:cubicBezTo>
                  <a:pt x="1330" y="742"/>
                  <a:pt x="1324" y="748"/>
                  <a:pt x="1319" y="757"/>
                </a:cubicBezTo>
                <a:cubicBezTo>
                  <a:pt x="1315" y="765"/>
                  <a:pt x="1311" y="776"/>
                  <a:pt x="1309" y="788"/>
                </a:cubicBezTo>
                <a:lnTo>
                  <a:pt x="1395" y="787"/>
                </a:lnTo>
                <a:moveTo>
                  <a:pt x="1433" y="877"/>
                </a:moveTo>
                <a:cubicBezTo>
                  <a:pt x="1438" y="878"/>
                  <a:pt x="1441" y="880"/>
                  <a:pt x="1443" y="885"/>
                </a:cubicBezTo>
                <a:cubicBezTo>
                  <a:pt x="1422" y="913"/>
                  <a:pt x="1395" y="926"/>
                  <a:pt x="1362" y="926"/>
                </a:cubicBezTo>
                <a:cubicBezTo>
                  <a:pt x="1331" y="926"/>
                  <a:pt x="1307" y="916"/>
                  <a:pt x="1291" y="896"/>
                </a:cubicBezTo>
                <a:cubicBezTo>
                  <a:pt x="1276" y="879"/>
                  <a:pt x="1269" y="855"/>
                  <a:pt x="1269" y="826"/>
                </a:cubicBezTo>
                <a:cubicBezTo>
                  <a:pt x="1269" y="793"/>
                  <a:pt x="1278" y="766"/>
                  <a:pt x="1298" y="746"/>
                </a:cubicBezTo>
                <a:cubicBezTo>
                  <a:pt x="1318" y="725"/>
                  <a:pt x="1339" y="715"/>
                  <a:pt x="1362" y="715"/>
                </a:cubicBezTo>
                <a:cubicBezTo>
                  <a:pt x="1415" y="715"/>
                  <a:pt x="1442" y="743"/>
                  <a:pt x="1442" y="797"/>
                </a:cubicBezTo>
                <a:cubicBezTo>
                  <a:pt x="1442" y="803"/>
                  <a:pt x="1439" y="805"/>
                  <a:pt x="1433" y="805"/>
                </a:cubicBezTo>
                <a:lnTo>
                  <a:pt x="1308" y="805"/>
                </a:lnTo>
                <a:cubicBezTo>
                  <a:pt x="1308" y="831"/>
                  <a:pt x="1313" y="852"/>
                  <a:pt x="1323" y="869"/>
                </a:cubicBezTo>
                <a:cubicBezTo>
                  <a:pt x="1337" y="892"/>
                  <a:pt x="1354" y="903"/>
                  <a:pt x="1375" y="903"/>
                </a:cubicBezTo>
                <a:cubicBezTo>
                  <a:pt x="1388" y="903"/>
                  <a:pt x="1398" y="901"/>
                  <a:pt x="1406" y="898"/>
                </a:cubicBezTo>
                <a:cubicBezTo>
                  <a:pt x="1415" y="894"/>
                  <a:pt x="1424" y="887"/>
                  <a:pt x="1433" y="877"/>
                </a:cubicBezTo>
                <a:moveTo>
                  <a:pt x="1652" y="879"/>
                </a:moveTo>
                <a:cubicBezTo>
                  <a:pt x="1641" y="897"/>
                  <a:pt x="1630" y="910"/>
                  <a:pt x="1617" y="917"/>
                </a:cubicBezTo>
                <a:cubicBezTo>
                  <a:pt x="1605" y="923"/>
                  <a:pt x="1591" y="926"/>
                  <a:pt x="1576" y="926"/>
                </a:cubicBezTo>
                <a:cubicBezTo>
                  <a:pt x="1546" y="926"/>
                  <a:pt x="1523" y="917"/>
                  <a:pt x="1507" y="898"/>
                </a:cubicBezTo>
                <a:cubicBezTo>
                  <a:pt x="1491" y="880"/>
                  <a:pt x="1483" y="854"/>
                  <a:pt x="1483" y="823"/>
                </a:cubicBezTo>
                <a:cubicBezTo>
                  <a:pt x="1483" y="791"/>
                  <a:pt x="1492" y="765"/>
                  <a:pt x="1512" y="744"/>
                </a:cubicBezTo>
                <a:cubicBezTo>
                  <a:pt x="1532" y="724"/>
                  <a:pt x="1554" y="714"/>
                  <a:pt x="1579" y="714"/>
                </a:cubicBezTo>
                <a:cubicBezTo>
                  <a:pt x="1601" y="714"/>
                  <a:pt x="1619" y="718"/>
                  <a:pt x="1631" y="727"/>
                </a:cubicBezTo>
                <a:cubicBezTo>
                  <a:pt x="1644" y="735"/>
                  <a:pt x="1651" y="746"/>
                  <a:pt x="1651" y="759"/>
                </a:cubicBezTo>
                <a:cubicBezTo>
                  <a:pt x="1651" y="765"/>
                  <a:pt x="1649" y="771"/>
                  <a:pt x="1644" y="775"/>
                </a:cubicBezTo>
                <a:cubicBezTo>
                  <a:pt x="1639" y="778"/>
                  <a:pt x="1633" y="780"/>
                  <a:pt x="1628" y="780"/>
                </a:cubicBezTo>
                <a:cubicBezTo>
                  <a:pt x="1617" y="780"/>
                  <a:pt x="1611" y="774"/>
                  <a:pt x="1610" y="763"/>
                </a:cubicBezTo>
                <a:cubicBezTo>
                  <a:pt x="1609" y="756"/>
                  <a:pt x="1608" y="750"/>
                  <a:pt x="1606" y="746"/>
                </a:cubicBezTo>
                <a:cubicBezTo>
                  <a:pt x="1605" y="742"/>
                  <a:pt x="1602" y="739"/>
                  <a:pt x="1597" y="735"/>
                </a:cubicBezTo>
                <a:cubicBezTo>
                  <a:pt x="1592" y="732"/>
                  <a:pt x="1585" y="730"/>
                  <a:pt x="1576" y="730"/>
                </a:cubicBezTo>
                <a:cubicBezTo>
                  <a:pt x="1561" y="730"/>
                  <a:pt x="1548" y="737"/>
                  <a:pt x="1538" y="752"/>
                </a:cubicBezTo>
                <a:cubicBezTo>
                  <a:pt x="1528" y="767"/>
                  <a:pt x="1523" y="787"/>
                  <a:pt x="1523" y="813"/>
                </a:cubicBezTo>
                <a:cubicBezTo>
                  <a:pt x="1523" y="840"/>
                  <a:pt x="1529" y="862"/>
                  <a:pt x="1541" y="879"/>
                </a:cubicBezTo>
                <a:cubicBezTo>
                  <a:pt x="1554" y="895"/>
                  <a:pt x="1568" y="903"/>
                  <a:pt x="1586" y="903"/>
                </a:cubicBezTo>
                <a:cubicBezTo>
                  <a:pt x="1607" y="903"/>
                  <a:pt x="1626" y="893"/>
                  <a:pt x="1642" y="872"/>
                </a:cubicBezTo>
                <a:cubicBezTo>
                  <a:pt x="1647" y="872"/>
                  <a:pt x="1651" y="875"/>
                  <a:pt x="1652" y="879"/>
                </a:cubicBezTo>
                <a:moveTo>
                  <a:pt x="1722" y="908"/>
                </a:moveTo>
                <a:cubicBezTo>
                  <a:pt x="1713" y="896"/>
                  <a:pt x="1708" y="881"/>
                  <a:pt x="1708" y="862"/>
                </a:cubicBezTo>
                <a:lnTo>
                  <a:pt x="1708" y="771"/>
                </a:lnTo>
                <a:cubicBezTo>
                  <a:pt x="1708" y="756"/>
                  <a:pt x="1706" y="747"/>
                  <a:pt x="1702" y="742"/>
                </a:cubicBezTo>
                <a:cubicBezTo>
                  <a:pt x="1698" y="737"/>
                  <a:pt x="1690" y="734"/>
                  <a:pt x="1679" y="733"/>
                </a:cubicBezTo>
                <a:cubicBezTo>
                  <a:pt x="1677" y="732"/>
                  <a:pt x="1677" y="730"/>
                  <a:pt x="1677" y="726"/>
                </a:cubicBezTo>
                <a:cubicBezTo>
                  <a:pt x="1677" y="722"/>
                  <a:pt x="1677" y="719"/>
                  <a:pt x="1679" y="718"/>
                </a:cubicBezTo>
                <a:cubicBezTo>
                  <a:pt x="1702" y="718"/>
                  <a:pt x="1718" y="719"/>
                  <a:pt x="1726" y="719"/>
                </a:cubicBezTo>
                <a:cubicBezTo>
                  <a:pt x="1735" y="719"/>
                  <a:pt x="1740" y="718"/>
                  <a:pt x="1743" y="718"/>
                </a:cubicBezTo>
                <a:cubicBezTo>
                  <a:pt x="1745" y="718"/>
                  <a:pt x="1747" y="719"/>
                  <a:pt x="1747" y="721"/>
                </a:cubicBezTo>
                <a:cubicBezTo>
                  <a:pt x="1745" y="744"/>
                  <a:pt x="1745" y="760"/>
                  <a:pt x="1745" y="770"/>
                </a:cubicBezTo>
                <a:lnTo>
                  <a:pt x="1745" y="855"/>
                </a:lnTo>
                <a:cubicBezTo>
                  <a:pt x="1745" y="874"/>
                  <a:pt x="1749" y="886"/>
                  <a:pt x="1756" y="893"/>
                </a:cubicBezTo>
                <a:cubicBezTo>
                  <a:pt x="1764" y="900"/>
                  <a:pt x="1773" y="904"/>
                  <a:pt x="1783" y="904"/>
                </a:cubicBezTo>
                <a:cubicBezTo>
                  <a:pt x="1797" y="904"/>
                  <a:pt x="1813" y="896"/>
                  <a:pt x="1830" y="881"/>
                </a:cubicBezTo>
                <a:cubicBezTo>
                  <a:pt x="1835" y="877"/>
                  <a:pt x="1837" y="871"/>
                  <a:pt x="1837" y="863"/>
                </a:cubicBezTo>
                <a:lnTo>
                  <a:pt x="1837" y="771"/>
                </a:lnTo>
                <a:cubicBezTo>
                  <a:pt x="1837" y="756"/>
                  <a:pt x="1835" y="746"/>
                  <a:pt x="1832" y="741"/>
                </a:cubicBezTo>
                <a:cubicBezTo>
                  <a:pt x="1828" y="737"/>
                  <a:pt x="1820" y="734"/>
                  <a:pt x="1808" y="733"/>
                </a:cubicBezTo>
                <a:cubicBezTo>
                  <a:pt x="1807" y="732"/>
                  <a:pt x="1806" y="730"/>
                  <a:pt x="1806" y="726"/>
                </a:cubicBezTo>
                <a:cubicBezTo>
                  <a:pt x="1806" y="722"/>
                  <a:pt x="1807" y="719"/>
                  <a:pt x="1808" y="718"/>
                </a:cubicBezTo>
                <a:cubicBezTo>
                  <a:pt x="1831" y="718"/>
                  <a:pt x="1847" y="719"/>
                  <a:pt x="1856" y="719"/>
                </a:cubicBezTo>
                <a:cubicBezTo>
                  <a:pt x="1864" y="719"/>
                  <a:pt x="1869" y="718"/>
                  <a:pt x="1873" y="718"/>
                </a:cubicBezTo>
                <a:cubicBezTo>
                  <a:pt x="1875" y="718"/>
                  <a:pt x="1877" y="719"/>
                  <a:pt x="1877" y="721"/>
                </a:cubicBezTo>
                <a:cubicBezTo>
                  <a:pt x="1875" y="744"/>
                  <a:pt x="1875" y="760"/>
                  <a:pt x="1875" y="770"/>
                </a:cubicBezTo>
                <a:lnTo>
                  <a:pt x="1875" y="860"/>
                </a:lnTo>
                <a:cubicBezTo>
                  <a:pt x="1875" y="873"/>
                  <a:pt x="1877" y="881"/>
                  <a:pt x="1881" y="886"/>
                </a:cubicBezTo>
                <a:cubicBezTo>
                  <a:pt x="1885" y="891"/>
                  <a:pt x="1895" y="893"/>
                  <a:pt x="1909" y="895"/>
                </a:cubicBezTo>
                <a:cubicBezTo>
                  <a:pt x="1911" y="896"/>
                  <a:pt x="1911" y="899"/>
                  <a:pt x="1911" y="901"/>
                </a:cubicBezTo>
                <a:cubicBezTo>
                  <a:pt x="1911" y="904"/>
                  <a:pt x="1911" y="906"/>
                  <a:pt x="1909" y="907"/>
                </a:cubicBezTo>
                <a:cubicBezTo>
                  <a:pt x="1883" y="911"/>
                  <a:pt x="1864" y="917"/>
                  <a:pt x="1852" y="926"/>
                </a:cubicBezTo>
                <a:cubicBezTo>
                  <a:pt x="1848" y="927"/>
                  <a:pt x="1845" y="927"/>
                  <a:pt x="1843" y="926"/>
                </a:cubicBezTo>
                <a:cubicBezTo>
                  <a:pt x="1839" y="915"/>
                  <a:pt x="1838" y="906"/>
                  <a:pt x="1838" y="898"/>
                </a:cubicBezTo>
                <a:cubicBezTo>
                  <a:pt x="1838" y="895"/>
                  <a:pt x="1836" y="895"/>
                  <a:pt x="1832" y="898"/>
                </a:cubicBezTo>
                <a:cubicBezTo>
                  <a:pt x="1809" y="917"/>
                  <a:pt x="1788" y="926"/>
                  <a:pt x="1769" y="926"/>
                </a:cubicBezTo>
                <a:cubicBezTo>
                  <a:pt x="1747" y="926"/>
                  <a:pt x="1731" y="920"/>
                  <a:pt x="1722" y="908"/>
                </a:cubicBezTo>
                <a:moveTo>
                  <a:pt x="1937" y="719"/>
                </a:moveTo>
                <a:lnTo>
                  <a:pt x="1958" y="719"/>
                </a:lnTo>
                <a:lnTo>
                  <a:pt x="1958" y="694"/>
                </a:lnTo>
                <a:cubicBezTo>
                  <a:pt x="1958" y="687"/>
                  <a:pt x="1958" y="682"/>
                  <a:pt x="1958" y="678"/>
                </a:cubicBezTo>
                <a:cubicBezTo>
                  <a:pt x="1958" y="675"/>
                  <a:pt x="1957" y="673"/>
                  <a:pt x="1957" y="671"/>
                </a:cubicBezTo>
                <a:lnTo>
                  <a:pt x="1957" y="667"/>
                </a:lnTo>
                <a:lnTo>
                  <a:pt x="1957" y="664"/>
                </a:lnTo>
                <a:cubicBezTo>
                  <a:pt x="1957" y="663"/>
                  <a:pt x="1958" y="662"/>
                  <a:pt x="1959" y="661"/>
                </a:cubicBezTo>
                <a:cubicBezTo>
                  <a:pt x="1960" y="660"/>
                  <a:pt x="1961" y="659"/>
                  <a:pt x="1963" y="659"/>
                </a:cubicBezTo>
                <a:cubicBezTo>
                  <a:pt x="1964" y="658"/>
                  <a:pt x="1966" y="658"/>
                  <a:pt x="1969" y="657"/>
                </a:cubicBezTo>
                <a:cubicBezTo>
                  <a:pt x="1971" y="656"/>
                  <a:pt x="1974" y="656"/>
                  <a:pt x="1975" y="655"/>
                </a:cubicBezTo>
                <a:cubicBezTo>
                  <a:pt x="1977" y="654"/>
                  <a:pt x="1979" y="653"/>
                  <a:pt x="1982" y="651"/>
                </a:cubicBezTo>
                <a:cubicBezTo>
                  <a:pt x="1985" y="650"/>
                  <a:pt x="1987" y="649"/>
                  <a:pt x="1990" y="648"/>
                </a:cubicBezTo>
                <a:cubicBezTo>
                  <a:pt x="1992" y="647"/>
                  <a:pt x="1993" y="646"/>
                  <a:pt x="1994" y="646"/>
                </a:cubicBezTo>
                <a:cubicBezTo>
                  <a:pt x="1996" y="646"/>
                  <a:pt x="1998" y="648"/>
                  <a:pt x="1998" y="650"/>
                </a:cubicBezTo>
                <a:cubicBezTo>
                  <a:pt x="1996" y="663"/>
                  <a:pt x="1996" y="680"/>
                  <a:pt x="1996" y="700"/>
                </a:cubicBezTo>
                <a:lnTo>
                  <a:pt x="1996" y="719"/>
                </a:lnTo>
                <a:lnTo>
                  <a:pt x="2053" y="719"/>
                </a:lnTo>
                <a:cubicBezTo>
                  <a:pt x="2055" y="719"/>
                  <a:pt x="2056" y="720"/>
                  <a:pt x="2056" y="722"/>
                </a:cubicBezTo>
                <a:lnTo>
                  <a:pt x="2056" y="731"/>
                </a:lnTo>
                <a:cubicBezTo>
                  <a:pt x="2056" y="735"/>
                  <a:pt x="2052" y="737"/>
                  <a:pt x="2045" y="737"/>
                </a:cubicBezTo>
                <a:lnTo>
                  <a:pt x="1996" y="737"/>
                </a:lnTo>
                <a:lnTo>
                  <a:pt x="1996" y="857"/>
                </a:lnTo>
                <a:cubicBezTo>
                  <a:pt x="1996" y="872"/>
                  <a:pt x="1997" y="883"/>
                  <a:pt x="1999" y="890"/>
                </a:cubicBezTo>
                <a:cubicBezTo>
                  <a:pt x="2001" y="897"/>
                  <a:pt x="2005" y="900"/>
                  <a:pt x="2012" y="900"/>
                </a:cubicBezTo>
                <a:cubicBezTo>
                  <a:pt x="2026" y="900"/>
                  <a:pt x="2039" y="896"/>
                  <a:pt x="2050" y="887"/>
                </a:cubicBezTo>
                <a:cubicBezTo>
                  <a:pt x="2055" y="887"/>
                  <a:pt x="2057" y="890"/>
                  <a:pt x="2058" y="895"/>
                </a:cubicBezTo>
                <a:cubicBezTo>
                  <a:pt x="2040" y="916"/>
                  <a:pt x="2019" y="926"/>
                  <a:pt x="1995" y="926"/>
                </a:cubicBezTo>
                <a:cubicBezTo>
                  <a:pt x="1971" y="926"/>
                  <a:pt x="1958" y="911"/>
                  <a:pt x="1958" y="879"/>
                </a:cubicBezTo>
                <a:lnTo>
                  <a:pt x="1958" y="737"/>
                </a:lnTo>
                <a:lnTo>
                  <a:pt x="1931" y="737"/>
                </a:lnTo>
                <a:cubicBezTo>
                  <a:pt x="1929" y="737"/>
                  <a:pt x="1928" y="736"/>
                  <a:pt x="1928" y="734"/>
                </a:cubicBezTo>
                <a:lnTo>
                  <a:pt x="1928" y="728"/>
                </a:lnTo>
                <a:cubicBezTo>
                  <a:pt x="1928" y="722"/>
                  <a:pt x="1931" y="719"/>
                  <a:pt x="1937" y="719"/>
                </a:cubicBezTo>
                <a:moveTo>
                  <a:pt x="2203" y="811"/>
                </a:moveTo>
                <a:lnTo>
                  <a:pt x="2166" y="821"/>
                </a:lnTo>
                <a:cubicBezTo>
                  <a:pt x="2136" y="829"/>
                  <a:pt x="2121" y="846"/>
                  <a:pt x="2122" y="873"/>
                </a:cubicBezTo>
                <a:cubicBezTo>
                  <a:pt x="2122" y="882"/>
                  <a:pt x="2125" y="890"/>
                  <a:pt x="2130" y="896"/>
                </a:cubicBezTo>
                <a:cubicBezTo>
                  <a:pt x="2136" y="903"/>
                  <a:pt x="2145" y="907"/>
                  <a:pt x="2156" y="907"/>
                </a:cubicBezTo>
                <a:cubicBezTo>
                  <a:pt x="2167" y="907"/>
                  <a:pt x="2180" y="900"/>
                  <a:pt x="2197" y="887"/>
                </a:cubicBezTo>
                <a:cubicBezTo>
                  <a:pt x="2201" y="883"/>
                  <a:pt x="2203" y="879"/>
                  <a:pt x="2203" y="874"/>
                </a:cubicBezTo>
                <a:lnTo>
                  <a:pt x="2203" y="811"/>
                </a:lnTo>
                <a:moveTo>
                  <a:pt x="2203" y="899"/>
                </a:moveTo>
                <a:lnTo>
                  <a:pt x="2203" y="899"/>
                </a:lnTo>
                <a:lnTo>
                  <a:pt x="2193" y="906"/>
                </a:lnTo>
                <a:cubicBezTo>
                  <a:pt x="2183" y="915"/>
                  <a:pt x="2174" y="920"/>
                  <a:pt x="2168" y="922"/>
                </a:cubicBezTo>
                <a:cubicBezTo>
                  <a:pt x="2161" y="925"/>
                  <a:pt x="2153" y="926"/>
                  <a:pt x="2142" y="926"/>
                </a:cubicBezTo>
                <a:cubicBezTo>
                  <a:pt x="2124" y="926"/>
                  <a:pt x="2110" y="922"/>
                  <a:pt x="2099" y="914"/>
                </a:cubicBezTo>
                <a:cubicBezTo>
                  <a:pt x="2088" y="906"/>
                  <a:pt x="2083" y="893"/>
                  <a:pt x="2083" y="875"/>
                </a:cubicBezTo>
                <a:cubicBezTo>
                  <a:pt x="2083" y="860"/>
                  <a:pt x="2090" y="846"/>
                  <a:pt x="2104" y="834"/>
                </a:cubicBezTo>
                <a:cubicBezTo>
                  <a:pt x="2118" y="822"/>
                  <a:pt x="2137" y="813"/>
                  <a:pt x="2160" y="806"/>
                </a:cubicBezTo>
                <a:lnTo>
                  <a:pt x="2201" y="797"/>
                </a:lnTo>
                <a:cubicBezTo>
                  <a:pt x="2202" y="796"/>
                  <a:pt x="2203" y="794"/>
                  <a:pt x="2203" y="791"/>
                </a:cubicBezTo>
                <a:cubicBezTo>
                  <a:pt x="2203" y="750"/>
                  <a:pt x="2191" y="730"/>
                  <a:pt x="2165" y="730"/>
                </a:cubicBezTo>
                <a:cubicBezTo>
                  <a:pt x="2155" y="730"/>
                  <a:pt x="2145" y="731"/>
                  <a:pt x="2138" y="735"/>
                </a:cubicBezTo>
                <a:cubicBezTo>
                  <a:pt x="2130" y="738"/>
                  <a:pt x="2126" y="743"/>
                  <a:pt x="2126" y="749"/>
                </a:cubicBezTo>
                <a:cubicBezTo>
                  <a:pt x="2126" y="754"/>
                  <a:pt x="2126" y="757"/>
                  <a:pt x="2127" y="759"/>
                </a:cubicBezTo>
                <a:cubicBezTo>
                  <a:pt x="2128" y="761"/>
                  <a:pt x="2129" y="763"/>
                  <a:pt x="2129" y="767"/>
                </a:cubicBezTo>
                <a:cubicBezTo>
                  <a:pt x="2129" y="771"/>
                  <a:pt x="2126" y="775"/>
                  <a:pt x="2123" y="778"/>
                </a:cubicBezTo>
                <a:cubicBezTo>
                  <a:pt x="2119" y="782"/>
                  <a:pt x="2114" y="783"/>
                  <a:pt x="2108" y="783"/>
                </a:cubicBezTo>
                <a:cubicBezTo>
                  <a:pt x="2097" y="783"/>
                  <a:pt x="2091" y="778"/>
                  <a:pt x="2091" y="767"/>
                </a:cubicBezTo>
                <a:cubicBezTo>
                  <a:pt x="2091" y="754"/>
                  <a:pt x="2099" y="741"/>
                  <a:pt x="2116" y="730"/>
                </a:cubicBezTo>
                <a:cubicBezTo>
                  <a:pt x="2132" y="719"/>
                  <a:pt x="2150" y="714"/>
                  <a:pt x="2169" y="714"/>
                </a:cubicBezTo>
                <a:cubicBezTo>
                  <a:pt x="2216" y="714"/>
                  <a:pt x="2240" y="741"/>
                  <a:pt x="2240" y="794"/>
                </a:cubicBezTo>
                <a:lnTo>
                  <a:pt x="2240" y="865"/>
                </a:lnTo>
                <a:cubicBezTo>
                  <a:pt x="2240" y="874"/>
                  <a:pt x="2240" y="881"/>
                  <a:pt x="2241" y="885"/>
                </a:cubicBezTo>
                <a:cubicBezTo>
                  <a:pt x="2242" y="890"/>
                  <a:pt x="2243" y="894"/>
                  <a:pt x="2246" y="898"/>
                </a:cubicBezTo>
                <a:cubicBezTo>
                  <a:pt x="2249" y="902"/>
                  <a:pt x="2253" y="904"/>
                  <a:pt x="2259" y="904"/>
                </a:cubicBezTo>
                <a:cubicBezTo>
                  <a:pt x="2263" y="904"/>
                  <a:pt x="2266" y="903"/>
                  <a:pt x="2269" y="901"/>
                </a:cubicBezTo>
                <a:cubicBezTo>
                  <a:pt x="2272" y="898"/>
                  <a:pt x="2273" y="897"/>
                  <a:pt x="2274" y="897"/>
                </a:cubicBezTo>
                <a:cubicBezTo>
                  <a:pt x="2275" y="897"/>
                  <a:pt x="2276" y="898"/>
                  <a:pt x="2278" y="900"/>
                </a:cubicBezTo>
                <a:cubicBezTo>
                  <a:pt x="2279" y="902"/>
                  <a:pt x="2280" y="903"/>
                  <a:pt x="2280" y="905"/>
                </a:cubicBezTo>
                <a:cubicBezTo>
                  <a:pt x="2280" y="906"/>
                  <a:pt x="2278" y="908"/>
                  <a:pt x="2275" y="911"/>
                </a:cubicBezTo>
                <a:cubicBezTo>
                  <a:pt x="2272" y="915"/>
                  <a:pt x="2267" y="918"/>
                  <a:pt x="2260" y="922"/>
                </a:cubicBezTo>
                <a:cubicBezTo>
                  <a:pt x="2254" y="925"/>
                  <a:pt x="2247" y="926"/>
                  <a:pt x="2240" y="926"/>
                </a:cubicBezTo>
                <a:cubicBezTo>
                  <a:pt x="2221" y="926"/>
                  <a:pt x="2209" y="917"/>
                  <a:pt x="2203" y="899"/>
                </a:cubicBezTo>
                <a:moveTo>
                  <a:pt x="2355" y="770"/>
                </a:moveTo>
                <a:lnTo>
                  <a:pt x="2355" y="888"/>
                </a:lnTo>
                <a:cubicBezTo>
                  <a:pt x="2367" y="903"/>
                  <a:pt x="2378" y="911"/>
                  <a:pt x="2389" y="911"/>
                </a:cubicBezTo>
                <a:cubicBezTo>
                  <a:pt x="2410" y="911"/>
                  <a:pt x="2427" y="902"/>
                  <a:pt x="2438" y="884"/>
                </a:cubicBezTo>
                <a:cubicBezTo>
                  <a:pt x="2450" y="867"/>
                  <a:pt x="2455" y="844"/>
                  <a:pt x="2455" y="816"/>
                </a:cubicBezTo>
                <a:cubicBezTo>
                  <a:pt x="2455" y="793"/>
                  <a:pt x="2450" y="774"/>
                  <a:pt x="2440" y="759"/>
                </a:cubicBezTo>
                <a:cubicBezTo>
                  <a:pt x="2430" y="743"/>
                  <a:pt x="2417" y="735"/>
                  <a:pt x="2403" y="735"/>
                </a:cubicBezTo>
                <a:cubicBezTo>
                  <a:pt x="2387" y="735"/>
                  <a:pt x="2374" y="740"/>
                  <a:pt x="2363" y="750"/>
                </a:cubicBezTo>
                <a:cubicBezTo>
                  <a:pt x="2357" y="755"/>
                  <a:pt x="2355" y="762"/>
                  <a:pt x="2355" y="770"/>
                </a:cubicBezTo>
                <a:moveTo>
                  <a:pt x="2359" y="735"/>
                </a:moveTo>
                <a:cubicBezTo>
                  <a:pt x="2375" y="721"/>
                  <a:pt x="2393" y="714"/>
                  <a:pt x="2412" y="714"/>
                </a:cubicBezTo>
                <a:cubicBezTo>
                  <a:pt x="2433" y="714"/>
                  <a:pt x="2453" y="723"/>
                  <a:pt x="2470" y="740"/>
                </a:cubicBezTo>
                <a:cubicBezTo>
                  <a:pt x="2487" y="757"/>
                  <a:pt x="2496" y="780"/>
                  <a:pt x="2496" y="807"/>
                </a:cubicBezTo>
                <a:cubicBezTo>
                  <a:pt x="2496" y="842"/>
                  <a:pt x="2485" y="871"/>
                  <a:pt x="2463" y="893"/>
                </a:cubicBezTo>
                <a:cubicBezTo>
                  <a:pt x="2441" y="915"/>
                  <a:pt x="2417" y="926"/>
                  <a:pt x="2392" y="926"/>
                </a:cubicBezTo>
                <a:cubicBezTo>
                  <a:pt x="2373" y="926"/>
                  <a:pt x="2359" y="922"/>
                  <a:pt x="2350" y="915"/>
                </a:cubicBezTo>
                <a:cubicBezTo>
                  <a:pt x="2348" y="912"/>
                  <a:pt x="2345" y="911"/>
                  <a:pt x="2343" y="912"/>
                </a:cubicBezTo>
                <a:cubicBezTo>
                  <a:pt x="2342" y="912"/>
                  <a:pt x="2340" y="913"/>
                  <a:pt x="2337" y="916"/>
                </a:cubicBezTo>
                <a:cubicBezTo>
                  <a:pt x="2336" y="917"/>
                  <a:pt x="2334" y="919"/>
                  <a:pt x="2333" y="920"/>
                </a:cubicBezTo>
                <a:cubicBezTo>
                  <a:pt x="2331" y="922"/>
                  <a:pt x="2330" y="923"/>
                  <a:pt x="2329" y="923"/>
                </a:cubicBezTo>
                <a:cubicBezTo>
                  <a:pt x="2329" y="924"/>
                  <a:pt x="2328" y="925"/>
                  <a:pt x="2326" y="927"/>
                </a:cubicBezTo>
                <a:cubicBezTo>
                  <a:pt x="2321" y="927"/>
                  <a:pt x="2318" y="925"/>
                  <a:pt x="2316" y="922"/>
                </a:cubicBezTo>
                <a:cubicBezTo>
                  <a:pt x="2317" y="915"/>
                  <a:pt x="2318" y="904"/>
                  <a:pt x="2318" y="888"/>
                </a:cubicBezTo>
                <a:lnTo>
                  <a:pt x="2318" y="657"/>
                </a:lnTo>
                <a:cubicBezTo>
                  <a:pt x="2318" y="647"/>
                  <a:pt x="2317" y="640"/>
                  <a:pt x="2317" y="635"/>
                </a:cubicBezTo>
                <a:cubicBezTo>
                  <a:pt x="2316" y="630"/>
                  <a:pt x="2314" y="626"/>
                  <a:pt x="2311" y="623"/>
                </a:cubicBezTo>
                <a:cubicBezTo>
                  <a:pt x="2307" y="621"/>
                  <a:pt x="2305" y="620"/>
                  <a:pt x="2303" y="620"/>
                </a:cubicBezTo>
                <a:cubicBezTo>
                  <a:pt x="2301" y="620"/>
                  <a:pt x="2296" y="619"/>
                  <a:pt x="2287" y="618"/>
                </a:cubicBezTo>
                <a:cubicBezTo>
                  <a:pt x="2284" y="615"/>
                  <a:pt x="2283" y="610"/>
                  <a:pt x="2284" y="604"/>
                </a:cubicBezTo>
                <a:cubicBezTo>
                  <a:pt x="2312" y="602"/>
                  <a:pt x="2334" y="598"/>
                  <a:pt x="2351" y="591"/>
                </a:cubicBezTo>
                <a:cubicBezTo>
                  <a:pt x="2355" y="591"/>
                  <a:pt x="2357" y="593"/>
                  <a:pt x="2357" y="596"/>
                </a:cubicBezTo>
                <a:cubicBezTo>
                  <a:pt x="2355" y="609"/>
                  <a:pt x="2355" y="625"/>
                  <a:pt x="2355" y="646"/>
                </a:cubicBezTo>
                <a:lnTo>
                  <a:pt x="2355" y="733"/>
                </a:lnTo>
                <a:cubicBezTo>
                  <a:pt x="2355" y="737"/>
                  <a:pt x="2356" y="738"/>
                  <a:pt x="2359" y="735"/>
                </a:cubicBezTo>
                <a:moveTo>
                  <a:pt x="2558" y="864"/>
                </a:moveTo>
                <a:lnTo>
                  <a:pt x="2558" y="657"/>
                </a:lnTo>
                <a:cubicBezTo>
                  <a:pt x="2558" y="647"/>
                  <a:pt x="2557" y="640"/>
                  <a:pt x="2557" y="635"/>
                </a:cubicBezTo>
                <a:cubicBezTo>
                  <a:pt x="2557" y="630"/>
                  <a:pt x="2555" y="626"/>
                  <a:pt x="2551" y="623"/>
                </a:cubicBezTo>
                <a:cubicBezTo>
                  <a:pt x="2548" y="621"/>
                  <a:pt x="2545" y="620"/>
                  <a:pt x="2543" y="620"/>
                </a:cubicBezTo>
                <a:cubicBezTo>
                  <a:pt x="2541" y="620"/>
                  <a:pt x="2536" y="619"/>
                  <a:pt x="2528" y="618"/>
                </a:cubicBezTo>
                <a:cubicBezTo>
                  <a:pt x="2524" y="615"/>
                  <a:pt x="2523" y="610"/>
                  <a:pt x="2525" y="604"/>
                </a:cubicBezTo>
                <a:cubicBezTo>
                  <a:pt x="2552" y="602"/>
                  <a:pt x="2574" y="598"/>
                  <a:pt x="2591" y="591"/>
                </a:cubicBezTo>
                <a:cubicBezTo>
                  <a:pt x="2595" y="591"/>
                  <a:pt x="2597" y="593"/>
                  <a:pt x="2597" y="596"/>
                </a:cubicBezTo>
                <a:cubicBezTo>
                  <a:pt x="2596" y="609"/>
                  <a:pt x="2595" y="625"/>
                  <a:pt x="2595" y="646"/>
                </a:cubicBezTo>
                <a:lnTo>
                  <a:pt x="2595" y="864"/>
                </a:lnTo>
                <a:cubicBezTo>
                  <a:pt x="2595" y="883"/>
                  <a:pt x="2597" y="894"/>
                  <a:pt x="2601" y="899"/>
                </a:cubicBezTo>
                <a:cubicBezTo>
                  <a:pt x="2605" y="903"/>
                  <a:pt x="2614" y="906"/>
                  <a:pt x="2629" y="907"/>
                </a:cubicBezTo>
                <a:cubicBezTo>
                  <a:pt x="2630" y="909"/>
                  <a:pt x="2631" y="911"/>
                  <a:pt x="2631" y="915"/>
                </a:cubicBezTo>
                <a:cubicBezTo>
                  <a:pt x="2631" y="918"/>
                  <a:pt x="2630" y="921"/>
                  <a:pt x="2629" y="923"/>
                </a:cubicBezTo>
                <a:cubicBezTo>
                  <a:pt x="2602" y="922"/>
                  <a:pt x="2584" y="922"/>
                  <a:pt x="2577" y="922"/>
                </a:cubicBezTo>
                <a:cubicBezTo>
                  <a:pt x="2568" y="922"/>
                  <a:pt x="2550" y="922"/>
                  <a:pt x="2524" y="923"/>
                </a:cubicBezTo>
                <a:cubicBezTo>
                  <a:pt x="2522" y="921"/>
                  <a:pt x="2522" y="918"/>
                  <a:pt x="2522" y="915"/>
                </a:cubicBezTo>
                <a:cubicBezTo>
                  <a:pt x="2522" y="911"/>
                  <a:pt x="2522" y="909"/>
                  <a:pt x="2524" y="907"/>
                </a:cubicBezTo>
                <a:cubicBezTo>
                  <a:pt x="2539" y="907"/>
                  <a:pt x="2548" y="904"/>
                  <a:pt x="2552" y="900"/>
                </a:cubicBezTo>
                <a:cubicBezTo>
                  <a:pt x="2556" y="895"/>
                  <a:pt x="2558" y="883"/>
                  <a:pt x="2558" y="864"/>
                </a:cubicBezTo>
                <a:moveTo>
                  <a:pt x="2781" y="787"/>
                </a:moveTo>
                <a:cubicBezTo>
                  <a:pt x="2786" y="787"/>
                  <a:pt x="2788" y="785"/>
                  <a:pt x="2788" y="780"/>
                </a:cubicBezTo>
                <a:cubicBezTo>
                  <a:pt x="2788" y="762"/>
                  <a:pt x="2784" y="749"/>
                  <a:pt x="2776" y="742"/>
                </a:cubicBezTo>
                <a:cubicBezTo>
                  <a:pt x="2769" y="734"/>
                  <a:pt x="2759" y="730"/>
                  <a:pt x="2749" y="730"/>
                </a:cubicBezTo>
                <a:cubicBezTo>
                  <a:pt x="2745" y="730"/>
                  <a:pt x="2741" y="731"/>
                  <a:pt x="2737" y="732"/>
                </a:cubicBezTo>
                <a:cubicBezTo>
                  <a:pt x="2732" y="733"/>
                  <a:pt x="2728" y="736"/>
                  <a:pt x="2722" y="739"/>
                </a:cubicBezTo>
                <a:cubicBezTo>
                  <a:pt x="2716" y="742"/>
                  <a:pt x="2711" y="748"/>
                  <a:pt x="2706" y="757"/>
                </a:cubicBezTo>
                <a:cubicBezTo>
                  <a:pt x="2701" y="765"/>
                  <a:pt x="2698" y="776"/>
                  <a:pt x="2696" y="788"/>
                </a:cubicBezTo>
                <a:lnTo>
                  <a:pt x="2781" y="787"/>
                </a:lnTo>
                <a:moveTo>
                  <a:pt x="2819" y="877"/>
                </a:moveTo>
                <a:cubicBezTo>
                  <a:pt x="2824" y="878"/>
                  <a:pt x="2828" y="880"/>
                  <a:pt x="2829" y="885"/>
                </a:cubicBezTo>
                <a:cubicBezTo>
                  <a:pt x="2808" y="913"/>
                  <a:pt x="2781" y="926"/>
                  <a:pt x="2749" y="926"/>
                </a:cubicBezTo>
                <a:cubicBezTo>
                  <a:pt x="2718" y="926"/>
                  <a:pt x="2694" y="916"/>
                  <a:pt x="2677" y="896"/>
                </a:cubicBezTo>
                <a:cubicBezTo>
                  <a:pt x="2662" y="879"/>
                  <a:pt x="2655" y="855"/>
                  <a:pt x="2655" y="826"/>
                </a:cubicBezTo>
                <a:cubicBezTo>
                  <a:pt x="2655" y="793"/>
                  <a:pt x="2665" y="766"/>
                  <a:pt x="2684" y="746"/>
                </a:cubicBezTo>
                <a:cubicBezTo>
                  <a:pt x="2704" y="725"/>
                  <a:pt x="2726" y="715"/>
                  <a:pt x="2749" y="715"/>
                </a:cubicBezTo>
                <a:cubicBezTo>
                  <a:pt x="2802" y="715"/>
                  <a:pt x="2828" y="743"/>
                  <a:pt x="2828" y="797"/>
                </a:cubicBezTo>
                <a:cubicBezTo>
                  <a:pt x="2828" y="803"/>
                  <a:pt x="2826" y="805"/>
                  <a:pt x="2820" y="805"/>
                </a:cubicBezTo>
                <a:lnTo>
                  <a:pt x="2694" y="805"/>
                </a:lnTo>
                <a:cubicBezTo>
                  <a:pt x="2694" y="831"/>
                  <a:pt x="2699" y="852"/>
                  <a:pt x="2710" y="869"/>
                </a:cubicBezTo>
                <a:cubicBezTo>
                  <a:pt x="2723" y="892"/>
                  <a:pt x="2740" y="903"/>
                  <a:pt x="2761" y="903"/>
                </a:cubicBezTo>
                <a:cubicBezTo>
                  <a:pt x="2774" y="903"/>
                  <a:pt x="2785" y="901"/>
                  <a:pt x="2793" y="898"/>
                </a:cubicBezTo>
                <a:cubicBezTo>
                  <a:pt x="2802" y="894"/>
                  <a:pt x="2810" y="887"/>
                  <a:pt x="2819" y="87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092880" y="1851120"/>
            <a:ext cx="356760" cy="357480"/>
          </a:xfrm>
          <a:custGeom>
            <a:avLst/>
            <a:gdLst/>
            <a:ahLst/>
            <a:rect l="0" t="0" r="r" b="b"/>
            <a:pathLst>
              <a:path w="991" h="993">
                <a:moveTo>
                  <a:pt x="447" y="992"/>
                </a:moveTo>
                <a:cubicBezTo>
                  <a:pt x="358" y="983"/>
                  <a:pt x="268" y="948"/>
                  <a:pt x="197" y="894"/>
                </a:cubicBezTo>
                <a:cubicBezTo>
                  <a:pt x="89" y="813"/>
                  <a:pt x="20" y="693"/>
                  <a:pt x="2" y="556"/>
                </a:cubicBezTo>
                <a:cubicBezTo>
                  <a:pt x="-2" y="526"/>
                  <a:pt x="-1" y="461"/>
                  <a:pt x="4" y="428"/>
                </a:cubicBezTo>
                <a:cubicBezTo>
                  <a:pt x="30" y="248"/>
                  <a:pt x="146" y="100"/>
                  <a:pt x="315" y="33"/>
                </a:cubicBezTo>
                <a:cubicBezTo>
                  <a:pt x="371" y="11"/>
                  <a:pt x="431" y="0"/>
                  <a:pt x="495" y="0"/>
                </a:cubicBezTo>
                <a:cubicBezTo>
                  <a:pt x="607" y="0"/>
                  <a:pt x="705" y="33"/>
                  <a:pt x="797" y="101"/>
                </a:cubicBezTo>
                <a:cubicBezTo>
                  <a:pt x="839" y="133"/>
                  <a:pt x="887" y="186"/>
                  <a:pt x="916" y="233"/>
                </a:cubicBezTo>
                <a:cubicBezTo>
                  <a:pt x="1041" y="434"/>
                  <a:pt x="1008" y="694"/>
                  <a:pt x="837" y="857"/>
                </a:cubicBezTo>
                <a:cubicBezTo>
                  <a:pt x="763" y="928"/>
                  <a:pt x="670" y="973"/>
                  <a:pt x="568" y="989"/>
                </a:cubicBezTo>
                <a:cubicBezTo>
                  <a:pt x="540" y="993"/>
                  <a:pt x="475" y="995"/>
                  <a:pt x="447" y="992"/>
                </a:cubicBezTo>
                <a:moveTo>
                  <a:pt x="449" y="673"/>
                </a:moveTo>
                <a:cubicBezTo>
                  <a:pt x="459" y="670"/>
                  <a:pt x="473" y="657"/>
                  <a:pt x="591" y="539"/>
                </a:cubicBezTo>
                <a:cubicBezTo>
                  <a:pt x="662" y="467"/>
                  <a:pt x="724" y="404"/>
                  <a:pt x="727" y="399"/>
                </a:cubicBezTo>
                <a:cubicBezTo>
                  <a:pt x="739" y="379"/>
                  <a:pt x="739" y="362"/>
                  <a:pt x="727" y="342"/>
                </a:cubicBezTo>
                <a:cubicBezTo>
                  <a:pt x="713" y="319"/>
                  <a:pt x="683" y="311"/>
                  <a:pt x="659" y="323"/>
                </a:cubicBezTo>
                <a:cubicBezTo>
                  <a:pt x="652" y="326"/>
                  <a:pt x="615" y="361"/>
                  <a:pt x="540" y="437"/>
                </a:cubicBezTo>
                <a:lnTo>
                  <a:pt x="431" y="546"/>
                </a:lnTo>
                <a:lnTo>
                  <a:pt x="382" y="498"/>
                </a:lnTo>
                <a:cubicBezTo>
                  <a:pt x="339" y="456"/>
                  <a:pt x="333" y="450"/>
                  <a:pt x="323" y="447"/>
                </a:cubicBezTo>
                <a:cubicBezTo>
                  <a:pt x="300" y="441"/>
                  <a:pt x="276" y="450"/>
                  <a:pt x="263" y="469"/>
                </a:cubicBezTo>
                <a:cubicBezTo>
                  <a:pt x="257" y="477"/>
                  <a:pt x="256" y="481"/>
                  <a:pt x="255" y="494"/>
                </a:cubicBezTo>
                <a:cubicBezTo>
                  <a:pt x="254" y="520"/>
                  <a:pt x="253" y="519"/>
                  <a:pt x="329" y="596"/>
                </a:cubicBezTo>
                <a:cubicBezTo>
                  <a:pt x="367" y="634"/>
                  <a:pt x="401" y="667"/>
                  <a:pt x="405" y="669"/>
                </a:cubicBezTo>
                <a:cubicBezTo>
                  <a:pt x="420" y="677"/>
                  <a:pt x="433" y="678"/>
                  <a:pt x="449" y="673"/>
                </a:cubicBezTo>
                <a:close/>
              </a:path>
            </a:pathLst>
          </a:custGeom>
          <a:solidFill>
            <a:srgbClr val="82b3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2556720" y="3853440"/>
            <a:ext cx="1049040" cy="159480"/>
          </a:xfrm>
          <a:custGeom>
            <a:avLst/>
            <a:gdLst/>
            <a:ahLst/>
            <a:rect l="0" t="0" r="r" b="b"/>
            <a:pathLst>
              <a:path w="2914" h="443">
                <a:moveTo>
                  <a:pt x="139" y="35"/>
                </a:moveTo>
                <a:cubicBezTo>
                  <a:pt x="127" y="35"/>
                  <a:pt x="116" y="38"/>
                  <a:pt x="106" y="43"/>
                </a:cubicBezTo>
                <a:cubicBezTo>
                  <a:pt x="95" y="49"/>
                  <a:pt x="85" y="57"/>
                  <a:pt x="76" y="68"/>
                </a:cubicBezTo>
                <a:cubicBezTo>
                  <a:pt x="67" y="78"/>
                  <a:pt x="59" y="93"/>
                  <a:pt x="54" y="112"/>
                </a:cubicBezTo>
                <a:cubicBezTo>
                  <a:pt x="48" y="131"/>
                  <a:pt x="45" y="152"/>
                  <a:pt x="45" y="175"/>
                </a:cubicBezTo>
                <a:cubicBezTo>
                  <a:pt x="45" y="219"/>
                  <a:pt x="56" y="254"/>
                  <a:pt x="78" y="280"/>
                </a:cubicBezTo>
                <a:cubicBezTo>
                  <a:pt x="100" y="306"/>
                  <a:pt x="126" y="319"/>
                  <a:pt x="157" y="319"/>
                </a:cubicBezTo>
                <a:cubicBezTo>
                  <a:pt x="184" y="319"/>
                  <a:pt x="207" y="307"/>
                  <a:pt x="224" y="282"/>
                </a:cubicBezTo>
                <a:cubicBezTo>
                  <a:pt x="242" y="258"/>
                  <a:pt x="251" y="225"/>
                  <a:pt x="251" y="184"/>
                </a:cubicBezTo>
                <a:cubicBezTo>
                  <a:pt x="251" y="137"/>
                  <a:pt x="240" y="101"/>
                  <a:pt x="219" y="75"/>
                </a:cubicBezTo>
                <a:cubicBezTo>
                  <a:pt x="198" y="48"/>
                  <a:pt x="171" y="35"/>
                  <a:pt x="139" y="35"/>
                </a:cubicBezTo>
                <a:moveTo>
                  <a:pt x="267" y="275"/>
                </a:moveTo>
                <a:cubicBezTo>
                  <a:pt x="254" y="294"/>
                  <a:pt x="237" y="309"/>
                  <a:pt x="217" y="320"/>
                </a:cubicBezTo>
                <a:cubicBezTo>
                  <a:pt x="196" y="330"/>
                  <a:pt x="173" y="335"/>
                  <a:pt x="147" y="335"/>
                </a:cubicBezTo>
                <a:cubicBezTo>
                  <a:pt x="106" y="335"/>
                  <a:pt x="71" y="321"/>
                  <a:pt x="43" y="293"/>
                </a:cubicBezTo>
                <a:cubicBezTo>
                  <a:pt x="14" y="266"/>
                  <a:pt x="0" y="229"/>
                  <a:pt x="0" y="184"/>
                </a:cubicBezTo>
                <a:cubicBezTo>
                  <a:pt x="0" y="142"/>
                  <a:pt x="11" y="106"/>
                  <a:pt x="32" y="76"/>
                </a:cubicBezTo>
                <a:cubicBezTo>
                  <a:pt x="45" y="58"/>
                  <a:pt x="61" y="44"/>
                  <a:pt x="80" y="34"/>
                </a:cubicBezTo>
                <a:cubicBezTo>
                  <a:pt x="100" y="24"/>
                  <a:pt x="122" y="19"/>
                  <a:pt x="145" y="19"/>
                </a:cubicBezTo>
                <a:cubicBezTo>
                  <a:pt x="188" y="19"/>
                  <a:pt x="225" y="33"/>
                  <a:pt x="253" y="61"/>
                </a:cubicBezTo>
                <a:cubicBezTo>
                  <a:pt x="282" y="89"/>
                  <a:pt x="296" y="127"/>
                  <a:pt x="296" y="174"/>
                </a:cubicBezTo>
                <a:cubicBezTo>
                  <a:pt x="296" y="214"/>
                  <a:pt x="286" y="247"/>
                  <a:pt x="267" y="275"/>
                </a:cubicBezTo>
                <a:moveTo>
                  <a:pt x="398" y="161"/>
                </a:moveTo>
                <a:cubicBezTo>
                  <a:pt x="398" y="162"/>
                  <a:pt x="398" y="163"/>
                  <a:pt x="398" y="164"/>
                </a:cubicBezTo>
                <a:cubicBezTo>
                  <a:pt x="399" y="164"/>
                  <a:pt x="400" y="164"/>
                  <a:pt x="401" y="162"/>
                </a:cubicBezTo>
                <a:cubicBezTo>
                  <a:pt x="408" y="151"/>
                  <a:pt x="415" y="142"/>
                  <a:pt x="425" y="134"/>
                </a:cubicBezTo>
                <a:cubicBezTo>
                  <a:pt x="434" y="126"/>
                  <a:pt x="444" y="122"/>
                  <a:pt x="453" y="122"/>
                </a:cubicBezTo>
                <a:cubicBezTo>
                  <a:pt x="462" y="122"/>
                  <a:pt x="469" y="125"/>
                  <a:pt x="474" y="130"/>
                </a:cubicBezTo>
                <a:cubicBezTo>
                  <a:pt x="479" y="135"/>
                  <a:pt x="482" y="140"/>
                  <a:pt x="482" y="145"/>
                </a:cubicBezTo>
                <a:cubicBezTo>
                  <a:pt x="482" y="151"/>
                  <a:pt x="479" y="157"/>
                  <a:pt x="475" y="162"/>
                </a:cubicBezTo>
                <a:cubicBezTo>
                  <a:pt x="470" y="166"/>
                  <a:pt x="465" y="169"/>
                  <a:pt x="460" y="169"/>
                </a:cubicBezTo>
                <a:cubicBezTo>
                  <a:pt x="457" y="169"/>
                  <a:pt x="455" y="168"/>
                  <a:pt x="453" y="167"/>
                </a:cubicBezTo>
                <a:cubicBezTo>
                  <a:pt x="451" y="166"/>
                  <a:pt x="449" y="165"/>
                  <a:pt x="448" y="164"/>
                </a:cubicBezTo>
                <a:cubicBezTo>
                  <a:pt x="447" y="163"/>
                  <a:pt x="446" y="161"/>
                  <a:pt x="444" y="159"/>
                </a:cubicBezTo>
                <a:cubicBezTo>
                  <a:pt x="442" y="157"/>
                  <a:pt x="441" y="156"/>
                  <a:pt x="441" y="155"/>
                </a:cubicBezTo>
                <a:cubicBezTo>
                  <a:pt x="438" y="153"/>
                  <a:pt x="435" y="152"/>
                  <a:pt x="430" y="152"/>
                </a:cubicBezTo>
                <a:cubicBezTo>
                  <a:pt x="426" y="152"/>
                  <a:pt x="419" y="160"/>
                  <a:pt x="409" y="175"/>
                </a:cubicBezTo>
                <a:cubicBezTo>
                  <a:pt x="401" y="186"/>
                  <a:pt x="398" y="197"/>
                  <a:pt x="398" y="206"/>
                </a:cubicBezTo>
                <a:lnTo>
                  <a:pt x="398" y="272"/>
                </a:lnTo>
                <a:cubicBezTo>
                  <a:pt x="398" y="291"/>
                  <a:pt x="400" y="303"/>
                  <a:pt x="404" y="307"/>
                </a:cubicBezTo>
                <a:cubicBezTo>
                  <a:pt x="408" y="311"/>
                  <a:pt x="419" y="314"/>
                  <a:pt x="436" y="315"/>
                </a:cubicBezTo>
                <a:cubicBezTo>
                  <a:pt x="438" y="317"/>
                  <a:pt x="439" y="320"/>
                  <a:pt x="439" y="323"/>
                </a:cubicBezTo>
                <a:cubicBezTo>
                  <a:pt x="439" y="327"/>
                  <a:pt x="438" y="330"/>
                  <a:pt x="436" y="331"/>
                </a:cubicBezTo>
                <a:cubicBezTo>
                  <a:pt x="409" y="330"/>
                  <a:pt x="390" y="330"/>
                  <a:pt x="379" y="330"/>
                </a:cubicBezTo>
                <a:cubicBezTo>
                  <a:pt x="370" y="330"/>
                  <a:pt x="352" y="330"/>
                  <a:pt x="325" y="331"/>
                </a:cubicBezTo>
                <a:cubicBezTo>
                  <a:pt x="324" y="330"/>
                  <a:pt x="324" y="327"/>
                  <a:pt x="324" y="323"/>
                </a:cubicBezTo>
                <a:cubicBezTo>
                  <a:pt x="324" y="320"/>
                  <a:pt x="324" y="317"/>
                  <a:pt x="325" y="315"/>
                </a:cubicBezTo>
                <a:cubicBezTo>
                  <a:pt x="340" y="315"/>
                  <a:pt x="350" y="312"/>
                  <a:pt x="354" y="307"/>
                </a:cubicBezTo>
                <a:cubicBezTo>
                  <a:pt x="358" y="303"/>
                  <a:pt x="360" y="291"/>
                  <a:pt x="360" y="272"/>
                </a:cubicBezTo>
                <a:lnTo>
                  <a:pt x="360" y="180"/>
                </a:lnTo>
                <a:cubicBezTo>
                  <a:pt x="360" y="167"/>
                  <a:pt x="358" y="159"/>
                  <a:pt x="355" y="155"/>
                </a:cubicBezTo>
                <a:cubicBezTo>
                  <a:pt x="351" y="152"/>
                  <a:pt x="343" y="149"/>
                  <a:pt x="330" y="148"/>
                </a:cubicBezTo>
                <a:cubicBezTo>
                  <a:pt x="328" y="143"/>
                  <a:pt x="328" y="138"/>
                  <a:pt x="329" y="135"/>
                </a:cubicBezTo>
                <a:cubicBezTo>
                  <a:pt x="354" y="132"/>
                  <a:pt x="373" y="127"/>
                  <a:pt x="388" y="121"/>
                </a:cubicBezTo>
                <a:cubicBezTo>
                  <a:pt x="390" y="121"/>
                  <a:pt x="392" y="122"/>
                  <a:pt x="393" y="125"/>
                </a:cubicBezTo>
                <a:cubicBezTo>
                  <a:pt x="396" y="131"/>
                  <a:pt x="398" y="143"/>
                  <a:pt x="398" y="161"/>
                </a:cubicBezTo>
                <a:moveTo>
                  <a:pt x="531" y="46"/>
                </a:moveTo>
                <a:cubicBezTo>
                  <a:pt x="531" y="41"/>
                  <a:pt x="533" y="36"/>
                  <a:pt x="539" y="32"/>
                </a:cubicBezTo>
                <a:cubicBezTo>
                  <a:pt x="544" y="27"/>
                  <a:pt x="549" y="24"/>
                  <a:pt x="555" y="24"/>
                </a:cubicBezTo>
                <a:cubicBezTo>
                  <a:pt x="561" y="24"/>
                  <a:pt x="566" y="27"/>
                  <a:pt x="571" y="32"/>
                </a:cubicBezTo>
                <a:cubicBezTo>
                  <a:pt x="576" y="37"/>
                  <a:pt x="578" y="43"/>
                  <a:pt x="578" y="48"/>
                </a:cubicBezTo>
                <a:cubicBezTo>
                  <a:pt x="578" y="54"/>
                  <a:pt x="575" y="59"/>
                  <a:pt x="570" y="64"/>
                </a:cubicBezTo>
                <a:cubicBezTo>
                  <a:pt x="566" y="69"/>
                  <a:pt x="560" y="71"/>
                  <a:pt x="553" y="71"/>
                </a:cubicBezTo>
                <a:cubicBezTo>
                  <a:pt x="548" y="71"/>
                  <a:pt x="542" y="69"/>
                  <a:pt x="537" y="63"/>
                </a:cubicBezTo>
                <a:cubicBezTo>
                  <a:pt x="533" y="58"/>
                  <a:pt x="531" y="52"/>
                  <a:pt x="531" y="46"/>
                </a:cubicBezTo>
                <a:moveTo>
                  <a:pt x="574" y="272"/>
                </a:moveTo>
                <a:cubicBezTo>
                  <a:pt x="574" y="291"/>
                  <a:pt x="575" y="303"/>
                  <a:pt x="579" y="307"/>
                </a:cubicBezTo>
                <a:cubicBezTo>
                  <a:pt x="583" y="312"/>
                  <a:pt x="593" y="315"/>
                  <a:pt x="608" y="315"/>
                </a:cubicBezTo>
                <a:cubicBezTo>
                  <a:pt x="609" y="317"/>
                  <a:pt x="610" y="320"/>
                  <a:pt x="610" y="323"/>
                </a:cubicBezTo>
                <a:cubicBezTo>
                  <a:pt x="610" y="327"/>
                  <a:pt x="609" y="330"/>
                  <a:pt x="608" y="331"/>
                </a:cubicBezTo>
                <a:cubicBezTo>
                  <a:pt x="580" y="330"/>
                  <a:pt x="563" y="330"/>
                  <a:pt x="555" y="330"/>
                </a:cubicBezTo>
                <a:cubicBezTo>
                  <a:pt x="547" y="330"/>
                  <a:pt x="529" y="330"/>
                  <a:pt x="502" y="331"/>
                </a:cubicBezTo>
                <a:cubicBezTo>
                  <a:pt x="501" y="330"/>
                  <a:pt x="501" y="327"/>
                  <a:pt x="501" y="323"/>
                </a:cubicBezTo>
                <a:cubicBezTo>
                  <a:pt x="501" y="320"/>
                  <a:pt x="501" y="317"/>
                  <a:pt x="502" y="315"/>
                </a:cubicBezTo>
                <a:cubicBezTo>
                  <a:pt x="517" y="314"/>
                  <a:pt x="527" y="311"/>
                  <a:pt x="531" y="307"/>
                </a:cubicBezTo>
                <a:cubicBezTo>
                  <a:pt x="534" y="303"/>
                  <a:pt x="536" y="291"/>
                  <a:pt x="536" y="272"/>
                </a:cubicBezTo>
                <a:lnTo>
                  <a:pt x="536" y="180"/>
                </a:lnTo>
                <a:cubicBezTo>
                  <a:pt x="536" y="167"/>
                  <a:pt x="534" y="159"/>
                  <a:pt x="531" y="155"/>
                </a:cubicBezTo>
                <a:cubicBezTo>
                  <a:pt x="527" y="152"/>
                  <a:pt x="519" y="149"/>
                  <a:pt x="506" y="148"/>
                </a:cubicBezTo>
                <a:cubicBezTo>
                  <a:pt x="504" y="143"/>
                  <a:pt x="504" y="138"/>
                  <a:pt x="505" y="135"/>
                </a:cubicBezTo>
                <a:cubicBezTo>
                  <a:pt x="534" y="131"/>
                  <a:pt x="555" y="126"/>
                  <a:pt x="569" y="121"/>
                </a:cubicBezTo>
                <a:cubicBezTo>
                  <a:pt x="573" y="121"/>
                  <a:pt x="575" y="122"/>
                  <a:pt x="575" y="124"/>
                </a:cubicBezTo>
                <a:lnTo>
                  <a:pt x="575" y="128"/>
                </a:lnTo>
                <a:cubicBezTo>
                  <a:pt x="575" y="129"/>
                  <a:pt x="575" y="132"/>
                  <a:pt x="575" y="136"/>
                </a:cubicBezTo>
                <a:cubicBezTo>
                  <a:pt x="575" y="141"/>
                  <a:pt x="574" y="145"/>
                  <a:pt x="574" y="149"/>
                </a:cubicBezTo>
                <a:cubicBezTo>
                  <a:pt x="574" y="153"/>
                  <a:pt x="574" y="158"/>
                  <a:pt x="574" y="163"/>
                </a:cubicBezTo>
                <a:lnTo>
                  <a:pt x="574" y="178"/>
                </a:lnTo>
                <a:lnTo>
                  <a:pt x="574" y="272"/>
                </a:lnTo>
                <a:moveTo>
                  <a:pt x="766" y="198"/>
                </a:moveTo>
                <a:cubicBezTo>
                  <a:pt x="766" y="179"/>
                  <a:pt x="762" y="164"/>
                  <a:pt x="755" y="153"/>
                </a:cubicBezTo>
                <a:cubicBezTo>
                  <a:pt x="747" y="142"/>
                  <a:pt x="736" y="137"/>
                  <a:pt x="721" y="137"/>
                </a:cubicBezTo>
                <a:cubicBezTo>
                  <a:pt x="695" y="137"/>
                  <a:pt x="683" y="154"/>
                  <a:pt x="683" y="187"/>
                </a:cubicBezTo>
                <a:cubicBezTo>
                  <a:pt x="683" y="196"/>
                  <a:pt x="683" y="204"/>
                  <a:pt x="684" y="211"/>
                </a:cubicBezTo>
                <a:cubicBezTo>
                  <a:pt x="685" y="217"/>
                  <a:pt x="687" y="223"/>
                  <a:pt x="690" y="230"/>
                </a:cubicBezTo>
                <a:cubicBezTo>
                  <a:pt x="693" y="237"/>
                  <a:pt x="698" y="242"/>
                  <a:pt x="704" y="245"/>
                </a:cubicBezTo>
                <a:cubicBezTo>
                  <a:pt x="710" y="249"/>
                  <a:pt x="718" y="251"/>
                  <a:pt x="727" y="251"/>
                </a:cubicBezTo>
                <a:cubicBezTo>
                  <a:pt x="753" y="251"/>
                  <a:pt x="766" y="234"/>
                  <a:pt x="766" y="198"/>
                </a:cubicBezTo>
                <a:moveTo>
                  <a:pt x="664" y="379"/>
                </a:moveTo>
                <a:cubicBezTo>
                  <a:pt x="664" y="393"/>
                  <a:pt x="670" y="404"/>
                  <a:pt x="684" y="413"/>
                </a:cubicBezTo>
                <a:cubicBezTo>
                  <a:pt x="697" y="421"/>
                  <a:pt x="709" y="425"/>
                  <a:pt x="720" y="425"/>
                </a:cubicBezTo>
                <a:cubicBezTo>
                  <a:pt x="735" y="425"/>
                  <a:pt x="749" y="423"/>
                  <a:pt x="763" y="419"/>
                </a:cubicBezTo>
                <a:cubicBezTo>
                  <a:pt x="777" y="415"/>
                  <a:pt x="789" y="409"/>
                  <a:pt x="798" y="401"/>
                </a:cubicBezTo>
                <a:cubicBezTo>
                  <a:pt x="808" y="393"/>
                  <a:pt x="813" y="384"/>
                  <a:pt x="813" y="373"/>
                </a:cubicBezTo>
                <a:cubicBezTo>
                  <a:pt x="813" y="367"/>
                  <a:pt x="811" y="362"/>
                  <a:pt x="807" y="358"/>
                </a:cubicBezTo>
                <a:cubicBezTo>
                  <a:pt x="804" y="353"/>
                  <a:pt x="798" y="349"/>
                  <a:pt x="789" y="343"/>
                </a:cubicBezTo>
                <a:cubicBezTo>
                  <a:pt x="779" y="338"/>
                  <a:pt x="760" y="336"/>
                  <a:pt x="731" y="336"/>
                </a:cubicBezTo>
                <a:cubicBezTo>
                  <a:pt x="730" y="336"/>
                  <a:pt x="725" y="336"/>
                  <a:pt x="717" y="336"/>
                </a:cubicBezTo>
                <a:cubicBezTo>
                  <a:pt x="709" y="337"/>
                  <a:pt x="703" y="337"/>
                  <a:pt x="697" y="337"/>
                </a:cubicBezTo>
                <a:cubicBezTo>
                  <a:pt x="690" y="337"/>
                  <a:pt x="684" y="336"/>
                  <a:pt x="678" y="335"/>
                </a:cubicBezTo>
                <a:cubicBezTo>
                  <a:pt x="669" y="346"/>
                  <a:pt x="664" y="361"/>
                  <a:pt x="664" y="379"/>
                </a:cubicBezTo>
                <a:moveTo>
                  <a:pt x="825" y="147"/>
                </a:moveTo>
                <a:cubicBezTo>
                  <a:pt x="819" y="147"/>
                  <a:pt x="815" y="144"/>
                  <a:pt x="812" y="139"/>
                </a:cubicBezTo>
                <a:cubicBezTo>
                  <a:pt x="810" y="135"/>
                  <a:pt x="807" y="133"/>
                  <a:pt x="803" y="133"/>
                </a:cubicBezTo>
                <a:cubicBezTo>
                  <a:pt x="800" y="133"/>
                  <a:pt x="797" y="134"/>
                  <a:pt x="793" y="137"/>
                </a:cubicBezTo>
                <a:cubicBezTo>
                  <a:pt x="788" y="139"/>
                  <a:pt x="786" y="142"/>
                  <a:pt x="784" y="144"/>
                </a:cubicBezTo>
                <a:cubicBezTo>
                  <a:pt x="797" y="158"/>
                  <a:pt x="804" y="174"/>
                  <a:pt x="804" y="193"/>
                </a:cubicBezTo>
                <a:cubicBezTo>
                  <a:pt x="804" y="215"/>
                  <a:pt x="796" y="233"/>
                  <a:pt x="781" y="246"/>
                </a:cubicBezTo>
                <a:cubicBezTo>
                  <a:pt x="765" y="259"/>
                  <a:pt x="747" y="266"/>
                  <a:pt x="725" y="266"/>
                </a:cubicBezTo>
                <a:cubicBezTo>
                  <a:pt x="707" y="266"/>
                  <a:pt x="693" y="262"/>
                  <a:pt x="682" y="256"/>
                </a:cubicBezTo>
                <a:cubicBezTo>
                  <a:pt x="676" y="264"/>
                  <a:pt x="673" y="273"/>
                  <a:pt x="673" y="283"/>
                </a:cubicBezTo>
                <a:cubicBezTo>
                  <a:pt x="673" y="292"/>
                  <a:pt x="676" y="299"/>
                  <a:pt x="682" y="304"/>
                </a:cubicBezTo>
                <a:cubicBezTo>
                  <a:pt x="688" y="308"/>
                  <a:pt x="695" y="310"/>
                  <a:pt x="703" y="310"/>
                </a:cubicBezTo>
                <a:lnTo>
                  <a:pt x="717" y="309"/>
                </a:lnTo>
                <a:cubicBezTo>
                  <a:pt x="730" y="308"/>
                  <a:pt x="740" y="307"/>
                  <a:pt x="749" y="307"/>
                </a:cubicBezTo>
                <a:cubicBezTo>
                  <a:pt x="782" y="307"/>
                  <a:pt x="805" y="312"/>
                  <a:pt x="818" y="323"/>
                </a:cubicBezTo>
                <a:cubicBezTo>
                  <a:pt x="831" y="334"/>
                  <a:pt x="839" y="346"/>
                  <a:pt x="839" y="361"/>
                </a:cubicBezTo>
                <a:cubicBezTo>
                  <a:pt x="839" y="377"/>
                  <a:pt x="832" y="391"/>
                  <a:pt x="818" y="404"/>
                </a:cubicBezTo>
                <a:cubicBezTo>
                  <a:pt x="805" y="417"/>
                  <a:pt x="789" y="427"/>
                  <a:pt x="769" y="433"/>
                </a:cubicBezTo>
                <a:cubicBezTo>
                  <a:pt x="749" y="439"/>
                  <a:pt x="728" y="443"/>
                  <a:pt x="706" y="443"/>
                </a:cubicBezTo>
                <a:cubicBezTo>
                  <a:pt x="685" y="443"/>
                  <a:pt x="667" y="438"/>
                  <a:pt x="653" y="430"/>
                </a:cubicBezTo>
                <a:cubicBezTo>
                  <a:pt x="638" y="421"/>
                  <a:pt x="631" y="407"/>
                  <a:pt x="631" y="389"/>
                </a:cubicBezTo>
                <a:cubicBezTo>
                  <a:pt x="631" y="366"/>
                  <a:pt x="644" y="347"/>
                  <a:pt x="669" y="331"/>
                </a:cubicBezTo>
                <a:cubicBezTo>
                  <a:pt x="655" y="324"/>
                  <a:pt x="648" y="312"/>
                  <a:pt x="648" y="295"/>
                </a:cubicBezTo>
                <a:cubicBezTo>
                  <a:pt x="648" y="286"/>
                  <a:pt x="650" y="278"/>
                  <a:pt x="653" y="269"/>
                </a:cubicBezTo>
                <a:cubicBezTo>
                  <a:pt x="657" y="260"/>
                  <a:pt x="663" y="253"/>
                  <a:pt x="669" y="247"/>
                </a:cubicBezTo>
                <a:cubicBezTo>
                  <a:pt x="652" y="232"/>
                  <a:pt x="644" y="214"/>
                  <a:pt x="644" y="194"/>
                </a:cubicBezTo>
                <a:cubicBezTo>
                  <a:pt x="644" y="173"/>
                  <a:pt x="652" y="156"/>
                  <a:pt x="668" y="143"/>
                </a:cubicBezTo>
                <a:cubicBezTo>
                  <a:pt x="684" y="129"/>
                  <a:pt x="703" y="122"/>
                  <a:pt x="725" y="122"/>
                </a:cubicBezTo>
                <a:cubicBezTo>
                  <a:pt x="744" y="122"/>
                  <a:pt x="761" y="127"/>
                  <a:pt x="774" y="136"/>
                </a:cubicBezTo>
                <a:cubicBezTo>
                  <a:pt x="779" y="128"/>
                  <a:pt x="787" y="122"/>
                  <a:pt x="796" y="118"/>
                </a:cubicBezTo>
                <a:cubicBezTo>
                  <a:pt x="806" y="114"/>
                  <a:pt x="814" y="111"/>
                  <a:pt x="821" y="111"/>
                </a:cubicBezTo>
                <a:cubicBezTo>
                  <a:pt x="827" y="111"/>
                  <a:pt x="833" y="113"/>
                  <a:pt x="837" y="117"/>
                </a:cubicBezTo>
                <a:cubicBezTo>
                  <a:pt x="841" y="120"/>
                  <a:pt x="843" y="124"/>
                  <a:pt x="843" y="129"/>
                </a:cubicBezTo>
                <a:cubicBezTo>
                  <a:pt x="843" y="134"/>
                  <a:pt x="841" y="138"/>
                  <a:pt x="837" y="142"/>
                </a:cubicBezTo>
                <a:cubicBezTo>
                  <a:pt x="834" y="145"/>
                  <a:pt x="829" y="147"/>
                  <a:pt x="825" y="147"/>
                </a:cubicBezTo>
                <a:moveTo>
                  <a:pt x="894" y="46"/>
                </a:moveTo>
                <a:cubicBezTo>
                  <a:pt x="894" y="41"/>
                  <a:pt x="897" y="36"/>
                  <a:pt x="902" y="32"/>
                </a:cubicBezTo>
                <a:cubicBezTo>
                  <a:pt x="907" y="27"/>
                  <a:pt x="913" y="24"/>
                  <a:pt x="919" y="24"/>
                </a:cubicBezTo>
                <a:cubicBezTo>
                  <a:pt x="925" y="24"/>
                  <a:pt x="930" y="27"/>
                  <a:pt x="935" y="32"/>
                </a:cubicBezTo>
                <a:cubicBezTo>
                  <a:pt x="939" y="37"/>
                  <a:pt x="941" y="43"/>
                  <a:pt x="941" y="48"/>
                </a:cubicBezTo>
                <a:cubicBezTo>
                  <a:pt x="941" y="54"/>
                  <a:pt x="939" y="59"/>
                  <a:pt x="934" y="64"/>
                </a:cubicBezTo>
                <a:cubicBezTo>
                  <a:pt x="929" y="69"/>
                  <a:pt x="923" y="71"/>
                  <a:pt x="917" y="71"/>
                </a:cubicBezTo>
                <a:cubicBezTo>
                  <a:pt x="911" y="71"/>
                  <a:pt x="906" y="69"/>
                  <a:pt x="901" y="63"/>
                </a:cubicBezTo>
                <a:cubicBezTo>
                  <a:pt x="896" y="58"/>
                  <a:pt x="894" y="52"/>
                  <a:pt x="894" y="46"/>
                </a:cubicBezTo>
                <a:moveTo>
                  <a:pt x="937" y="272"/>
                </a:moveTo>
                <a:cubicBezTo>
                  <a:pt x="937" y="291"/>
                  <a:pt x="939" y="303"/>
                  <a:pt x="943" y="307"/>
                </a:cubicBezTo>
                <a:cubicBezTo>
                  <a:pt x="947" y="312"/>
                  <a:pt x="956" y="315"/>
                  <a:pt x="971" y="315"/>
                </a:cubicBezTo>
                <a:cubicBezTo>
                  <a:pt x="973" y="317"/>
                  <a:pt x="973" y="320"/>
                  <a:pt x="973" y="323"/>
                </a:cubicBezTo>
                <a:cubicBezTo>
                  <a:pt x="973" y="327"/>
                  <a:pt x="973" y="330"/>
                  <a:pt x="971" y="331"/>
                </a:cubicBezTo>
                <a:cubicBezTo>
                  <a:pt x="944" y="330"/>
                  <a:pt x="926" y="330"/>
                  <a:pt x="919" y="330"/>
                </a:cubicBezTo>
                <a:cubicBezTo>
                  <a:pt x="910" y="330"/>
                  <a:pt x="892" y="330"/>
                  <a:pt x="866" y="331"/>
                </a:cubicBezTo>
                <a:cubicBezTo>
                  <a:pt x="865" y="330"/>
                  <a:pt x="864" y="327"/>
                  <a:pt x="864" y="323"/>
                </a:cubicBezTo>
                <a:cubicBezTo>
                  <a:pt x="864" y="320"/>
                  <a:pt x="865" y="317"/>
                  <a:pt x="866" y="315"/>
                </a:cubicBezTo>
                <a:cubicBezTo>
                  <a:pt x="881" y="314"/>
                  <a:pt x="890" y="311"/>
                  <a:pt x="894" y="307"/>
                </a:cubicBezTo>
                <a:cubicBezTo>
                  <a:pt x="898" y="303"/>
                  <a:pt x="900" y="291"/>
                  <a:pt x="900" y="272"/>
                </a:cubicBezTo>
                <a:lnTo>
                  <a:pt x="900" y="180"/>
                </a:lnTo>
                <a:cubicBezTo>
                  <a:pt x="900" y="167"/>
                  <a:pt x="898" y="159"/>
                  <a:pt x="894" y="155"/>
                </a:cubicBezTo>
                <a:cubicBezTo>
                  <a:pt x="891" y="152"/>
                  <a:pt x="883" y="149"/>
                  <a:pt x="870" y="148"/>
                </a:cubicBezTo>
                <a:cubicBezTo>
                  <a:pt x="867" y="143"/>
                  <a:pt x="867" y="138"/>
                  <a:pt x="868" y="135"/>
                </a:cubicBezTo>
                <a:cubicBezTo>
                  <a:pt x="897" y="131"/>
                  <a:pt x="919" y="126"/>
                  <a:pt x="933" y="121"/>
                </a:cubicBezTo>
                <a:cubicBezTo>
                  <a:pt x="937" y="121"/>
                  <a:pt x="939" y="122"/>
                  <a:pt x="939" y="124"/>
                </a:cubicBezTo>
                <a:lnTo>
                  <a:pt x="939" y="128"/>
                </a:lnTo>
                <a:cubicBezTo>
                  <a:pt x="939" y="129"/>
                  <a:pt x="939" y="132"/>
                  <a:pt x="938" y="136"/>
                </a:cubicBezTo>
                <a:cubicBezTo>
                  <a:pt x="938" y="141"/>
                  <a:pt x="938" y="145"/>
                  <a:pt x="938" y="149"/>
                </a:cubicBezTo>
                <a:cubicBezTo>
                  <a:pt x="938" y="153"/>
                  <a:pt x="937" y="158"/>
                  <a:pt x="937" y="163"/>
                </a:cubicBezTo>
                <a:lnTo>
                  <a:pt x="937" y="178"/>
                </a:lnTo>
                <a:lnTo>
                  <a:pt x="937" y="272"/>
                </a:lnTo>
                <a:moveTo>
                  <a:pt x="1067" y="161"/>
                </a:moveTo>
                <a:cubicBezTo>
                  <a:pt x="1089" y="135"/>
                  <a:pt x="1115" y="122"/>
                  <a:pt x="1144" y="122"/>
                </a:cubicBezTo>
                <a:cubicBezTo>
                  <a:pt x="1162" y="122"/>
                  <a:pt x="1175" y="128"/>
                  <a:pt x="1183" y="139"/>
                </a:cubicBezTo>
                <a:cubicBezTo>
                  <a:pt x="1191" y="150"/>
                  <a:pt x="1195" y="171"/>
                  <a:pt x="1195" y="202"/>
                </a:cubicBezTo>
                <a:lnTo>
                  <a:pt x="1195" y="272"/>
                </a:lnTo>
                <a:cubicBezTo>
                  <a:pt x="1195" y="291"/>
                  <a:pt x="1197" y="302"/>
                  <a:pt x="1201" y="307"/>
                </a:cubicBezTo>
                <a:cubicBezTo>
                  <a:pt x="1204" y="311"/>
                  <a:pt x="1213" y="314"/>
                  <a:pt x="1227" y="315"/>
                </a:cubicBezTo>
                <a:cubicBezTo>
                  <a:pt x="1228" y="317"/>
                  <a:pt x="1229" y="319"/>
                  <a:pt x="1229" y="323"/>
                </a:cubicBezTo>
                <a:cubicBezTo>
                  <a:pt x="1229" y="327"/>
                  <a:pt x="1228" y="330"/>
                  <a:pt x="1227" y="331"/>
                </a:cubicBezTo>
                <a:cubicBezTo>
                  <a:pt x="1200" y="330"/>
                  <a:pt x="1183" y="330"/>
                  <a:pt x="1177" y="330"/>
                </a:cubicBezTo>
                <a:cubicBezTo>
                  <a:pt x="1171" y="330"/>
                  <a:pt x="1155" y="330"/>
                  <a:pt x="1129" y="331"/>
                </a:cubicBezTo>
                <a:cubicBezTo>
                  <a:pt x="1128" y="330"/>
                  <a:pt x="1127" y="327"/>
                  <a:pt x="1127" y="323"/>
                </a:cubicBezTo>
                <a:cubicBezTo>
                  <a:pt x="1127" y="320"/>
                  <a:pt x="1128" y="317"/>
                  <a:pt x="1129" y="315"/>
                </a:cubicBezTo>
                <a:cubicBezTo>
                  <a:pt x="1142" y="314"/>
                  <a:pt x="1150" y="311"/>
                  <a:pt x="1153" y="307"/>
                </a:cubicBezTo>
                <a:cubicBezTo>
                  <a:pt x="1156" y="302"/>
                  <a:pt x="1158" y="291"/>
                  <a:pt x="1158" y="272"/>
                </a:cubicBezTo>
                <a:lnTo>
                  <a:pt x="1158" y="201"/>
                </a:lnTo>
                <a:cubicBezTo>
                  <a:pt x="1158" y="184"/>
                  <a:pt x="1156" y="171"/>
                  <a:pt x="1152" y="164"/>
                </a:cubicBezTo>
                <a:cubicBezTo>
                  <a:pt x="1147" y="153"/>
                  <a:pt x="1138" y="147"/>
                  <a:pt x="1127" y="147"/>
                </a:cubicBezTo>
                <a:cubicBezTo>
                  <a:pt x="1108" y="147"/>
                  <a:pt x="1089" y="156"/>
                  <a:pt x="1070" y="175"/>
                </a:cubicBezTo>
                <a:cubicBezTo>
                  <a:pt x="1064" y="181"/>
                  <a:pt x="1062" y="187"/>
                  <a:pt x="1062" y="195"/>
                </a:cubicBezTo>
                <a:lnTo>
                  <a:pt x="1062" y="272"/>
                </a:lnTo>
                <a:cubicBezTo>
                  <a:pt x="1062" y="291"/>
                  <a:pt x="1063" y="302"/>
                  <a:pt x="1067" y="307"/>
                </a:cubicBezTo>
                <a:cubicBezTo>
                  <a:pt x="1070" y="311"/>
                  <a:pt x="1078" y="314"/>
                  <a:pt x="1090" y="315"/>
                </a:cubicBezTo>
                <a:cubicBezTo>
                  <a:pt x="1092" y="317"/>
                  <a:pt x="1092" y="320"/>
                  <a:pt x="1092" y="323"/>
                </a:cubicBezTo>
                <a:cubicBezTo>
                  <a:pt x="1093" y="327"/>
                  <a:pt x="1092" y="330"/>
                  <a:pt x="1090" y="331"/>
                </a:cubicBezTo>
                <a:cubicBezTo>
                  <a:pt x="1064" y="330"/>
                  <a:pt x="1048" y="330"/>
                  <a:pt x="1044" y="330"/>
                </a:cubicBezTo>
                <a:cubicBezTo>
                  <a:pt x="1035" y="330"/>
                  <a:pt x="1018" y="330"/>
                  <a:pt x="992" y="331"/>
                </a:cubicBezTo>
                <a:cubicBezTo>
                  <a:pt x="991" y="330"/>
                  <a:pt x="990" y="327"/>
                  <a:pt x="990" y="323"/>
                </a:cubicBezTo>
                <a:cubicBezTo>
                  <a:pt x="990" y="320"/>
                  <a:pt x="991" y="317"/>
                  <a:pt x="992" y="315"/>
                </a:cubicBezTo>
                <a:cubicBezTo>
                  <a:pt x="1007" y="314"/>
                  <a:pt x="1016" y="311"/>
                  <a:pt x="1019" y="307"/>
                </a:cubicBezTo>
                <a:cubicBezTo>
                  <a:pt x="1023" y="303"/>
                  <a:pt x="1025" y="291"/>
                  <a:pt x="1025" y="272"/>
                </a:cubicBezTo>
                <a:lnTo>
                  <a:pt x="1025" y="180"/>
                </a:lnTo>
                <a:cubicBezTo>
                  <a:pt x="1025" y="167"/>
                  <a:pt x="1023" y="159"/>
                  <a:pt x="1019" y="155"/>
                </a:cubicBezTo>
                <a:cubicBezTo>
                  <a:pt x="1016" y="152"/>
                  <a:pt x="1007" y="149"/>
                  <a:pt x="994" y="148"/>
                </a:cubicBezTo>
                <a:cubicBezTo>
                  <a:pt x="992" y="143"/>
                  <a:pt x="992" y="138"/>
                  <a:pt x="993" y="135"/>
                </a:cubicBezTo>
                <a:cubicBezTo>
                  <a:pt x="1018" y="132"/>
                  <a:pt x="1037" y="127"/>
                  <a:pt x="1053" y="121"/>
                </a:cubicBezTo>
                <a:cubicBezTo>
                  <a:pt x="1055" y="121"/>
                  <a:pt x="1057" y="122"/>
                  <a:pt x="1058" y="125"/>
                </a:cubicBezTo>
                <a:cubicBezTo>
                  <a:pt x="1060" y="131"/>
                  <a:pt x="1062" y="143"/>
                  <a:pt x="1062" y="161"/>
                </a:cubicBezTo>
                <a:cubicBezTo>
                  <a:pt x="1062" y="165"/>
                  <a:pt x="1064" y="165"/>
                  <a:pt x="1067" y="161"/>
                </a:cubicBezTo>
                <a:moveTo>
                  <a:pt x="1373" y="220"/>
                </a:moveTo>
                <a:lnTo>
                  <a:pt x="1336" y="230"/>
                </a:lnTo>
                <a:cubicBezTo>
                  <a:pt x="1306" y="237"/>
                  <a:pt x="1291" y="255"/>
                  <a:pt x="1291" y="282"/>
                </a:cubicBezTo>
                <a:cubicBezTo>
                  <a:pt x="1291" y="290"/>
                  <a:pt x="1294" y="298"/>
                  <a:pt x="1300" y="305"/>
                </a:cubicBezTo>
                <a:cubicBezTo>
                  <a:pt x="1306" y="312"/>
                  <a:pt x="1314" y="315"/>
                  <a:pt x="1325" y="315"/>
                </a:cubicBezTo>
                <a:cubicBezTo>
                  <a:pt x="1336" y="315"/>
                  <a:pt x="1350" y="309"/>
                  <a:pt x="1366" y="295"/>
                </a:cubicBezTo>
                <a:cubicBezTo>
                  <a:pt x="1371" y="292"/>
                  <a:pt x="1373" y="288"/>
                  <a:pt x="1373" y="283"/>
                </a:cubicBezTo>
                <a:lnTo>
                  <a:pt x="1373" y="220"/>
                </a:lnTo>
                <a:moveTo>
                  <a:pt x="1372" y="307"/>
                </a:moveTo>
                <a:lnTo>
                  <a:pt x="1363" y="315"/>
                </a:lnTo>
                <a:cubicBezTo>
                  <a:pt x="1352" y="323"/>
                  <a:pt x="1344" y="328"/>
                  <a:pt x="1337" y="331"/>
                </a:cubicBezTo>
                <a:cubicBezTo>
                  <a:pt x="1331" y="333"/>
                  <a:pt x="1322" y="335"/>
                  <a:pt x="1312" y="335"/>
                </a:cubicBezTo>
                <a:cubicBezTo>
                  <a:pt x="1294" y="335"/>
                  <a:pt x="1279" y="331"/>
                  <a:pt x="1268" y="323"/>
                </a:cubicBezTo>
                <a:cubicBezTo>
                  <a:pt x="1257" y="315"/>
                  <a:pt x="1252" y="302"/>
                  <a:pt x="1252" y="283"/>
                </a:cubicBezTo>
                <a:cubicBezTo>
                  <a:pt x="1252" y="268"/>
                  <a:pt x="1259" y="254"/>
                  <a:pt x="1274" y="242"/>
                </a:cubicBezTo>
                <a:cubicBezTo>
                  <a:pt x="1288" y="230"/>
                  <a:pt x="1307" y="221"/>
                  <a:pt x="1330" y="215"/>
                </a:cubicBezTo>
                <a:lnTo>
                  <a:pt x="1370" y="205"/>
                </a:lnTo>
                <a:cubicBezTo>
                  <a:pt x="1372" y="205"/>
                  <a:pt x="1373" y="203"/>
                  <a:pt x="1373" y="199"/>
                </a:cubicBezTo>
                <a:cubicBezTo>
                  <a:pt x="1373" y="159"/>
                  <a:pt x="1360" y="138"/>
                  <a:pt x="1335" y="138"/>
                </a:cubicBezTo>
                <a:cubicBezTo>
                  <a:pt x="1324" y="138"/>
                  <a:pt x="1315" y="140"/>
                  <a:pt x="1307" y="143"/>
                </a:cubicBezTo>
                <a:cubicBezTo>
                  <a:pt x="1300" y="147"/>
                  <a:pt x="1296" y="151"/>
                  <a:pt x="1296" y="158"/>
                </a:cubicBezTo>
                <a:cubicBezTo>
                  <a:pt x="1296" y="162"/>
                  <a:pt x="1296" y="165"/>
                  <a:pt x="1297" y="167"/>
                </a:cubicBezTo>
                <a:cubicBezTo>
                  <a:pt x="1298" y="169"/>
                  <a:pt x="1298" y="172"/>
                  <a:pt x="1298" y="176"/>
                </a:cubicBezTo>
                <a:cubicBezTo>
                  <a:pt x="1298" y="179"/>
                  <a:pt x="1296" y="183"/>
                  <a:pt x="1292" y="187"/>
                </a:cubicBezTo>
                <a:cubicBezTo>
                  <a:pt x="1288" y="190"/>
                  <a:pt x="1283" y="192"/>
                  <a:pt x="1277" y="192"/>
                </a:cubicBezTo>
                <a:cubicBezTo>
                  <a:pt x="1266" y="192"/>
                  <a:pt x="1261" y="186"/>
                  <a:pt x="1261" y="175"/>
                </a:cubicBezTo>
                <a:cubicBezTo>
                  <a:pt x="1261" y="162"/>
                  <a:pt x="1269" y="150"/>
                  <a:pt x="1285" y="139"/>
                </a:cubicBezTo>
                <a:cubicBezTo>
                  <a:pt x="1302" y="128"/>
                  <a:pt x="1319" y="122"/>
                  <a:pt x="1339" y="122"/>
                </a:cubicBezTo>
                <a:cubicBezTo>
                  <a:pt x="1386" y="122"/>
                  <a:pt x="1410" y="149"/>
                  <a:pt x="1410" y="203"/>
                </a:cubicBezTo>
                <a:lnTo>
                  <a:pt x="1410" y="273"/>
                </a:lnTo>
                <a:cubicBezTo>
                  <a:pt x="1410" y="282"/>
                  <a:pt x="1410" y="289"/>
                  <a:pt x="1410" y="294"/>
                </a:cubicBezTo>
                <a:cubicBezTo>
                  <a:pt x="1411" y="298"/>
                  <a:pt x="1413" y="303"/>
                  <a:pt x="1416" y="307"/>
                </a:cubicBezTo>
                <a:cubicBezTo>
                  <a:pt x="1419" y="311"/>
                  <a:pt x="1423" y="313"/>
                  <a:pt x="1429" y="313"/>
                </a:cubicBezTo>
                <a:cubicBezTo>
                  <a:pt x="1433" y="313"/>
                  <a:pt x="1436" y="312"/>
                  <a:pt x="1438" y="309"/>
                </a:cubicBezTo>
                <a:cubicBezTo>
                  <a:pt x="1441" y="307"/>
                  <a:pt x="1443" y="305"/>
                  <a:pt x="1443" y="305"/>
                </a:cubicBezTo>
                <a:cubicBezTo>
                  <a:pt x="1444" y="305"/>
                  <a:pt x="1445" y="307"/>
                  <a:pt x="1447" y="309"/>
                </a:cubicBezTo>
                <a:cubicBezTo>
                  <a:pt x="1449" y="310"/>
                  <a:pt x="1450" y="312"/>
                  <a:pt x="1450" y="313"/>
                </a:cubicBezTo>
                <a:cubicBezTo>
                  <a:pt x="1450" y="314"/>
                  <a:pt x="1448" y="316"/>
                  <a:pt x="1445" y="320"/>
                </a:cubicBezTo>
                <a:cubicBezTo>
                  <a:pt x="1441" y="323"/>
                  <a:pt x="1436" y="326"/>
                  <a:pt x="1430" y="330"/>
                </a:cubicBezTo>
                <a:cubicBezTo>
                  <a:pt x="1423" y="333"/>
                  <a:pt x="1417" y="335"/>
                  <a:pt x="1410" y="335"/>
                </a:cubicBezTo>
                <a:cubicBezTo>
                  <a:pt x="1390" y="335"/>
                  <a:pt x="1378" y="326"/>
                  <a:pt x="1373" y="307"/>
                </a:cubicBezTo>
                <a:lnTo>
                  <a:pt x="1372" y="307"/>
                </a:lnTo>
                <a:moveTo>
                  <a:pt x="1495" y="65"/>
                </a:moveTo>
                <a:cubicBezTo>
                  <a:pt x="1495" y="56"/>
                  <a:pt x="1495" y="48"/>
                  <a:pt x="1494" y="43"/>
                </a:cubicBezTo>
                <a:cubicBezTo>
                  <a:pt x="1494" y="38"/>
                  <a:pt x="1492" y="34"/>
                  <a:pt x="1488" y="32"/>
                </a:cubicBezTo>
                <a:cubicBezTo>
                  <a:pt x="1485" y="29"/>
                  <a:pt x="1482" y="28"/>
                  <a:pt x="1480" y="28"/>
                </a:cubicBezTo>
                <a:cubicBezTo>
                  <a:pt x="1479" y="28"/>
                  <a:pt x="1474" y="28"/>
                  <a:pt x="1465" y="27"/>
                </a:cubicBezTo>
                <a:cubicBezTo>
                  <a:pt x="1461" y="23"/>
                  <a:pt x="1460" y="18"/>
                  <a:pt x="1462" y="13"/>
                </a:cubicBezTo>
                <a:cubicBezTo>
                  <a:pt x="1490" y="11"/>
                  <a:pt x="1512" y="6"/>
                  <a:pt x="1528" y="0"/>
                </a:cubicBezTo>
                <a:cubicBezTo>
                  <a:pt x="1532" y="0"/>
                  <a:pt x="1534" y="1"/>
                  <a:pt x="1534" y="5"/>
                </a:cubicBezTo>
                <a:cubicBezTo>
                  <a:pt x="1533" y="17"/>
                  <a:pt x="1532" y="34"/>
                  <a:pt x="1532" y="54"/>
                </a:cubicBezTo>
                <a:lnTo>
                  <a:pt x="1532" y="272"/>
                </a:lnTo>
                <a:cubicBezTo>
                  <a:pt x="1532" y="291"/>
                  <a:pt x="1534" y="303"/>
                  <a:pt x="1538" y="307"/>
                </a:cubicBezTo>
                <a:cubicBezTo>
                  <a:pt x="1542" y="312"/>
                  <a:pt x="1551" y="315"/>
                  <a:pt x="1566" y="315"/>
                </a:cubicBezTo>
                <a:cubicBezTo>
                  <a:pt x="1567" y="317"/>
                  <a:pt x="1568" y="320"/>
                  <a:pt x="1568" y="323"/>
                </a:cubicBezTo>
                <a:cubicBezTo>
                  <a:pt x="1568" y="327"/>
                  <a:pt x="1567" y="330"/>
                  <a:pt x="1566" y="331"/>
                </a:cubicBezTo>
                <a:cubicBezTo>
                  <a:pt x="1539" y="330"/>
                  <a:pt x="1522" y="330"/>
                  <a:pt x="1514" y="330"/>
                </a:cubicBezTo>
                <a:cubicBezTo>
                  <a:pt x="1505" y="330"/>
                  <a:pt x="1487" y="330"/>
                  <a:pt x="1461" y="331"/>
                </a:cubicBezTo>
                <a:cubicBezTo>
                  <a:pt x="1460" y="330"/>
                  <a:pt x="1459" y="327"/>
                  <a:pt x="1459" y="323"/>
                </a:cubicBezTo>
                <a:cubicBezTo>
                  <a:pt x="1459" y="320"/>
                  <a:pt x="1460" y="317"/>
                  <a:pt x="1461" y="315"/>
                </a:cubicBezTo>
                <a:cubicBezTo>
                  <a:pt x="1476" y="315"/>
                  <a:pt x="1485" y="313"/>
                  <a:pt x="1489" y="308"/>
                </a:cubicBezTo>
                <a:cubicBezTo>
                  <a:pt x="1493" y="303"/>
                  <a:pt x="1495" y="291"/>
                  <a:pt x="1495" y="272"/>
                </a:cubicBezTo>
                <a:lnTo>
                  <a:pt x="1495" y="65"/>
                </a:lnTo>
                <a:moveTo>
                  <a:pt x="1880" y="287"/>
                </a:moveTo>
                <a:cubicBezTo>
                  <a:pt x="1869" y="305"/>
                  <a:pt x="1857" y="318"/>
                  <a:pt x="1845" y="325"/>
                </a:cubicBezTo>
                <a:cubicBezTo>
                  <a:pt x="1833" y="332"/>
                  <a:pt x="1819" y="335"/>
                  <a:pt x="1803" y="335"/>
                </a:cubicBezTo>
                <a:cubicBezTo>
                  <a:pt x="1774" y="335"/>
                  <a:pt x="1751" y="326"/>
                  <a:pt x="1735" y="307"/>
                </a:cubicBezTo>
                <a:cubicBezTo>
                  <a:pt x="1718" y="288"/>
                  <a:pt x="1710" y="263"/>
                  <a:pt x="1710" y="231"/>
                </a:cubicBezTo>
                <a:cubicBezTo>
                  <a:pt x="1710" y="199"/>
                  <a:pt x="1720" y="173"/>
                  <a:pt x="1740" y="153"/>
                </a:cubicBezTo>
                <a:cubicBezTo>
                  <a:pt x="1759" y="133"/>
                  <a:pt x="1781" y="122"/>
                  <a:pt x="1806" y="122"/>
                </a:cubicBezTo>
                <a:cubicBezTo>
                  <a:pt x="1829" y="122"/>
                  <a:pt x="1846" y="127"/>
                  <a:pt x="1859" y="135"/>
                </a:cubicBezTo>
                <a:cubicBezTo>
                  <a:pt x="1872" y="143"/>
                  <a:pt x="1879" y="154"/>
                  <a:pt x="1879" y="167"/>
                </a:cubicBezTo>
                <a:cubicBezTo>
                  <a:pt x="1879" y="174"/>
                  <a:pt x="1876" y="179"/>
                  <a:pt x="1871" y="183"/>
                </a:cubicBezTo>
                <a:cubicBezTo>
                  <a:pt x="1866" y="187"/>
                  <a:pt x="1861" y="188"/>
                  <a:pt x="1855" y="188"/>
                </a:cubicBezTo>
                <a:cubicBezTo>
                  <a:pt x="1845" y="188"/>
                  <a:pt x="1839" y="183"/>
                  <a:pt x="1838" y="171"/>
                </a:cubicBezTo>
                <a:cubicBezTo>
                  <a:pt x="1837" y="164"/>
                  <a:pt x="1836" y="159"/>
                  <a:pt x="1834" y="155"/>
                </a:cubicBezTo>
                <a:cubicBezTo>
                  <a:pt x="1833" y="151"/>
                  <a:pt x="1830" y="147"/>
                  <a:pt x="1825" y="144"/>
                </a:cubicBezTo>
                <a:cubicBezTo>
                  <a:pt x="1820" y="140"/>
                  <a:pt x="1813" y="138"/>
                  <a:pt x="1804" y="138"/>
                </a:cubicBezTo>
                <a:cubicBezTo>
                  <a:pt x="1788" y="138"/>
                  <a:pt x="1775" y="146"/>
                  <a:pt x="1765" y="161"/>
                </a:cubicBezTo>
                <a:cubicBezTo>
                  <a:pt x="1756" y="176"/>
                  <a:pt x="1751" y="196"/>
                  <a:pt x="1751" y="221"/>
                </a:cubicBezTo>
                <a:cubicBezTo>
                  <a:pt x="1751" y="248"/>
                  <a:pt x="1757" y="270"/>
                  <a:pt x="1769" y="287"/>
                </a:cubicBezTo>
                <a:cubicBezTo>
                  <a:pt x="1781" y="303"/>
                  <a:pt x="1796" y="312"/>
                  <a:pt x="1814" y="312"/>
                </a:cubicBezTo>
                <a:cubicBezTo>
                  <a:pt x="1835" y="312"/>
                  <a:pt x="1854" y="301"/>
                  <a:pt x="1870" y="280"/>
                </a:cubicBezTo>
                <a:cubicBezTo>
                  <a:pt x="1875" y="281"/>
                  <a:pt x="1878" y="283"/>
                  <a:pt x="1880" y="287"/>
                </a:cubicBezTo>
                <a:moveTo>
                  <a:pt x="1936" y="46"/>
                </a:moveTo>
                <a:cubicBezTo>
                  <a:pt x="1936" y="41"/>
                  <a:pt x="1939" y="36"/>
                  <a:pt x="1944" y="32"/>
                </a:cubicBezTo>
                <a:cubicBezTo>
                  <a:pt x="1949" y="27"/>
                  <a:pt x="1955" y="24"/>
                  <a:pt x="1961" y="24"/>
                </a:cubicBezTo>
                <a:cubicBezTo>
                  <a:pt x="1967" y="24"/>
                  <a:pt x="1972" y="27"/>
                  <a:pt x="1977" y="32"/>
                </a:cubicBezTo>
                <a:cubicBezTo>
                  <a:pt x="1981" y="37"/>
                  <a:pt x="1983" y="43"/>
                  <a:pt x="1983" y="48"/>
                </a:cubicBezTo>
                <a:cubicBezTo>
                  <a:pt x="1983" y="54"/>
                  <a:pt x="1981" y="59"/>
                  <a:pt x="1976" y="64"/>
                </a:cubicBezTo>
                <a:cubicBezTo>
                  <a:pt x="1971" y="69"/>
                  <a:pt x="1965" y="71"/>
                  <a:pt x="1959" y="71"/>
                </a:cubicBezTo>
                <a:cubicBezTo>
                  <a:pt x="1953" y="71"/>
                  <a:pt x="1948" y="69"/>
                  <a:pt x="1943" y="63"/>
                </a:cubicBezTo>
                <a:cubicBezTo>
                  <a:pt x="1938" y="58"/>
                  <a:pt x="1936" y="52"/>
                  <a:pt x="1936" y="46"/>
                </a:cubicBezTo>
                <a:moveTo>
                  <a:pt x="1979" y="272"/>
                </a:moveTo>
                <a:cubicBezTo>
                  <a:pt x="1979" y="291"/>
                  <a:pt x="1981" y="303"/>
                  <a:pt x="1985" y="307"/>
                </a:cubicBezTo>
                <a:cubicBezTo>
                  <a:pt x="1989" y="312"/>
                  <a:pt x="1998" y="315"/>
                  <a:pt x="2013" y="315"/>
                </a:cubicBezTo>
                <a:cubicBezTo>
                  <a:pt x="2015" y="317"/>
                  <a:pt x="2015" y="320"/>
                  <a:pt x="2015" y="323"/>
                </a:cubicBezTo>
                <a:cubicBezTo>
                  <a:pt x="2015" y="327"/>
                  <a:pt x="2015" y="330"/>
                  <a:pt x="2013" y="331"/>
                </a:cubicBezTo>
                <a:cubicBezTo>
                  <a:pt x="1986" y="330"/>
                  <a:pt x="1968" y="330"/>
                  <a:pt x="1961" y="330"/>
                </a:cubicBezTo>
                <a:cubicBezTo>
                  <a:pt x="1952" y="330"/>
                  <a:pt x="1935" y="330"/>
                  <a:pt x="1908" y="331"/>
                </a:cubicBezTo>
                <a:cubicBezTo>
                  <a:pt x="1907" y="330"/>
                  <a:pt x="1906" y="327"/>
                  <a:pt x="1906" y="323"/>
                </a:cubicBezTo>
                <a:cubicBezTo>
                  <a:pt x="1906" y="320"/>
                  <a:pt x="1907" y="317"/>
                  <a:pt x="1908" y="315"/>
                </a:cubicBezTo>
                <a:cubicBezTo>
                  <a:pt x="1923" y="314"/>
                  <a:pt x="1933" y="311"/>
                  <a:pt x="1936" y="307"/>
                </a:cubicBezTo>
                <a:cubicBezTo>
                  <a:pt x="1940" y="303"/>
                  <a:pt x="1942" y="291"/>
                  <a:pt x="1942" y="272"/>
                </a:cubicBezTo>
                <a:lnTo>
                  <a:pt x="1942" y="180"/>
                </a:lnTo>
                <a:cubicBezTo>
                  <a:pt x="1942" y="167"/>
                  <a:pt x="1940" y="159"/>
                  <a:pt x="1936" y="155"/>
                </a:cubicBezTo>
                <a:cubicBezTo>
                  <a:pt x="1933" y="152"/>
                  <a:pt x="1925" y="149"/>
                  <a:pt x="1912" y="148"/>
                </a:cubicBezTo>
                <a:cubicBezTo>
                  <a:pt x="1910" y="143"/>
                  <a:pt x="1909" y="138"/>
                  <a:pt x="1911" y="135"/>
                </a:cubicBezTo>
                <a:cubicBezTo>
                  <a:pt x="1940" y="131"/>
                  <a:pt x="1961" y="126"/>
                  <a:pt x="1975" y="121"/>
                </a:cubicBezTo>
                <a:cubicBezTo>
                  <a:pt x="1979" y="121"/>
                  <a:pt x="1981" y="122"/>
                  <a:pt x="1981" y="124"/>
                </a:cubicBezTo>
                <a:lnTo>
                  <a:pt x="1981" y="128"/>
                </a:lnTo>
                <a:cubicBezTo>
                  <a:pt x="1981" y="129"/>
                  <a:pt x="1981" y="132"/>
                  <a:pt x="1980" y="136"/>
                </a:cubicBezTo>
                <a:cubicBezTo>
                  <a:pt x="1980" y="141"/>
                  <a:pt x="1980" y="145"/>
                  <a:pt x="1980" y="149"/>
                </a:cubicBezTo>
                <a:cubicBezTo>
                  <a:pt x="1980" y="153"/>
                  <a:pt x="1979" y="158"/>
                  <a:pt x="1979" y="163"/>
                </a:cubicBezTo>
                <a:lnTo>
                  <a:pt x="1979" y="178"/>
                </a:lnTo>
                <a:lnTo>
                  <a:pt x="1979" y="272"/>
                </a:lnTo>
                <a:moveTo>
                  <a:pt x="2107" y="164"/>
                </a:moveTo>
                <a:cubicBezTo>
                  <a:pt x="2107" y="164"/>
                  <a:pt x="2108" y="164"/>
                  <a:pt x="2110" y="162"/>
                </a:cubicBezTo>
                <a:cubicBezTo>
                  <a:pt x="2116" y="151"/>
                  <a:pt x="2124" y="142"/>
                  <a:pt x="2133" y="134"/>
                </a:cubicBezTo>
                <a:cubicBezTo>
                  <a:pt x="2143" y="126"/>
                  <a:pt x="2152" y="122"/>
                  <a:pt x="2162" y="122"/>
                </a:cubicBezTo>
                <a:cubicBezTo>
                  <a:pt x="2171" y="122"/>
                  <a:pt x="2178" y="125"/>
                  <a:pt x="2183" y="130"/>
                </a:cubicBezTo>
                <a:cubicBezTo>
                  <a:pt x="2188" y="135"/>
                  <a:pt x="2190" y="140"/>
                  <a:pt x="2190" y="145"/>
                </a:cubicBezTo>
                <a:cubicBezTo>
                  <a:pt x="2190" y="151"/>
                  <a:pt x="2188" y="157"/>
                  <a:pt x="2184" y="162"/>
                </a:cubicBezTo>
                <a:cubicBezTo>
                  <a:pt x="2179" y="166"/>
                  <a:pt x="2174" y="169"/>
                  <a:pt x="2168" y="169"/>
                </a:cubicBezTo>
                <a:cubicBezTo>
                  <a:pt x="2166" y="169"/>
                  <a:pt x="2164" y="168"/>
                  <a:pt x="2161" y="167"/>
                </a:cubicBezTo>
                <a:cubicBezTo>
                  <a:pt x="2159" y="166"/>
                  <a:pt x="2158" y="165"/>
                  <a:pt x="2157" y="164"/>
                </a:cubicBezTo>
                <a:cubicBezTo>
                  <a:pt x="2156" y="163"/>
                  <a:pt x="2154" y="161"/>
                  <a:pt x="2152" y="159"/>
                </a:cubicBezTo>
                <a:cubicBezTo>
                  <a:pt x="2151" y="157"/>
                  <a:pt x="2150" y="156"/>
                  <a:pt x="2149" y="155"/>
                </a:cubicBezTo>
                <a:cubicBezTo>
                  <a:pt x="2147" y="153"/>
                  <a:pt x="2143" y="152"/>
                  <a:pt x="2139" y="152"/>
                </a:cubicBezTo>
                <a:cubicBezTo>
                  <a:pt x="2135" y="152"/>
                  <a:pt x="2128" y="160"/>
                  <a:pt x="2117" y="175"/>
                </a:cubicBezTo>
                <a:cubicBezTo>
                  <a:pt x="2110" y="186"/>
                  <a:pt x="2106" y="197"/>
                  <a:pt x="2106" y="206"/>
                </a:cubicBezTo>
                <a:lnTo>
                  <a:pt x="2106" y="272"/>
                </a:lnTo>
                <a:cubicBezTo>
                  <a:pt x="2106" y="291"/>
                  <a:pt x="2108" y="303"/>
                  <a:pt x="2112" y="307"/>
                </a:cubicBezTo>
                <a:cubicBezTo>
                  <a:pt x="2116" y="311"/>
                  <a:pt x="2127" y="314"/>
                  <a:pt x="2145" y="315"/>
                </a:cubicBezTo>
                <a:cubicBezTo>
                  <a:pt x="2146" y="317"/>
                  <a:pt x="2147" y="320"/>
                  <a:pt x="2147" y="323"/>
                </a:cubicBezTo>
                <a:cubicBezTo>
                  <a:pt x="2147" y="327"/>
                  <a:pt x="2146" y="330"/>
                  <a:pt x="2145" y="331"/>
                </a:cubicBezTo>
                <a:cubicBezTo>
                  <a:pt x="2118" y="330"/>
                  <a:pt x="2099" y="330"/>
                  <a:pt x="2088" y="330"/>
                </a:cubicBezTo>
                <a:cubicBezTo>
                  <a:pt x="2078" y="330"/>
                  <a:pt x="2061" y="330"/>
                  <a:pt x="2034" y="331"/>
                </a:cubicBezTo>
                <a:cubicBezTo>
                  <a:pt x="2033" y="330"/>
                  <a:pt x="2032" y="327"/>
                  <a:pt x="2032" y="323"/>
                </a:cubicBezTo>
                <a:cubicBezTo>
                  <a:pt x="2032" y="320"/>
                  <a:pt x="2033" y="317"/>
                  <a:pt x="2034" y="315"/>
                </a:cubicBezTo>
                <a:cubicBezTo>
                  <a:pt x="2049" y="315"/>
                  <a:pt x="2059" y="312"/>
                  <a:pt x="2063" y="307"/>
                </a:cubicBezTo>
                <a:cubicBezTo>
                  <a:pt x="2067" y="303"/>
                  <a:pt x="2069" y="291"/>
                  <a:pt x="2069" y="272"/>
                </a:cubicBezTo>
                <a:lnTo>
                  <a:pt x="2069" y="180"/>
                </a:lnTo>
                <a:cubicBezTo>
                  <a:pt x="2069" y="167"/>
                  <a:pt x="2067" y="159"/>
                  <a:pt x="2063" y="155"/>
                </a:cubicBezTo>
                <a:cubicBezTo>
                  <a:pt x="2060" y="152"/>
                  <a:pt x="2051" y="149"/>
                  <a:pt x="2038" y="148"/>
                </a:cubicBezTo>
                <a:cubicBezTo>
                  <a:pt x="2037" y="143"/>
                  <a:pt x="2036" y="138"/>
                  <a:pt x="2038" y="135"/>
                </a:cubicBezTo>
                <a:cubicBezTo>
                  <a:pt x="2062" y="132"/>
                  <a:pt x="2082" y="127"/>
                  <a:pt x="2097" y="121"/>
                </a:cubicBezTo>
                <a:cubicBezTo>
                  <a:pt x="2099" y="121"/>
                  <a:pt x="2101" y="122"/>
                  <a:pt x="2102" y="125"/>
                </a:cubicBezTo>
                <a:cubicBezTo>
                  <a:pt x="2105" y="131"/>
                  <a:pt x="2106" y="143"/>
                  <a:pt x="2106" y="161"/>
                </a:cubicBezTo>
                <a:cubicBezTo>
                  <a:pt x="2106" y="162"/>
                  <a:pt x="2106" y="163"/>
                  <a:pt x="2107" y="164"/>
                </a:cubicBezTo>
                <a:moveTo>
                  <a:pt x="2381" y="287"/>
                </a:moveTo>
                <a:cubicBezTo>
                  <a:pt x="2370" y="305"/>
                  <a:pt x="2358" y="318"/>
                  <a:pt x="2346" y="325"/>
                </a:cubicBezTo>
                <a:cubicBezTo>
                  <a:pt x="2333" y="332"/>
                  <a:pt x="2320" y="335"/>
                  <a:pt x="2304" y="335"/>
                </a:cubicBezTo>
                <a:cubicBezTo>
                  <a:pt x="2275" y="335"/>
                  <a:pt x="2252" y="326"/>
                  <a:pt x="2235" y="307"/>
                </a:cubicBezTo>
                <a:cubicBezTo>
                  <a:pt x="2219" y="288"/>
                  <a:pt x="2211" y="263"/>
                  <a:pt x="2211" y="231"/>
                </a:cubicBezTo>
                <a:cubicBezTo>
                  <a:pt x="2211" y="199"/>
                  <a:pt x="2221" y="173"/>
                  <a:pt x="2240" y="153"/>
                </a:cubicBezTo>
                <a:cubicBezTo>
                  <a:pt x="2260" y="133"/>
                  <a:pt x="2282" y="122"/>
                  <a:pt x="2307" y="122"/>
                </a:cubicBezTo>
                <a:cubicBezTo>
                  <a:pt x="2329" y="122"/>
                  <a:pt x="2347" y="127"/>
                  <a:pt x="2360" y="135"/>
                </a:cubicBezTo>
                <a:cubicBezTo>
                  <a:pt x="2373" y="143"/>
                  <a:pt x="2379" y="154"/>
                  <a:pt x="2379" y="167"/>
                </a:cubicBezTo>
                <a:cubicBezTo>
                  <a:pt x="2379" y="174"/>
                  <a:pt x="2377" y="179"/>
                  <a:pt x="2372" y="183"/>
                </a:cubicBezTo>
                <a:cubicBezTo>
                  <a:pt x="2367" y="187"/>
                  <a:pt x="2362" y="188"/>
                  <a:pt x="2356" y="188"/>
                </a:cubicBezTo>
                <a:cubicBezTo>
                  <a:pt x="2345" y="188"/>
                  <a:pt x="2340" y="183"/>
                  <a:pt x="2338" y="171"/>
                </a:cubicBezTo>
                <a:cubicBezTo>
                  <a:pt x="2337" y="164"/>
                  <a:pt x="2336" y="159"/>
                  <a:pt x="2335" y="155"/>
                </a:cubicBezTo>
                <a:cubicBezTo>
                  <a:pt x="2333" y="151"/>
                  <a:pt x="2330" y="147"/>
                  <a:pt x="2326" y="144"/>
                </a:cubicBezTo>
                <a:cubicBezTo>
                  <a:pt x="2321" y="140"/>
                  <a:pt x="2314" y="138"/>
                  <a:pt x="2305" y="138"/>
                </a:cubicBezTo>
                <a:cubicBezTo>
                  <a:pt x="2289" y="138"/>
                  <a:pt x="2276" y="146"/>
                  <a:pt x="2266" y="161"/>
                </a:cubicBezTo>
                <a:cubicBezTo>
                  <a:pt x="2256" y="176"/>
                  <a:pt x="2251" y="196"/>
                  <a:pt x="2251" y="221"/>
                </a:cubicBezTo>
                <a:cubicBezTo>
                  <a:pt x="2251" y="248"/>
                  <a:pt x="2257" y="270"/>
                  <a:pt x="2270" y="287"/>
                </a:cubicBezTo>
                <a:cubicBezTo>
                  <a:pt x="2282" y="303"/>
                  <a:pt x="2297" y="312"/>
                  <a:pt x="2314" y="312"/>
                </a:cubicBezTo>
                <a:cubicBezTo>
                  <a:pt x="2336" y="312"/>
                  <a:pt x="2354" y="301"/>
                  <a:pt x="2371" y="280"/>
                </a:cubicBezTo>
                <a:cubicBezTo>
                  <a:pt x="2376" y="281"/>
                  <a:pt x="2379" y="283"/>
                  <a:pt x="2381" y="287"/>
                </a:cubicBezTo>
                <a:moveTo>
                  <a:pt x="2497" y="335"/>
                </a:moveTo>
                <a:cubicBezTo>
                  <a:pt x="2475" y="335"/>
                  <a:pt x="2460" y="329"/>
                  <a:pt x="2451" y="317"/>
                </a:cubicBezTo>
                <a:cubicBezTo>
                  <a:pt x="2441" y="304"/>
                  <a:pt x="2437" y="289"/>
                  <a:pt x="2437" y="271"/>
                </a:cubicBezTo>
                <a:lnTo>
                  <a:pt x="2437" y="180"/>
                </a:lnTo>
                <a:cubicBezTo>
                  <a:pt x="2437" y="165"/>
                  <a:pt x="2434" y="155"/>
                  <a:pt x="2430" y="150"/>
                </a:cubicBezTo>
                <a:cubicBezTo>
                  <a:pt x="2426" y="146"/>
                  <a:pt x="2418" y="143"/>
                  <a:pt x="2407" y="142"/>
                </a:cubicBezTo>
                <a:cubicBezTo>
                  <a:pt x="2406" y="141"/>
                  <a:pt x="2405" y="138"/>
                  <a:pt x="2405" y="135"/>
                </a:cubicBezTo>
                <a:cubicBezTo>
                  <a:pt x="2405" y="131"/>
                  <a:pt x="2406" y="128"/>
                  <a:pt x="2407" y="126"/>
                </a:cubicBezTo>
                <a:cubicBezTo>
                  <a:pt x="2430" y="127"/>
                  <a:pt x="2446" y="127"/>
                  <a:pt x="2455" y="127"/>
                </a:cubicBezTo>
                <a:cubicBezTo>
                  <a:pt x="2463" y="127"/>
                  <a:pt x="2469" y="127"/>
                  <a:pt x="2471" y="126"/>
                </a:cubicBezTo>
                <a:cubicBezTo>
                  <a:pt x="2474" y="126"/>
                  <a:pt x="2475" y="127"/>
                  <a:pt x="2475" y="129"/>
                </a:cubicBezTo>
                <a:cubicBezTo>
                  <a:pt x="2474" y="152"/>
                  <a:pt x="2473" y="169"/>
                  <a:pt x="2473" y="178"/>
                </a:cubicBezTo>
                <a:lnTo>
                  <a:pt x="2473" y="264"/>
                </a:lnTo>
                <a:cubicBezTo>
                  <a:pt x="2473" y="282"/>
                  <a:pt x="2477" y="295"/>
                  <a:pt x="2485" y="302"/>
                </a:cubicBezTo>
                <a:cubicBezTo>
                  <a:pt x="2493" y="309"/>
                  <a:pt x="2501" y="312"/>
                  <a:pt x="2511" y="312"/>
                </a:cubicBezTo>
                <a:cubicBezTo>
                  <a:pt x="2526" y="312"/>
                  <a:pt x="2541" y="305"/>
                  <a:pt x="2558" y="290"/>
                </a:cubicBezTo>
                <a:cubicBezTo>
                  <a:pt x="2563" y="285"/>
                  <a:pt x="2566" y="279"/>
                  <a:pt x="2566" y="271"/>
                </a:cubicBezTo>
                <a:lnTo>
                  <a:pt x="2566" y="180"/>
                </a:lnTo>
                <a:cubicBezTo>
                  <a:pt x="2566" y="165"/>
                  <a:pt x="2564" y="155"/>
                  <a:pt x="2560" y="150"/>
                </a:cubicBezTo>
                <a:cubicBezTo>
                  <a:pt x="2557" y="145"/>
                  <a:pt x="2549" y="142"/>
                  <a:pt x="2536" y="142"/>
                </a:cubicBezTo>
                <a:cubicBezTo>
                  <a:pt x="2535" y="141"/>
                  <a:pt x="2535" y="138"/>
                  <a:pt x="2535" y="135"/>
                </a:cubicBezTo>
                <a:cubicBezTo>
                  <a:pt x="2535" y="131"/>
                  <a:pt x="2535" y="128"/>
                  <a:pt x="2536" y="126"/>
                </a:cubicBezTo>
                <a:cubicBezTo>
                  <a:pt x="2560" y="127"/>
                  <a:pt x="2576" y="127"/>
                  <a:pt x="2585" y="127"/>
                </a:cubicBezTo>
                <a:cubicBezTo>
                  <a:pt x="2592" y="127"/>
                  <a:pt x="2598" y="127"/>
                  <a:pt x="2601" y="126"/>
                </a:cubicBezTo>
                <a:cubicBezTo>
                  <a:pt x="2604" y="126"/>
                  <a:pt x="2605" y="127"/>
                  <a:pt x="2605" y="129"/>
                </a:cubicBezTo>
                <a:cubicBezTo>
                  <a:pt x="2604" y="152"/>
                  <a:pt x="2603" y="169"/>
                  <a:pt x="2603" y="178"/>
                </a:cubicBezTo>
                <a:lnTo>
                  <a:pt x="2603" y="269"/>
                </a:lnTo>
                <a:cubicBezTo>
                  <a:pt x="2603" y="281"/>
                  <a:pt x="2605" y="290"/>
                  <a:pt x="2609" y="294"/>
                </a:cubicBezTo>
                <a:cubicBezTo>
                  <a:pt x="2614" y="299"/>
                  <a:pt x="2623" y="302"/>
                  <a:pt x="2638" y="303"/>
                </a:cubicBezTo>
                <a:cubicBezTo>
                  <a:pt x="2639" y="305"/>
                  <a:pt x="2640" y="307"/>
                  <a:pt x="2640" y="310"/>
                </a:cubicBezTo>
                <a:cubicBezTo>
                  <a:pt x="2640" y="313"/>
                  <a:pt x="2639" y="315"/>
                  <a:pt x="2638" y="316"/>
                </a:cubicBezTo>
                <a:cubicBezTo>
                  <a:pt x="2611" y="319"/>
                  <a:pt x="2592" y="326"/>
                  <a:pt x="2581" y="335"/>
                </a:cubicBezTo>
                <a:cubicBezTo>
                  <a:pt x="2577" y="336"/>
                  <a:pt x="2574" y="336"/>
                  <a:pt x="2571" y="335"/>
                </a:cubicBezTo>
                <a:cubicBezTo>
                  <a:pt x="2568" y="324"/>
                  <a:pt x="2566" y="314"/>
                  <a:pt x="2566" y="307"/>
                </a:cubicBezTo>
                <a:cubicBezTo>
                  <a:pt x="2566" y="303"/>
                  <a:pt x="2565" y="303"/>
                  <a:pt x="2561" y="307"/>
                </a:cubicBezTo>
                <a:cubicBezTo>
                  <a:pt x="2538" y="326"/>
                  <a:pt x="2516" y="335"/>
                  <a:pt x="2497" y="335"/>
                </a:cubicBezTo>
                <a:moveTo>
                  <a:pt x="2687" y="46"/>
                </a:moveTo>
                <a:cubicBezTo>
                  <a:pt x="2687" y="41"/>
                  <a:pt x="2690" y="36"/>
                  <a:pt x="2695" y="32"/>
                </a:cubicBezTo>
                <a:cubicBezTo>
                  <a:pt x="2700" y="27"/>
                  <a:pt x="2706" y="24"/>
                  <a:pt x="2712" y="24"/>
                </a:cubicBezTo>
                <a:cubicBezTo>
                  <a:pt x="2718" y="24"/>
                  <a:pt x="2723" y="27"/>
                  <a:pt x="2728" y="32"/>
                </a:cubicBezTo>
                <a:cubicBezTo>
                  <a:pt x="2732" y="37"/>
                  <a:pt x="2734" y="43"/>
                  <a:pt x="2734" y="48"/>
                </a:cubicBezTo>
                <a:cubicBezTo>
                  <a:pt x="2734" y="54"/>
                  <a:pt x="2732" y="59"/>
                  <a:pt x="2727" y="64"/>
                </a:cubicBezTo>
                <a:cubicBezTo>
                  <a:pt x="2722" y="69"/>
                  <a:pt x="2716" y="71"/>
                  <a:pt x="2710" y="71"/>
                </a:cubicBezTo>
                <a:cubicBezTo>
                  <a:pt x="2704" y="71"/>
                  <a:pt x="2699" y="69"/>
                  <a:pt x="2694" y="63"/>
                </a:cubicBezTo>
                <a:cubicBezTo>
                  <a:pt x="2689" y="58"/>
                  <a:pt x="2687" y="52"/>
                  <a:pt x="2687" y="46"/>
                </a:cubicBezTo>
                <a:moveTo>
                  <a:pt x="2730" y="272"/>
                </a:moveTo>
                <a:cubicBezTo>
                  <a:pt x="2730" y="291"/>
                  <a:pt x="2732" y="303"/>
                  <a:pt x="2736" y="307"/>
                </a:cubicBezTo>
                <a:cubicBezTo>
                  <a:pt x="2740" y="312"/>
                  <a:pt x="2749" y="315"/>
                  <a:pt x="2764" y="315"/>
                </a:cubicBezTo>
                <a:cubicBezTo>
                  <a:pt x="2766" y="317"/>
                  <a:pt x="2766" y="320"/>
                  <a:pt x="2766" y="323"/>
                </a:cubicBezTo>
                <a:cubicBezTo>
                  <a:pt x="2766" y="327"/>
                  <a:pt x="2766" y="330"/>
                  <a:pt x="2764" y="331"/>
                </a:cubicBezTo>
                <a:cubicBezTo>
                  <a:pt x="2737" y="330"/>
                  <a:pt x="2719" y="330"/>
                  <a:pt x="2712" y="330"/>
                </a:cubicBezTo>
                <a:cubicBezTo>
                  <a:pt x="2703" y="330"/>
                  <a:pt x="2686" y="330"/>
                  <a:pt x="2659" y="331"/>
                </a:cubicBezTo>
                <a:cubicBezTo>
                  <a:pt x="2658" y="330"/>
                  <a:pt x="2657" y="327"/>
                  <a:pt x="2657" y="323"/>
                </a:cubicBezTo>
                <a:cubicBezTo>
                  <a:pt x="2657" y="320"/>
                  <a:pt x="2658" y="317"/>
                  <a:pt x="2659" y="315"/>
                </a:cubicBezTo>
                <a:cubicBezTo>
                  <a:pt x="2674" y="314"/>
                  <a:pt x="2684" y="311"/>
                  <a:pt x="2687" y="307"/>
                </a:cubicBezTo>
                <a:cubicBezTo>
                  <a:pt x="2691" y="303"/>
                  <a:pt x="2693" y="291"/>
                  <a:pt x="2693" y="272"/>
                </a:cubicBezTo>
                <a:lnTo>
                  <a:pt x="2693" y="180"/>
                </a:lnTo>
                <a:cubicBezTo>
                  <a:pt x="2693" y="167"/>
                  <a:pt x="2691" y="159"/>
                  <a:pt x="2687" y="155"/>
                </a:cubicBezTo>
                <a:cubicBezTo>
                  <a:pt x="2684" y="152"/>
                  <a:pt x="2676" y="149"/>
                  <a:pt x="2663" y="148"/>
                </a:cubicBezTo>
                <a:cubicBezTo>
                  <a:pt x="2661" y="143"/>
                  <a:pt x="2660" y="138"/>
                  <a:pt x="2662" y="135"/>
                </a:cubicBezTo>
                <a:cubicBezTo>
                  <a:pt x="2691" y="131"/>
                  <a:pt x="2712" y="126"/>
                  <a:pt x="2726" y="121"/>
                </a:cubicBezTo>
                <a:cubicBezTo>
                  <a:pt x="2730" y="121"/>
                  <a:pt x="2732" y="122"/>
                  <a:pt x="2732" y="124"/>
                </a:cubicBezTo>
                <a:lnTo>
                  <a:pt x="2732" y="128"/>
                </a:lnTo>
                <a:cubicBezTo>
                  <a:pt x="2732" y="129"/>
                  <a:pt x="2732" y="132"/>
                  <a:pt x="2731" y="136"/>
                </a:cubicBezTo>
                <a:cubicBezTo>
                  <a:pt x="2731" y="141"/>
                  <a:pt x="2731" y="145"/>
                  <a:pt x="2731" y="149"/>
                </a:cubicBezTo>
                <a:cubicBezTo>
                  <a:pt x="2731" y="153"/>
                  <a:pt x="2730" y="158"/>
                  <a:pt x="2730" y="163"/>
                </a:cubicBezTo>
                <a:lnTo>
                  <a:pt x="2730" y="178"/>
                </a:lnTo>
                <a:lnTo>
                  <a:pt x="2730" y="272"/>
                </a:lnTo>
                <a:moveTo>
                  <a:pt x="2793" y="127"/>
                </a:moveTo>
                <a:lnTo>
                  <a:pt x="2814" y="127"/>
                </a:lnTo>
                <a:lnTo>
                  <a:pt x="2814" y="102"/>
                </a:lnTo>
                <a:cubicBezTo>
                  <a:pt x="2814" y="95"/>
                  <a:pt x="2814" y="90"/>
                  <a:pt x="2814" y="87"/>
                </a:cubicBezTo>
                <a:cubicBezTo>
                  <a:pt x="2814" y="84"/>
                  <a:pt x="2814" y="81"/>
                  <a:pt x="2813" y="79"/>
                </a:cubicBezTo>
                <a:lnTo>
                  <a:pt x="2813" y="75"/>
                </a:lnTo>
                <a:lnTo>
                  <a:pt x="2813" y="72"/>
                </a:lnTo>
                <a:cubicBezTo>
                  <a:pt x="2813" y="71"/>
                  <a:pt x="2814" y="71"/>
                  <a:pt x="2815" y="70"/>
                </a:cubicBezTo>
                <a:cubicBezTo>
                  <a:pt x="2816" y="68"/>
                  <a:pt x="2817" y="68"/>
                  <a:pt x="2819" y="67"/>
                </a:cubicBezTo>
                <a:cubicBezTo>
                  <a:pt x="2820" y="67"/>
                  <a:pt x="2822" y="66"/>
                  <a:pt x="2825" y="65"/>
                </a:cubicBezTo>
                <a:cubicBezTo>
                  <a:pt x="2828" y="65"/>
                  <a:pt x="2830" y="64"/>
                  <a:pt x="2831" y="63"/>
                </a:cubicBezTo>
                <a:cubicBezTo>
                  <a:pt x="2833" y="63"/>
                  <a:pt x="2835" y="61"/>
                  <a:pt x="2838" y="60"/>
                </a:cubicBezTo>
                <a:cubicBezTo>
                  <a:pt x="2841" y="58"/>
                  <a:pt x="2844" y="57"/>
                  <a:pt x="2846" y="56"/>
                </a:cubicBezTo>
                <a:cubicBezTo>
                  <a:pt x="2848" y="55"/>
                  <a:pt x="2849" y="55"/>
                  <a:pt x="2850" y="55"/>
                </a:cubicBezTo>
                <a:cubicBezTo>
                  <a:pt x="2852" y="55"/>
                  <a:pt x="2854" y="56"/>
                  <a:pt x="2854" y="59"/>
                </a:cubicBezTo>
                <a:cubicBezTo>
                  <a:pt x="2852" y="71"/>
                  <a:pt x="2852" y="88"/>
                  <a:pt x="2852" y="109"/>
                </a:cubicBezTo>
                <a:lnTo>
                  <a:pt x="2852" y="127"/>
                </a:lnTo>
                <a:lnTo>
                  <a:pt x="2909" y="127"/>
                </a:lnTo>
                <a:cubicBezTo>
                  <a:pt x="2911" y="127"/>
                  <a:pt x="2912" y="128"/>
                  <a:pt x="2912" y="130"/>
                </a:cubicBezTo>
                <a:lnTo>
                  <a:pt x="2912" y="139"/>
                </a:lnTo>
                <a:cubicBezTo>
                  <a:pt x="2912" y="144"/>
                  <a:pt x="2908" y="146"/>
                  <a:pt x="2901" y="146"/>
                </a:cubicBezTo>
                <a:lnTo>
                  <a:pt x="2852" y="146"/>
                </a:lnTo>
                <a:lnTo>
                  <a:pt x="2852" y="265"/>
                </a:lnTo>
                <a:cubicBezTo>
                  <a:pt x="2852" y="281"/>
                  <a:pt x="2853" y="292"/>
                  <a:pt x="2855" y="299"/>
                </a:cubicBezTo>
                <a:cubicBezTo>
                  <a:pt x="2857" y="305"/>
                  <a:pt x="2862" y="309"/>
                  <a:pt x="2868" y="309"/>
                </a:cubicBezTo>
                <a:cubicBezTo>
                  <a:pt x="2882" y="309"/>
                  <a:pt x="2895" y="304"/>
                  <a:pt x="2906" y="295"/>
                </a:cubicBezTo>
                <a:cubicBezTo>
                  <a:pt x="2911" y="296"/>
                  <a:pt x="2913" y="298"/>
                  <a:pt x="2914" y="304"/>
                </a:cubicBezTo>
                <a:cubicBezTo>
                  <a:pt x="2896" y="324"/>
                  <a:pt x="2875" y="335"/>
                  <a:pt x="2851" y="335"/>
                </a:cubicBezTo>
                <a:cubicBezTo>
                  <a:pt x="2827" y="335"/>
                  <a:pt x="2814" y="319"/>
                  <a:pt x="2814" y="288"/>
                </a:cubicBezTo>
                <a:lnTo>
                  <a:pt x="2814" y="146"/>
                </a:lnTo>
                <a:lnTo>
                  <a:pt x="2787" y="146"/>
                </a:lnTo>
                <a:cubicBezTo>
                  <a:pt x="2785" y="146"/>
                  <a:pt x="2784" y="145"/>
                  <a:pt x="2784" y="143"/>
                </a:cubicBezTo>
                <a:lnTo>
                  <a:pt x="2784" y="136"/>
                </a:lnTo>
                <a:cubicBezTo>
                  <a:pt x="2784" y="130"/>
                  <a:pt x="2787" y="127"/>
                  <a:pt x="2793" y="12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2423520" y="3038760"/>
            <a:ext cx="183960" cy="695160"/>
          </a:xfrm>
          <a:custGeom>
            <a:avLst/>
            <a:gdLst/>
            <a:ahLst/>
            <a:rect l="0" t="0" r="r" b="b"/>
            <a:pathLst>
              <a:path w="511" h="1931">
                <a:moveTo>
                  <a:pt x="139" y="16"/>
                </a:moveTo>
                <a:cubicBezTo>
                  <a:pt x="127" y="16"/>
                  <a:pt x="116" y="19"/>
                  <a:pt x="106" y="25"/>
                </a:cubicBezTo>
                <a:cubicBezTo>
                  <a:pt x="95" y="30"/>
                  <a:pt x="85" y="38"/>
                  <a:pt x="76" y="49"/>
                </a:cubicBezTo>
                <a:cubicBezTo>
                  <a:pt x="66" y="60"/>
                  <a:pt x="59" y="74"/>
                  <a:pt x="53" y="93"/>
                </a:cubicBezTo>
                <a:cubicBezTo>
                  <a:pt x="48" y="112"/>
                  <a:pt x="45" y="133"/>
                  <a:pt x="45" y="156"/>
                </a:cubicBezTo>
                <a:cubicBezTo>
                  <a:pt x="45" y="199"/>
                  <a:pt x="56" y="234"/>
                  <a:pt x="78" y="260"/>
                </a:cubicBezTo>
                <a:cubicBezTo>
                  <a:pt x="100" y="286"/>
                  <a:pt x="126" y="300"/>
                  <a:pt x="157" y="300"/>
                </a:cubicBezTo>
                <a:cubicBezTo>
                  <a:pt x="184" y="300"/>
                  <a:pt x="207" y="287"/>
                  <a:pt x="224" y="263"/>
                </a:cubicBezTo>
                <a:cubicBezTo>
                  <a:pt x="242" y="238"/>
                  <a:pt x="251" y="205"/>
                  <a:pt x="251" y="164"/>
                </a:cubicBezTo>
                <a:cubicBezTo>
                  <a:pt x="251" y="118"/>
                  <a:pt x="240" y="82"/>
                  <a:pt x="219" y="56"/>
                </a:cubicBezTo>
                <a:cubicBezTo>
                  <a:pt x="198" y="30"/>
                  <a:pt x="171" y="16"/>
                  <a:pt x="139" y="16"/>
                </a:cubicBezTo>
                <a:moveTo>
                  <a:pt x="267" y="256"/>
                </a:moveTo>
                <a:cubicBezTo>
                  <a:pt x="245" y="288"/>
                  <a:pt x="214" y="307"/>
                  <a:pt x="175" y="313"/>
                </a:cubicBezTo>
                <a:cubicBezTo>
                  <a:pt x="155" y="319"/>
                  <a:pt x="134" y="329"/>
                  <a:pt x="114" y="344"/>
                </a:cubicBezTo>
                <a:cubicBezTo>
                  <a:pt x="117" y="344"/>
                  <a:pt x="120" y="344"/>
                  <a:pt x="123" y="344"/>
                </a:cubicBezTo>
                <a:cubicBezTo>
                  <a:pt x="141" y="344"/>
                  <a:pt x="164" y="350"/>
                  <a:pt x="193" y="363"/>
                </a:cubicBezTo>
                <a:cubicBezTo>
                  <a:pt x="221" y="376"/>
                  <a:pt x="241" y="382"/>
                  <a:pt x="254" y="382"/>
                </a:cubicBezTo>
                <a:cubicBezTo>
                  <a:pt x="272" y="382"/>
                  <a:pt x="286" y="376"/>
                  <a:pt x="295" y="365"/>
                </a:cubicBezTo>
                <a:lnTo>
                  <a:pt x="303" y="371"/>
                </a:lnTo>
                <a:cubicBezTo>
                  <a:pt x="285" y="396"/>
                  <a:pt x="263" y="409"/>
                  <a:pt x="235" y="409"/>
                </a:cubicBezTo>
                <a:cubicBezTo>
                  <a:pt x="221" y="409"/>
                  <a:pt x="208" y="407"/>
                  <a:pt x="194" y="402"/>
                </a:cubicBezTo>
                <a:cubicBezTo>
                  <a:pt x="181" y="397"/>
                  <a:pt x="170" y="392"/>
                  <a:pt x="161" y="387"/>
                </a:cubicBezTo>
                <a:cubicBezTo>
                  <a:pt x="153" y="381"/>
                  <a:pt x="143" y="376"/>
                  <a:pt x="132" y="371"/>
                </a:cubicBezTo>
                <a:cubicBezTo>
                  <a:pt x="121" y="367"/>
                  <a:pt x="110" y="364"/>
                  <a:pt x="101" y="364"/>
                </a:cubicBezTo>
                <a:cubicBezTo>
                  <a:pt x="96" y="364"/>
                  <a:pt x="90" y="366"/>
                  <a:pt x="84" y="370"/>
                </a:cubicBezTo>
                <a:cubicBezTo>
                  <a:pt x="78" y="377"/>
                  <a:pt x="72" y="384"/>
                  <a:pt x="66" y="392"/>
                </a:cubicBezTo>
                <a:lnTo>
                  <a:pt x="48" y="383"/>
                </a:lnTo>
                <a:cubicBezTo>
                  <a:pt x="49" y="381"/>
                  <a:pt x="50" y="379"/>
                  <a:pt x="52" y="377"/>
                </a:cubicBezTo>
                <a:cubicBezTo>
                  <a:pt x="53" y="375"/>
                  <a:pt x="54" y="373"/>
                  <a:pt x="57" y="372"/>
                </a:cubicBezTo>
                <a:cubicBezTo>
                  <a:pt x="76" y="348"/>
                  <a:pt x="100" y="329"/>
                  <a:pt x="128" y="314"/>
                </a:cubicBezTo>
                <a:cubicBezTo>
                  <a:pt x="91" y="310"/>
                  <a:pt x="60" y="294"/>
                  <a:pt x="36" y="267"/>
                </a:cubicBezTo>
                <a:cubicBezTo>
                  <a:pt x="12" y="240"/>
                  <a:pt x="0" y="206"/>
                  <a:pt x="0" y="164"/>
                </a:cubicBezTo>
                <a:cubicBezTo>
                  <a:pt x="0" y="122"/>
                  <a:pt x="11" y="87"/>
                  <a:pt x="32" y="58"/>
                </a:cubicBezTo>
                <a:cubicBezTo>
                  <a:pt x="45" y="40"/>
                  <a:pt x="61" y="25"/>
                  <a:pt x="80" y="15"/>
                </a:cubicBezTo>
                <a:cubicBezTo>
                  <a:pt x="100" y="5"/>
                  <a:pt x="121" y="0"/>
                  <a:pt x="145" y="0"/>
                </a:cubicBezTo>
                <a:cubicBezTo>
                  <a:pt x="188" y="0"/>
                  <a:pt x="225" y="14"/>
                  <a:pt x="253" y="42"/>
                </a:cubicBezTo>
                <a:cubicBezTo>
                  <a:pt x="282" y="70"/>
                  <a:pt x="296" y="108"/>
                  <a:pt x="296" y="156"/>
                </a:cubicBezTo>
                <a:cubicBezTo>
                  <a:pt x="296" y="195"/>
                  <a:pt x="286" y="228"/>
                  <a:pt x="267" y="256"/>
                </a:cubicBezTo>
                <a:moveTo>
                  <a:pt x="422" y="39"/>
                </a:moveTo>
                <a:cubicBezTo>
                  <a:pt x="416" y="39"/>
                  <a:pt x="411" y="41"/>
                  <a:pt x="405" y="45"/>
                </a:cubicBezTo>
                <a:cubicBezTo>
                  <a:pt x="400" y="49"/>
                  <a:pt x="395" y="55"/>
                  <a:pt x="390" y="64"/>
                </a:cubicBezTo>
                <a:cubicBezTo>
                  <a:pt x="384" y="73"/>
                  <a:pt x="380" y="88"/>
                  <a:pt x="377" y="107"/>
                </a:cubicBezTo>
                <a:cubicBezTo>
                  <a:pt x="374" y="126"/>
                  <a:pt x="372" y="150"/>
                  <a:pt x="372" y="177"/>
                </a:cubicBezTo>
                <a:cubicBezTo>
                  <a:pt x="372" y="258"/>
                  <a:pt x="388" y="299"/>
                  <a:pt x="421" y="299"/>
                </a:cubicBezTo>
                <a:cubicBezTo>
                  <a:pt x="424" y="299"/>
                  <a:pt x="426" y="299"/>
                  <a:pt x="429" y="298"/>
                </a:cubicBezTo>
                <a:cubicBezTo>
                  <a:pt x="433" y="296"/>
                  <a:pt x="436" y="295"/>
                  <a:pt x="440" y="292"/>
                </a:cubicBezTo>
                <a:cubicBezTo>
                  <a:pt x="445" y="289"/>
                  <a:pt x="449" y="285"/>
                  <a:pt x="453" y="279"/>
                </a:cubicBezTo>
                <a:cubicBezTo>
                  <a:pt x="457" y="273"/>
                  <a:pt x="460" y="265"/>
                  <a:pt x="462" y="256"/>
                </a:cubicBezTo>
                <a:cubicBezTo>
                  <a:pt x="468" y="236"/>
                  <a:pt x="471" y="204"/>
                  <a:pt x="471" y="159"/>
                </a:cubicBezTo>
                <a:cubicBezTo>
                  <a:pt x="471" y="100"/>
                  <a:pt x="462" y="63"/>
                  <a:pt x="443" y="47"/>
                </a:cubicBezTo>
                <a:cubicBezTo>
                  <a:pt x="437" y="42"/>
                  <a:pt x="430" y="39"/>
                  <a:pt x="422" y="39"/>
                </a:cubicBezTo>
                <a:moveTo>
                  <a:pt x="420" y="315"/>
                </a:moveTo>
                <a:cubicBezTo>
                  <a:pt x="402" y="315"/>
                  <a:pt x="386" y="309"/>
                  <a:pt x="372" y="295"/>
                </a:cubicBezTo>
                <a:cubicBezTo>
                  <a:pt x="360" y="283"/>
                  <a:pt x="350" y="265"/>
                  <a:pt x="342" y="243"/>
                </a:cubicBezTo>
                <a:cubicBezTo>
                  <a:pt x="335" y="221"/>
                  <a:pt x="331" y="197"/>
                  <a:pt x="331" y="172"/>
                </a:cubicBezTo>
                <a:cubicBezTo>
                  <a:pt x="331" y="127"/>
                  <a:pt x="340" y="91"/>
                  <a:pt x="358" y="64"/>
                </a:cubicBezTo>
                <a:cubicBezTo>
                  <a:pt x="376" y="36"/>
                  <a:pt x="397" y="23"/>
                  <a:pt x="422" y="23"/>
                </a:cubicBezTo>
                <a:cubicBezTo>
                  <a:pt x="445" y="23"/>
                  <a:pt x="464" y="33"/>
                  <a:pt x="480" y="53"/>
                </a:cubicBezTo>
                <a:cubicBezTo>
                  <a:pt x="501" y="82"/>
                  <a:pt x="511" y="120"/>
                  <a:pt x="511" y="168"/>
                </a:cubicBezTo>
                <a:cubicBezTo>
                  <a:pt x="511" y="194"/>
                  <a:pt x="508" y="217"/>
                  <a:pt x="502" y="237"/>
                </a:cubicBezTo>
                <a:cubicBezTo>
                  <a:pt x="496" y="257"/>
                  <a:pt x="489" y="273"/>
                  <a:pt x="480" y="284"/>
                </a:cubicBezTo>
                <a:cubicBezTo>
                  <a:pt x="470" y="294"/>
                  <a:pt x="460" y="302"/>
                  <a:pt x="450" y="307"/>
                </a:cubicBezTo>
                <a:cubicBezTo>
                  <a:pt x="440" y="313"/>
                  <a:pt x="430" y="315"/>
                  <a:pt x="420" y="315"/>
                </a:cubicBezTo>
                <a:moveTo>
                  <a:pt x="139" y="778"/>
                </a:moveTo>
                <a:cubicBezTo>
                  <a:pt x="127" y="778"/>
                  <a:pt x="116" y="781"/>
                  <a:pt x="106" y="787"/>
                </a:cubicBezTo>
                <a:cubicBezTo>
                  <a:pt x="95" y="792"/>
                  <a:pt x="85" y="800"/>
                  <a:pt x="76" y="811"/>
                </a:cubicBezTo>
                <a:cubicBezTo>
                  <a:pt x="66" y="821"/>
                  <a:pt x="59" y="836"/>
                  <a:pt x="53" y="855"/>
                </a:cubicBezTo>
                <a:cubicBezTo>
                  <a:pt x="48" y="874"/>
                  <a:pt x="45" y="895"/>
                  <a:pt x="45" y="918"/>
                </a:cubicBezTo>
                <a:cubicBezTo>
                  <a:pt x="45" y="961"/>
                  <a:pt x="56" y="996"/>
                  <a:pt x="78" y="1022"/>
                </a:cubicBezTo>
                <a:cubicBezTo>
                  <a:pt x="100" y="1048"/>
                  <a:pt x="126" y="1061"/>
                  <a:pt x="157" y="1061"/>
                </a:cubicBezTo>
                <a:cubicBezTo>
                  <a:pt x="184" y="1061"/>
                  <a:pt x="207" y="1049"/>
                  <a:pt x="224" y="1025"/>
                </a:cubicBezTo>
                <a:cubicBezTo>
                  <a:pt x="242" y="1000"/>
                  <a:pt x="251" y="967"/>
                  <a:pt x="251" y="926"/>
                </a:cubicBezTo>
                <a:cubicBezTo>
                  <a:pt x="251" y="880"/>
                  <a:pt x="240" y="844"/>
                  <a:pt x="219" y="818"/>
                </a:cubicBezTo>
                <a:cubicBezTo>
                  <a:pt x="198" y="791"/>
                  <a:pt x="171" y="778"/>
                  <a:pt x="139" y="778"/>
                </a:cubicBezTo>
                <a:moveTo>
                  <a:pt x="296" y="917"/>
                </a:moveTo>
                <a:cubicBezTo>
                  <a:pt x="296" y="957"/>
                  <a:pt x="286" y="990"/>
                  <a:pt x="267" y="1018"/>
                </a:cubicBezTo>
                <a:cubicBezTo>
                  <a:pt x="245" y="1049"/>
                  <a:pt x="214" y="1068"/>
                  <a:pt x="175" y="1075"/>
                </a:cubicBezTo>
                <a:cubicBezTo>
                  <a:pt x="155" y="1080"/>
                  <a:pt x="134" y="1091"/>
                  <a:pt x="114" y="1106"/>
                </a:cubicBezTo>
                <a:cubicBezTo>
                  <a:pt x="117" y="1106"/>
                  <a:pt x="120" y="1105"/>
                  <a:pt x="123" y="1105"/>
                </a:cubicBezTo>
                <a:cubicBezTo>
                  <a:pt x="141" y="1105"/>
                  <a:pt x="164" y="1112"/>
                  <a:pt x="193" y="1124"/>
                </a:cubicBezTo>
                <a:cubicBezTo>
                  <a:pt x="221" y="1137"/>
                  <a:pt x="241" y="1144"/>
                  <a:pt x="254" y="1144"/>
                </a:cubicBezTo>
                <a:cubicBezTo>
                  <a:pt x="272" y="1144"/>
                  <a:pt x="286" y="1138"/>
                  <a:pt x="295" y="1127"/>
                </a:cubicBezTo>
                <a:lnTo>
                  <a:pt x="303" y="1132"/>
                </a:lnTo>
                <a:cubicBezTo>
                  <a:pt x="285" y="1158"/>
                  <a:pt x="263" y="1171"/>
                  <a:pt x="235" y="1171"/>
                </a:cubicBezTo>
                <a:cubicBezTo>
                  <a:pt x="221" y="1171"/>
                  <a:pt x="208" y="1169"/>
                  <a:pt x="194" y="1164"/>
                </a:cubicBezTo>
                <a:cubicBezTo>
                  <a:pt x="181" y="1159"/>
                  <a:pt x="170" y="1154"/>
                  <a:pt x="161" y="1148"/>
                </a:cubicBezTo>
                <a:cubicBezTo>
                  <a:pt x="153" y="1143"/>
                  <a:pt x="143" y="1138"/>
                  <a:pt x="132" y="1133"/>
                </a:cubicBezTo>
                <a:cubicBezTo>
                  <a:pt x="121" y="1128"/>
                  <a:pt x="110" y="1126"/>
                  <a:pt x="101" y="1126"/>
                </a:cubicBezTo>
                <a:cubicBezTo>
                  <a:pt x="96" y="1126"/>
                  <a:pt x="90" y="1128"/>
                  <a:pt x="84" y="1132"/>
                </a:cubicBezTo>
                <a:cubicBezTo>
                  <a:pt x="78" y="1139"/>
                  <a:pt x="72" y="1146"/>
                  <a:pt x="66" y="1154"/>
                </a:cubicBezTo>
                <a:lnTo>
                  <a:pt x="48" y="1145"/>
                </a:lnTo>
                <a:cubicBezTo>
                  <a:pt x="49" y="1143"/>
                  <a:pt x="50" y="1141"/>
                  <a:pt x="52" y="1139"/>
                </a:cubicBezTo>
                <a:cubicBezTo>
                  <a:pt x="53" y="1137"/>
                  <a:pt x="54" y="1135"/>
                  <a:pt x="57" y="1134"/>
                </a:cubicBezTo>
                <a:cubicBezTo>
                  <a:pt x="76" y="1110"/>
                  <a:pt x="100" y="1091"/>
                  <a:pt x="128" y="1076"/>
                </a:cubicBezTo>
                <a:cubicBezTo>
                  <a:pt x="91" y="1072"/>
                  <a:pt x="60" y="1056"/>
                  <a:pt x="36" y="1029"/>
                </a:cubicBezTo>
                <a:cubicBezTo>
                  <a:pt x="12" y="1002"/>
                  <a:pt x="0" y="968"/>
                  <a:pt x="0" y="926"/>
                </a:cubicBezTo>
                <a:cubicBezTo>
                  <a:pt x="0" y="884"/>
                  <a:pt x="11" y="849"/>
                  <a:pt x="32" y="819"/>
                </a:cubicBezTo>
                <a:cubicBezTo>
                  <a:pt x="45" y="801"/>
                  <a:pt x="61" y="787"/>
                  <a:pt x="80" y="777"/>
                </a:cubicBezTo>
                <a:cubicBezTo>
                  <a:pt x="100" y="767"/>
                  <a:pt x="121" y="762"/>
                  <a:pt x="145" y="762"/>
                </a:cubicBezTo>
                <a:cubicBezTo>
                  <a:pt x="188" y="762"/>
                  <a:pt x="225" y="776"/>
                  <a:pt x="253" y="804"/>
                </a:cubicBezTo>
                <a:cubicBezTo>
                  <a:pt x="282" y="832"/>
                  <a:pt x="296" y="870"/>
                  <a:pt x="296" y="917"/>
                </a:cubicBezTo>
                <a:moveTo>
                  <a:pt x="449" y="1015"/>
                </a:moveTo>
                <a:cubicBezTo>
                  <a:pt x="449" y="1034"/>
                  <a:pt x="451" y="1045"/>
                  <a:pt x="456" y="1050"/>
                </a:cubicBezTo>
                <a:cubicBezTo>
                  <a:pt x="461" y="1054"/>
                  <a:pt x="472" y="1057"/>
                  <a:pt x="489" y="1058"/>
                </a:cubicBezTo>
                <a:cubicBezTo>
                  <a:pt x="491" y="1059"/>
                  <a:pt x="492" y="1062"/>
                  <a:pt x="492" y="1066"/>
                </a:cubicBezTo>
                <a:cubicBezTo>
                  <a:pt x="492" y="1069"/>
                  <a:pt x="491" y="1072"/>
                  <a:pt x="489" y="1074"/>
                </a:cubicBezTo>
                <a:cubicBezTo>
                  <a:pt x="458" y="1073"/>
                  <a:pt x="439" y="1072"/>
                  <a:pt x="432" y="1072"/>
                </a:cubicBezTo>
                <a:cubicBezTo>
                  <a:pt x="419" y="1072"/>
                  <a:pt x="397" y="1073"/>
                  <a:pt x="366" y="1074"/>
                </a:cubicBezTo>
                <a:cubicBezTo>
                  <a:pt x="365" y="1072"/>
                  <a:pt x="364" y="1069"/>
                  <a:pt x="364" y="1066"/>
                </a:cubicBezTo>
                <a:cubicBezTo>
                  <a:pt x="364" y="1062"/>
                  <a:pt x="365" y="1059"/>
                  <a:pt x="366" y="1058"/>
                </a:cubicBezTo>
                <a:cubicBezTo>
                  <a:pt x="385" y="1057"/>
                  <a:pt x="397" y="1055"/>
                  <a:pt x="403" y="1050"/>
                </a:cubicBezTo>
                <a:cubicBezTo>
                  <a:pt x="409" y="1045"/>
                  <a:pt x="412" y="1033"/>
                  <a:pt x="412" y="1015"/>
                </a:cubicBezTo>
                <a:lnTo>
                  <a:pt x="412" y="861"/>
                </a:lnTo>
                <a:cubicBezTo>
                  <a:pt x="412" y="843"/>
                  <a:pt x="409" y="833"/>
                  <a:pt x="403" y="833"/>
                </a:cubicBezTo>
                <a:cubicBezTo>
                  <a:pt x="394" y="833"/>
                  <a:pt x="381" y="838"/>
                  <a:pt x="362" y="846"/>
                </a:cubicBezTo>
                <a:cubicBezTo>
                  <a:pt x="358" y="843"/>
                  <a:pt x="356" y="839"/>
                  <a:pt x="355" y="833"/>
                </a:cubicBezTo>
                <a:cubicBezTo>
                  <a:pt x="399" y="812"/>
                  <a:pt x="430" y="797"/>
                  <a:pt x="447" y="786"/>
                </a:cubicBezTo>
                <a:cubicBezTo>
                  <a:pt x="449" y="786"/>
                  <a:pt x="450" y="787"/>
                  <a:pt x="450" y="788"/>
                </a:cubicBezTo>
                <a:cubicBezTo>
                  <a:pt x="449" y="795"/>
                  <a:pt x="449" y="816"/>
                  <a:pt x="449" y="851"/>
                </a:cubicBezTo>
                <a:lnTo>
                  <a:pt x="449" y="1015"/>
                </a:lnTo>
                <a:moveTo>
                  <a:pt x="139" y="1538"/>
                </a:moveTo>
                <a:cubicBezTo>
                  <a:pt x="127" y="1538"/>
                  <a:pt x="116" y="1541"/>
                  <a:pt x="106" y="1547"/>
                </a:cubicBezTo>
                <a:cubicBezTo>
                  <a:pt x="95" y="1552"/>
                  <a:pt x="85" y="1560"/>
                  <a:pt x="76" y="1571"/>
                </a:cubicBezTo>
                <a:cubicBezTo>
                  <a:pt x="66" y="1582"/>
                  <a:pt x="59" y="1596"/>
                  <a:pt x="53" y="1615"/>
                </a:cubicBezTo>
                <a:cubicBezTo>
                  <a:pt x="48" y="1634"/>
                  <a:pt x="45" y="1655"/>
                  <a:pt x="45" y="1678"/>
                </a:cubicBezTo>
                <a:cubicBezTo>
                  <a:pt x="45" y="1721"/>
                  <a:pt x="56" y="1756"/>
                  <a:pt x="78" y="1782"/>
                </a:cubicBezTo>
                <a:cubicBezTo>
                  <a:pt x="100" y="1808"/>
                  <a:pt x="126" y="1822"/>
                  <a:pt x="157" y="1822"/>
                </a:cubicBezTo>
                <a:cubicBezTo>
                  <a:pt x="184" y="1822"/>
                  <a:pt x="207" y="1809"/>
                  <a:pt x="224" y="1785"/>
                </a:cubicBezTo>
                <a:cubicBezTo>
                  <a:pt x="242" y="1760"/>
                  <a:pt x="251" y="1727"/>
                  <a:pt x="251" y="1686"/>
                </a:cubicBezTo>
                <a:cubicBezTo>
                  <a:pt x="251" y="1640"/>
                  <a:pt x="240" y="1604"/>
                  <a:pt x="219" y="1578"/>
                </a:cubicBezTo>
                <a:cubicBezTo>
                  <a:pt x="198" y="1552"/>
                  <a:pt x="171" y="1538"/>
                  <a:pt x="139" y="1538"/>
                </a:cubicBezTo>
                <a:moveTo>
                  <a:pt x="296" y="1678"/>
                </a:moveTo>
                <a:cubicBezTo>
                  <a:pt x="296" y="1717"/>
                  <a:pt x="286" y="1750"/>
                  <a:pt x="267" y="1778"/>
                </a:cubicBezTo>
                <a:cubicBezTo>
                  <a:pt x="245" y="1810"/>
                  <a:pt x="214" y="1829"/>
                  <a:pt x="175" y="1835"/>
                </a:cubicBezTo>
                <a:cubicBezTo>
                  <a:pt x="155" y="1841"/>
                  <a:pt x="134" y="1851"/>
                  <a:pt x="114" y="1866"/>
                </a:cubicBezTo>
                <a:cubicBezTo>
                  <a:pt x="117" y="1866"/>
                  <a:pt x="120" y="1866"/>
                  <a:pt x="123" y="1866"/>
                </a:cubicBezTo>
                <a:cubicBezTo>
                  <a:pt x="141" y="1866"/>
                  <a:pt x="164" y="1872"/>
                  <a:pt x="193" y="1885"/>
                </a:cubicBezTo>
                <a:cubicBezTo>
                  <a:pt x="221" y="1898"/>
                  <a:pt x="241" y="1904"/>
                  <a:pt x="254" y="1904"/>
                </a:cubicBezTo>
                <a:cubicBezTo>
                  <a:pt x="272" y="1904"/>
                  <a:pt x="286" y="1898"/>
                  <a:pt x="295" y="1887"/>
                </a:cubicBezTo>
                <a:lnTo>
                  <a:pt x="303" y="1893"/>
                </a:lnTo>
                <a:cubicBezTo>
                  <a:pt x="285" y="1918"/>
                  <a:pt x="263" y="1931"/>
                  <a:pt x="235" y="1931"/>
                </a:cubicBezTo>
                <a:cubicBezTo>
                  <a:pt x="221" y="1931"/>
                  <a:pt x="208" y="1929"/>
                  <a:pt x="194" y="1924"/>
                </a:cubicBezTo>
                <a:cubicBezTo>
                  <a:pt x="181" y="1919"/>
                  <a:pt x="170" y="1914"/>
                  <a:pt x="161" y="1909"/>
                </a:cubicBezTo>
                <a:cubicBezTo>
                  <a:pt x="153" y="1903"/>
                  <a:pt x="143" y="1898"/>
                  <a:pt x="132" y="1893"/>
                </a:cubicBezTo>
                <a:cubicBezTo>
                  <a:pt x="121" y="1889"/>
                  <a:pt x="110" y="1886"/>
                  <a:pt x="101" y="1886"/>
                </a:cubicBezTo>
                <a:cubicBezTo>
                  <a:pt x="96" y="1886"/>
                  <a:pt x="90" y="1888"/>
                  <a:pt x="84" y="1892"/>
                </a:cubicBezTo>
                <a:cubicBezTo>
                  <a:pt x="78" y="1899"/>
                  <a:pt x="72" y="1906"/>
                  <a:pt x="66" y="1914"/>
                </a:cubicBezTo>
                <a:lnTo>
                  <a:pt x="48" y="1905"/>
                </a:lnTo>
                <a:cubicBezTo>
                  <a:pt x="49" y="1903"/>
                  <a:pt x="50" y="1901"/>
                  <a:pt x="52" y="1899"/>
                </a:cubicBezTo>
                <a:cubicBezTo>
                  <a:pt x="53" y="1897"/>
                  <a:pt x="54" y="1895"/>
                  <a:pt x="57" y="1894"/>
                </a:cubicBezTo>
                <a:cubicBezTo>
                  <a:pt x="76" y="1870"/>
                  <a:pt x="100" y="1851"/>
                  <a:pt x="128" y="1836"/>
                </a:cubicBezTo>
                <a:cubicBezTo>
                  <a:pt x="91" y="1832"/>
                  <a:pt x="60" y="1816"/>
                  <a:pt x="36" y="1789"/>
                </a:cubicBezTo>
                <a:cubicBezTo>
                  <a:pt x="12" y="1762"/>
                  <a:pt x="0" y="1728"/>
                  <a:pt x="0" y="1686"/>
                </a:cubicBezTo>
                <a:cubicBezTo>
                  <a:pt x="0" y="1644"/>
                  <a:pt x="11" y="1609"/>
                  <a:pt x="32" y="1580"/>
                </a:cubicBezTo>
                <a:cubicBezTo>
                  <a:pt x="45" y="1562"/>
                  <a:pt x="61" y="1547"/>
                  <a:pt x="80" y="1537"/>
                </a:cubicBezTo>
                <a:cubicBezTo>
                  <a:pt x="100" y="1527"/>
                  <a:pt x="121" y="1522"/>
                  <a:pt x="145" y="1522"/>
                </a:cubicBezTo>
                <a:cubicBezTo>
                  <a:pt x="188" y="1522"/>
                  <a:pt x="225" y="1536"/>
                  <a:pt x="253" y="1564"/>
                </a:cubicBezTo>
                <a:cubicBezTo>
                  <a:pt x="282" y="1592"/>
                  <a:pt x="296" y="1630"/>
                  <a:pt x="296" y="1678"/>
                </a:cubicBezTo>
                <a:moveTo>
                  <a:pt x="366" y="1567"/>
                </a:moveTo>
                <a:cubicBezTo>
                  <a:pt x="382" y="1552"/>
                  <a:pt x="402" y="1545"/>
                  <a:pt x="426" y="1545"/>
                </a:cubicBezTo>
                <a:cubicBezTo>
                  <a:pt x="448" y="1545"/>
                  <a:pt x="466" y="1551"/>
                  <a:pt x="482" y="1563"/>
                </a:cubicBezTo>
                <a:cubicBezTo>
                  <a:pt x="498" y="1575"/>
                  <a:pt x="506" y="1593"/>
                  <a:pt x="506" y="1616"/>
                </a:cubicBezTo>
                <a:cubicBezTo>
                  <a:pt x="506" y="1628"/>
                  <a:pt x="503" y="1639"/>
                  <a:pt x="499" y="1649"/>
                </a:cubicBezTo>
                <a:cubicBezTo>
                  <a:pt x="494" y="1659"/>
                  <a:pt x="489" y="1667"/>
                  <a:pt x="483" y="1673"/>
                </a:cubicBezTo>
                <a:cubicBezTo>
                  <a:pt x="478" y="1680"/>
                  <a:pt x="470" y="1688"/>
                  <a:pt x="459" y="1699"/>
                </a:cubicBezTo>
                <a:lnTo>
                  <a:pt x="412" y="1745"/>
                </a:lnTo>
                <a:cubicBezTo>
                  <a:pt x="388" y="1768"/>
                  <a:pt x="377" y="1787"/>
                  <a:pt x="377" y="1802"/>
                </a:cubicBezTo>
                <a:lnTo>
                  <a:pt x="461" y="1802"/>
                </a:lnTo>
                <a:cubicBezTo>
                  <a:pt x="469" y="1802"/>
                  <a:pt x="475" y="1799"/>
                  <a:pt x="480" y="1792"/>
                </a:cubicBezTo>
                <a:cubicBezTo>
                  <a:pt x="485" y="1786"/>
                  <a:pt x="489" y="1774"/>
                  <a:pt x="493" y="1757"/>
                </a:cubicBezTo>
                <a:cubicBezTo>
                  <a:pt x="499" y="1755"/>
                  <a:pt x="504" y="1756"/>
                  <a:pt x="507" y="1759"/>
                </a:cubicBezTo>
                <a:cubicBezTo>
                  <a:pt x="506" y="1781"/>
                  <a:pt x="503" y="1806"/>
                  <a:pt x="496" y="1834"/>
                </a:cubicBezTo>
                <a:cubicBezTo>
                  <a:pt x="481" y="1833"/>
                  <a:pt x="469" y="1833"/>
                  <a:pt x="459" y="1833"/>
                </a:cubicBezTo>
                <a:lnTo>
                  <a:pt x="377" y="1833"/>
                </a:lnTo>
                <a:lnTo>
                  <a:pt x="337" y="1834"/>
                </a:lnTo>
                <a:cubicBezTo>
                  <a:pt x="337" y="1819"/>
                  <a:pt x="341" y="1804"/>
                  <a:pt x="348" y="1790"/>
                </a:cubicBezTo>
                <a:cubicBezTo>
                  <a:pt x="355" y="1776"/>
                  <a:pt x="370" y="1758"/>
                  <a:pt x="391" y="1736"/>
                </a:cubicBezTo>
                <a:lnTo>
                  <a:pt x="426" y="1701"/>
                </a:lnTo>
                <a:cubicBezTo>
                  <a:pt x="452" y="1675"/>
                  <a:pt x="465" y="1648"/>
                  <a:pt x="464" y="1618"/>
                </a:cubicBezTo>
                <a:cubicBezTo>
                  <a:pt x="464" y="1598"/>
                  <a:pt x="460" y="1583"/>
                  <a:pt x="452" y="1575"/>
                </a:cubicBezTo>
                <a:cubicBezTo>
                  <a:pt x="444" y="1566"/>
                  <a:pt x="434" y="1561"/>
                  <a:pt x="424" y="1561"/>
                </a:cubicBezTo>
                <a:cubicBezTo>
                  <a:pt x="408" y="1561"/>
                  <a:pt x="396" y="1564"/>
                  <a:pt x="388" y="1570"/>
                </a:cubicBezTo>
                <a:cubicBezTo>
                  <a:pt x="381" y="1576"/>
                  <a:pt x="377" y="1583"/>
                  <a:pt x="377" y="1590"/>
                </a:cubicBezTo>
                <a:cubicBezTo>
                  <a:pt x="377" y="1592"/>
                  <a:pt x="378" y="1594"/>
                  <a:pt x="379" y="1597"/>
                </a:cubicBezTo>
                <a:cubicBezTo>
                  <a:pt x="380" y="1600"/>
                  <a:pt x="381" y="1601"/>
                  <a:pt x="381" y="1602"/>
                </a:cubicBezTo>
                <a:cubicBezTo>
                  <a:pt x="382" y="1606"/>
                  <a:pt x="383" y="1609"/>
                  <a:pt x="383" y="1611"/>
                </a:cubicBezTo>
                <a:cubicBezTo>
                  <a:pt x="383" y="1616"/>
                  <a:pt x="380" y="1620"/>
                  <a:pt x="375" y="1624"/>
                </a:cubicBezTo>
                <a:cubicBezTo>
                  <a:pt x="370" y="1628"/>
                  <a:pt x="365" y="1630"/>
                  <a:pt x="361" y="1630"/>
                </a:cubicBezTo>
                <a:cubicBezTo>
                  <a:pt x="355" y="1630"/>
                  <a:pt x="351" y="1629"/>
                  <a:pt x="347" y="1625"/>
                </a:cubicBezTo>
                <a:cubicBezTo>
                  <a:pt x="344" y="1621"/>
                  <a:pt x="342" y="1617"/>
                  <a:pt x="342" y="1612"/>
                </a:cubicBezTo>
                <a:cubicBezTo>
                  <a:pt x="342" y="1596"/>
                  <a:pt x="350" y="1581"/>
                  <a:pt x="366" y="15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641320" y="1523880"/>
            <a:ext cx="1179360" cy="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-60840" bIns="-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2640600" y="1797840"/>
            <a:ext cx="1180080" cy="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-60840" bIns="-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2644200" y="2072160"/>
            <a:ext cx="1176480" cy="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-60840" bIns="-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536280" y="1713600"/>
            <a:ext cx="168480" cy="168840"/>
          </a:xfrm>
          <a:custGeom>
            <a:avLst/>
            <a:gdLst/>
            <a:ahLst/>
            <a:rect l="0" t="0" r="r" b="b"/>
            <a:pathLst>
              <a:path w="468" h="469">
                <a:moveTo>
                  <a:pt x="61" y="0"/>
                </a:moveTo>
                <a:lnTo>
                  <a:pt x="407" y="0"/>
                </a:lnTo>
                <a:cubicBezTo>
                  <a:pt x="441" y="0"/>
                  <a:pt x="468" y="13"/>
                  <a:pt x="468" y="29"/>
                </a:cubicBezTo>
                <a:lnTo>
                  <a:pt x="468" y="440"/>
                </a:lnTo>
                <a:cubicBezTo>
                  <a:pt x="468" y="456"/>
                  <a:pt x="441" y="469"/>
                  <a:pt x="407" y="469"/>
                </a:cubicBezTo>
                <a:lnTo>
                  <a:pt x="61" y="469"/>
                </a:lnTo>
                <a:cubicBezTo>
                  <a:pt x="27" y="469"/>
                  <a:pt x="0" y="456"/>
                  <a:pt x="0" y="440"/>
                </a:cubicBezTo>
                <a:lnTo>
                  <a:pt x="0" y="29"/>
                </a:lnTo>
                <a:cubicBezTo>
                  <a:pt x="0" y="13"/>
                  <a:pt x="27" y="0"/>
                  <a:pt x="6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3536280" y="1713600"/>
            <a:ext cx="168480" cy="168840"/>
          </a:xfrm>
          <a:custGeom>
            <a:avLst/>
            <a:gdLst/>
            <a:ahLst/>
            <a:rect l="0" t="0" r="r" b="b"/>
            <a:pathLst>
              <a:path w="468" h="469">
                <a:moveTo>
                  <a:pt x="61" y="0"/>
                </a:moveTo>
                <a:lnTo>
                  <a:pt x="407" y="0"/>
                </a:lnTo>
                <a:cubicBezTo>
                  <a:pt x="441" y="0"/>
                  <a:pt x="468" y="13"/>
                  <a:pt x="468" y="29"/>
                </a:cubicBezTo>
                <a:lnTo>
                  <a:pt x="468" y="440"/>
                </a:lnTo>
                <a:cubicBezTo>
                  <a:pt x="468" y="456"/>
                  <a:pt x="441" y="469"/>
                  <a:pt x="407" y="469"/>
                </a:cubicBezTo>
                <a:lnTo>
                  <a:pt x="61" y="469"/>
                </a:lnTo>
                <a:cubicBezTo>
                  <a:pt x="27" y="469"/>
                  <a:pt x="0" y="456"/>
                  <a:pt x="0" y="440"/>
                </a:cubicBezTo>
                <a:lnTo>
                  <a:pt x="0" y="29"/>
                </a:lnTo>
                <a:cubicBezTo>
                  <a:pt x="0" y="13"/>
                  <a:pt x="27" y="0"/>
                  <a:pt x="61" y="0"/>
                </a:cubicBezTo>
                <a:close/>
              </a:path>
            </a:pathLst>
          </a:custGeom>
          <a:noFill/>
          <a:ln cap="rnd" w="18720">
            <a:solidFill>
              <a:srgbClr val="000000"/>
            </a:solidFill>
            <a:round/>
          </a:ln>
        </p:spPr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3575160" y="1742040"/>
            <a:ext cx="91080" cy="111600"/>
          </a:xfrm>
          <a:custGeom>
            <a:avLst/>
            <a:gdLst/>
            <a:ahLst/>
            <a:rect l="0" t="0" r="r" b="b"/>
            <a:pathLst>
              <a:path w="253" h="310">
                <a:moveTo>
                  <a:pt x="240" y="310"/>
                </a:moveTo>
                <a:cubicBezTo>
                  <a:pt x="239" y="310"/>
                  <a:pt x="219" y="310"/>
                  <a:pt x="180" y="309"/>
                </a:cubicBezTo>
                <a:lnTo>
                  <a:pt x="8" y="309"/>
                </a:lnTo>
                <a:cubicBezTo>
                  <a:pt x="2" y="309"/>
                  <a:pt x="0" y="307"/>
                  <a:pt x="0" y="302"/>
                </a:cubicBezTo>
                <a:cubicBezTo>
                  <a:pt x="0" y="298"/>
                  <a:pt x="1" y="295"/>
                  <a:pt x="3" y="291"/>
                </a:cubicBezTo>
                <a:cubicBezTo>
                  <a:pt x="28" y="254"/>
                  <a:pt x="59" y="209"/>
                  <a:pt x="97" y="157"/>
                </a:cubicBezTo>
                <a:cubicBezTo>
                  <a:pt x="135" y="104"/>
                  <a:pt x="164" y="64"/>
                  <a:pt x="187" y="35"/>
                </a:cubicBezTo>
                <a:cubicBezTo>
                  <a:pt x="189" y="32"/>
                  <a:pt x="190" y="29"/>
                  <a:pt x="190" y="27"/>
                </a:cubicBezTo>
                <a:cubicBezTo>
                  <a:pt x="190" y="24"/>
                  <a:pt x="189" y="23"/>
                  <a:pt x="185" y="23"/>
                </a:cubicBezTo>
                <a:lnTo>
                  <a:pt x="86" y="24"/>
                </a:lnTo>
                <a:cubicBezTo>
                  <a:pt x="69" y="25"/>
                  <a:pt x="55" y="29"/>
                  <a:pt x="45" y="37"/>
                </a:cubicBezTo>
                <a:cubicBezTo>
                  <a:pt x="35" y="46"/>
                  <a:pt x="28" y="58"/>
                  <a:pt x="23" y="75"/>
                </a:cubicBezTo>
                <a:cubicBezTo>
                  <a:pt x="19" y="75"/>
                  <a:pt x="14" y="74"/>
                  <a:pt x="9" y="72"/>
                </a:cubicBezTo>
                <a:cubicBezTo>
                  <a:pt x="14" y="44"/>
                  <a:pt x="18" y="21"/>
                  <a:pt x="19" y="0"/>
                </a:cubicBezTo>
                <a:cubicBezTo>
                  <a:pt x="50" y="3"/>
                  <a:pt x="79" y="4"/>
                  <a:pt x="104" y="4"/>
                </a:cubicBezTo>
                <a:lnTo>
                  <a:pt x="209" y="4"/>
                </a:lnTo>
                <a:cubicBezTo>
                  <a:pt x="214" y="4"/>
                  <a:pt x="221" y="4"/>
                  <a:pt x="229" y="4"/>
                </a:cubicBezTo>
                <a:cubicBezTo>
                  <a:pt x="237" y="4"/>
                  <a:pt x="242" y="4"/>
                  <a:pt x="243" y="4"/>
                </a:cubicBezTo>
                <a:cubicBezTo>
                  <a:pt x="247" y="4"/>
                  <a:pt x="249" y="5"/>
                  <a:pt x="249" y="8"/>
                </a:cubicBezTo>
                <a:cubicBezTo>
                  <a:pt x="249" y="13"/>
                  <a:pt x="245" y="20"/>
                  <a:pt x="238" y="30"/>
                </a:cubicBezTo>
                <a:cubicBezTo>
                  <a:pt x="189" y="93"/>
                  <a:pt x="130" y="175"/>
                  <a:pt x="61" y="276"/>
                </a:cubicBezTo>
                <a:cubicBezTo>
                  <a:pt x="58" y="280"/>
                  <a:pt x="57" y="283"/>
                  <a:pt x="57" y="285"/>
                </a:cubicBezTo>
                <a:cubicBezTo>
                  <a:pt x="57" y="290"/>
                  <a:pt x="61" y="292"/>
                  <a:pt x="69" y="291"/>
                </a:cubicBezTo>
                <a:lnTo>
                  <a:pt x="160" y="290"/>
                </a:lnTo>
                <a:cubicBezTo>
                  <a:pt x="170" y="289"/>
                  <a:pt x="179" y="288"/>
                  <a:pt x="187" y="285"/>
                </a:cubicBezTo>
                <a:cubicBezTo>
                  <a:pt x="194" y="283"/>
                  <a:pt x="200" y="280"/>
                  <a:pt x="205" y="277"/>
                </a:cubicBezTo>
                <a:cubicBezTo>
                  <a:pt x="210" y="275"/>
                  <a:pt x="214" y="270"/>
                  <a:pt x="219" y="264"/>
                </a:cubicBezTo>
                <a:cubicBezTo>
                  <a:pt x="223" y="257"/>
                  <a:pt x="227" y="252"/>
                  <a:pt x="229" y="248"/>
                </a:cubicBezTo>
                <a:cubicBezTo>
                  <a:pt x="231" y="244"/>
                  <a:pt x="234" y="238"/>
                  <a:pt x="238" y="229"/>
                </a:cubicBezTo>
                <a:cubicBezTo>
                  <a:pt x="242" y="229"/>
                  <a:pt x="247" y="230"/>
                  <a:pt x="253" y="231"/>
                </a:cubicBezTo>
                <a:cubicBezTo>
                  <a:pt x="246" y="258"/>
                  <a:pt x="242" y="284"/>
                  <a:pt x="240" y="3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2714400" y="1987560"/>
            <a:ext cx="168120" cy="168480"/>
          </a:xfrm>
          <a:custGeom>
            <a:avLst/>
            <a:gdLst/>
            <a:ahLst/>
            <a:rect l="0" t="0" r="r" b="b"/>
            <a:pathLst>
              <a:path w="467" h="468">
                <a:moveTo>
                  <a:pt x="60" y="0"/>
                </a:moveTo>
                <a:lnTo>
                  <a:pt x="407" y="0"/>
                </a:lnTo>
                <a:cubicBezTo>
                  <a:pt x="440" y="0"/>
                  <a:pt x="467" y="12"/>
                  <a:pt x="467" y="28"/>
                </a:cubicBezTo>
                <a:lnTo>
                  <a:pt x="467" y="439"/>
                </a:lnTo>
                <a:cubicBezTo>
                  <a:pt x="467" y="455"/>
                  <a:pt x="440" y="468"/>
                  <a:pt x="407" y="468"/>
                </a:cubicBezTo>
                <a:lnTo>
                  <a:pt x="60" y="468"/>
                </a:lnTo>
                <a:cubicBezTo>
                  <a:pt x="27" y="468"/>
                  <a:pt x="0" y="455"/>
                  <a:pt x="0" y="439"/>
                </a:cubicBezTo>
                <a:lnTo>
                  <a:pt x="0" y="28"/>
                </a:lnTo>
                <a:cubicBezTo>
                  <a:pt x="0" y="12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2714400" y="1987560"/>
            <a:ext cx="168120" cy="168480"/>
          </a:xfrm>
          <a:custGeom>
            <a:avLst/>
            <a:gdLst/>
            <a:ahLst/>
            <a:rect l="0" t="0" r="r" b="b"/>
            <a:pathLst>
              <a:path w="467" h="468">
                <a:moveTo>
                  <a:pt x="60" y="0"/>
                </a:moveTo>
                <a:lnTo>
                  <a:pt x="407" y="0"/>
                </a:lnTo>
                <a:cubicBezTo>
                  <a:pt x="440" y="0"/>
                  <a:pt x="467" y="12"/>
                  <a:pt x="467" y="28"/>
                </a:cubicBezTo>
                <a:lnTo>
                  <a:pt x="467" y="439"/>
                </a:lnTo>
                <a:cubicBezTo>
                  <a:pt x="467" y="455"/>
                  <a:pt x="440" y="468"/>
                  <a:pt x="407" y="468"/>
                </a:cubicBezTo>
                <a:lnTo>
                  <a:pt x="60" y="468"/>
                </a:lnTo>
                <a:cubicBezTo>
                  <a:pt x="27" y="468"/>
                  <a:pt x="0" y="455"/>
                  <a:pt x="0" y="439"/>
                </a:cubicBezTo>
                <a:lnTo>
                  <a:pt x="0" y="28"/>
                </a:lnTo>
                <a:cubicBezTo>
                  <a:pt x="0" y="12"/>
                  <a:pt x="27" y="0"/>
                  <a:pt x="60" y="0"/>
                </a:cubicBezTo>
                <a:close/>
              </a:path>
            </a:pathLst>
          </a:custGeom>
          <a:noFill/>
          <a:ln cap="rnd" w="18720">
            <a:solidFill>
              <a:srgbClr val="000000"/>
            </a:solidFill>
            <a:round/>
          </a:ln>
        </p:spPr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752920" y="2016000"/>
            <a:ext cx="91080" cy="111600"/>
          </a:xfrm>
          <a:custGeom>
            <a:avLst/>
            <a:gdLst/>
            <a:ahLst/>
            <a:rect l="0" t="0" r="r" b="b"/>
            <a:pathLst>
              <a:path w="253" h="310">
                <a:moveTo>
                  <a:pt x="240" y="310"/>
                </a:moveTo>
                <a:cubicBezTo>
                  <a:pt x="240" y="310"/>
                  <a:pt x="220" y="309"/>
                  <a:pt x="180" y="309"/>
                </a:cubicBezTo>
                <a:lnTo>
                  <a:pt x="9" y="309"/>
                </a:lnTo>
                <a:cubicBezTo>
                  <a:pt x="3" y="309"/>
                  <a:pt x="0" y="306"/>
                  <a:pt x="0" y="301"/>
                </a:cubicBezTo>
                <a:cubicBezTo>
                  <a:pt x="0" y="298"/>
                  <a:pt x="1" y="294"/>
                  <a:pt x="4" y="291"/>
                </a:cubicBezTo>
                <a:cubicBezTo>
                  <a:pt x="29" y="253"/>
                  <a:pt x="60" y="208"/>
                  <a:pt x="98" y="156"/>
                </a:cubicBezTo>
                <a:cubicBezTo>
                  <a:pt x="135" y="103"/>
                  <a:pt x="165" y="63"/>
                  <a:pt x="187" y="35"/>
                </a:cubicBezTo>
                <a:cubicBezTo>
                  <a:pt x="190" y="31"/>
                  <a:pt x="191" y="28"/>
                  <a:pt x="191" y="26"/>
                </a:cubicBezTo>
                <a:cubicBezTo>
                  <a:pt x="191" y="23"/>
                  <a:pt x="189" y="22"/>
                  <a:pt x="186" y="22"/>
                </a:cubicBezTo>
                <a:lnTo>
                  <a:pt x="87" y="24"/>
                </a:lnTo>
                <a:cubicBezTo>
                  <a:pt x="69" y="24"/>
                  <a:pt x="56" y="28"/>
                  <a:pt x="46" y="37"/>
                </a:cubicBezTo>
                <a:cubicBezTo>
                  <a:pt x="36" y="45"/>
                  <a:pt x="28" y="57"/>
                  <a:pt x="23" y="74"/>
                </a:cubicBezTo>
                <a:cubicBezTo>
                  <a:pt x="19" y="74"/>
                  <a:pt x="15" y="73"/>
                  <a:pt x="9" y="71"/>
                </a:cubicBezTo>
                <a:cubicBezTo>
                  <a:pt x="15" y="44"/>
                  <a:pt x="18" y="20"/>
                  <a:pt x="20" y="0"/>
                </a:cubicBezTo>
                <a:cubicBezTo>
                  <a:pt x="51" y="2"/>
                  <a:pt x="79" y="3"/>
                  <a:pt x="105" y="3"/>
                </a:cubicBezTo>
                <a:lnTo>
                  <a:pt x="209" y="3"/>
                </a:lnTo>
                <a:cubicBezTo>
                  <a:pt x="214" y="3"/>
                  <a:pt x="221" y="3"/>
                  <a:pt x="229" y="3"/>
                </a:cubicBezTo>
                <a:cubicBezTo>
                  <a:pt x="237" y="3"/>
                  <a:pt x="242" y="3"/>
                  <a:pt x="243" y="3"/>
                </a:cubicBezTo>
                <a:cubicBezTo>
                  <a:pt x="247" y="3"/>
                  <a:pt x="250" y="5"/>
                  <a:pt x="250" y="8"/>
                </a:cubicBezTo>
                <a:cubicBezTo>
                  <a:pt x="250" y="12"/>
                  <a:pt x="246" y="19"/>
                  <a:pt x="239" y="29"/>
                </a:cubicBezTo>
                <a:cubicBezTo>
                  <a:pt x="190" y="93"/>
                  <a:pt x="130" y="174"/>
                  <a:pt x="61" y="275"/>
                </a:cubicBezTo>
                <a:cubicBezTo>
                  <a:pt x="59" y="279"/>
                  <a:pt x="58" y="283"/>
                  <a:pt x="58" y="284"/>
                </a:cubicBezTo>
                <a:cubicBezTo>
                  <a:pt x="58" y="289"/>
                  <a:pt x="62" y="291"/>
                  <a:pt x="69" y="291"/>
                </a:cubicBezTo>
                <a:lnTo>
                  <a:pt x="161" y="289"/>
                </a:lnTo>
                <a:cubicBezTo>
                  <a:pt x="171" y="289"/>
                  <a:pt x="179" y="287"/>
                  <a:pt x="187" y="285"/>
                </a:cubicBezTo>
                <a:cubicBezTo>
                  <a:pt x="195" y="282"/>
                  <a:pt x="201" y="280"/>
                  <a:pt x="205" y="277"/>
                </a:cubicBezTo>
                <a:cubicBezTo>
                  <a:pt x="210" y="274"/>
                  <a:pt x="215" y="269"/>
                  <a:pt x="220" y="263"/>
                </a:cubicBezTo>
                <a:cubicBezTo>
                  <a:pt x="224" y="257"/>
                  <a:pt x="227" y="251"/>
                  <a:pt x="229" y="247"/>
                </a:cubicBezTo>
                <a:cubicBezTo>
                  <a:pt x="232" y="243"/>
                  <a:pt x="235" y="237"/>
                  <a:pt x="239" y="228"/>
                </a:cubicBezTo>
                <a:cubicBezTo>
                  <a:pt x="243" y="228"/>
                  <a:pt x="247" y="229"/>
                  <a:pt x="253" y="231"/>
                </a:cubicBezTo>
                <a:cubicBezTo>
                  <a:pt x="247" y="257"/>
                  <a:pt x="242" y="284"/>
                  <a:pt x="240" y="31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738160" y="1467000"/>
            <a:ext cx="113040" cy="113400"/>
          </a:xfrm>
          <a:custGeom>
            <a:avLst/>
            <a:gdLst/>
            <a:ahLst/>
            <a:rect l="0" t="0" r="r" b="b"/>
            <a:pathLst>
              <a:path w="314" h="315">
                <a:moveTo>
                  <a:pt x="314" y="158"/>
                </a:moveTo>
                <a:cubicBezTo>
                  <a:pt x="314" y="245"/>
                  <a:pt x="244" y="315"/>
                  <a:pt x="157" y="315"/>
                </a:cubicBezTo>
                <a:cubicBezTo>
                  <a:pt x="70" y="315"/>
                  <a:pt x="0" y="245"/>
                  <a:pt x="0" y="158"/>
                </a:cubicBezTo>
                <a:cubicBezTo>
                  <a:pt x="0" y="71"/>
                  <a:pt x="70" y="0"/>
                  <a:pt x="157" y="0"/>
                </a:cubicBezTo>
                <a:cubicBezTo>
                  <a:pt x="244" y="0"/>
                  <a:pt x="314" y="71"/>
                  <a:pt x="314" y="1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738160" y="1741320"/>
            <a:ext cx="113040" cy="113400"/>
          </a:xfrm>
          <a:custGeom>
            <a:avLst/>
            <a:gdLst/>
            <a:ahLst/>
            <a:rect l="0" t="0" r="r" b="b"/>
            <a:pathLst>
              <a:path w="314" h="315">
                <a:moveTo>
                  <a:pt x="314" y="157"/>
                </a:moveTo>
                <a:cubicBezTo>
                  <a:pt x="314" y="244"/>
                  <a:pt x="244" y="315"/>
                  <a:pt x="157" y="315"/>
                </a:cubicBezTo>
                <a:cubicBezTo>
                  <a:pt x="70" y="315"/>
                  <a:pt x="0" y="244"/>
                  <a:pt x="0" y="157"/>
                </a:cubicBezTo>
                <a:cubicBezTo>
                  <a:pt x="0" y="70"/>
                  <a:pt x="70" y="0"/>
                  <a:pt x="157" y="0"/>
                </a:cubicBezTo>
                <a:cubicBezTo>
                  <a:pt x="244" y="0"/>
                  <a:pt x="314" y="70"/>
                  <a:pt x="314" y="15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2794680" y="1523880"/>
            <a:ext cx="0" cy="24084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60840" bIns="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309480" y="2015280"/>
            <a:ext cx="113040" cy="113400"/>
          </a:xfrm>
          <a:custGeom>
            <a:avLst/>
            <a:gdLst/>
            <a:ahLst/>
            <a:rect l="0" t="0" r="r" b="b"/>
            <a:pathLst>
              <a:path w="314" h="315">
                <a:moveTo>
                  <a:pt x="314" y="158"/>
                </a:moveTo>
                <a:cubicBezTo>
                  <a:pt x="314" y="245"/>
                  <a:pt x="244" y="315"/>
                  <a:pt x="157" y="315"/>
                </a:cubicBezTo>
                <a:cubicBezTo>
                  <a:pt x="70" y="315"/>
                  <a:pt x="0" y="245"/>
                  <a:pt x="0" y="158"/>
                </a:cubicBezTo>
                <a:cubicBezTo>
                  <a:pt x="0" y="71"/>
                  <a:pt x="70" y="0"/>
                  <a:pt x="157" y="0"/>
                </a:cubicBezTo>
                <a:cubicBezTo>
                  <a:pt x="244" y="0"/>
                  <a:pt x="314" y="71"/>
                  <a:pt x="314" y="1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3309480" y="1741320"/>
            <a:ext cx="113040" cy="113400"/>
          </a:xfrm>
          <a:custGeom>
            <a:avLst/>
            <a:gdLst/>
            <a:ahLst/>
            <a:rect l="0" t="0" r="r" b="b"/>
            <a:pathLst>
              <a:path w="314" h="315">
                <a:moveTo>
                  <a:pt x="314" y="157"/>
                </a:moveTo>
                <a:cubicBezTo>
                  <a:pt x="314" y="244"/>
                  <a:pt x="244" y="315"/>
                  <a:pt x="157" y="315"/>
                </a:cubicBezTo>
                <a:cubicBezTo>
                  <a:pt x="70" y="315"/>
                  <a:pt x="0" y="244"/>
                  <a:pt x="0" y="157"/>
                </a:cubicBezTo>
                <a:cubicBezTo>
                  <a:pt x="0" y="70"/>
                  <a:pt x="70" y="0"/>
                  <a:pt x="157" y="0"/>
                </a:cubicBezTo>
                <a:cubicBezTo>
                  <a:pt x="244" y="0"/>
                  <a:pt x="314" y="70"/>
                  <a:pt x="314" y="15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3366000" y="1815480"/>
            <a:ext cx="0" cy="22824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60840" bIns="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640600" y="2349360"/>
            <a:ext cx="1180080" cy="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-60840" bIns="-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627640" y="3386520"/>
            <a:ext cx="1192680" cy="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-60840" bIns="-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3314520" y="3291480"/>
            <a:ext cx="189720" cy="190440"/>
          </a:xfrm>
          <a:custGeom>
            <a:avLst/>
            <a:gdLst/>
            <a:ahLst/>
            <a:rect l="0" t="0" r="r" b="b"/>
            <a:pathLst>
              <a:path w="527" h="529">
                <a:moveTo>
                  <a:pt x="68" y="0"/>
                </a:moveTo>
                <a:lnTo>
                  <a:pt x="458" y="0"/>
                </a:lnTo>
                <a:cubicBezTo>
                  <a:pt x="496" y="0"/>
                  <a:pt x="527" y="14"/>
                  <a:pt x="527" y="32"/>
                </a:cubicBezTo>
                <a:lnTo>
                  <a:pt x="527" y="497"/>
                </a:lnTo>
                <a:cubicBezTo>
                  <a:pt x="527" y="514"/>
                  <a:pt x="496" y="529"/>
                  <a:pt x="458" y="529"/>
                </a:cubicBezTo>
                <a:lnTo>
                  <a:pt x="68" y="529"/>
                </a:lnTo>
                <a:cubicBezTo>
                  <a:pt x="30" y="529"/>
                  <a:pt x="0" y="514"/>
                  <a:pt x="0" y="497"/>
                </a:cubicBezTo>
                <a:lnTo>
                  <a:pt x="0" y="32"/>
                </a:lnTo>
                <a:cubicBezTo>
                  <a:pt x="0" y="14"/>
                  <a:pt x="30" y="0"/>
                  <a:pt x="6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314520" y="3291480"/>
            <a:ext cx="189720" cy="190440"/>
          </a:xfrm>
          <a:custGeom>
            <a:avLst/>
            <a:gdLst/>
            <a:ahLst/>
            <a:rect l="0" t="0" r="r" b="b"/>
            <a:pathLst>
              <a:path w="527" h="529">
                <a:moveTo>
                  <a:pt x="68" y="0"/>
                </a:moveTo>
                <a:lnTo>
                  <a:pt x="458" y="0"/>
                </a:lnTo>
                <a:cubicBezTo>
                  <a:pt x="496" y="0"/>
                  <a:pt x="527" y="14"/>
                  <a:pt x="527" y="32"/>
                </a:cubicBezTo>
                <a:lnTo>
                  <a:pt x="527" y="497"/>
                </a:lnTo>
                <a:cubicBezTo>
                  <a:pt x="527" y="514"/>
                  <a:pt x="496" y="529"/>
                  <a:pt x="458" y="529"/>
                </a:cubicBezTo>
                <a:lnTo>
                  <a:pt x="68" y="529"/>
                </a:lnTo>
                <a:cubicBezTo>
                  <a:pt x="30" y="529"/>
                  <a:pt x="0" y="514"/>
                  <a:pt x="0" y="497"/>
                </a:cubicBezTo>
                <a:lnTo>
                  <a:pt x="0" y="32"/>
                </a:lnTo>
                <a:cubicBezTo>
                  <a:pt x="0" y="14"/>
                  <a:pt x="30" y="0"/>
                  <a:pt x="68" y="0"/>
                </a:cubicBezTo>
                <a:close/>
              </a:path>
            </a:pathLst>
          </a:custGeom>
          <a:noFill/>
          <a:ln cap="rnd" w="21240">
            <a:solidFill>
              <a:srgbClr val="000000"/>
            </a:solidFill>
            <a:round/>
          </a:ln>
        </p:spPr>
        <p:txBody>
          <a:bodyPr lIns="100440" rIns="100440" tIns="55440" bIns="55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3363840" y="3331080"/>
            <a:ext cx="91080" cy="111240"/>
          </a:xfrm>
          <a:custGeom>
            <a:avLst/>
            <a:gdLst/>
            <a:ahLst/>
            <a:rect l="0" t="0" r="r" b="b"/>
            <a:pathLst>
              <a:path w="253" h="309">
                <a:moveTo>
                  <a:pt x="240" y="309"/>
                </a:moveTo>
                <a:cubicBezTo>
                  <a:pt x="240" y="309"/>
                  <a:pt x="220" y="309"/>
                  <a:pt x="180" y="308"/>
                </a:cubicBezTo>
                <a:lnTo>
                  <a:pt x="8" y="308"/>
                </a:lnTo>
                <a:cubicBezTo>
                  <a:pt x="3" y="308"/>
                  <a:pt x="0" y="305"/>
                  <a:pt x="0" y="301"/>
                </a:cubicBezTo>
                <a:cubicBezTo>
                  <a:pt x="0" y="297"/>
                  <a:pt x="1" y="293"/>
                  <a:pt x="4" y="290"/>
                </a:cubicBezTo>
                <a:cubicBezTo>
                  <a:pt x="28" y="253"/>
                  <a:pt x="60" y="208"/>
                  <a:pt x="97" y="155"/>
                </a:cubicBezTo>
                <a:cubicBezTo>
                  <a:pt x="135" y="103"/>
                  <a:pt x="165" y="63"/>
                  <a:pt x="187" y="35"/>
                </a:cubicBezTo>
                <a:cubicBezTo>
                  <a:pt x="189" y="31"/>
                  <a:pt x="190" y="28"/>
                  <a:pt x="190" y="26"/>
                </a:cubicBezTo>
                <a:cubicBezTo>
                  <a:pt x="190" y="23"/>
                  <a:pt x="189" y="22"/>
                  <a:pt x="186" y="22"/>
                </a:cubicBezTo>
                <a:lnTo>
                  <a:pt x="86" y="24"/>
                </a:lnTo>
                <a:cubicBezTo>
                  <a:pt x="69" y="24"/>
                  <a:pt x="55" y="28"/>
                  <a:pt x="45" y="36"/>
                </a:cubicBezTo>
                <a:cubicBezTo>
                  <a:pt x="35" y="45"/>
                  <a:pt x="28" y="57"/>
                  <a:pt x="23" y="74"/>
                </a:cubicBezTo>
                <a:cubicBezTo>
                  <a:pt x="19" y="74"/>
                  <a:pt x="14" y="73"/>
                  <a:pt x="9" y="71"/>
                </a:cubicBezTo>
                <a:cubicBezTo>
                  <a:pt x="14" y="44"/>
                  <a:pt x="18" y="20"/>
                  <a:pt x="19" y="0"/>
                </a:cubicBezTo>
                <a:cubicBezTo>
                  <a:pt x="50" y="2"/>
                  <a:pt x="79" y="3"/>
                  <a:pt x="105" y="3"/>
                </a:cubicBezTo>
                <a:lnTo>
                  <a:pt x="209" y="3"/>
                </a:lnTo>
                <a:cubicBezTo>
                  <a:pt x="214" y="3"/>
                  <a:pt x="221" y="3"/>
                  <a:pt x="229" y="3"/>
                </a:cubicBezTo>
                <a:cubicBezTo>
                  <a:pt x="237" y="3"/>
                  <a:pt x="242" y="3"/>
                  <a:pt x="243" y="3"/>
                </a:cubicBezTo>
                <a:cubicBezTo>
                  <a:pt x="247" y="3"/>
                  <a:pt x="249" y="4"/>
                  <a:pt x="249" y="8"/>
                </a:cubicBezTo>
                <a:cubicBezTo>
                  <a:pt x="249" y="12"/>
                  <a:pt x="246" y="19"/>
                  <a:pt x="238" y="29"/>
                </a:cubicBezTo>
                <a:cubicBezTo>
                  <a:pt x="189" y="93"/>
                  <a:pt x="130" y="174"/>
                  <a:pt x="61" y="274"/>
                </a:cubicBezTo>
                <a:cubicBezTo>
                  <a:pt x="59" y="279"/>
                  <a:pt x="57" y="282"/>
                  <a:pt x="57" y="283"/>
                </a:cubicBezTo>
                <a:cubicBezTo>
                  <a:pt x="57" y="288"/>
                  <a:pt x="61" y="291"/>
                  <a:pt x="69" y="290"/>
                </a:cubicBezTo>
                <a:lnTo>
                  <a:pt x="160" y="288"/>
                </a:lnTo>
                <a:cubicBezTo>
                  <a:pt x="170" y="288"/>
                  <a:pt x="179" y="286"/>
                  <a:pt x="187" y="284"/>
                </a:cubicBezTo>
                <a:cubicBezTo>
                  <a:pt x="194" y="282"/>
                  <a:pt x="201" y="279"/>
                  <a:pt x="205" y="276"/>
                </a:cubicBezTo>
                <a:cubicBezTo>
                  <a:pt x="210" y="273"/>
                  <a:pt x="215" y="269"/>
                  <a:pt x="219" y="263"/>
                </a:cubicBezTo>
                <a:cubicBezTo>
                  <a:pt x="224" y="256"/>
                  <a:pt x="227" y="251"/>
                  <a:pt x="229" y="247"/>
                </a:cubicBezTo>
                <a:cubicBezTo>
                  <a:pt x="231" y="243"/>
                  <a:pt x="235" y="236"/>
                  <a:pt x="238" y="228"/>
                </a:cubicBezTo>
                <a:cubicBezTo>
                  <a:pt x="242" y="228"/>
                  <a:pt x="247" y="229"/>
                  <a:pt x="253" y="230"/>
                </a:cubicBezTo>
                <a:cubicBezTo>
                  <a:pt x="246" y="257"/>
                  <a:pt x="242" y="283"/>
                  <a:pt x="240" y="30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2997720" y="3291480"/>
            <a:ext cx="189720" cy="190440"/>
          </a:xfrm>
          <a:custGeom>
            <a:avLst/>
            <a:gdLst/>
            <a:ahLst/>
            <a:rect l="0" t="0" r="r" b="b"/>
            <a:pathLst>
              <a:path w="527" h="529">
                <a:moveTo>
                  <a:pt x="68" y="0"/>
                </a:moveTo>
                <a:lnTo>
                  <a:pt x="459" y="0"/>
                </a:lnTo>
                <a:cubicBezTo>
                  <a:pt x="497" y="0"/>
                  <a:pt x="527" y="14"/>
                  <a:pt x="527" y="32"/>
                </a:cubicBezTo>
                <a:lnTo>
                  <a:pt x="527" y="497"/>
                </a:lnTo>
                <a:cubicBezTo>
                  <a:pt x="527" y="514"/>
                  <a:pt x="497" y="529"/>
                  <a:pt x="459" y="529"/>
                </a:cubicBezTo>
                <a:lnTo>
                  <a:pt x="68" y="529"/>
                </a:lnTo>
                <a:cubicBezTo>
                  <a:pt x="31" y="529"/>
                  <a:pt x="0" y="514"/>
                  <a:pt x="0" y="497"/>
                </a:cubicBezTo>
                <a:lnTo>
                  <a:pt x="0" y="32"/>
                </a:lnTo>
                <a:cubicBezTo>
                  <a:pt x="0" y="14"/>
                  <a:pt x="31" y="0"/>
                  <a:pt x="6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2997720" y="3291480"/>
            <a:ext cx="189720" cy="190440"/>
          </a:xfrm>
          <a:custGeom>
            <a:avLst/>
            <a:gdLst/>
            <a:ahLst/>
            <a:rect l="0" t="0" r="r" b="b"/>
            <a:pathLst>
              <a:path w="527" h="529">
                <a:moveTo>
                  <a:pt x="68" y="0"/>
                </a:moveTo>
                <a:lnTo>
                  <a:pt x="459" y="0"/>
                </a:lnTo>
                <a:cubicBezTo>
                  <a:pt x="497" y="0"/>
                  <a:pt x="527" y="14"/>
                  <a:pt x="527" y="32"/>
                </a:cubicBezTo>
                <a:lnTo>
                  <a:pt x="527" y="497"/>
                </a:lnTo>
                <a:cubicBezTo>
                  <a:pt x="527" y="514"/>
                  <a:pt x="497" y="529"/>
                  <a:pt x="459" y="529"/>
                </a:cubicBezTo>
                <a:lnTo>
                  <a:pt x="68" y="529"/>
                </a:lnTo>
                <a:cubicBezTo>
                  <a:pt x="31" y="529"/>
                  <a:pt x="0" y="514"/>
                  <a:pt x="0" y="497"/>
                </a:cubicBezTo>
                <a:lnTo>
                  <a:pt x="0" y="32"/>
                </a:lnTo>
                <a:cubicBezTo>
                  <a:pt x="0" y="14"/>
                  <a:pt x="31" y="0"/>
                  <a:pt x="68" y="0"/>
                </a:cubicBezTo>
                <a:close/>
              </a:path>
            </a:pathLst>
          </a:custGeom>
          <a:noFill/>
          <a:ln cap="rnd" w="21240">
            <a:solidFill>
              <a:srgbClr val="000000"/>
            </a:solidFill>
            <a:round/>
          </a:ln>
        </p:spPr>
        <p:txBody>
          <a:bodyPr lIns="100440" rIns="100440" tIns="55440" bIns="55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038400" y="3331440"/>
            <a:ext cx="108720" cy="110520"/>
          </a:xfrm>
          <a:custGeom>
            <a:avLst/>
            <a:gdLst/>
            <a:ahLst/>
            <a:rect l="0" t="0" r="r" b="b"/>
            <a:pathLst>
              <a:path w="302" h="307">
                <a:moveTo>
                  <a:pt x="252" y="257"/>
                </a:moveTo>
                <a:cubicBezTo>
                  <a:pt x="261" y="271"/>
                  <a:pt x="269" y="280"/>
                  <a:pt x="275" y="284"/>
                </a:cubicBezTo>
                <a:cubicBezTo>
                  <a:pt x="282" y="288"/>
                  <a:pt x="290" y="290"/>
                  <a:pt x="300" y="291"/>
                </a:cubicBezTo>
                <a:cubicBezTo>
                  <a:pt x="301" y="292"/>
                  <a:pt x="302" y="295"/>
                  <a:pt x="302" y="299"/>
                </a:cubicBezTo>
                <a:cubicBezTo>
                  <a:pt x="302" y="302"/>
                  <a:pt x="301" y="305"/>
                  <a:pt x="300" y="307"/>
                </a:cubicBezTo>
                <a:cubicBezTo>
                  <a:pt x="281" y="306"/>
                  <a:pt x="265" y="305"/>
                  <a:pt x="252" y="305"/>
                </a:cubicBezTo>
                <a:cubicBezTo>
                  <a:pt x="241" y="305"/>
                  <a:pt x="223" y="306"/>
                  <a:pt x="198" y="307"/>
                </a:cubicBezTo>
                <a:cubicBezTo>
                  <a:pt x="197" y="305"/>
                  <a:pt x="196" y="303"/>
                  <a:pt x="196" y="299"/>
                </a:cubicBezTo>
                <a:cubicBezTo>
                  <a:pt x="196" y="296"/>
                  <a:pt x="197" y="292"/>
                  <a:pt x="198" y="291"/>
                </a:cubicBezTo>
                <a:cubicBezTo>
                  <a:pt x="211" y="290"/>
                  <a:pt x="218" y="288"/>
                  <a:pt x="218" y="285"/>
                </a:cubicBezTo>
                <a:cubicBezTo>
                  <a:pt x="220" y="281"/>
                  <a:pt x="217" y="275"/>
                  <a:pt x="209" y="266"/>
                </a:cubicBezTo>
                <a:lnTo>
                  <a:pt x="151" y="182"/>
                </a:lnTo>
                <a:cubicBezTo>
                  <a:pt x="149" y="179"/>
                  <a:pt x="146" y="177"/>
                  <a:pt x="144" y="177"/>
                </a:cubicBezTo>
                <a:cubicBezTo>
                  <a:pt x="143" y="177"/>
                  <a:pt x="141" y="179"/>
                  <a:pt x="138" y="183"/>
                </a:cubicBezTo>
                <a:lnTo>
                  <a:pt x="75" y="271"/>
                </a:lnTo>
                <a:cubicBezTo>
                  <a:pt x="70" y="279"/>
                  <a:pt x="70" y="284"/>
                  <a:pt x="72" y="286"/>
                </a:cubicBezTo>
                <a:cubicBezTo>
                  <a:pt x="75" y="288"/>
                  <a:pt x="82" y="290"/>
                  <a:pt x="93" y="291"/>
                </a:cubicBezTo>
                <a:cubicBezTo>
                  <a:pt x="95" y="292"/>
                  <a:pt x="95" y="295"/>
                  <a:pt x="95" y="299"/>
                </a:cubicBezTo>
                <a:cubicBezTo>
                  <a:pt x="95" y="302"/>
                  <a:pt x="95" y="305"/>
                  <a:pt x="93" y="307"/>
                </a:cubicBezTo>
                <a:cubicBezTo>
                  <a:pt x="68" y="306"/>
                  <a:pt x="52" y="305"/>
                  <a:pt x="44" y="305"/>
                </a:cubicBezTo>
                <a:cubicBezTo>
                  <a:pt x="35" y="305"/>
                  <a:pt x="21" y="306"/>
                  <a:pt x="2" y="307"/>
                </a:cubicBezTo>
                <a:cubicBezTo>
                  <a:pt x="0" y="305"/>
                  <a:pt x="0" y="303"/>
                  <a:pt x="0" y="299"/>
                </a:cubicBezTo>
                <a:cubicBezTo>
                  <a:pt x="0" y="296"/>
                  <a:pt x="0" y="292"/>
                  <a:pt x="2" y="291"/>
                </a:cubicBezTo>
                <a:cubicBezTo>
                  <a:pt x="13" y="290"/>
                  <a:pt x="23" y="287"/>
                  <a:pt x="30" y="283"/>
                </a:cubicBezTo>
                <a:cubicBezTo>
                  <a:pt x="38" y="279"/>
                  <a:pt x="46" y="272"/>
                  <a:pt x="54" y="262"/>
                </a:cubicBezTo>
                <a:lnTo>
                  <a:pt x="124" y="168"/>
                </a:lnTo>
                <a:cubicBezTo>
                  <a:pt x="127" y="164"/>
                  <a:pt x="128" y="160"/>
                  <a:pt x="128" y="157"/>
                </a:cubicBezTo>
                <a:cubicBezTo>
                  <a:pt x="128" y="154"/>
                  <a:pt x="126" y="149"/>
                  <a:pt x="122" y="143"/>
                </a:cubicBezTo>
                <a:lnTo>
                  <a:pt x="55" y="47"/>
                </a:lnTo>
                <a:cubicBezTo>
                  <a:pt x="48" y="39"/>
                  <a:pt x="43" y="32"/>
                  <a:pt x="38" y="27"/>
                </a:cubicBezTo>
                <a:cubicBezTo>
                  <a:pt x="33" y="23"/>
                  <a:pt x="28" y="20"/>
                  <a:pt x="24" y="19"/>
                </a:cubicBezTo>
                <a:cubicBezTo>
                  <a:pt x="20" y="17"/>
                  <a:pt x="14" y="16"/>
                  <a:pt x="7" y="16"/>
                </a:cubicBezTo>
                <a:cubicBezTo>
                  <a:pt x="5" y="14"/>
                  <a:pt x="5" y="12"/>
                  <a:pt x="5" y="8"/>
                </a:cubicBezTo>
                <a:cubicBezTo>
                  <a:pt x="5" y="5"/>
                  <a:pt x="5" y="2"/>
                  <a:pt x="6" y="0"/>
                </a:cubicBezTo>
                <a:cubicBezTo>
                  <a:pt x="25" y="1"/>
                  <a:pt x="41" y="1"/>
                  <a:pt x="55" y="1"/>
                </a:cubicBezTo>
                <a:cubicBezTo>
                  <a:pt x="65" y="1"/>
                  <a:pt x="83" y="1"/>
                  <a:pt x="108" y="0"/>
                </a:cubicBezTo>
                <a:cubicBezTo>
                  <a:pt x="110" y="2"/>
                  <a:pt x="111" y="5"/>
                  <a:pt x="111" y="8"/>
                </a:cubicBezTo>
                <a:cubicBezTo>
                  <a:pt x="111" y="12"/>
                  <a:pt x="110" y="14"/>
                  <a:pt x="108" y="16"/>
                </a:cubicBezTo>
                <a:cubicBezTo>
                  <a:pt x="104" y="16"/>
                  <a:pt x="100" y="16"/>
                  <a:pt x="97" y="17"/>
                </a:cubicBezTo>
                <a:cubicBezTo>
                  <a:pt x="94" y="17"/>
                  <a:pt x="92" y="18"/>
                  <a:pt x="90" y="19"/>
                </a:cubicBezTo>
                <a:cubicBezTo>
                  <a:pt x="89" y="20"/>
                  <a:pt x="88" y="21"/>
                  <a:pt x="88" y="22"/>
                </a:cubicBezTo>
                <a:cubicBezTo>
                  <a:pt x="87" y="23"/>
                  <a:pt x="88" y="25"/>
                  <a:pt x="89" y="27"/>
                </a:cubicBezTo>
                <a:cubicBezTo>
                  <a:pt x="89" y="29"/>
                  <a:pt x="90" y="31"/>
                  <a:pt x="92" y="33"/>
                </a:cubicBezTo>
                <a:cubicBezTo>
                  <a:pt x="93" y="35"/>
                  <a:pt x="95" y="38"/>
                  <a:pt x="97" y="41"/>
                </a:cubicBezTo>
                <a:lnTo>
                  <a:pt x="149" y="118"/>
                </a:lnTo>
                <a:cubicBezTo>
                  <a:pt x="152" y="122"/>
                  <a:pt x="153" y="124"/>
                  <a:pt x="155" y="124"/>
                </a:cubicBezTo>
                <a:cubicBezTo>
                  <a:pt x="157" y="124"/>
                  <a:pt x="160" y="122"/>
                  <a:pt x="163" y="118"/>
                </a:cubicBezTo>
                <a:lnTo>
                  <a:pt x="220" y="36"/>
                </a:lnTo>
                <a:cubicBezTo>
                  <a:pt x="225" y="28"/>
                  <a:pt x="226" y="23"/>
                  <a:pt x="223" y="20"/>
                </a:cubicBezTo>
                <a:cubicBezTo>
                  <a:pt x="220" y="18"/>
                  <a:pt x="213" y="16"/>
                  <a:pt x="202" y="16"/>
                </a:cubicBezTo>
                <a:cubicBezTo>
                  <a:pt x="201" y="14"/>
                  <a:pt x="200" y="12"/>
                  <a:pt x="200" y="8"/>
                </a:cubicBezTo>
                <a:cubicBezTo>
                  <a:pt x="200" y="5"/>
                  <a:pt x="201" y="2"/>
                  <a:pt x="202" y="0"/>
                </a:cubicBezTo>
                <a:cubicBezTo>
                  <a:pt x="227" y="1"/>
                  <a:pt x="244" y="1"/>
                  <a:pt x="252" y="1"/>
                </a:cubicBezTo>
                <a:cubicBezTo>
                  <a:pt x="261" y="1"/>
                  <a:pt x="275" y="1"/>
                  <a:pt x="294" y="0"/>
                </a:cubicBezTo>
                <a:cubicBezTo>
                  <a:pt x="295" y="2"/>
                  <a:pt x="296" y="5"/>
                  <a:pt x="296" y="8"/>
                </a:cubicBezTo>
                <a:cubicBezTo>
                  <a:pt x="296" y="12"/>
                  <a:pt x="295" y="14"/>
                  <a:pt x="294" y="16"/>
                </a:cubicBezTo>
                <a:cubicBezTo>
                  <a:pt x="282" y="17"/>
                  <a:pt x="273" y="20"/>
                  <a:pt x="265" y="24"/>
                </a:cubicBezTo>
                <a:cubicBezTo>
                  <a:pt x="257" y="28"/>
                  <a:pt x="249" y="35"/>
                  <a:pt x="242" y="45"/>
                </a:cubicBezTo>
                <a:lnTo>
                  <a:pt x="177" y="128"/>
                </a:lnTo>
                <a:cubicBezTo>
                  <a:pt x="174" y="132"/>
                  <a:pt x="172" y="137"/>
                  <a:pt x="172" y="142"/>
                </a:cubicBezTo>
                <a:cubicBezTo>
                  <a:pt x="172" y="146"/>
                  <a:pt x="175" y="151"/>
                  <a:pt x="180" y="158"/>
                </a:cubicBezTo>
                <a:lnTo>
                  <a:pt x="252" y="2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540240" y="2265120"/>
            <a:ext cx="168120" cy="168480"/>
          </a:xfrm>
          <a:custGeom>
            <a:avLst/>
            <a:gdLst/>
            <a:ahLst/>
            <a:rect l="0" t="0" r="r" b="b"/>
            <a:pathLst>
              <a:path w="467" h="468">
                <a:moveTo>
                  <a:pt x="60" y="0"/>
                </a:moveTo>
                <a:lnTo>
                  <a:pt x="406" y="0"/>
                </a:lnTo>
                <a:cubicBezTo>
                  <a:pt x="440" y="0"/>
                  <a:pt x="467" y="13"/>
                  <a:pt x="467" y="29"/>
                </a:cubicBezTo>
                <a:lnTo>
                  <a:pt x="467" y="440"/>
                </a:lnTo>
                <a:cubicBezTo>
                  <a:pt x="467" y="456"/>
                  <a:pt x="440" y="468"/>
                  <a:pt x="406" y="468"/>
                </a:cubicBezTo>
                <a:lnTo>
                  <a:pt x="60" y="468"/>
                </a:lnTo>
                <a:cubicBezTo>
                  <a:pt x="27" y="468"/>
                  <a:pt x="0" y="456"/>
                  <a:pt x="0" y="440"/>
                </a:cubicBezTo>
                <a:lnTo>
                  <a:pt x="0" y="29"/>
                </a:lnTo>
                <a:cubicBezTo>
                  <a:pt x="0" y="13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540240" y="2265120"/>
            <a:ext cx="168120" cy="168480"/>
          </a:xfrm>
          <a:custGeom>
            <a:avLst/>
            <a:gdLst/>
            <a:ahLst/>
            <a:rect l="0" t="0" r="r" b="b"/>
            <a:pathLst>
              <a:path w="467" h="468">
                <a:moveTo>
                  <a:pt x="60" y="0"/>
                </a:moveTo>
                <a:lnTo>
                  <a:pt x="406" y="0"/>
                </a:lnTo>
                <a:cubicBezTo>
                  <a:pt x="440" y="0"/>
                  <a:pt x="467" y="13"/>
                  <a:pt x="467" y="29"/>
                </a:cubicBezTo>
                <a:lnTo>
                  <a:pt x="467" y="440"/>
                </a:lnTo>
                <a:cubicBezTo>
                  <a:pt x="467" y="456"/>
                  <a:pt x="440" y="468"/>
                  <a:pt x="406" y="468"/>
                </a:cubicBezTo>
                <a:lnTo>
                  <a:pt x="60" y="468"/>
                </a:lnTo>
                <a:cubicBezTo>
                  <a:pt x="27" y="468"/>
                  <a:pt x="0" y="456"/>
                  <a:pt x="0" y="440"/>
                </a:cubicBezTo>
                <a:lnTo>
                  <a:pt x="0" y="29"/>
                </a:lnTo>
                <a:cubicBezTo>
                  <a:pt x="0" y="13"/>
                  <a:pt x="27" y="0"/>
                  <a:pt x="60" y="0"/>
                </a:cubicBezTo>
                <a:close/>
              </a:path>
            </a:pathLst>
          </a:custGeom>
          <a:noFill/>
          <a:ln cap="rnd" w="18720">
            <a:solidFill>
              <a:srgbClr val="000000"/>
            </a:solidFill>
            <a:round/>
          </a:ln>
        </p:spPr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540240" y="2539440"/>
            <a:ext cx="168120" cy="168480"/>
          </a:xfrm>
          <a:custGeom>
            <a:avLst/>
            <a:gdLst/>
            <a:ahLst/>
            <a:rect l="0" t="0" r="r" b="b"/>
            <a:pathLst>
              <a:path w="467" h="468">
                <a:moveTo>
                  <a:pt x="60" y="0"/>
                </a:moveTo>
                <a:lnTo>
                  <a:pt x="406" y="0"/>
                </a:lnTo>
                <a:cubicBezTo>
                  <a:pt x="440" y="0"/>
                  <a:pt x="467" y="13"/>
                  <a:pt x="467" y="29"/>
                </a:cubicBezTo>
                <a:lnTo>
                  <a:pt x="467" y="440"/>
                </a:lnTo>
                <a:cubicBezTo>
                  <a:pt x="467" y="455"/>
                  <a:pt x="440" y="468"/>
                  <a:pt x="406" y="468"/>
                </a:cubicBezTo>
                <a:lnTo>
                  <a:pt x="60" y="468"/>
                </a:lnTo>
                <a:cubicBezTo>
                  <a:pt x="27" y="468"/>
                  <a:pt x="0" y="455"/>
                  <a:pt x="0" y="440"/>
                </a:cubicBezTo>
                <a:lnTo>
                  <a:pt x="0" y="29"/>
                </a:lnTo>
                <a:cubicBezTo>
                  <a:pt x="0" y="13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3540240" y="2539440"/>
            <a:ext cx="168120" cy="168480"/>
          </a:xfrm>
          <a:custGeom>
            <a:avLst/>
            <a:gdLst/>
            <a:ahLst/>
            <a:rect l="0" t="0" r="r" b="b"/>
            <a:pathLst>
              <a:path w="467" h="468">
                <a:moveTo>
                  <a:pt x="60" y="0"/>
                </a:moveTo>
                <a:lnTo>
                  <a:pt x="406" y="0"/>
                </a:lnTo>
                <a:cubicBezTo>
                  <a:pt x="440" y="0"/>
                  <a:pt x="467" y="13"/>
                  <a:pt x="467" y="29"/>
                </a:cubicBezTo>
                <a:lnTo>
                  <a:pt x="467" y="440"/>
                </a:lnTo>
                <a:cubicBezTo>
                  <a:pt x="467" y="455"/>
                  <a:pt x="440" y="468"/>
                  <a:pt x="406" y="468"/>
                </a:cubicBezTo>
                <a:lnTo>
                  <a:pt x="60" y="468"/>
                </a:lnTo>
                <a:cubicBezTo>
                  <a:pt x="27" y="468"/>
                  <a:pt x="0" y="455"/>
                  <a:pt x="0" y="440"/>
                </a:cubicBezTo>
                <a:lnTo>
                  <a:pt x="0" y="29"/>
                </a:lnTo>
                <a:cubicBezTo>
                  <a:pt x="0" y="13"/>
                  <a:pt x="27" y="0"/>
                  <a:pt x="60" y="0"/>
                </a:cubicBezTo>
                <a:close/>
              </a:path>
            </a:pathLst>
          </a:custGeom>
          <a:noFill/>
          <a:ln cap="rnd" w="18720">
            <a:solidFill>
              <a:srgbClr val="000000"/>
            </a:solidFill>
            <a:round/>
          </a:ln>
        </p:spPr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2704680" y="2539080"/>
            <a:ext cx="168120" cy="168480"/>
          </a:xfrm>
          <a:custGeom>
            <a:avLst/>
            <a:gdLst/>
            <a:ahLst/>
            <a:rect l="0" t="0" r="r" b="b"/>
            <a:pathLst>
              <a:path w="467" h="468">
                <a:moveTo>
                  <a:pt x="407" y="0"/>
                </a:moveTo>
                <a:cubicBezTo>
                  <a:pt x="440" y="0"/>
                  <a:pt x="467" y="12"/>
                  <a:pt x="467" y="28"/>
                </a:cubicBezTo>
                <a:lnTo>
                  <a:pt x="467" y="439"/>
                </a:lnTo>
                <a:cubicBezTo>
                  <a:pt x="467" y="455"/>
                  <a:pt x="440" y="468"/>
                  <a:pt x="407" y="468"/>
                </a:cubicBezTo>
                <a:lnTo>
                  <a:pt x="60" y="468"/>
                </a:lnTo>
                <a:cubicBezTo>
                  <a:pt x="27" y="468"/>
                  <a:pt x="0" y="455"/>
                  <a:pt x="0" y="439"/>
                </a:cubicBezTo>
                <a:lnTo>
                  <a:pt x="0" y="28"/>
                </a:lnTo>
                <a:cubicBezTo>
                  <a:pt x="0" y="12"/>
                  <a:pt x="27" y="0"/>
                  <a:pt x="60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2704680" y="2539080"/>
            <a:ext cx="168120" cy="168480"/>
          </a:xfrm>
          <a:custGeom>
            <a:avLst/>
            <a:gdLst/>
            <a:ahLst/>
            <a:rect l="0" t="0" r="r" b="b"/>
            <a:pathLst>
              <a:path w="467" h="468">
                <a:moveTo>
                  <a:pt x="60" y="0"/>
                </a:moveTo>
                <a:lnTo>
                  <a:pt x="407" y="0"/>
                </a:lnTo>
                <a:cubicBezTo>
                  <a:pt x="440" y="0"/>
                  <a:pt x="467" y="12"/>
                  <a:pt x="467" y="28"/>
                </a:cubicBezTo>
                <a:lnTo>
                  <a:pt x="467" y="439"/>
                </a:lnTo>
                <a:cubicBezTo>
                  <a:pt x="467" y="455"/>
                  <a:pt x="440" y="468"/>
                  <a:pt x="407" y="468"/>
                </a:cubicBezTo>
                <a:lnTo>
                  <a:pt x="60" y="468"/>
                </a:lnTo>
                <a:cubicBezTo>
                  <a:pt x="27" y="468"/>
                  <a:pt x="0" y="455"/>
                  <a:pt x="0" y="439"/>
                </a:cubicBezTo>
                <a:lnTo>
                  <a:pt x="0" y="28"/>
                </a:lnTo>
                <a:cubicBezTo>
                  <a:pt x="0" y="12"/>
                  <a:pt x="27" y="0"/>
                  <a:pt x="60" y="0"/>
                </a:cubicBezTo>
                <a:close/>
              </a:path>
            </a:pathLst>
          </a:custGeom>
          <a:noFill/>
          <a:ln cap="rnd" w="18720">
            <a:solidFill>
              <a:srgbClr val="000000"/>
            </a:solidFill>
            <a:round/>
          </a:ln>
        </p:spPr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2993400" y="1712880"/>
            <a:ext cx="168480" cy="168480"/>
          </a:xfrm>
          <a:custGeom>
            <a:avLst/>
            <a:gdLst/>
            <a:ahLst/>
            <a:rect l="0" t="0" r="r" b="b"/>
            <a:pathLst>
              <a:path w="468" h="468">
                <a:moveTo>
                  <a:pt x="60" y="0"/>
                </a:moveTo>
                <a:lnTo>
                  <a:pt x="407" y="0"/>
                </a:lnTo>
                <a:cubicBezTo>
                  <a:pt x="440" y="0"/>
                  <a:pt x="468" y="13"/>
                  <a:pt x="468" y="29"/>
                </a:cubicBezTo>
                <a:lnTo>
                  <a:pt x="468" y="440"/>
                </a:lnTo>
                <a:cubicBezTo>
                  <a:pt x="468" y="456"/>
                  <a:pt x="440" y="468"/>
                  <a:pt x="407" y="468"/>
                </a:cubicBezTo>
                <a:lnTo>
                  <a:pt x="60" y="468"/>
                </a:lnTo>
                <a:cubicBezTo>
                  <a:pt x="27" y="468"/>
                  <a:pt x="0" y="456"/>
                  <a:pt x="0" y="440"/>
                </a:cubicBezTo>
                <a:lnTo>
                  <a:pt x="0" y="29"/>
                </a:lnTo>
                <a:cubicBezTo>
                  <a:pt x="0" y="13"/>
                  <a:pt x="27" y="0"/>
                  <a:pt x="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2993400" y="1712880"/>
            <a:ext cx="168480" cy="168480"/>
          </a:xfrm>
          <a:custGeom>
            <a:avLst/>
            <a:gdLst/>
            <a:ahLst/>
            <a:rect l="0" t="0" r="r" b="b"/>
            <a:pathLst>
              <a:path w="468" h="468">
                <a:moveTo>
                  <a:pt x="60" y="0"/>
                </a:moveTo>
                <a:lnTo>
                  <a:pt x="407" y="0"/>
                </a:lnTo>
                <a:cubicBezTo>
                  <a:pt x="440" y="0"/>
                  <a:pt x="468" y="13"/>
                  <a:pt x="468" y="29"/>
                </a:cubicBezTo>
                <a:lnTo>
                  <a:pt x="468" y="440"/>
                </a:lnTo>
                <a:cubicBezTo>
                  <a:pt x="468" y="456"/>
                  <a:pt x="440" y="468"/>
                  <a:pt x="407" y="468"/>
                </a:cubicBezTo>
                <a:lnTo>
                  <a:pt x="60" y="468"/>
                </a:lnTo>
                <a:cubicBezTo>
                  <a:pt x="27" y="468"/>
                  <a:pt x="0" y="456"/>
                  <a:pt x="0" y="440"/>
                </a:cubicBezTo>
                <a:lnTo>
                  <a:pt x="0" y="29"/>
                </a:lnTo>
                <a:cubicBezTo>
                  <a:pt x="0" y="13"/>
                  <a:pt x="27" y="0"/>
                  <a:pt x="60" y="0"/>
                </a:cubicBezTo>
                <a:close/>
              </a:path>
            </a:pathLst>
          </a:custGeom>
          <a:noFill/>
          <a:ln cap="rnd" w="18720">
            <a:solidFill>
              <a:srgbClr val="000000"/>
            </a:solidFill>
            <a:round/>
          </a:ln>
        </p:spPr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2743200" y="2293560"/>
            <a:ext cx="926640" cy="385920"/>
          </a:xfrm>
          <a:custGeom>
            <a:avLst/>
            <a:gdLst/>
            <a:ahLst/>
            <a:rect l="0" t="0" r="r" b="b"/>
            <a:pathLst>
              <a:path w="2574" h="1072">
                <a:moveTo>
                  <a:pt x="2561" y="310"/>
                </a:moveTo>
                <a:cubicBezTo>
                  <a:pt x="2561" y="310"/>
                  <a:pt x="2541" y="310"/>
                  <a:pt x="2501" y="309"/>
                </a:cubicBezTo>
                <a:lnTo>
                  <a:pt x="2330" y="309"/>
                </a:lnTo>
                <a:cubicBezTo>
                  <a:pt x="2324" y="309"/>
                  <a:pt x="2321" y="307"/>
                  <a:pt x="2321" y="302"/>
                </a:cubicBezTo>
                <a:cubicBezTo>
                  <a:pt x="2321" y="298"/>
                  <a:pt x="2322" y="295"/>
                  <a:pt x="2325" y="291"/>
                </a:cubicBezTo>
                <a:cubicBezTo>
                  <a:pt x="2349" y="254"/>
                  <a:pt x="2381" y="209"/>
                  <a:pt x="2418" y="157"/>
                </a:cubicBezTo>
                <a:cubicBezTo>
                  <a:pt x="2456" y="104"/>
                  <a:pt x="2486" y="64"/>
                  <a:pt x="2508" y="35"/>
                </a:cubicBezTo>
                <a:cubicBezTo>
                  <a:pt x="2510" y="32"/>
                  <a:pt x="2511" y="29"/>
                  <a:pt x="2511" y="27"/>
                </a:cubicBezTo>
                <a:cubicBezTo>
                  <a:pt x="2511" y="24"/>
                  <a:pt x="2510" y="22"/>
                  <a:pt x="2507" y="22"/>
                </a:cubicBezTo>
                <a:lnTo>
                  <a:pt x="2407" y="24"/>
                </a:lnTo>
                <a:cubicBezTo>
                  <a:pt x="2390" y="25"/>
                  <a:pt x="2376" y="29"/>
                  <a:pt x="2366" y="37"/>
                </a:cubicBezTo>
                <a:cubicBezTo>
                  <a:pt x="2356" y="45"/>
                  <a:pt x="2349" y="58"/>
                  <a:pt x="2344" y="75"/>
                </a:cubicBezTo>
                <a:cubicBezTo>
                  <a:pt x="2340" y="75"/>
                  <a:pt x="2335" y="74"/>
                  <a:pt x="2330" y="72"/>
                </a:cubicBezTo>
                <a:cubicBezTo>
                  <a:pt x="2335" y="44"/>
                  <a:pt x="2339" y="20"/>
                  <a:pt x="2341" y="0"/>
                </a:cubicBezTo>
                <a:cubicBezTo>
                  <a:pt x="2371" y="3"/>
                  <a:pt x="2400" y="4"/>
                  <a:pt x="2426" y="4"/>
                </a:cubicBezTo>
                <a:lnTo>
                  <a:pt x="2530" y="4"/>
                </a:lnTo>
                <a:lnTo>
                  <a:pt x="2550" y="4"/>
                </a:lnTo>
                <a:cubicBezTo>
                  <a:pt x="2558" y="4"/>
                  <a:pt x="2563" y="3"/>
                  <a:pt x="2564" y="3"/>
                </a:cubicBezTo>
                <a:cubicBezTo>
                  <a:pt x="2568" y="3"/>
                  <a:pt x="2570" y="5"/>
                  <a:pt x="2570" y="8"/>
                </a:cubicBezTo>
                <a:cubicBezTo>
                  <a:pt x="2570" y="13"/>
                  <a:pt x="2567" y="20"/>
                  <a:pt x="2559" y="30"/>
                </a:cubicBezTo>
                <a:cubicBezTo>
                  <a:pt x="2510" y="93"/>
                  <a:pt x="2451" y="175"/>
                  <a:pt x="2382" y="276"/>
                </a:cubicBezTo>
                <a:cubicBezTo>
                  <a:pt x="2380" y="280"/>
                  <a:pt x="2379" y="283"/>
                  <a:pt x="2379" y="285"/>
                </a:cubicBezTo>
                <a:cubicBezTo>
                  <a:pt x="2379" y="290"/>
                  <a:pt x="2382" y="292"/>
                  <a:pt x="2390" y="291"/>
                </a:cubicBezTo>
                <a:lnTo>
                  <a:pt x="2481" y="290"/>
                </a:lnTo>
                <a:cubicBezTo>
                  <a:pt x="2491" y="289"/>
                  <a:pt x="2500" y="288"/>
                  <a:pt x="2508" y="285"/>
                </a:cubicBezTo>
                <a:cubicBezTo>
                  <a:pt x="2515" y="283"/>
                  <a:pt x="2522" y="280"/>
                  <a:pt x="2526" y="277"/>
                </a:cubicBezTo>
                <a:cubicBezTo>
                  <a:pt x="2531" y="275"/>
                  <a:pt x="2536" y="270"/>
                  <a:pt x="2540" y="264"/>
                </a:cubicBezTo>
                <a:cubicBezTo>
                  <a:pt x="2545" y="257"/>
                  <a:pt x="2548" y="252"/>
                  <a:pt x="2550" y="248"/>
                </a:cubicBezTo>
                <a:cubicBezTo>
                  <a:pt x="2553" y="244"/>
                  <a:pt x="2556" y="238"/>
                  <a:pt x="2559" y="229"/>
                </a:cubicBezTo>
                <a:cubicBezTo>
                  <a:pt x="2563" y="229"/>
                  <a:pt x="2568" y="230"/>
                  <a:pt x="2574" y="231"/>
                </a:cubicBezTo>
                <a:cubicBezTo>
                  <a:pt x="2567" y="258"/>
                  <a:pt x="2563" y="284"/>
                  <a:pt x="2561" y="310"/>
                </a:cubicBezTo>
                <a:moveTo>
                  <a:pt x="2561" y="1072"/>
                </a:moveTo>
                <a:cubicBezTo>
                  <a:pt x="2561" y="1072"/>
                  <a:pt x="2541" y="1072"/>
                  <a:pt x="2501" y="1071"/>
                </a:cubicBezTo>
                <a:lnTo>
                  <a:pt x="2330" y="1071"/>
                </a:lnTo>
                <a:cubicBezTo>
                  <a:pt x="2324" y="1071"/>
                  <a:pt x="2321" y="1068"/>
                  <a:pt x="2321" y="1064"/>
                </a:cubicBezTo>
                <a:cubicBezTo>
                  <a:pt x="2321" y="1060"/>
                  <a:pt x="2322" y="1057"/>
                  <a:pt x="2325" y="1053"/>
                </a:cubicBezTo>
                <a:cubicBezTo>
                  <a:pt x="2349" y="1016"/>
                  <a:pt x="2381" y="971"/>
                  <a:pt x="2418" y="918"/>
                </a:cubicBezTo>
                <a:cubicBezTo>
                  <a:pt x="2456" y="866"/>
                  <a:pt x="2486" y="825"/>
                  <a:pt x="2508" y="797"/>
                </a:cubicBezTo>
                <a:cubicBezTo>
                  <a:pt x="2510" y="793"/>
                  <a:pt x="2511" y="791"/>
                  <a:pt x="2511" y="788"/>
                </a:cubicBezTo>
                <a:cubicBezTo>
                  <a:pt x="2511" y="786"/>
                  <a:pt x="2510" y="784"/>
                  <a:pt x="2507" y="784"/>
                </a:cubicBezTo>
                <a:lnTo>
                  <a:pt x="2407" y="786"/>
                </a:lnTo>
                <a:cubicBezTo>
                  <a:pt x="2390" y="786"/>
                  <a:pt x="2376" y="791"/>
                  <a:pt x="2366" y="799"/>
                </a:cubicBezTo>
                <a:cubicBezTo>
                  <a:pt x="2356" y="807"/>
                  <a:pt x="2349" y="820"/>
                  <a:pt x="2344" y="836"/>
                </a:cubicBezTo>
                <a:cubicBezTo>
                  <a:pt x="2340" y="836"/>
                  <a:pt x="2335" y="835"/>
                  <a:pt x="2330" y="834"/>
                </a:cubicBezTo>
                <a:cubicBezTo>
                  <a:pt x="2335" y="806"/>
                  <a:pt x="2339" y="782"/>
                  <a:pt x="2341" y="762"/>
                </a:cubicBezTo>
                <a:cubicBezTo>
                  <a:pt x="2371" y="765"/>
                  <a:pt x="2400" y="766"/>
                  <a:pt x="2426" y="766"/>
                </a:cubicBezTo>
                <a:lnTo>
                  <a:pt x="2530" y="766"/>
                </a:lnTo>
                <a:lnTo>
                  <a:pt x="2550" y="766"/>
                </a:lnTo>
                <a:cubicBezTo>
                  <a:pt x="2558" y="765"/>
                  <a:pt x="2563" y="765"/>
                  <a:pt x="2564" y="765"/>
                </a:cubicBezTo>
                <a:cubicBezTo>
                  <a:pt x="2568" y="765"/>
                  <a:pt x="2570" y="767"/>
                  <a:pt x="2570" y="770"/>
                </a:cubicBezTo>
                <a:cubicBezTo>
                  <a:pt x="2570" y="775"/>
                  <a:pt x="2567" y="782"/>
                  <a:pt x="2559" y="792"/>
                </a:cubicBezTo>
                <a:cubicBezTo>
                  <a:pt x="2510" y="855"/>
                  <a:pt x="2451" y="937"/>
                  <a:pt x="2382" y="1037"/>
                </a:cubicBezTo>
                <a:cubicBezTo>
                  <a:pt x="2380" y="1042"/>
                  <a:pt x="2379" y="1045"/>
                  <a:pt x="2379" y="1046"/>
                </a:cubicBezTo>
                <a:cubicBezTo>
                  <a:pt x="2379" y="1051"/>
                  <a:pt x="2382" y="1054"/>
                  <a:pt x="2390" y="1053"/>
                </a:cubicBezTo>
                <a:lnTo>
                  <a:pt x="2481" y="1051"/>
                </a:lnTo>
                <a:cubicBezTo>
                  <a:pt x="2491" y="1051"/>
                  <a:pt x="2500" y="1049"/>
                  <a:pt x="2508" y="1047"/>
                </a:cubicBezTo>
                <a:cubicBezTo>
                  <a:pt x="2515" y="1045"/>
                  <a:pt x="2522" y="1042"/>
                  <a:pt x="2526" y="1039"/>
                </a:cubicBezTo>
                <a:cubicBezTo>
                  <a:pt x="2531" y="1036"/>
                  <a:pt x="2536" y="1032"/>
                  <a:pt x="2540" y="1026"/>
                </a:cubicBezTo>
                <a:cubicBezTo>
                  <a:pt x="2545" y="1019"/>
                  <a:pt x="2548" y="1014"/>
                  <a:pt x="2550" y="1010"/>
                </a:cubicBezTo>
                <a:cubicBezTo>
                  <a:pt x="2553" y="1006"/>
                  <a:pt x="2556" y="999"/>
                  <a:pt x="2559" y="991"/>
                </a:cubicBezTo>
                <a:cubicBezTo>
                  <a:pt x="2563" y="991"/>
                  <a:pt x="2568" y="992"/>
                  <a:pt x="2574" y="993"/>
                </a:cubicBezTo>
                <a:cubicBezTo>
                  <a:pt x="2567" y="1020"/>
                  <a:pt x="2563" y="1046"/>
                  <a:pt x="2561" y="1072"/>
                </a:cubicBezTo>
                <a:moveTo>
                  <a:pt x="180" y="1070"/>
                </a:moveTo>
                <a:lnTo>
                  <a:pt x="9" y="1070"/>
                </a:lnTo>
                <a:cubicBezTo>
                  <a:pt x="3" y="1070"/>
                  <a:pt x="0" y="1067"/>
                  <a:pt x="0" y="1062"/>
                </a:cubicBezTo>
                <a:cubicBezTo>
                  <a:pt x="0" y="1059"/>
                  <a:pt x="1" y="1055"/>
                  <a:pt x="4" y="1052"/>
                </a:cubicBezTo>
                <a:cubicBezTo>
                  <a:pt x="29" y="1014"/>
                  <a:pt x="60" y="970"/>
                  <a:pt x="98" y="917"/>
                </a:cubicBezTo>
                <a:cubicBezTo>
                  <a:pt x="135" y="864"/>
                  <a:pt x="165" y="824"/>
                  <a:pt x="187" y="796"/>
                </a:cubicBezTo>
                <a:cubicBezTo>
                  <a:pt x="189" y="792"/>
                  <a:pt x="191" y="789"/>
                  <a:pt x="191" y="787"/>
                </a:cubicBezTo>
                <a:cubicBezTo>
                  <a:pt x="191" y="784"/>
                  <a:pt x="189" y="783"/>
                  <a:pt x="186" y="783"/>
                </a:cubicBezTo>
                <a:lnTo>
                  <a:pt x="86" y="785"/>
                </a:lnTo>
                <a:cubicBezTo>
                  <a:pt x="69" y="785"/>
                  <a:pt x="56" y="790"/>
                  <a:pt x="45" y="798"/>
                </a:cubicBezTo>
                <a:cubicBezTo>
                  <a:pt x="36" y="806"/>
                  <a:pt x="28" y="818"/>
                  <a:pt x="23" y="835"/>
                </a:cubicBezTo>
                <a:cubicBezTo>
                  <a:pt x="19" y="835"/>
                  <a:pt x="14" y="834"/>
                  <a:pt x="9" y="833"/>
                </a:cubicBezTo>
                <a:cubicBezTo>
                  <a:pt x="14" y="805"/>
                  <a:pt x="18" y="781"/>
                  <a:pt x="20" y="761"/>
                </a:cubicBezTo>
                <a:cubicBezTo>
                  <a:pt x="51" y="763"/>
                  <a:pt x="79" y="765"/>
                  <a:pt x="105" y="765"/>
                </a:cubicBezTo>
                <a:lnTo>
                  <a:pt x="209" y="765"/>
                </a:lnTo>
                <a:lnTo>
                  <a:pt x="229" y="765"/>
                </a:lnTo>
                <a:cubicBezTo>
                  <a:pt x="237" y="764"/>
                  <a:pt x="242" y="764"/>
                  <a:pt x="243" y="764"/>
                </a:cubicBezTo>
                <a:cubicBezTo>
                  <a:pt x="247" y="764"/>
                  <a:pt x="249" y="766"/>
                  <a:pt x="249" y="769"/>
                </a:cubicBezTo>
                <a:cubicBezTo>
                  <a:pt x="249" y="773"/>
                  <a:pt x="246" y="781"/>
                  <a:pt x="238" y="790"/>
                </a:cubicBezTo>
                <a:cubicBezTo>
                  <a:pt x="189" y="854"/>
                  <a:pt x="130" y="936"/>
                  <a:pt x="61" y="1036"/>
                </a:cubicBezTo>
                <a:cubicBezTo>
                  <a:pt x="59" y="1041"/>
                  <a:pt x="58" y="1044"/>
                  <a:pt x="58" y="1045"/>
                </a:cubicBezTo>
                <a:cubicBezTo>
                  <a:pt x="58" y="1050"/>
                  <a:pt x="62" y="1052"/>
                  <a:pt x="69" y="1052"/>
                </a:cubicBezTo>
                <a:lnTo>
                  <a:pt x="161" y="1050"/>
                </a:lnTo>
                <a:cubicBezTo>
                  <a:pt x="170" y="1050"/>
                  <a:pt x="179" y="1048"/>
                  <a:pt x="187" y="1046"/>
                </a:cubicBezTo>
                <a:cubicBezTo>
                  <a:pt x="195" y="1043"/>
                  <a:pt x="201" y="1041"/>
                  <a:pt x="205" y="1038"/>
                </a:cubicBezTo>
                <a:cubicBezTo>
                  <a:pt x="210" y="1035"/>
                  <a:pt x="215" y="1030"/>
                  <a:pt x="219" y="1024"/>
                </a:cubicBezTo>
                <a:cubicBezTo>
                  <a:pt x="224" y="1018"/>
                  <a:pt x="227" y="1013"/>
                  <a:pt x="229" y="1008"/>
                </a:cubicBezTo>
                <a:cubicBezTo>
                  <a:pt x="232" y="1004"/>
                  <a:pt x="235" y="998"/>
                  <a:pt x="238" y="989"/>
                </a:cubicBezTo>
                <a:cubicBezTo>
                  <a:pt x="242" y="989"/>
                  <a:pt x="247" y="990"/>
                  <a:pt x="253" y="992"/>
                </a:cubicBezTo>
                <a:cubicBezTo>
                  <a:pt x="247" y="1019"/>
                  <a:pt x="242" y="1045"/>
                  <a:pt x="240" y="1071"/>
                </a:cubicBezTo>
                <a:cubicBezTo>
                  <a:pt x="240" y="1071"/>
                  <a:pt x="220" y="1070"/>
                  <a:pt x="180" y="10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3309480" y="2566800"/>
            <a:ext cx="113040" cy="113760"/>
          </a:xfrm>
          <a:custGeom>
            <a:avLst/>
            <a:gdLst/>
            <a:ahLst/>
            <a:rect l="0" t="0" r="r" b="b"/>
            <a:pathLst>
              <a:path w="314" h="316">
                <a:moveTo>
                  <a:pt x="314" y="158"/>
                </a:moveTo>
                <a:cubicBezTo>
                  <a:pt x="314" y="245"/>
                  <a:pt x="244" y="316"/>
                  <a:pt x="157" y="316"/>
                </a:cubicBezTo>
                <a:cubicBezTo>
                  <a:pt x="70" y="316"/>
                  <a:pt x="0" y="245"/>
                  <a:pt x="0" y="158"/>
                </a:cubicBezTo>
                <a:cubicBezTo>
                  <a:pt x="0" y="71"/>
                  <a:pt x="70" y="0"/>
                  <a:pt x="157" y="0"/>
                </a:cubicBezTo>
                <a:cubicBezTo>
                  <a:pt x="244" y="0"/>
                  <a:pt x="314" y="71"/>
                  <a:pt x="314" y="1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3309480" y="2292840"/>
            <a:ext cx="113040" cy="113400"/>
          </a:xfrm>
          <a:custGeom>
            <a:avLst/>
            <a:gdLst/>
            <a:ahLst/>
            <a:rect l="0" t="0" r="r" b="b"/>
            <a:pathLst>
              <a:path w="314" h="315">
                <a:moveTo>
                  <a:pt x="314" y="157"/>
                </a:moveTo>
                <a:cubicBezTo>
                  <a:pt x="314" y="245"/>
                  <a:pt x="244" y="315"/>
                  <a:pt x="157" y="315"/>
                </a:cubicBezTo>
                <a:cubicBezTo>
                  <a:pt x="70" y="315"/>
                  <a:pt x="0" y="245"/>
                  <a:pt x="0" y="157"/>
                </a:cubicBezTo>
                <a:cubicBezTo>
                  <a:pt x="0" y="70"/>
                  <a:pt x="70" y="0"/>
                  <a:pt x="157" y="0"/>
                </a:cubicBezTo>
                <a:cubicBezTo>
                  <a:pt x="244" y="0"/>
                  <a:pt x="314" y="70"/>
                  <a:pt x="314" y="15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366000" y="2367000"/>
            <a:ext cx="0" cy="22824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60840" bIns="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630880" y="3112560"/>
            <a:ext cx="1189440" cy="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-60840" bIns="-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2631240" y="3660840"/>
            <a:ext cx="1189080" cy="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-60840" bIns="-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690280" y="3565080"/>
            <a:ext cx="189720" cy="190440"/>
          </a:xfrm>
          <a:custGeom>
            <a:avLst/>
            <a:gdLst/>
            <a:ahLst/>
            <a:rect l="0" t="0" r="r" b="b"/>
            <a:pathLst>
              <a:path w="527" h="529">
                <a:moveTo>
                  <a:pt x="69" y="0"/>
                </a:moveTo>
                <a:lnTo>
                  <a:pt x="459" y="0"/>
                </a:lnTo>
                <a:cubicBezTo>
                  <a:pt x="497" y="0"/>
                  <a:pt x="527" y="15"/>
                  <a:pt x="527" y="32"/>
                </a:cubicBezTo>
                <a:lnTo>
                  <a:pt x="527" y="497"/>
                </a:lnTo>
                <a:cubicBezTo>
                  <a:pt x="527" y="514"/>
                  <a:pt x="497" y="529"/>
                  <a:pt x="459" y="529"/>
                </a:cubicBezTo>
                <a:lnTo>
                  <a:pt x="69" y="529"/>
                </a:lnTo>
                <a:cubicBezTo>
                  <a:pt x="31" y="529"/>
                  <a:pt x="0" y="514"/>
                  <a:pt x="0" y="497"/>
                </a:cubicBezTo>
                <a:lnTo>
                  <a:pt x="0" y="32"/>
                </a:lnTo>
                <a:cubicBezTo>
                  <a:pt x="0" y="15"/>
                  <a:pt x="31" y="0"/>
                  <a:pt x="6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690280" y="3565080"/>
            <a:ext cx="189720" cy="190440"/>
          </a:xfrm>
          <a:custGeom>
            <a:avLst/>
            <a:gdLst/>
            <a:ahLst/>
            <a:rect l="0" t="0" r="r" b="b"/>
            <a:pathLst>
              <a:path w="527" h="529">
                <a:moveTo>
                  <a:pt x="69" y="0"/>
                </a:moveTo>
                <a:lnTo>
                  <a:pt x="459" y="0"/>
                </a:lnTo>
                <a:cubicBezTo>
                  <a:pt x="497" y="0"/>
                  <a:pt x="527" y="15"/>
                  <a:pt x="527" y="32"/>
                </a:cubicBezTo>
                <a:lnTo>
                  <a:pt x="527" y="497"/>
                </a:lnTo>
                <a:cubicBezTo>
                  <a:pt x="527" y="514"/>
                  <a:pt x="497" y="529"/>
                  <a:pt x="459" y="529"/>
                </a:cubicBezTo>
                <a:lnTo>
                  <a:pt x="69" y="529"/>
                </a:lnTo>
                <a:cubicBezTo>
                  <a:pt x="31" y="529"/>
                  <a:pt x="0" y="514"/>
                  <a:pt x="0" y="497"/>
                </a:cubicBezTo>
                <a:lnTo>
                  <a:pt x="0" y="32"/>
                </a:lnTo>
                <a:cubicBezTo>
                  <a:pt x="0" y="15"/>
                  <a:pt x="31" y="0"/>
                  <a:pt x="69" y="0"/>
                </a:cubicBezTo>
                <a:close/>
              </a:path>
            </a:pathLst>
          </a:custGeom>
          <a:noFill/>
          <a:ln cap="rnd" w="21240">
            <a:solidFill>
              <a:srgbClr val="000000"/>
            </a:solidFill>
            <a:round/>
          </a:ln>
        </p:spPr>
        <p:txBody>
          <a:bodyPr lIns="100440" rIns="100440" tIns="55440" bIns="55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2739600" y="3604680"/>
            <a:ext cx="91080" cy="111240"/>
          </a:xfrm>
          <a:custGeom>
            <a:avLst/>
            <a:gdLst/>
            <a:ahLst/>
            <a:rect l="0" t="0" r="r" b="b"/>
            <a:pathLst>
              <a:path w="253" h="309">
                <a:moveTo>
                  <a:pt x="241" y="309"/>
                </a:moveTo>
                <a:cubicBezTo>
                  <a:pt x="240" y="309"/>
                  <a:pt x="220" y="309"/>
                  <a:pt x="181" y="308"/>
                </a:cubicBezTo>
                <a:lnTo>
                  <a:pt x="9" y="308"/>
                </a:lnTo>
                <a:cubicBezTo>
                  <a:pt x="3" y="308"/>
                  <a:pt x="0" y="306"/>
                  <a:pt x="0" y="301"/>
                </a:cubicBezTo>
                <a:cubicBezTo>
                  <a:pt x="0" y="297"/>
                  <a:pt x="2" y="294"/>
                  <a:pt x="4" y="290"/>
                </a:cubicBezTo>
                <a:cubicBezTo>
                  <a:pt x="29" y="253"/>
                  <a:pt x="60" y="208"/>
                  <a:pt x="98" y="156"/>
                </a:cubicBezTo>
                <a:cubicBezTo>
                  <a:pt x="135" y="103"/>
                  <a:pt x="165" y="63"/>
                  <a:pt x="187" y="35"/>
                </a:cubicBezTo>
                <a:cubicBezTo>
                  <a:pt x="190" y="31"/>
                  <a:pt x="191" y="28"/>
                  <a:pt x="191" y="26"/>
                </a:cubicBezTo>
                <a:cubicBezTo>
                  <a:pt x="191" y="24"/>
                  <a:pt x="189" y="22"/>
                  <a:pt x="186" y="22"/>
                </a:cubicBezTo>
                <a:lnTo>
                  <a:pt x="87" y="24"/>
                </a:lnTo>
                <a:cubicBezTo>
                  <a:pt x="70" y="24"/>
                  <a:pt x="56" y="29"/>
                  <a:pt x="46" y="37"/>
                </a:cubicBezTo>
                <a:cubicBezTo>
                  <a:pt x="36" y="45"/>
                  <a:pt x="29" y="57"/>
                  <a:pt x="24" y="74"/>
                </a:cubicBezTo>
                <a:cubicBezTo>
                  <a:pt x="20" y="74"/>
                  <a:pt x="15" y="73"/>
                  <a:pt x="10" y="72"/>
                </a:cubicBezTo>
                <a:cubicBezTo>
                  <a:pt x="15" y="44"/>
                  <a:pt x="18" y="20"/>
                  <a:pt x="20" y="0"/>
                </a:cubicBezTo>
                <a:cubicBezTo>
                  <a:pt x="51" y="2"/>
                  <a:pt x="79" y="4"/>
                  <a:pt x="105" y="4"/>
                </a:cubicBezTo>
                <a:lnTo>
                  <a:pt x="209" y="4"/>
                </a:lnTo>
                <a:cubicBezTo>
                  <a:pt x="215" y="4"/>
                  <a:pt x="221" y="4"/>
                  <a:pt x="230" y="4"/>
                </a:cubicBezTo>
                <a:cubicBezTo>
                  <a:pt x="238" y="3"/>
                  <a:pt x="242" y="3"/>
                  <a:pt x="244" y="3"/>
                </a:cubicBezTo>
                <a:cubicBezTo>
                  <a:pt x="248" y="3"/>
                  <a:pt x="250" y="5"/>
                  <a:pt x="250" y="8"/>
                </a:cubicBezTo>
                <a:cubicBezTo>
                  <a:pt x="250" y="13"/>
                  <a:pt x="246" y="20"/>
                  <a:pt x="239" y="29"/>
                </a:cubicBezTo>
                <a:cubicBezTo>
                  <a:pt x="190" y="93"/>
                  <a:pt x="131" y="174"/>
                  <a:pt x="62" y="274"/>
                </a:cubicBezTo>
                <a:cubicBezTo>
                  <a:pt x="59" y="279"/>
                  <a:pt x="58" y="282"/>
                  <a:pt x="58" y="284"/>
                </a:cubicBezTo>
                <a:cubicBezTo>
                  <a:pt x="58" y="289"/>
                  <a:pt x="62" y="291"/>
                  <a:pt x="70" y="290"/>
                </a:cubicBezTo>
                <a:lnTo>
                  <a:pt x="161" y="289"/>
                </a:lnTo>
                <a:cubicBezTo>
                  <a:pt x="171" y="288"/>
                  <a:pt x="180" y="287"/>
                  <a:pt x="187" y="284"/>
                </a:cubicBezTo>
                <a:cubicBezTo>
                  <a:pt x="195" y="282"/>
                  <a:pt x="201" y="279"/>
                  <a:pt x="206" y="276"/>
                </a:cubicBezTo>
                <a:cubicBezTo>
                  <a:pt x="211" y="274"/>
                  <a:pt x="215" y="269"/>
                  <a:pt x="220" y="263"/>
                </a:cubicBezTo>
                <a:cubicBezTo>
                  <a:pt x="224" y="256"/>
                  <a:pt x="227" y="251"/>
                  <a:pt x="230" y="247"/>
                </a:cubicBezTo>
                <a:cubicBezTo>
                  <a:pt x="232" y="243"/>
                  <a:pt x="235" y="236"/>
                  <a:pt x="239" y="228"/>
                </a:cubicBezTo>
                <a:cubicBezTo>
                  <a:pt x="243" y="228"/>
                  <a:pt x="248" y="229"/>
                  <a:pt x="253" y="230"/>
                </a:cubicBezTo>
                <a:cubicBezTo>
                  <a:pt x="247" y="257"/>
                  <a:pt x="243" y="283"/>
                  <a:pt x="241" y="30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724840" y="3055680"/>
            <a:ext cx="113400" cy="113400"/>
          </a:xfrm>
          <a:custGeom>
            <a:avLst/>
            <a:gdLst/>
            <a:ahLst/>
            <a:rect l="0" t="0" r="r" b="b"/>
            <a:pathLst>
              <a:path w="315" h="315">
                <a:moveTo>
                  <a:pt x="315" y="158"/>
                </a:moveTo>
                <a:cubicBezTo>
                  <a:pt x="315" y="245"/>
                  <a:pt x="244" y="315"/>
                  <a:pt x="158" y="315"/>
                </a:cubicBezTo>
                <a:cubicBezTo>
                  <a:pt x="71" y="315"/>
                  <a:pt x="0" y="245"/>
                  <a:pt x="0" y="158"/>
                </a:cubicBezTo>
                <a:cubicBezTo>
                  <a:pt x="0" y="71"/>
                  <a:pt x="71" y="0"/>
                  <a:pt x="158" y="0"/>
                </a:cubicBezTo>
                <a:cubicBezTo>
                  <a:pt x="244" y="0"/>
                  <a:pt x="315" y="71"/>
                  <a:pt x="315" y="1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2724840" y="3330000"/>
            <a:ext cx="113400" cy="113400"/>
          </a:xfrm>
          <a:custGeom>
            <a:avLst/>
            <a:gdLst/>
            <a:ahLst/>
            <a:rect l="0" t="0" r="r" b="b"/>
            <a:pathLst>
              <a:path w="315" h="315">
                <a:moveTo>
                  <a:pt x="315" y="157"/>
                </a:moveTo>
                <a:cubicBezTo>
                  <a:pt x="315" y="244"/>
                  <a:pt x="244" y="315"/>
                  <a:pt x="158" y="315"/>
                </a:cubicBezTo>
                <a:cubicBezTo>
                  <a:pt x="71" y="315"/>
                  <a:pt x="0" y="244"/>
                  <a:pt x="0" y="157"/>
                </a:cubicBezTo>
                <a:cubicBezTo>
                  <a:pt x="0" y="70"/>
                  <a:pt x="71" y="0"/>
                  <a:pt x="158" y="0"/>
                </a:cubicBezTo>
                <a:cubicBezTo>
                  <a:pt x="244" y="0"/>
                  <a:pt x="315" y="70"/>
                  <a:pt x="315" y="15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781720" y="3112560"/>
            <a:ext cx="0" cy="24084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60840" bIns="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607200" y="3603960"/>
            <a:ext cx="113400" cy="113400"/>
          </a:xfrm>
          <a:custGeom>
            <a:avLst/>
            <a:gdLst/>
            <a:ahLst/>
            <a:rect l="0" t="0" r="r" b="b"/>
            <a:pathLst>
              <a:path w="315" h="315">
                <a:moveTo>
                  <a:pt x="315" y="158"/>
                </a:moveTo>
                <a:cubicBezTo>
                  <a:pt x="315" y="245"/>
                  <a:pt x="244" y="315"/>
                  <a:pt x="157" y="315"/>
                </a:cubicBezTo>
                <a:cubicBezTo>
                  <a:pt x="71" y="315"/>
                  <a:pt x="0" y="245"/>
                  <a:pt x="0" y="158"/>
                </a:cubicBezTo>
                <a:cubicBezTo>
                  <a:pt x="0" y="71"/>
                  <a:pt x="71" y="0"/>
                  <a:pt x="157" y="0"/>
                </a:cubicBezTo>
                <a:cubicBezTo>
                  <a:pt x="244" y="0"/>
                  <a:pt x="315" y="71"/>
                  <a:pt x="315" y="15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3607200" y="3330000"/>
            <a:ext cx="113400" cy="113400"/>
          </a:xfrm>
          <a:custGeom>
            <a:avLst/>
            <a:gdLst/>
            <a:ahLst/>
            <a:rect l="0" t="0" r="r" b="b"/>
            <a:pathLst>
              <a:path w="315" h="315">
                <a:moveTo>
                  <a:pt x="315" y="157"/>
                </a:moveTo>
                <a:cubicBezTo>
                  <a:pt x="315" y="244"/>
                  <a:pt x="244" y="315"/>
                  <a:pt x="157" y="315"/>
                </a:cubicBezTo>
                <a:cubicBezTo>
                  <a:pt x="71" y="315"/>
                  <a:pt x="0" y="244"/>
                  <a:pt x="0" y="157"/>
                </a:cubicBezTo>
                <a:cubicBezTo>
                  <a:pt x="0" y="70"/>
                  <a:pt x="71" y="0"/>
                  <a:pt x="157" y="0"/>
                </a:cubicBezTo>
                <a:cubicBezTo>
                  <a:pt x="244" y="0"/>
                  <a:pt x="315" y="70"/>
                  <a:pt x="315" y="15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664080" y="3404160"/>
            <a:ext cx="0" cy="228240"/>
          </a:xfrm>
          <a:prstGeom prst="line">
            <a:avLst/>
          </a:prstGeom>
          <a:ln cap="rnd" w="32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840" rIns="105840" tIns="60840" bIns="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519200" y="402912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519200" y="402912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noFill/>
          <a:ln cap="rnd" w="10800">
            <a:solidFill>
              <a:srgbClr val="000000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576800" y="4060080"/>
            <a:ext cx="49320" cy="104040"/>
          </a:xfrm>
          <a:custGeom>
            <a:avLst/>
            <a:gdLst/>
            <a:ahLst/>
            <a:rect l="0" t="0" r="r" b="b"/>
            <a:pathLst>
              <a:path w="137" h="289">
                <a:moveTo>
                  <a:pt x="94" y="230"/>
                </a:moveTo>
                <a:cubicBezTo>
                  <a:pt x="94" y="249"/>
                  <a:pt x="97" y="260"/>
                  <a:pt x="101" y="265"/>
                </a:cubicBezTo>
                <a:cubicBezTo>
                  <a:pt x="106" y="269"/>
                  <a:pt x="117" y="272"/>
                  <a:pt x="135" y="273"/>
                </a:cubicBezTo>
                <a:cubicBezTo>
                  <a:pt x="136" y="274"/>
                  <a:pt x="137" y="277"/>
                  <a:pt x="137" y="281"/>
                </a:cubicBezTo>
                <a:cubicBezTo>
                  <a:pt x="137" y="284"/>
                  <a:pt x="136" y="287"/>
                  <a:pt x="135" y="289"/>
                </a:cubicBezTo>
                <a:cubicBezTo>
                  <a:pt x="103" y="288"/>
                  <a:pt x="84" y="287"/>
                  <a:pt x="78" y="287"/>
                </a:cubicBezTo>
                <a:cubicBezTo>
                  <a:pt x="65" y="287"/>
                  <a:pt x="43" y="288"/>
                  <a:pt x="12" y="289"/>
                </a:cubicBezTo>
                <a:cubicBezTo>
                  <a:pt x="10" y="287"/>
                  <a:pt x="10" y="284"/>
                  <a:pt x="10" y="281"/>
                </a:cubicBezTo>
                <a:cubicBezTo>
                  <a:pt x="10" y="277"/>
                  <a:pt x="10" y="274"/>
                  <a:pt x="12" y="273"/>
                </a:cubicBezTo>
                <a:cubicBezTo>
                  <a:pt x="30" y="272"/>
                  <a:pt x="42" y="270"/>
                  <a:pt x="48" y="265"/>
                </a:cubicBezTo>
                <a:cubicBezTo>
                  <a:pt x="55" y="260"/>
                  <a:pt x="58" y="248"/>
                  <a:pt x="58" y="230"/>
                </a:cubicBezTo>
                <a:lnTo>
                  <a:pt x="58" y="75"/>
                </a:lnTo>
                <a:cubicBezTo>
                  <a:pt x="58" y="57"/>
                  <a:pt x="55" y="48"/>
                  <a:pt x="48" y="48"/>
                </a:cubicBezTo>
                <a:cubicBezTo>
                  <a:pt x="40" y="48"/>
                  <a:pt x="26" y="52"/>
                  <a:pt x="7" y="60"/>
                </a:cubicBezTo>
                <a:cubicBezTo>
                  <a:pt x="4" y="58"/>
                  <a:pt x="1" y="53"/>
                  <a:pt x="0" y="47"/>
                </a:cubicBezTo>
                <a:cubicBezTo>
                  <a:pt x="44" y="27"/>
                  <a:pt x="75" y="11"/>
                  <a:pt x="93" y="0"/>
                </a:cubicBezTo>
                <a:cubicBezTo>
                  <a:pt x="95" y="0"/>
                  <a:pt x="96" y="1"/>
                  <a:pt x="96" y="2"/>
                </a:cubicBezTo>
                <a:cubicBezTo>
                  <a:pt x="95" y="9"/>
                  <a:pt x="94" y="30"/>
                  <a:pt x="94" y="66"/>
                </a:cubicBezTo>
                <a:lnTo>
                  <a:pt x="94" y="230"/>
                </a:lnTo>
                <a:close/>
              </a:path>
            </a:pathLst>
          </a:custGeom>
          <a:solidFill>
            <a:srgbClr val="00000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450960" y="4032720"/>
            <a:ext cx="165240" cy="165600"/>
          </a:xfrm>
          <a:custGeom>
            <a:avLst/>
            <a:gdLst/>
            <a:ahLst/>
            <a:rect l="0" t="0" r="r" b="b"/>
            <a:pathLst>
              <a:path w="459" h="460">
                <a:moveTo>
                  <a:pt x="459" y="230"/>
                </a:moveTo>
                <a:cubicBezTo>
                  <a:pt x="459" y="357"/>
                  <a:pt x="357" y="460"/>
                  <a:pt x="230" y="460"/>
                </a:cubicBezTo>
                <a:cubicBezTo>
                  <a:pt x="103" y="460"/>
                  <a:pt x="0" y="357"/>
                  <a:pt x="0" y="230"/>
                </a:cubicBezTo>
                <a:cubicBezTo>
                  <a:pt x="0" y="103"/>
                  <a:pt x="103" y="0"/>
                  <a:pt x="230" y="0"/>
                </a:cubicBezTo>
                <a:cubicBezTo>
                  <a:pt x="357" y="0"/>
                  <a:pt x="459" y="103"/>
                  <a:pt x="459" y="230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450960" y="4032720"/>
            <a:ext cx="165240" cy="165600"/>
          </a:xfrm>
          <a:custGeom>
            <a:avLst/>
            <a:gdLst/>
            <a:ahLst/>
            <a:rect l="0" t="0" r="r" b="b"/>
            <a:pathLst>
              <a:path w="459" h="460">
                <a:moveTo>
                  <a:pt x="459" y="230"/>
                </a:moveTo>
                <a:cubicBezTo>
                  <a:pt x="459" y="357"/>
                  <a:pt x="357" y="460"/>
                  <a:pt x="230" y="460"/>
                </a:cubicBezTo>
                <a:cubicBezTo>
                  <a:pt x="103" y="460"/>
                  <a:pt x="0" y="357"/>
                  <a:pt x="0" y="230"/>
                </a:cubicBezTo>
                <a:cubicBezTo>
                  <a:pt x="0" y="103"/>
                  <a:pt x="103" y="0"/>
                  <a:pt x="230" y="0"/>
                </a:cubicBezTo>
                <a:cubicBezTo>
                  <a:pt x="357" y="0"/>
                  <a:pt x="459" y="103"/>
                  <a:pt x="459" y="230"/>
                </a:cubicBezTo>
                <a:close/>
              </a:path>
            </a:pathLst>
          </a:custGeom>
          <a:noFill/>
          <a:ln cap="rnd" w="10800">
            <a:solidFill>
              <a:srgbClr val="000000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502800" y="4063320"/>
            <a:ext cx="61200" cy="104400"/>
          </a:xfrm>
          <a:custGeom>
            <a:avLst/>
            <a:gdLst/>
            <a:ahLst/>
            <a:rect l="0" t="0" r="r" b="b"/>
            <a:pathLst>
              <a:path w="170" h="290">
                <a:moveTo>
                  <a:pt x="28" y="22"/>
                </a:moveTo>
                <a:cubicBezTo>
                  <a:pt x="44" y="7"/>
                  <a:pt x="64" y="0"/>
                  <a:pt x="89" y="0"/>
                </a:cubicBezTo>
                <a:cubicBezTo>
                  <a:pt x="110" y="0"/>
                  <a:pt x="129" y="6"/>
                  <a:pt x="144" y="18"/>
                </a:cubicBezTo>
                <a:cubicBezTo>
                  <a:pt x="160" y="30"/>
                  <a:pt x="168" y="48"/>
                  <a:pt x="168" y="72"/>
                </a:cubicBezTo>
                <a:cubicBezTo>
                  <a:pt x="168" y="83"/>
                  <a:pt x="166" y="94"/>
                  <a:pt x="161" y="104"/>
                </a:cubicBezTo>
                <a:cubicBezTo>
                  <a:pt x="156" y="114"/>
                  <a:pt x="151" y="123"/>
                  <a:pt x="146" y="129"/>
                </a:cubicBezTo>
                <a:cubicBezTo>
                  <a:pt x="140" y="135"/>
                  <a:pt x="132" y="144"/>
                  <a:pt x="121" y="154"/>
                </a:cubicBezTo>
                <a:lnTo>
                  <a:pt x="74" y="200"/>
                </a:lnTo>
                <a:cubicBezTo>
                  <a:pt x="51" y="224"/>
                  <a:pt x="39" y="243"/>
                  <a:pt x="39" y="258"/>
                </a:cubicBezTo>
                <a:lnTo>
                  <a:pt x="123" y="258"/>
                </a:lnTo>
                <a:cubicBezTo>
                  <a:pt x="131" y="258"/>
                  <a:pt x="138" y="255"/>
                  <a:pt x="143" y="248"/>
                </a:cubicBezTo>
                <a:cubicBezTo>
                  <a:pt x="148" y="241"/>
                  <a:pt x="152" y="229"/>
                  <a:pt x="155" y="212"/>
                </a:cubicBezTo>
                <a:cubicBezTo>
                  <a:pt x="162" y="211"/>
                  <a:pt x="166" y="212"/>
                  <a:pt x="170" y="215"/>
                </a:cubicBezTo>
                <a:cubicBezTo>
                  <a:pt x="169" y="237"/>
                  <a:pt x="165" y="262"/>
                  <a:pt x="159" y="290"/>
                </a:cubicBezTo>
                <a:cubicBezTo>
                  <a:pt x="144" y="289"/>
                  <a:pt x="131" y="288"/>
                  <a:pt x="121" y="288"/>
                </a:cubicBezTo>
                <a:lnTo>
                  <a:pt x="39" y="288"/>
                </a:lnTo>
                <a:lnTo>
                  <a:pt x="0" y="290"/>
                </a:lnTo>
                <a:cubicBezTo>
                  <a:pt x="0" y="275"/>
                  <a:pt x="3" y="260"/>
                  <a:pt x="10" y="246"/>
                </a:cubicBezTo>
                <a:cubicBezTo>
                  <a:pt x="18" y="232"/>
                  <a:pt x="32" y="214"/>
                  <a:pt x="54" y="192"/>
                </a:cubicBezTo>
                <a:lnTo>
                  <a:pt x="89" y="157"/>
                </a:lnTo>
                <a:cubicBezTo>
                  <a:pt x="114" y="131"/>
                  <a:pt x="127" y="103"/>
                  <a:pt x="127" y="73"/>
                </a:cubicBezTo>
                <a:cubicBezTo>
                  <a:pt x="127" y="53"/>
                  <a:pt x="123" y="38"/>
                  <a:pt x="114" y="30"/>
                </a:cubicBezTo>
                <a:cubicBezTo>
                  <a:pt x="106" y="21"/>
                  <a:pt x="97" y="16"/>
                  <a:pt x="86" y="16"/>
                </a:cubicBezTo>
                <a:cubicBezTo>
                  <a:pt x="70" y="16"/>
                  <a:pt x="58" y="19"/>
                  <a:pt x="51" y="26"/>
                </a:cubicBezTo>
                <a:cubicBezTo>
                  <a:pt x="43" y="31"/>
                  <a:pt x="40" y="38"/>
                  <a:pt x="40" y="45"/>
                </a:cubicBezTo>
                <a:cubicBezTo>
                  <a:pt x="40" y="47"/>
                  <a:pt x="40" y="49"/>
                  <a:pt x="42" y="52"/>
                </a:cubicBezTo>
                <a:cubicBezTo>
                  <a:pt x="43" y="55"/>
                  <a:pt x="43" y="57"/>
                  <a:pt x="43" y="57"/>
                </a:cubicBezTo>
                <a:cubicBezTo>
                  <a:pt x="45" y="61"/>
                  <a:pt x="45" y="64"/>
                  <a:pt x="45" y="67"/>
                </a:cubicBezTo>
                <a:cubicBezTo>
                  <a:pt x="45" y="71"/>
                  <a:pt x="42" y="76"/>
                  <a:pt x="37" y="80"/>
                </a:cubicBezTo>
                <a:cubicBezTo>
                  <a:pt x="32" y="84"/>
                  <a:pt x="28" y="86"/>
                  <a:pt x="23" y="86"/>
                </a:cubicBezTo>
                <a:cubicBezTo>
                  <a:pt x="18" y="86"/>
                  <a:pt x="13" y="84"/>
                  <a:pt x="10" y="80"/>
                </a:cubicBezTo>
                <a:cubicBezTo>
                  <a:pt x="6" y="76"/>
                  <a:pt x="4" y="72"/>
                  <a:pt x="4" y="67"/>
                </a:cubicBezTo>
                <a:cubicBezTo>
                  <a:pt x="4" y="51"/>
                  <a:pt x="12" y="36"/>
                  <a:pt x="28" y="22"/>
                </a:cubicBezTo>
                <a:close/>
              </a:path>
            </a:pathLst>
          </a:custGeom>
          <a:solidFill>
            <a:srgbClr val="00000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208480" y="4047480"/>
            <a:ext cx="165240" cy="165600"/>
          </a:xfrm>
          <a:custGeom>
            <a:avLst/>
            <a:gdLst/>
            <a:ahLst/>
            <a:rect l="0" t="0" r="r" b="b"/>
            <a:pathLst>
              <a:path w="459" h="460">
                <a:moveTo>
                  <a:pt x="459" y="230"/>
                </a:moveTo>
                <a:cubicBezTo>
                  <a:pt x="459" y="357"/>
                  <a:pt x="356" y="460"/>
                  <a:pt x="230" y="460"/>
                </a:cubicBezTo>
                <a:cubicBezTo>
                  <a:pt x="103" y="460"/>
                  <a:pt x="0" y="357"/>
                  <a:pt x="0" y="230"/>
                </a:cubicBezTo>
                <a:cubicBezTo>
                  <a:pt x="0" y="103"/>
                  <a:pt x="104" y="0"/>
                  <a:pt x="230" y="0"/>
                </a:cubicBezTo>
                <a:cubicBezTo>
                  <a:pt x="357" y="0"/>
                  <a:pt x="459" y="103"/>
                  <a:pt x="459" y="230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208480" y="4047480"/>
            <a:ext cx="165240" cy="165600"/>
          </a:xfrm>
          <a:custGeom>
            <a:avLst/>
            <a:gdLst/>
            <a:ahLst/>
            <a:rect l="0" t="0" r="r" b="b"/>
            <a:pathLst>
              <a:path w="459" h="460">
                <a:moveTo>
                  <a:pt x="459" y="230"/>
                </a:moveTo>
                <a:cubicBezTo>
                  <a:pt x="459" y="357"/>
                  <a:pt x="356" y="460"/>
                  <a:pt x="230" y="460"/>
                </a:cubicBezTo>
                <a:cubicBezTo>
                  <a:pt x="103" y="460"/>
                  <a:pt x="0" y="357"/>
                  <a:pt x="0" y="230"/>
                </a:cubicBezTo>
                <a:cubicBezTo>
                  <a:pt x="0" y="103"/>
                  <a:pt x="104" y="0"/>
                  <a:pt x="230" y="0"/>
                </a:cubicBezTo>
                <a:cubicBezTo>
                  <a:pt x="357" y="0"/>
                  <a:pt x="459" y="103"/>
                  <a:pt x="459" y="230"/>
                </a:cubicBezTo>
                <a:close/>
              </a:path>
            </a:pathLst>
          </a:custGeom>
          <a:noFill/>
          <a:ln cap="rnd" w="10800">
            <a:solidFill>
              <a:srgbClr val="000000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258880" y="4078080"/>
            <a:ext cx="62640" cy="105840"/>
          </a:xfrm>
          <a:custGeom>
            <a:avLst/>
            <a:gdLst/>
            <a:ahLst/>
            <a:rect l="0" t="0" r="r" b="b"/>
            <a:pathLst>
              <a:path w="174" h="294">
                <a:moveTo>
                  <a:pt x="80" y="17"/>
                </a:moveTo>
                <a:cubicBezTo>
                  <a:pt x="75" y="17"/>
                  <a:pt x="69" y="18"/>
                  <a:pt x="63" y="19"/>
                </a:cubicBezTo>
                <a:cubicBezTo>
                  <a:pt x="57" y="21"/>
                  <a:pt x="51" y="25"/>
                  <a:pt x="45" y="31"/>
                </a:cubicBezTo>
                <a:cubicBezTo>
                  <a:pt x="39" y="37"/>
                  <a:pt x="36" y="44"/>
                  <a:pt x="36" y="53"/>
                </a:cubicBezTo>
                <a:cubicBezTo>
                  <a:pt x="36" y="69"/>
                  <a:pt x="30" y="77"/>
                  <a:pt x="17" y="77"/>
                </a:cubicBezTo>
                <a:cubicBezTo>
                  <a:pt x="12" y="77"/>
                  <a:pt x="8" y="76"/>
                  <a:pt x="6" y="72"/>
                </a:cubicBezTo>
                <a:cubicBezTo>
                  <a:pt x="3" y="69"/>
                  <a:pt x="1" y="65"/>
                  <a:pt x="1" y="61"/>
                </a:cubicBezTo>
                <a:cubicBezTo>
                  <a:pt x="1" y="56"/>
                  <a:pt x="3" y="51"/>
                  <a:pt x="6" y="45"/>
                </a:cubicBezTo>
                <a:cubicBezTo>
                  <a:pt x="9" y="39"/>
                  <a:pt x="14" y="32"/>
                  <a:pt x="20" y="25"/>
                </a:cubicBezTo>
                <a:cubicBezTo>
                  <a:pt x="26" y="18"/>
                  <a:pt x="35" y="12"/>
                  <a:pt x="47" y="7"/>
                </a:cubicBezTo>
                <a:cubicBezTo>
                  <a:pt x="60" y="3"/>
                  <a:pt x="74" y="0"/>
                  <a:pt x="90" y="0"/>
                </a:cubicBezTo>
                <a:cubicBezTo>
                  <a:pt x="113" y="0"/>
                  <a:pt x="130" y="6"/>
                  <a:pt x="142" y="18"/>
                </a:cubicBezTo>
                <a:cubicBezTo>
                  <a:pt x="152" y="29"/>
                  <a:pt x="157" y="41"/>
                  <a:pt x="157" y="56"/>
                </a:cubicBezTo>
                <a:cubicBezTo>
                  <a:pt x="157" y="69"/>
                  <a:pt x="153" y="81"/>
                  <a:pt x="146" y="91"/>
                </a:cubicBezTo>
                <a:cubicBezTo>
                  <a:pt x="139" y="101"/>
                  <a:pt x="125" y="110"/>
                  <a:pt x="107" y="119"/>
                </a:cubicBezTo>
                <a:lnTo>
                  <a:pt x="107" y="120"/>
                </a:lnTo>
                <a:cubicBezTo>
                  <a:pt x="125" y="122"/>
                  <a:pt x="140" y="130"/>
                  <a:pt x="154" y="142"/>
                </a:cubicBezTo>
                <a:cubicBezTo>
                  <a:pt x="167" y="154"/>
                  <a:pt x="174" y="171"/>
                  <a:pt x="174" y="194"/>
                </a:cubicBezTo>
                <a:cubicBezTo>
                  <a:pt x="174" y="225"/>
                  <a:pt x="164" y="249"/>
                  <a:pt x="143" y="267"/>
                </a:cubicBezTo>
                <a:cubicBezTo>
                  <a:pt x="122" y="285"/>
                  <a:pt x="97" y="294"/>
                  <a:pt x="68" y="294"/>
                </a:cubicBezTo>
                <a:cubicBezTo>
                  <a:pt x="52" y="294"/>
                  <a:pt x="37" y="290"/>
                  <a:pt x="22" y="284"/>
                </a:cubicBezTo>
                <a:cubicBezTo>
                  <a:pt x="7" y="278"/>
                  <a:pt x="0" y="271"/>
                  <a:pt x="0" y="262"/>
                </a:cubicBezTo>
                <a:cubicBezTo>
                  <a:pt x="0" y="258"/>
                  <a:pt x="2" y="254"/>
                  <a:pt x="6" y="251"/>
                </a:cubicBezTo>
                <a:cubicBezTo>
                  <a:pt x="10" y="247"/>
                  <a:pt x="15" y="245"/>
                  <a:pt x="20" y="245"/>
                </a:cubicBezTo>
                <a:cubicBezTo>
                  <a:pt x="27" y="245"/>
                  <a:pt x="34" y="249"/>
                  <a:pt x="40" y="257"/>
                </a:cubicBezTo>
                <a:cubicBezTo>
                  <a:pt x="40" y="258"/>
                  <a:pt x="41" y="259"/>
                  <a:pt x="42" y="260"/>
                </a:cubicBezTo>
                <a:cubicBezTo>
                  <a:pt x="44" y="262"/>
                  <a:pt x="44" y="263"/>
                  <a:pt x="45" y="264"/>
                </a:cubicBezTo>
                <a:cubicBezTo>
                  <a:pt x="45" y="265"/>
                  <a:pt x="46" y="266"/>
                  <a:pt x="47" y="267"/>
                </a:cubicBezTo>
                <a:cubicBezTo>
                  <a:pt x="48" y="268"/>
                  <a:pt x="49" y="269"/>
                  <a:pt x="50" y="270"/>
                </a:cubicBezTo>
                <a:cubicBezTo>
                  <a:pt x="51" y="271"/>
                  <a:pt x="52" y="271"/>
                  <a:pt x="54" y="273"/>
                </a:cubicBezTo>
                <a:cubicBezTo>
                  <a:pt x="56" y="274"/>
                  <a:pt x="57" y="275"/>
                  <a:pt x="59" y="275"/>
                </a:cubicBezTo>
                <a:cubicBezTo>
                  <a:pt x="61" y="276"/>
                  <a:pt x="63" y="276"/>
                  <a:pt x="66" y="276"/>
                </a:cubicBezTo>
                <a:cubicBezTo>
                  <a:pt x="68" y="277"/>
                  <a:pt x="71" y="277"/>
                  <a:pt x="74" y="277"/>
                </a:cubicBezTo>
                <a:cubicBezTo>
                  <a:pt x="79" y="277"/>
                  <a:pt x="84" y="276"/>
                  <a:pt x="90" y="274"/>
                </a:cubicBezTo>
                <a:cubicBezTo>
                  <a:pt x="96" y="271"/>
                  <a:pt x="102" y="268"/>
                  <a:pt x="109" y="263"/>
                </a:cubicBezTo>
                <a:cubicBezTo>
                  <a:pt x="115" y="258"/>
                  <a:pt x="121" y="250"/>
                  <a:pt x="126" y="240"/>
                </a:cubicBezTo>
                <a:cubicBezTo>
                  <a:pt x="130" y="229"/>
                  <a:pt x="132" y="216"/>
                  <a:pt x="132" y="201"/>
                </a:cubicBezTo>
                <a:cubicBezTo>
                  <a:pt x="132" y="161"/>
                  <a:pt x="112" y="140"/>
                  <a:pt x="71" y="140"/>
                </a:cubicBezTo>
                <a:cubicBezTo>
                  <a:pt x="61" y="140"/>
                  <a:pt x="53" y="141"/>
                  <a:pt x="48" y="141"/>
                </a:cubicBezTo>
                <a:lnTo>
                  <a:pt x="46" y="126"/>
                </a:lnTo>
                <a:cubicBezTo>
                  <a:pt x="68" y="123"/>
                  <a:pt x="85" y="114"/>
                  <a:pt x="99" y="101"/>
                </a:cubicBezTo>
                <a:cubicBezTo>
                  <a:pt x="113" y="86"/>
                  <a:pt x="120" y="73"/>
                  <a:pt x="120" y="59"/>
                </a:cubicBezTo>
                <a:cubicBezTo>
                  <a:pt x="120" y="50"/>
                  <a:pt x="118" y="42"/>
                  <a:pt x="114" y="35"/>
                </a:cubicBezTo>
                <a:cubicBezTo>
                  <a:pt x="110" y="29"/>
                  <a:pt x="106" y="24"/>
                  <a:pt x="100" y="21"/>
                </a:cubicBezTo>
                <a:cubicBezTo>
                  <a:pt x="94" y="18"/>
                  <a:pt x="88" y="17"/>
                  <a:pt x="80" y="17"/>
                </a:cubicBezTo>
                <a:close/>
              </a:path>
            </a:pathLst>
          </a:custGeom>
          <a:solidFill>
            <a:srgbClr val="00000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8529120" y="3948840"/>
            <a:ext cx="597240" cy="150480"/>
          </a:xfrm>
          <a:custGeom>
            <a:avLst/>
            <a:gdLst/>
            <a:ahLst/>
            <a:rect l="0" t="0" r="r" b="b"/>
            <a:pathLst>
              <a:path w="1659" h="418">
                <a:moveTo>
                  <a:pt x="2" y="297"/>
                </a:moveTo>
                <a:cubicBezTo>
                  <a:pt x="3" y="294"/>
                  <a:pt x="4" y="293"/>
                  <a:pt x="6" y="293"/>
                </a:cubicBezTo>
                <a:lnTo>
                  <a:pt x="20" y="292"/>
                </a:lnTo>
                <a:cubicBezTo>
                  <a:pt x="36" y="291"/>
                  <a:pt x="45" y="284"/>
                  <a:pt x="48" y="271"/>
                </a:cubicBezTo>
                <a:lnTo>
                  <a:pt x="94" y="35"/>
                </a:lnTo>
                <a:lnTo>
                  <a:pt x="94" y="32"/>
                </a:lnTo>
                <a:cubicBezTo>
                  <a:pt x="94" y="31"/>
                  <a:pt x="94" y="30"/>
                  <a:pt x="94" y="29"/>
                </a:cubicBezTo>
                <a:cubicBezTo>
                  <a:pt x="95" y="29"/>
                  <a:pt x="95" y="28"/>
                  <a:pt x="95" y="27"/>
                </a:cubicBezTo>
                <a:cubicBezTo>
                  <a:pt x="95" y="22"/>
                  <a:pt x="93" y="19"/>
                  <a:pt x="90" y="18"/>
                </a:cubicBezTo>
                <a:cubicBezTo>
                  <a:pt x="87" y="16"/>
                  <a:pt x="82" y="15"/>
                  <a:pt x="73" y="14"/>
                </a:cubicBezTo>
                <a:lnTo>
                  <a:pt x="62" y="13"/>
                </a:lnTo>
                <a:cubicBezTo>
                  <a:pt x="59" y="13"/>
                  <a:pt x="58" y="12"/>
                  <a:pt x="58" y="10"/>
                </a:cubicBezTo>
                <a:lnTo>
                  <a:pt x="60" y="1"/>
                </a:lnTo>
                <a:lnTo>
                  <a:pt x="61" y="0"/>
                </a:lnTo>
                <a:cubicBezTo>
                  <a:pt x="89" y="0"/>
                  <a:pt x="108" y="1"/>
                  <a:pt x="118" y="1"/>
                </a:cubicBezTo>
                <a:lnTo>
                  <a:pt x="151" y="1"/>
                </a:lnTo>
                <a:cubicBezTo>
                  <a:pt x="168" y="0"/>
                  <a:pt x="181" y="0"/>
                  <a:pt x="192" y="0"/>
                </a:cubicBezTo>
                <a:cubicBezTo>
                  <a:pt x="229" y="0"/>
                  <a:pt x="260" y="12"/>
                  <a:pt x="284" y="37"/>
                </a:cubicBezTo>
                <a:cubicBezTo>
                  <a:pt x="308" y="61"/>
                  <a:pt x="320" y="91"/>
                  <a:pt x="320" y="128"/>
                </a:cubicBezTo>
                <a:cubicBezTo>
                  <a:pt x="320" y="132"/>
                  <a:pt x="320" y="135"/>
                  <a:pt x="320" y="139"/>
                </a:cubicBezTo>
                <a:cubicBezTo>
                  <a:pt x="319" y="142"/>
                  <a:pt x="319" y="146"/>
                  <a:pt x="318" y="149"/>
                </a:cubicBezTo>
                <a:cubicBezTo>
                  <a:pt x="318" y="153"/>
                  <a:pt x="317" y="156"/>
                  <a:pt x="317" y="160"/>
                </a:cubicBezTo>
                <a:cubicBezTo>
                  <a:pt x="311" y="188"/>
                  <a:pt x="302" y="212"/>
                  <a:pt x="289" y="231"/>
                </a:cubicBezTo>
                <a:cubicBezTo>
                  <a:pt x="276" y="252"/>
                  <a:pt x="261" y="267"/>
                  <a:pt x="244" y="277"/>
                </a:cubicBezTo>
                <a:cubicBezTo>
                  <a:pt x="227" y="288"/>
                  <a:pt x="209" y="295"/>
                  <a:pt x="192" y="300"/>
                </a:cubicBezTo>
                <a:cubicBezTo>
                  <a:pt x="175" y="305"/>
                  <a:pt x="158" y="307"/>
                  <a:pt x="141" y="307"/>
                </a:cubicBezTo>
                <a:cubicBezTo>
                  <a:pt x="123" y="307"/>
                  <a:pt x="105" y="307"/>
                  <a:pt x="89" y="306"/>
                </a:cubicBezTo>
                <a:cubicBezTo>
                  <a:pt x="72" y="306"/>
                  <a:pt x="63" y="306"/>
                  <a:pt x="59" y="306"/>
                </a:cubicBezTo>
                <a:cubicBezTo>
                  <a:pt x="49" y="306"/>
                  <a:pt x="30" y="306"/>
                  <a:pt x="2" y="307"/>
                </a:cubicBezTo>
                <a:lnTo>
                  <a:pt x="0" y="306"/>
                </a:lnTo>
                <a:lnTo>
                  <a:pt x="2" y="297"/>
                </a:lnTo>
                <a:moveTo>
                  <a:pt x="84" y="271"/>
                </a:moveTo>
                <a:lnTo>
                  <a:pt x="84" y="273"/>
                </a:lnTo>
                <a:cubicBezTo>
                  <a:pt x="84" y="274"/>
                  <a:pt x="84" y="275"/>
                  <a:pt x="83" y="276"/>
                </a:cubicBezTo>
                <a:lnTo>
                  <a:pt x="83" y="277"/>
                </a:lnTo>
                <a:cubicBezTo>
                  <a:pt x="83" y="282"/>
                  <a:pt x="86" y="286"/>
                  <a:pt x="92" y="288"/>
                </a:cubicBezTo>
                <a:cubicBezTo>
                  <a:pt x="99" y="290"/>
                  <a:pt x="111" y="290"/>
                  <a:pt x="130" y="290"/>
                </a:cubicBezTo>
                <a:cubicBezTo>
                  <a:pt x="210" y="290"/>
                  <a:pt x="258" y="251"/>
                  <a:pt x="273" y="171"/>
                </a:cubicBezTo>
                <a:cubicBezTo>
                  <a:pt x="276" y="157"/>
                  <a:pt x="277" y="142"/>
                  <a:pt x="277" y="129"/>
                </a:cubicBezTo>
                <a:cubicBezTo>
                  <a:pt x="277" y="113"/>
                  <a:pt x="275" y="99"/>
                  <a:pt x="271" y="86"/>
                </a:cubicBezTo>
                <a:cubicBezTo>
                  <a:pt x="268" y="73"/>
                  <a:pt x="262" y="61"/>
                  <a:pt x="254" y="50"/>
                </a:cubicBezTo>
                <a:cubicBezTo>
                  <a:pt x="246" y="40"/>
                  <a:pt x="235" y="31"/>
                  <a:pt x="221" y="25"/>
                </a:cubicBezTo>
                <a:cubicBezTo>
                  <a:pt x="207" y="19"/>
                  <a:pt x="191" y="16"/>
                  <a:pt x="171" y="16"/>
                </a:cubicBezTo>
                <a:cubicBezTo>
                  <a:pt x="159" y="16"/>
                  <a:pt x="149" y="17"/>
                  <a:pt x="143" y="20"/>
                </a:cubicBezTo>
                <a:cubicBezTo>
                  <a:pt x="136" y="22"/>
                  <a:pt x="132" y="27"/>
                  <a:pt x="130" y="34"/>
                </a:cubicBezTo>
                <a:lnTo>
                  <a:pt x="84" y="271"/>
                </a:lnTo>
                <a:moveTo>
                  <a:pt x="402" y="37"/>
                </a:moveTo>
                <a:cubicBezTo>
                  <a:pt x="402" y="30"/>
                  <a:pt x="405" y="25"/>
                  <a:pt x="409" y="20"/>
                </a:cubicBezTo>
                <a:cubicBezTo>
                  <a:pt x="414" y="16"/>
                  <a:pt x="419" y="13"/>
                  <a:pt x="424" y="13"/>
                </a:cubicBezTo>
                <a:cubicBezTo>
                  <a:pt x="431" y="13"/>
                  <a:pt x="436" y="16"/>
                  <a:pt x="440" y="20"/>
                </a:cubicBezTo>
                <a:cubicBezTo>
                  <a:pt x="445" y="25"/>
                  <a:pt x="447" y="30"/>
                  <a:pt x="447" y="37"/>
                </a:cubicBezTo>
                <a:cubicBezTo>
                  <a:pt x="447" y="43"/>
                  <a:pt x="445" y="48"/>
                  <a:pt x="440" y="53"/>
                </a:cubicBezTo>
                <a:cubicBezTo>
                  <a:pt x="436" y="57"/>
                  <a:pt x="431" y="59"/>
                  <a:pt x="424" y="59"/>
                </a:cubicBezTo>
                <a:cubicBezTo>
                  <a:pt x="419" y="59"/>
                  <a:pt x="414" y="57"/>
                  <a:pt x="409" y="53"/>
                </a:cubicBezTo>
                <a:cubicBezTo>
                  <a:pt x="405" y="48"/>
                  <a:pt x="402" y="43"/>
                  <a:pt x="402" y="37"/>
                </a:cubicBezTo>
                <a:moveTo>
                  <a:pt x="423" y="154"/>
                </a:moveTo>
                <a:lnTo>
                  <a:pt x="402" y="247"/>
                </a:lnTo>
                <a:cubicBezTo>
                  <a:pt x="398" y="262"/>
                  <a:pt x="396" y="271"/>
                  <a:pt x="396" y="274"/>
                </a:cubicBezTo>
                <a:cubicBezTo>
                  <a:pt x="396" y="280"/>
                  <a:pt x="398" y="282"/>
                  <a:pt x="401" y="282"/>
                </a:cubicBezTo>
                <a:cubicBezTo>
                  <a:pt x="404" y="282"/>
                  <a:pt x="408" y="280"/>
                  <a:pt x="413" y="276"/>
                </a:cubicBezTo>
                <a:cubicBezTo>
                  <a:pt x="420" y="271"/>
                  <a:pt x="426" y="265"/>
                  <a:pt x="432" y="258"/>
                </a:cubicBezTo>
                <a:cubicBezTo>
                  <a:pt x="437" y="258"/>
                  <a:pt x="441" y="261"/>
                  <a:pt x="443" y="266"/>
                </a:cubicBezTo>
                <a:cubicBezTo>
                  <a:pt x="420" y="296"/>
                  <a:pt x="398" y="311"/>
                  <a:pt x="377" y="311"/>
                </a:cubicBezTo>
                <a:cubicBezTo>
                  <a:pt x="364" y="311"/>
                  <a:pt x="358" y="305"/>
                  <a:pt x="358" y="295"/>
                </a:cubicBezTo>
                <a:cubicBezTo>
                  <a:pt x="358" y="290"/>
                  <a:pt x="360" y="276"/>
                  <a:pt x="366" y="251"/>
                </a:cubicBezTo>
                <a:lnTo>
                  <a:pt x="388" y="154"/>
                </a:lnTo>
                <a:cubicBezTo>
                  <a:pt x="390" y="142"/>
                  <a:pt x="392" y="134"/>
                  <a:pt x="393" y="130"/>
                </a:cubicBezTo>
                <a:cubicBezTo>
                  <a:pt x="393" y="124"/>
                  <a:pt x="390" y="121"/>
                  <a:pt x="384" y="120"/>
                </a:cubicBezTo>
                <a:lnTo>
                  <a:pt x="365" y="119"/>
                </a:lnTo>
                <a:cubicBezTo>
                  <a:pt x="361" y="114"/>
                  <a:pt x="361" y="110"/>
                  <a:pt x="364" y="106"/>
                </a:cubicBezTo>
                <a:cubicBezTo>
                  <a:pt x="397" y="101"/>
                  <a:pt x="416" y="99"/>
                  <a:pt x="423" y="99"/>
                </a:cubicBezTo>
                <a:cubicBezTo>
                  <a:pt x="429" y="99"/>
                  <a:pt x="432" y="103"/>
                  <a:pt x="432" y="110"/>
                </a:cubicBezTo>
                <a:cubicBezTo>
                  <a:pt x="432" y="111"/>
                  <a:pt x="432" y="114"/>
                  <a:pt x="431" y="118"/>
                </a:cubicBezTo>
                <a:cubicBezTo>
                  <a:pt x="431" y="121"/>
                  <a:pt x="430" y="124"/>
                  <a:pt x="429" y="127"/>
                </a:cubicBezTo>
                <a:cubicBezTo>
                  <a:pt x="428" y="131"/>
                  <a:pt x="427" y="135"/>
                  <a:pt x="426" y="141"/>
                </a:cubicBezTo>
                <a:cubicBezTo>
                  <a:pt x="424" y="146"/>
                  <a:pt x="423" y="151"/>
                  <a:pt x="423" y="154"/>
                </a:cubicBezTo>
                <a:moveTo>
                  <a:pt x="630" y="101"/>
                </a:moveTo>
                <a:cubicBezTo>
                  <a:pt x="633" y="101"/>
                  <a:pt x="644" y="102"/>
                  <a:pt x="664" y="102"/>
                </a:cubicBezTo>
                <a:lnTo>
                  <a:pt x="631" y="249"/>
                </a:lnTo>
                <a:cubicBezTo>
                  <a:pt x="628" y="264"/>
                  <a:pt x="626" y="273"/>
                  <a:pt x="626" y="276"/>
                </a:cubicBezTo>
                <a:cubicBezTo>
                  <a:pt x="626" y="280"/>
                  <a:pt x="628" y="282"/>
                  <a:pt x="632" y="282"/>
                </a:cubicBezTo>
                <a:cubicBezTo>
                  <a:pt x="638" y="282"/>
                  <a:pt x="646" y="274"/>
                  <a:pt x="659" y="257"/>
                </a:cubicBezTo>
                <a:cubicBezTo>
                  <a:pt x="663" y="257"/>
                  <a:pt x="666" y="259"/>
                  <a:pt x="669" y="265"/>
                </a:cubicBezTo>
                <a:cubicBezTo>
                  <a:pt x="656" y="295"/>
                  <a:pt x="636" y="311"/>
                  <a:pt x="609" y="311"/>
                </a:cubicBezTo>
                <a:cubicBezTo>
                  <a:pt x="596" y="311"/>
                  <a:pt x="590" y="303"/>
                  <a:pt x="590" y="289"/>
                </a:cubicBezTo>
                <a:cubicBezTo>
                  <a:pt x="590" y="282"/>
                  <a:pt x="591" y="274"/>
                  <a:pt x="594" y="263"/>
                </a:cubicBezTo>
                <a:lnTo>
                  <a:pt x="600" y="243"/>
                </a:lnTo>
                <a:lnTo>
                  <a:pt x="600" y="243"/>
                </a:lnTo>
                <a:cubicBezTo>
                  <a:pt x="569" y="288"/>
                  <a:pt x="542" y="311"/>
                  <a:pt x="520" y="311"/>
                </a:cubicBezTo>
                <a:cubicBezTo>
                  <a:pt x="489" y="311"/>
                  <a:pt x="474" y="289"/>
                  <a:pt x="474" y="246"/>
                </a:cubicBezTo>
                <a:cubicBezTo>
                  <a:pt x="474" y="211"/>
                  <a:pt x="487" y="177"/>
                  <a:pt x="514" y="146"/>
                </a:cubicBezTo>
                <a:cubicBezTo>
                  <a:pt x="541" y="114"/>
                  <a:pt x="567" y="98"/>
                  <a:pt x="593" y="98"/>
                </a:cubicBezTo>
                <a:cubicBezTo>
                  <a:pt x="601" y="98"/>
                  <a:pt x="614" y="99"/>
                  <a:pt x="630" y="101"/>
                </a:cubicBezTo>
                <a:moveTo>
                  <a:pt x="607" y="202"/>
                </a:moveTo>
                <a:cubicBezTo>
                  <a:pt x="610" y="193"/>
                  <a:pt x="613" y="182"/>
                  <a:pt x="616" y="169"/>
                </a:cubicBezTo>
                <a:cubicBezTo>
                  <a:pt x="619" y="156"/>
                  <a:pt x="621" y="144"/>
                  <a:pt x="623" y="135"/>
                </a:cubicBezTo>
                <a:lnTo>
                  <a:pt x="624" y="122"/>
                </a:lnTo>
                <a:cubicBezTo>
                  <a:pt x="614" y="116"/>
                  <a:pt x="604" y="113"/>
                  <a:pt x="594" y="113"/>
                </a:cubicBezTo>
                <a:cubicBezTo>
                  <a:pt x="574" y="113"/>
                  <a:pt x="555" y="127"/>
                  <a:pt x="538" y="156"/>
                </a:cubicBezTo>
                <a:cubicBezTo>
                  <a:pt x="521" y="184"/>
                  <a:pt x="512" y="212"/>
                  <a:pt x="512" y="239"/>
                </a:cubicBezTo>
                <a:cubicBezTo>
                  <a:pt x="512" y="269"/>
                  <a:pt x="519" y="284"/>
                  <a:pt x="532" y="284"/>
                </a:cubicBezTo>
                <a:cubicBezTo>
                  <a:pt x="540" y="284"/>
                  <a:pt x="552" y="276"/>
                  <a:pt x="567" y="259"/>
                </a:cubicBezTo>
                <a:cubicBezTo>
                  <a:pt x="582" y="242"/>
                  <a:pt x="595" y="223"/>
                  <a:pt x="607" y="202"/>
                </a:cubicBezTo>
                <a:moveTo>
                  <a:pt x="702" y="359"/>
                </a:moveTo>
                <a:cubicBezTo>
                  <a:pt x="702" y="372"/>
                  <a:pt x="708" y="383"/>
                  <a:pt x="721" y="391"/>
                </a:cubicBezTo>
                <a:cubicBezTo>
                  <a:pt x="735" y="398"/>
                  <a:pt x="754" y="402"/>
                  <a:pt x="780" y="402"/>
                </a:cubicBezTo>
                <a:cubicBezTo>
                  <a:pt x="799" y="402"/>
                  <a:pt x="813" y="399"/>
                  <a:pt x="823" y="391"/>
                </a:cubicBezTo>
                <a:cubicBezTo>
                  <a:pt x="832" y="384"/>
                  <a:pt x="837" y="376"/>
                  <a:pt x="837" y="366"/>
                </a:cubicBezTo>
                <a:cubicBezTo>
                  <a:pt x="837" y="357"/>
                  <a:pt x="834" y="350"/>
                  <a:pt x="828" y="344"/>
                </a:cubicBezTo>
                <a:cubicBezTo>
                  <a:pt x="823" y="338"/>
                  <a:pt x="813" y="333"/>
                  <a:pt x="800" y="326"/>
                </a:cubicBezTo>
                <a:cubicBezTo>
                  <a:pt x="780" y="317"/>
                  <a:pt x="761" y="311"/>
                  <a:pt x="743" y="307"/>
                </a:cubicBezTo>
                <a:cubicBezTo>
                  <a:pt x="715" y="327"/>
                  <a:pt x="702" y="344"/>
                  <a:pt x="702" y="359"/>
                </a:cubicBezTo>
                <a:moveTo>
                  <a:pt x="862" y="168"/>
                </a:moveTo>
                <a:cubicBezTo>
                  <a:pt x="862" y="191"/>
                  <a:pt x="855" y="209"/>
                  <a:pt x="842" y="223"/>
                </a:cubicBezTo>
                <a:cubicBezTo>
                  <a:pt x="829" y="236"/>
                  <a:pt x="812" y="243"/>
                  <a:pt x="790" y="243"/>
                </a:cubicBezTo>
                <a:cubicBezTo>
                  <a:pt x="778" y="243"/>
                  <a:pt x="767" y="241"/>
                  <a:pt x="759" y="235"/>
                </a:cubicBezTo>
                <a:cubicBezTo>
                  <a:pt x="751" y="249"/>
                  <a:pt x="748" y="258"/>
                  <a:pt x="748" y="264"/>
                </a:cubicBezTo>
                <a:cubicBezTo>
                  <a:pt x="748" y="269"/>
                  <a:pt x="749" y="272"/>
                  <a:pt x="751" y="275"/>
                </a:cubicBezTo>
                <a:cubicBezTo>
                  <a:pt x="754" y="278"/>
                  <a:pt x="757" y="280"/>
                  <a:pt x="762" y="283"/>
                </a:cubicBezTo>
                <a:cubicBezTo>
                  <a:pt x="767" y="285"/>
                  <a:pt x="773" y="287"/>
                  <a:pt x="778" y="288"/>
                </a:cubicBezTo>
                <a:cubicBezTo>
                  <a:pt x="783" y="289"/>
                  <a:pt x="790" y="291"/>
                  <a:pt x="798" y="293"/>
                </a:cubicBezTo>
                <a:cubicBezTo>
                  <a:pt x="807" y="296"/>
                  <a:pt x="814" y="297"/>
                  <a:pt x="820" y="299"/>
                </a:cubicBezTo>
                <a:cubicBezTo>
                  <a:pt x="852" y="308"/>
                  <a:pt x="868" y="326"/>
                  <a:pt x="868" y="353"/>
                </a:cubicBezTo>
                <a:cubicBezTo>
                  <a:pt x="868" y="396"/>
                  <a:pt x="832" y="418"/>
                  <a:pt x="760" y="418"/>
                </a:cubicBezTo>
                <a:cubicBezTo>
                  <a:pt x="746" y="418"/>
                  <a:pt x="732" y="417"/>
                  <a:pt x="719" y="415"/>
                </a:cubicBezTo>
                <a:cubicBezTo>
                  <a:pt x="707" y="412"/>
                  <a:pt x="695" y="407"/>
                  <a:pt x="685" y="399"/>
                </a:cubicBezTo>
                <a:cubicBezTo>
                  <a:pt x="675" y="392"/>
                  <a:pt x="670" y="382"/>
                  <a:pt x="670" y="370"/>
                </a:cubicBezTo>
                <a:cubicBezTo>
                  <a:pt x="670" y="348"/>
                  <a:pt x="691" y="325"/>
                  <a:pt x="733" y="302"/>
                </a:cubicBezTo>
                <a:cubicBezTo>
                  <a:pt x="725" y="297"/>
                  <a:pt x="721" y="290"/>
                  <a:pt x="721" y="279"/>
                </a:cubicBezTo>
                <a:cubicBezTo>
                  <a:pt x="721" y="271"/>
                  <a:pt x="724" y="262"/>
                  <a:pt x="729" y="253"/>
                </a:cubicBezTo>
                <a:cubicBezTo>
                  <a:pt x="734" y="243"/>
                  <a:pt x="740" y="235"/>
                  <a:pt x="747" y="228"/>
                </a:cubicBezTo>
                <a:cubicBezTo>
                  <a:pt x="732" y="210"/>
                  <a:pt x="725" y="192"/>
                  <a:pt x="725" y="171"/>
                </a:cubicBezTo>
                <a:cubicBezTo>
                  <a:pt x="725" y="151"/>
                  <a:pt x="731" y="133"/>
                  <a:pt x="743" y="119"/>
                </a:cubicBezTo>
                <a:cubicBezTo>
                  <a:pt x="755" y="105"/>
                  <a:pt x="774" y="98"/>
                  <a:pt x="798" y="98"/>
                </a:cubicBezTo>
                <a:cubicBezTo>
                  <a:pt x="818" y="98"/>
                  <a:pt x="833" y="105"/>
                  <a:pt x="845" y="118"/>
                </a:cubicBezTo>
                <a:cubicBezTo>
                  <a:pt x="859" y="105"/>
                  <a:pt x="875" y="98"/>
                  <a:pt x="891" y="98"/>
                </a:cubicBezTo>
                <a:cubicBezTo>
                  <a:pt x="897" y="98"/>
                  <a:pt x="901" y="100"/>
                  <a:pt x="904" y="103"/>
                </a:cubicBezTo>
                <a:cubicBezTo>
                  <a:pt x="908" y="106"/>
                  <a:pt x="910" y="110"/>
                  <a:pt x="910" y="114"/>
                </a:cubicBezTo>
                <a:cubicBezTo>
                  <a:pt x="910" y="119"/>
                  <a:pt x="908" y="122"/>
                  <a:pt x="906" y="125"/>
                </a:cubicBezTo>
                <a:cubicBezTo>
                  <a:pt x="903" y="128"/>
                  <a:pt x="899" y="130"/>
                  <a:pt x="895" y="130"/>
                </a:cubicBezTo>
                <a:cubicBezTo>
                  <a:pt x="890" y="130"/>
                  <a:pt x="885" y="127"/>
                  <a:pt x="882" y="122"/>
                </a:cubicBezTo>
                <a:cubicBezTo>
                  <a:pt x="880" y="119"/>
                  <a:pt x="878" y="117"/>
                  <a:pt x="875" y="117"/>
                </a:cubicBezTo>
                <a:cubicBezTo>
                  <a:pt x="873" y="117"/>
                  <a:pt x="869" y="118"/>
                  <a:pt x="865" y="121"/>
                </a:cubicBezTo>
                <a:cubicBezTo>
                  <a:pt x="860" y="123"/>
                  <a:pt x="856" y="126"/>
                  <a:pt x="853" y="129"/>
                </a:cubicBezTo>
                <a:cubicBezTo>
                  <a:pt x="859" y="138"/>
                  <a:pt x="862" y="151"/>
                  <a:pt x="862" y="168"/>
                </a:cubicBezTo>
                <a:moveTo>
                  <a:pt x="819" y="127"/>
                </a:moveTo>
                <a:cubicBezTo>
                  <a:pt x="814" y="117"/>
                  <a:pt x="806" y="112"/>
                  <a:pt x="797" y="112"/>
                </a:cubicBezTo>
                <a:cubicBezTo>
                  <a:pt x="782" y="112"/>
                  <a:pt x="772" y="117"/>
                  <a:pt x="767" y="127"/>
                </a:cubicBezTo>
                <a:cubicBezTo>
                  <a:pt x="762" y="138"/>
                  <a:pt x="760" y="152"/>
                  <a:pt x="760" y="172"/>
                </a:cubicBezTo>
                <a:cubicBezTo>
                  <a:pt x="760" y="210"/>
                  <a:pt x="771" y="229"/>
                  <a:pt x="793" y="229"/>
                </a:cubicBezTo>
                <a:cubicBezTo>
                  <a:pt x="816" y="229"/>
                  <a:pt x="827" y="209"/>
                  <a:pt x="827" y="168"/>
                </a:cubicBezTo>
                <a:cubicBezTo>
                  <a:pt x="827" y="151"/>
                  <a:pt x="824" y="138"/>
                  <a:pt x="819" y="127"/>
                </a:cubicBezTo>
                <a:moveTo>
                  <a:pt x="995" y="171"/>
                </a:moveTo>
                <a:lnTo>
                  <a:pt x="997" y="171"/>
                </a:lnTo>
                <a:cubicBezTo>
                  <a:pt x="1008" y="149"/>
                  <a:pt x="1019" y="131"/>
                  <a:pt x="1032" y="118"/>
                </a:cubicBezTo>
                <a:cubicBezTo>
                  <a:pt x="1045" y="105"/>
                  <a:pt x="1057" y="98"/>
                  <a:pt x="1069" y="98"/>
                </a:cubicBezTo>
                <a:cubicBezTo>
                  <a:pt x="1077" y="98"/>
                  <a:pt x="1083" y="100"/>
                  <a:pt x="1087" y="105"/>
                </a:cubicBezTo>
                <a:cubicBezTo>
                  <a:pt x="1091" y="109"/>
                  <a:pt x="1093" y="114"/>
                  <a:pt x="1093" y="120"/>
                </a:cubicBezTo>
                <a:cubicBezTo>
                  <a:pt x="1093" y="127"/>
                  <a:pt x="1091" y="133"/>
                  <a:pt x="1087" y="139"/>
                </a:cubicBezTo>
                <a:cubicBezTo>
                  <a:pt x="1083" y="144"/>
                  <a:pt x="1078" y="147"/>
                  <a:pt x="1072" y="147"/>
                </a:cubicBezTo>
                <a:cubicBezTo>
                  <a:pt x="1067" y="147"/>
                  <a:pt x="1062" y="144"/>
                  <a:pt x="1056" y="137"/>
                </a:cubicBezTo>
                <a:cubicBezTo>
                  <a:pt x="1053" y="133"/>
                  <a:pt x="1050" y="131"/>
                  <a:pt x="1046" y="131"/>
                </a:cubicBezTo>
                <a:cubicBezTo>
                  <a:pt x="1038" y="131"/>
                  <a:pt x="1018" y="159"/>
                  <a:pt x="986" y="216"/>
                </a:cubicBezTo>
                <a:lnTo>
                  <a:pt x="973" y="272"/>
                </a:lnTo>
                <a:cubicBezTo>
                  <a:pt x="972" y="274"/>
                  <a:pt x="971" y="277"/>
                  <a:pt x="970" y="282"/>
                </a:cubicBezTo>
                <a:cubicBezTo>
                  <a:pt x="969" y="287"/>
                  <a:pt x="969" y="291"/>
                  <a:pt x="968" y="293"/>
                </a:cubicBezTo>
                <a:cubicBezTo>
                  <a:pt x="967" y="296"/>
                  <a:pt x="966" y="299"/>
                  <a:pt x="964" y="302"/>
                </a:cubicBezTo>
                <a:cubicBezTo>
                  <a:pt x="963" y="305"/>
                  <a:pt x="961" y="307"/>
                  <a:pt x="959" y="308"/>
                </a:cubicBezTo>
                <a:cubicBezTo>
                  <a:pt x="957" y="310"/>
                  <a:pt x="954" y="311"/>
                  <a:pt x="951" y="311"/>
                </a:cubicBezTo>
                <a:cubicBezTo>
                  <a:pt x="939" y="311"/>
                  <a:pt x="933" y="306"/>
                  <a:pt x="933" y="298"/>
                </a:cubicBezTo>
                <a:cubicBezTo>
                  <a:pt x="933" y="296"/>
                  <a:pt x="933" y="293"/>
                  <a:pt x="934" y="290"/>
                </a:cubicBezTo>
                <a:cubicBezTo>
                  <a:pt x="935" y="288"/>
                  <a:pt x="936" y="284"/>
                  <a:pt x="937" y="280"/>
                </a:cubicBezTo>
                <a:cubicBezTo>
                  <a:pt x="938" y="277"/>
                  <a:pt x="939" y="274"/>
                  <a:pt x="939" y="272"/>
                </a:cubicBezTo>
                <a:lnTo>
                  <a:pt x="965" y="154"/>
                </a:lnTo>
                <a:cubicBezTo>
                  <a:pt x="967" y="145"/>
                  <a:pt x="968" y="137"/>
                  <a:pt x="968" y="130"/>
                </a:cubicBezTo>
                <a:cubicBezTo>
                  <a:pt x="968" y="124"/>
                  <a:pt x="965" y="121"/>
                  <a:pt x="960" y="120"/>
                </a:cubicBezTo>
                <a:lnTo>
                  <a:pt x="941" y="119"/>
                </a:lnTo>
                <a:cubicBezTo>
                  <a:pt x="937" y="114"/>
                  <a:pt x="937" y="110"/>
                  <a:pt x="941" y="106"/>
                </a:cubicBezTo>
                <a:cubicBezTo>
                  <a:pt x="973" y="101"/>
                  <a:pt x="991" y="99"/>
                  <a:pt x="997" y="99"/>
                </a:cubicBezTo>
                <a:cubicBezTo>
                  <a:pt x="1004" y="99"/>
                  <a:pt x="1008" y="103"/>
                  <a:pt x="1008" y="111"/>
                </a:cubicBezTo>
                <a:cubicBezTo>
                  <a:pt x="1008" y="112"/>
                  <a:pt x="1007" y="114"/>
                  <a:pt x="1007" y="115"/>
                </a:cubicBezTo>
                <a:cubicBezTo>
                  <a:pt x="1007" y="116"/>
                  <a:pt x="1007" y="118"/>
                  <a:pt x="1006" y="120"/>
                </a:cubicBezTo>
                <a:cubicBezTo>
                  <a:pt x="1006" y="122"/>
                  <a:pt x="1005" y="124"/>
                  <a:pt x="1005" y="125"/>
                </a:cubicBezTo>
                <a:cubicBezTo>
                  <a:pt x="1005" y="127"/>
                  <a:pt x="1005" y="129"/>
                  <a:pt x="1004" y="132"/>
                </a:cubicBezTo>
                <a:cubicBezTo>
                  <a:pt x="1003" y="135"/>
                  <a:pt x="1003" y="137"/>
                  <a:pt x="1003" y="139"/>
                </a:cubicBezTo>
                <a:cubicBezTo>
                  <a:pt x="1002" y="141"/>
                  <a:pt x="1002" y="143"/>
                  <a:pt x="1001" y="147"/>
                </a:cubicBezTo>
                <a:cubicBezTo>
                  <a:pt x="1000" y="150"/>
                  <a:pt x="999" y="153"/>
                  <a:pt x="999" y="154"/>
                </a:cubicBezTo>
                <a:lnTo>
                  <a:pt x="995" y="171"/>
                </a:lnTo>
                <a:moveTo>
                  <a:pt x="1253" y="101"/>
                </a:moveTo>
                <a:cubicBezTo>
                  <a:pt x="1255" y="101"/>
                  <a:pt x="1266" y="102"/>
                  <a:pt x="1286" y="102"/>
                </a:cubicBezTo>
                <a:lnTo>
                  <a:pt x="1253" y="249"/>
                </a:lnTo>
                <a:cubicBezTo>
                  <a:pt x="1250" y="264"/>
                  <a:pt x="1249" y="273"/>
                  <a:pt x="1248" y="276"/>
                </a:cubicBezTo>
                <a:cubicBezTo>
                  <a:pt x="1248" y="280"/>
                  <a:pt x="1250" y="282"/>
                  <a:pt x="1254" y="282"/>
                </a:cubicBezTo>
                <a:cubicBezTo>
                  <a:pt x="1260" y="282"/>
                  <a:pt x="1268" y="274"/>
                  <a:pt x="1281" y="257"/>
                </a:cubicBezTo>
                <a:cubicBezTo>
                  <a:pt x="1285" y="257"/>
                  <a:pt x="1288" y="259"/>
                  <a:pt x="1291" y="265"/>
                </a:cubicBezTo>
                <a:cubicBezTo>
                  <a:pt x="1278" y="295"/>
                  <a:pt x="1258" y="311"/>
                  <a:pt x="1231" y="311"/>
                </a:cubicBezTo>
                <a:cubicBezTo>
                  <a:pt x="1218" y="311"/>
                  <a:pt x="1212" y="303"/>
                  <a:pt x="1212" y="289"/>
                </a:cubicBezTo>
                <a:cubicBezTo>
                  <a:pt x="1212" y="282"/>
                  <a:pt x="1213" y="274"/>
                  <a:pt x="1216" y="263"/>
                </a:cubicBezTo>
                <a:lnTo>
                  <a:pt x="1222" y="243"/>
                </a:lnTo>
                <a:lnTo>
                  <a:pt x="1222" y="243"/>
                </a:lnTo>
                <a:cubicBezTo>
                  <a:pt x="1191" y="288"/>
                  <a:pt x="1164" y="311"/>
                  <a:pt x="1142" y="311"/>
                </a:cubicBezTo>
                <a:cubicBezTo>
                  <a:pt x="1111" y="311"/>
                  <a:pt x="1096" y="289"/>
                  <a:pt x="1096" y="246"/>
                </a:cubicBezTo>
                <a:cubicBezTo>
                  <a:pt x="1096" y="211"/>
                  <a:pt x="1109" y="177"/>
                  <a:pt x="1136" y="146"/>
                </a:cubicBezTo>
                <a:cubicBezTo>
                  <a:pt x="1163" y="114"/>
                  <a:pt x="1189" y="98"/>
                  <a:pt x="1215" y="98"/>
                </a:cubicBezTo>
                <a:cubicBezTo>
                  <a:pt x="1223" y="98"/>
                  <a:pt x="1236" y="99"/>
                  <a:pt x="1253" y="101"/>
                </a:cubicBezTo>
                <a:moveTo>
                  <a:pt x="1229" y="202"/>
                </a:moveTo>
                <a:cubicBezTo>
                  <a:pt x="1232" y="193"/>
                  <a:pt x="1236" y="182"/>
                  <a:pt x="1238" y="169"/>
                </a:cubicBezTo>
                <a:cubicBezTo>
                  <a:pt x="1241" y="156"/>
                  <a:pt x="1243" y="144"/>
                  <a:pt x="1245" y="135"/>
                </a:cubicBezTo>
                <a:lnTo>
                  <a:pt x="1246" y="122"/>
                </a:lnTo>
                <a:cubicBezTo>
                  <a:pt x="1236" y="116"/>
                  <a:pt x="1226" y="113"/>
                  <a:pt x="1216" y="113"/>
                </a:cubicBezTo>
                <a:cubicBezTo>
                  <a:pt x="1196" y="113"/>
                  <a:pt x="1177" y="127"/>
                  <a:pt x="1160" y="156"/>
                </a:cubicBezTo>
                <a:cubicBezTo>
                  <a:pt x="1143" y="184"/>
                  <a:pt x="1134" y="212"/>
                  <a:pt x="1134" y="239"/>
                </a:cubicBezTo>
                <a:cubicBezTo>
                  <a:pt x="1134" y="269"/>
                  <a:pt x="1141" y="284"/>
                  <a:pt x="1154" y="284"/>
                </a:cubicBezTo>
                <a:cubicBezTo>
                  <a:pt x="1162" y="284"/>
                  <a:pt x="1174" y="276"/>
                  <a:pt x="1189" y="259"/>
                </a:cubicBezTo>
                <a:cubicBezTo>
                  <a:pt x="1204" y="242"/>
                  <a:pt x="1217" y="223"/>
                  <a:pt x="1229" y="202"/>
                </a:cubicBezTo>
                <a:moveTo>
                  <a:pt x="1374" y="154"/>
                </a:moveTo>
                <a:cubicBezTo>
                  <a:pt x="1377" y="141"/>
                  <a:pt x="1379" y="133"/>
                  <a:pt x="1379" y="130"/>
                </a:cubicBezTo>
                <a:cubicBezTo>
                  <a:pt x="1379" y="124"/>
                  <a:pt x="1376" y="121"/>
                  <a:pt x="1370" y="120"/>
                </a:cubicBezTo>
                <a:lnTo>
                  <a:pt x="1351" y="119"/>
                </a:lnTo>
                <a:cubicBezTo>
                  <a:pt x="1347" y="114"/>
                  <a:pt x="1347" y="110"/>
                  <a:pt x="1350" y="106"/>
                </a:cubicBezTo>
                <a:cubicBezTo>
                  <a:pt x="1383" y="101"/>
                  <a:pt x="1402" y="99"/>
                  <a:pt x="1409" y="99"/>
                </a:cubicBezTo>
                <a:cubicBezTo>
                  <a:pt x="1416" y="99"/>
                  <a:pt x="1419" y="103"/>
                  <a:pt x="1419" y="110"/>
                </a:cubicBezTo>
                <a:cubicBezTo>
                  <a:pt x="1419" y="112"/>
                  <a:pt x="1418" y="115"/>
                  <a:pt x="1417" y="119"/>
                </a:cubicBezTo>
                <a:cubicBezTo>
                  <a:pt x="1416" y="124"/>
                  <a:pt x="1415" y="129"/>
                  <a:pt x="1413" y="137"/>
                </a:cubicBezTo>
                <a:cubicBezTo>
                  <a:pt x="1411" y="145"/>
                  <a:pt x="1409" y="151"/>
                  <a:pt x="1409" y="154"/>
                </a:cubicBezTo>
                <a:lnTo>
                  <a:pt x="1407" y="159"/>
                </a:lnTo>
                <a:lnTo>
                  <a:pt x="1408" y="159"/>
                </a:lnTo>
                <a:cubicBezTo>
                  <a:pt x="1439" y="118"/>
                  <a:pt x="1470" y="98"/>
                  <a:pt x="1500" y="98"/>
                </a:cubicBezTo>
                <a:cubicBezTo>
                  <a:pt x="1519" y="98"/>
                  <a:pt x="1528" y="112"/>
                  <a:pt x="1528" y="139"/>
                </a:cubicBezTo>
                <a:cubicBezTo>
                  <a:pt x="1528" y="147"/>
                  <a:pt x="1527" y="155"/>
                  <a:pt x="1526" y="161"/>
                </a:cubicBezTo>
                <a:cubicBezTo>
                  <a:pt x="1542" y="141"/>
                  <a:pt x="1557" y="125"/>
                  <a:pt x="1570" y="114"/>
                </a:cubicBezTo>
                <a:cubicBezTo>
                  <a:pt x="1583" y="103"/>
                  <a:pt x="1597" y="98"/>
                  <a:pt x="1613" y="98"/>
                </a:cubicBezTo>
                <a:cubicBezTo>
                  <a:pt x="1621" y="98"/>
                  <a:pt x="1627" y="101"/>
                  <a:pt x="1633" y="108"/>
                </a:cubicBezTo>
                <a:cubicBezTo>
                  <a:pt x="1638" y="115"/>
                  <a:pt x="1641" y="125"/>
                  <a:pt x="1641" y="139"/>
                </a:cubicBezTo>
                <a:cubicBezTo>
                  <a:pt x="1641" y="150"/>
                  <a:pt x="1640" y="162"/>
                  <a:pt x="1637" y="174"/>
                </a:cubicBezTo>
                <a:lnTo>
                  <a:pt x="1614" y="258"/>
                </a:lnTo>
                <a:cubicBezTo>
                  <a:pt x="1613" y="264"/>
                  <a:pt x="1612" y="270"/>
                  <a:pt x="1612" y="277"/>
                </a:cubicBezTo>
                <a:cubicBezTo>
                  <a:pt x="1612" y="278"/>
                  <a:pt x="1612" y="279"/>
                  <a:pt x="1613" y="280"/>
                </a:cubicBezTo>
                <a:cubicBezTo>
                  <a:pt x="1613" y="282"/>
                  <a:pt x="1614" y="282"/>
                  <a:pt x="1616" y="282"/>
                </a:cubicBezTo>
                <a:cubicBezTo>
                  <a:pt x="1625" y="282"/>
                  <a:pt x="1636" y="272"/>
                  <a:pt x="1649" y="251"/>
                </a:cubicBezTo>
                <a:cubicBezTo>
                  <a:pt x="1654" y="251"/>
                  <a:pt x="1658" y="253"/>
                  <a:pt x="1659" y="258"/>
                </a:cubicBezTo>
                <a:cubicBezTo>
                  <a:pt x="1644" y="293"/>
                  <a:pt x="1621" y="311"/>
                  <a:pt x="1589" y="311"/>
                </a:cubicBezTo>
                <a:cubicBezTo>
                  <a:pt x="1586" y="311"/>
                  <a:pt x="1582" y="309"/>
                  <a:pt x="1579" y="306"/>
                </a:cubicBezTo>
                <a:cubicBezTo>
                  <a:pt x="1576" y="303"/>
                  <a:pt x="1574" y="299"/>
                  <a:pt x="1574" y="295"/>
                </a:cubicBezTo>
                <a:cubicBezTo>
                  <a:pt x="1574" y="288"/>
                  <a:pt x="1577" y="274"/>
                  <a:pt x="1583" y="252"/>
                </a:cubicBezTo>
                <a:lnTo>
                  <a:pt x="1601" y="178"/>
                </a:lnTo>
                <a:cubicBezTo>
                  <a:pt x="1604" y="167"/>
                  <a:pt x="1605" y="155"/>
                  <a:pt x="1605" y="144"/>
                </a:cubicBezTo>
                <a:cubicBezTo>
                  <a:pt x="1605" y="137"/>
                  <a:pt x="1604" y="133"/>
                  <a:pt x="1602" y="130"/>
                </a:cubicBezTo>
                <a:cubicBezTo>
                  <a:pt x="1599" y="128"/>
                  <a:pt x="1596" y="126"/>
                  <a:pt x="1592" y="126"/>
                </a:cubicBezTo>
                <a:cubicBezTo>
                  <a:pt x="1584" y="126"/>
                  <a:pt x="1574" y="131"/>
                  <a:pt x="1563" y="142"/>
                </a:cubicBezTo>
                <a:cubicBezTo>
                  <a:pt x="1552" y="152"/>
                  <a:pt x="1537" y="171"/>
                  <a:pt x="1518" y="197"/>
                </a:cubicBezTo>
                <a:lnTo>
                  <a:pt x="1500" y="272"/>
                </a:lnTo>
                <a:cubicBezTo>
                  <a:pt x="1499" y="274"/>
                  <a:pt x="1499" y="277"/>
                  <a:pt x="1498" y="282"/>
                </a:cubicBezTo>
                <a:cubicBezTo>
                  <a:pt x="1497" y="287"/>
                  <a:pt x="1496" y="291"/>
                  <a:pt x="1496" y="293"/>
                </a:cubicBezTo>
                <a:cubicBezTo>
                  <a:pt x="1495" y="296"/>
                  <a:pt x="1494" y="299"/>
                  <a:pt x="1493" y="302"/>
                </a:cubicBezTo>
                <a:cubicBezTo>
                  <a:pt x="1491" y="305"/>
                  <a:pt x="1489" y="307"/>
                  <a:pt x="1487" y="308"/>
                </a:cubicBezTo>
                <a:cubicBezTo>
                  <a:pt x="1485" y="310"/>
                  <a:pt x="1482" y="311"/>
                  <a:pt x="1478" y="311"/>
                </a:cubicBezTo>
                <a:cubicBezTo>
                  <a:pt x="1465" y="311"/>
                  <a:pt x="1459" y="306"/>
                  <a:pt x="1459" y="298"/>
                </a:cubicBezTo>
                <a:lnTo>
                  <a:pt x="1459" y="296"/>
                </a:lnTo>
                <a:lnTo>
                  <a:pt x="1459" y="293"/>
                </a:lnTo>
                <a:cubicBezTo>
                  <a:pt x="1460" y="293"/>
                  <a:pt x="1460" y="292"/>
                  <a:pt x="1460" y="291"/>
                </a:cubicBezTo>
                <a:cubicBezTo>
                  <a:pt x="1460" y="290"/>
                  <a:pt x="1460" y="289"/>
                  <a:pt x="1461" y="288"/>
                </a:cubicBezTo>
                <a:cubicBezTo>
                  <a:pt x="1461" y="287"/>
                  <a:pt x="1461" y="286"/>
                  <a:pt x="1461" y="285"/>
                </a:cubicBezTo>
                <a:cubicBezTo>
                  <a:pt x="1462" y="284"/>
                  <a:pt x="1462" y="283"/>
                  <a:pt x="1463" y="282"/>
                </a:cubicBezTo>
                <a:cubicBezTo>
                  <a:pt x="1463" y="280"/>
                  <a:pt x="1463" y="280"/>
                  <a:pt x="1463" y="279"/>
                </a:cubicBezTo>
                <a:cubicBezTo>
                  <a:pt x="1463" y="277"/>
                  <a:pt x="1464" y="276"/>
                  <a:pt x="1464" y="275"/>
                </a:cubicBezTo>
                <a:cubicBezTo>
                  <a:pt x="1465" y="274"/>
                  <a:pt x="1465" y="273"/>
                  <a:pt x="1465" y="272"/>
                </a:cubicBezTo>
                <a:lnTo>
                  <a:pt x="1488" y="176"/>
                </a:lnTo>
                <a:cubicBezTo>
                  <a:pt x="1490" y="165"/>
                  <a:pt x="1491" y="154"/>
                  <a:pt x="1492" y="144"/>
                </a:cubicBezTo>
                <a:cubicBezTo>
                  <a:pt x="1492" y="137"/>
                  <a:pt x="1491" y="132"/>
                  <a:pt x="1489" y="130"/>
                </a:cubicBezTo>
                <a:cubicBezTo>
                  <a:pt x="1487" y="127"/>
                  <a:pt x="1484" y="126"/>
                  <a:pt x="1479" y="126"/>
                </a:cubicBezTo>
                <a:cubicBezTo>
                  <a:pt x="1459" y="126"/>
                  <a:pt x="1433" y="149"/>
                  <a:pt x="1401" y="195"/>
                </a:cubicBezTo>
                <a:lnTo>
                  <a:pt x="1382" y="272"/>
                </a:lnTo>
                <a:cubicBezTo>
                  <a:pt x="1381" y="274"/>
                  <a:pt x="1381" y="277"/>
                  <a:pt x="1380" y="280"/>
                </a:cubicBezTo>
                <a:cubicBezTo>
                  <a:pt x="1379" y="284"/>
                  <a:pt x="1379" y="287"/>
                  <a:pt x="1379" y="290"/>
                </a:cubicBezTo>
                <a:cubicBezTo>
                  <a:pt x="1378" y="292"/>
                  <a:pt x="1377" y="295"/>
                  <a:pt x="1376" y="298"/>
                </a:cubicBezTo>
                <a:cubicBezTo>
                  <a:pt x="1375" y="301"/>
                  <a:pt x="1374" y="303"/>
                  <a:pt x="1373" y="304"/>
                </a:cubicBezTo>
                <a:cubicBezTo>
                  <a:pt x="1372" y="306"/>
                  <a:pt x="1370" y="307"/>
                  <a:pt x="1368" y="309"/>
                </a:cubicBezTo>
                <a:cubicBezTo>
                  <a:pt x="1366" y="310"/>
                  <a:pt x="1364" y="311"/>
                  <a:pt x="1361" y="311"/>
                </a:cubicBezTo>
                <a:cubicBezTo>
                  <a:pt x="1348" y="311"/>
                  <a:pt x="1341" y="306"/>
                  <a:pt x="1341" y="298"/>
                </a:cubicBezTo>
                <a:cubicBezTo>
                  <a:pt x="1341" y="297"/>
                  <a:pt x="1343" y="288"/>
                  <a:pt x="1347" y="272"/>
                </a:cubicBezTo>
                <a:lnTo>
                  <a:pt x="1374" y="15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8375760" y="4152600"/>
            <a:ext cx="407880" cy="159480"/>
          </a:xfrm>
          <a:custGeom>
            <a:avLst/>
            <a:gdLst/>
            <a:ahLst/>
            <a:rect l="0" t="0" r="r" b="b"/>
            <a:pathLst>
              <a:path w="1133" h="443">
                <a:moveTo>
                  <a:pt x="54" y="335"/>
                </a:moveTo>
                <a:cubicBezTo>
                  <a:pt x="38" y="334"/>
                  <a:pt x="25" y="330"/>
                  <a:pt x="15" y="323"/>
                </a:cubicBezTo>
                <a:cubicBezTo>
                  <a:pt x="5" y="316"/>
                  <a:pt x="0" y="308"/>
                  <a:pt x="0" y="299"/>
                </a:cubicBezTo>
                <a:cubicBezTo>
                  <a:pt x="0" y="295"/>
                  <a:pt x="1" y="291"/>
                  <a:pt x="4" y="287"/>
                </a:cubicBezTo>
                <a:cubicBezTo>
                  <a:pt x="7" y="283"/>
                  <a:pt x="12" y="282"/>
                  <a:pt x="18" y="282"/>
                </a:cubicBezTo>
                <a:cubicBezTo>
                  <a:pt x="25" y="282"/>
                  <a:pt x="29" y="284"/>
                  <a:pt x="32" y="289"/>
                </a:cubicBezTo>
                <a:cubicBezTo>
                  <a:pt x="36" y="294"/>
                  <a:pt x="39" y="300"/>
                  <a:pt x="40" y="307"/>
                </a:cubicBezTo>
                <a:cubicBezTo>
                  <a:pt x="40" y="312"/>
                  <a:pt x="42" y="316"/>
                  <a:pt x="45" y="317"/>
                </a:cubicBezTo>
                <a:cubicBezTo>
                  <a:pt x="48" y="319"/>
                  <a:pt x="53" y="319"/>
                  <a:pt x="60" y="319"/>
                </a:cubicBezTo>
                <a:cubicBezTo>
                  <a:pt x="72" y="319"/>
                  <a:pt x="81" y="317"/>
                  <a:pt x="89" y="312"/>
                </a:cubicBezTo>
                <a:cubicBezTo>
                  <a:pt x="96" y="306"/>
                  <a:pt x="100" y="297"/>
                  <a:pt x="100" y="285"/>
                </a:cubicBezTo>
                <a:cubicBezTo>
                  <a:pt x="100" y="269"/>
                  <a:pt x="90" y="255"/>
                  <a:pt x="71" y="242"/>
                </a:cubicBezTo>
                <a:cubicBezTo>
                  <a:pt x="44" y="224"/>
                  <a:pt x="30" y="204"/>
                  <a:pt x="30" y="182"/>
                </a:cubicBezTo>
                <a:cubicBezTo>
                  <a:pt x="30" y="167"/>
                  <a:pt x="37" y="153"/>
                  <a:pt x="49" y="141"/>
                </a:cubicBezTo>
                <a:cubicBezTo>
                  <a:pt x="61" y="129"/>
                  <a:pt x="77" y="123"/>
                  <a:pt x="96" y="123"/>
                </a:cubicBezTo>
                <a:cubicBezTo>
                  <a:pt x="110" y="123"/>
                  <a:pt x="123" y="127"/>
                  <a:pt x="133" y="135"/>
                </a:cubicBezTo>
                <a:cubicBezTo>
                  <a:pt x="144" y="143"/>
                  <a:pt x="150" y="152"/>
                  <a:pt x="150" y="161"/>
                </a:cubicBezTo>
                <a:cubicBezTo>
                  <a:pt x="150" y="172"/>
                  <a:pt x="144" y="177"/>
                  <a:pt x="133" y="177"/>
                </a:cubicBezTo>
                <a:cubicBezTo>
                  <a:pt x="127" y="177"/>
                  <a:pt x="122" y="174"/>
                  <a:pt x="118" y="169"/>
                </a:cubicBezTo>
                <a:cubicBezTo>
                  <a:pt x="114" y="164"/>
                  <a:pt x="112" y="158"/>
                  <a:pt x="111" y="152"/>
                </a:cubicBezTo>
                <a:cubicBezTo>
                  <a:pt x="110" y="143"/>
                  <a:pt x="103" y="139"/>
                  <a:pt x="90" y="139"/>
                </a:cubicBezTo>
                <a:cubicBezTo>
                  <a:pt x="80" y="139"/>
                  <a:pt x="73" y="142"/>
                  <a:pt x="68" y="149"/>
                </a:cubicBezTo>
                <a:cubicBezTo>
                  <a:pt x="63" y="155"/>
                  <a:pt x="60" y="163"/>
                  <a:pt x="60" y="172"/>
                </a:cubicBezTo>
                <a:cubicBezTo>
                  <a:pt x="60" y="183"/>
                  <a:pt x="67" y="193"/>
                  <a:pt x="79" y="202"/>
                </a:cubicBezTo>
                <a:cubicBezTo>
                  <a:pt x="100" y="216"/>
                  <a:pt x="114" y="229"/>
                  <a:pt x="122" y="240"/>
                </a:cubicBezTo>
                <a:cubicBezTo>
                  <a:pt x="131" y="251"/>
                  <a:pt x="135" y="263"/>
                  <a:pt x="135" y="275"/>
                </a:cubicBezTo>
                <a:cubicBezTo>
                  <a:pt x="135" y="293"/>
                  <a:pt x="128" y="308"/>
                  <a:pt x="115" y="319"/>
                </a:cubicBezTo>
                <a:cubicBezTo>
                  <a:pt x="102" y="330"/>
                  <a:pt x="84" y="335"/>
                  <a:pt x="61" y="335"/>
                </a:cubicBezTo>
                <a:lnTo>
                  <a:pt x="54" y="335"/>
                </a:lnTo>
                <a:moveTo>
                  <a:pt x="240" y="77"/>
                </a:moveTo>
                <a:cubicBezTo>
                  <a:pt x="235" y="73"/>
                  <a:pt x="233" y="68"/>
                  <a:pt x="233" y="62"/>
                </a:cubicBezTo>
                <a:cubicBezTo>
                  <a:pt x="233" y="55"/>
                  <a:pt x="235" y="50"/>
                  <a:pt x="240" y="45"/>
                </a:cubicBezTo>
                <a:cubicBezTo>
                  <a:pt x="245" y="41"/>
                  <a:pt x="250" y="38"/>
                  <a:pt x="255" y="38"/>
                </a:cubicBezTo>
                <a:cubicBezTo>
                  <a:pt x="262" y="38"/>
                  <a:pt x="267" y="41"/>
                  <a:pt x="271" y="45"/>
                </a:cubicBezTo>
                <a:cubicBezTo>
                  <a:pt x="276" y="50"/>
                  <a:pt x="278" y="55"/>
                  <a:pt x="278" y="62"/>
                </a:cubicBezTo>
                <a:cubicBezTo>
                  <a:pt x="278" y="68"/>
                  <a:pt x="276" y="73"/>
                  <a:pt x="271" y="77"/>
                </a:cubicBezTo>
                <a:cubicBezTo>
                  <a:pt x="267" y="82"/>
                  <a:pt x="262" y="84"/>
                  <a:pt x="255" y="84"/>
                </a:cubicBezTo>
                <a:cubicBezTo>
                  <a:pt x="250" y="84"/>
                  <a:pt x="245" y="82"/>
                  <a:pt x="240" y="77"/>
                </a:cubicBezTo>
                <a:moveTo>
                  <a:pt x="254" y="179"/>
                </a:moveTo>
                <a:lnTo>
                  <a:pt x="233" y="272"/>
                </a:lnTo>
                <a:cubicBezTo>
                  <a:pt x="229" y="287"/>
                  <a:pt x="227" y="296"/>
                  <a:pt x="227" y="299"/>
                </a:cubicBezTo>
                <a:cubicBezTo>
                  <a:pt x="227" y="304"/>
                  <a:pt x="229" y="307"/>
                  <a:pt x="232" y="307"/>
                </a:cubicBezTo>
                <a:cubicBezTo>
                  <a:pt x="235" y="307"/>
                  <a:pt x="239" y="305"/>
                  <a:pt x="244" y="301"/>
                </a:cubicBezTo>
                <a:cubicBezTo>
                  <a:pt x="250" y="296"/>
                  <a:pt x="257" y="290"/>
                  <a:pt x="263" y="283"/>
                </a:cubicBezTo>
                <a:cubicBezTo>
                  <a:pt x="268" y="283"/>
                  <a:pt x="272" y="286"/>
                  <a:pt x="274" y="291"/>
                </a:cubicBezTo>
                <a:cubicBezTo>
                  <a:pt x="250" y="321"/>
                  <a:pt x="229" y="335"/>
                  <a:pt x="208" y="335"/>
                </a:cubicBezTo>
                <a:cubicBezTo>
                  <a:pt x="195" y="335"/>
                  <a:pt x="189" y="330"/>
                  <a:pt x="189" y="319"/>
                </a:cubicBezTo>
                <a:cubicBezTo>
                  <a:pt x="189" y="315"/>
                  <a:pt x="191" y="301"/>
                  <a:pt x="197" y="276"/>
                </a:cubicBezTo>
                <a:lnTo>
                  <a:pt x="219" y="179"/>
                </a:lnTo>
                <a:cubicBezTo>
                  <a:pt x="221" y="167"/>
                  <a:pt x="223" y="159"/>
                  <a:pt x="224" y="155"/>
                </a:cubicBezTo>
                <a:cubicBezTo>
                  <a:pt x="224" y="149"/>
                  <a:pt x="221" y="146"/>
                  <a:pt x="215" y="145"/>
                </a:cubicBezTo>
                <a:lnTo>
                  <a:pt x="196" y="144"/>
                </a:lnTo>
                <a:cubicBezTo>
                  <a:pt x="192" y="139"/>
                  <a:pt x="192" y="134"/>
                  <a:pt x="195" y="131"/>
                </a:cubicBezTo>
                <a:cubicBezTo>
                  <a:pt x="228" y="126"/>
                  <a:pt x="247" y="124"/>
                  <a:pt x="254" y="124"/>
                </a:cubicBezTo>
                <a:cubicBezTo>
                  <a:pt x="260" y="124"/>
                  <a:pt x="263" y="128"/>
                  <a:pt x="263" y="134"/>
                </a:cubicBezTo>
                <a:cubicBezTo>
                  <a:pt x="263" y="136"/>
                  <a:pt x="263" y="139"/>
                  <a:pt x="262" y="142"/>
                </a:cubicBezTo>
                <a:cubicBezTo>
                  <a:pt x="262" y="146"/>
                  <a:pt x="261" y="149"/>
                  <a:pt x="260" y="152"/>
                </a:cubicBezTo>
                <a:cubicBezTo>
                  <a:pt x="259" y="156"/>
                  <a:pt x="258" y="160"/>
                  <a:pt x="257" y="166"/>
                </a:cubicBezTo>
                <a:cubicBezTo>
                  <a:pt x="255" y="171"/>
                  <a:pt x="254" y="176"/>
                  <a:pt x="254" y="179"/>
                </a:cubicBezTo>
                <a:moveTo>
                  <a:pt x="354" y="179"/>
                </a:moveTo>
                <a:cubicBezTo>
                  <a:pt x="357" y="166"/>
                  <a:pt x="358" y="158"/>
                  <a:pt x="358" y="155"/>
                </a:cubicBezTo>
                <a:cubicBezTo>
                  <a:pt x="358" y="149"/>
                  <a:pt x="356" y="146"/>
                  <a:pt x="350" y="145"/>
                </a:cubicBezTo>
                <a:lnTo>
                  <a:pt x="331" y="144"/>
                </a:lnTo>
                <a:cubicBezTo>
                  <a:pt x="327" y="139"/>
                  <a:pt x="327" y="134"/>
                  <a:pt x="330" y="131"/>
                </a:cubicBezTo>
                <a:cubicBezTo>
                  <a:pt x="362" y="126"/>
                  <a:pt x="382" y="124"/>
                  <a:pt x="389" y="124"/>
                </a:cubicBezTo>
                <a:cubicBezTo>
                  <a:pt x="396" y="124"/>
                  <a:pt x="399" y="128"/>
                  <a:pt x="399" y="134"/>
                </a:cubicBezTo>
                <a:cubicBezTo>
                  <a:pt x="399" y="137"/>
                  <a:pt x="398" y="140"/>
                  <a:pt x="397" y="144"/>
                </a:cubicBezTo>
                <a:cubicBezTo>
                  <a:pt x="396" y="148"/>
                  <a:pt x="395" y="154"/>
                  <a:pt x="393" y="162"/>
                </a:cubicBezTo>
                <a:cubicBezTo>
                  <a:pt x="391" y="170"/>
                  <a:pt x="389" y="176"/>
                  <a:pt x="389" y="179"/>
                </a:cubicBezTo>
                <a:lnTo>
                  <a:pt x="387" y="183"/>
                </a:lnTo>
                <a:lnTo>
                  <a:pt x="388" y="184"/>
                </a:lnTo>
                <a:cubicBezTo>
                  <a:pt x="419" y="143"/>
                  <a:pt x="450" y="123"/>
                  <a:pt x="480" y="123"/>
                </a:cubicBezTo>
                <a:cubicBezTo>
                  <a:pt x="499" y="123"/>
                  <a:pt x="508" y="137"/>
                  <a:pt x="508" y="164"/>
                </a:cubicBezTo>
                <a:cubicBezTo>
                  <a:pt x="508" y="172"/>
                  <a:pt x="507" y="180"/>
                  <a:pt x="506" y="186"/>
                </a:cubicBezTo>
                <a:cubicBezTo>
                  <a:pt x="522" y="166"/>
                  <a:pt x="537" y="150"/>
                  <a:pt x="550" y="139"/>
                </a:cubicBezTo>
                <a:cubicBezTo>
                  <a:pt x="563" y="128"/>
                  <a:pt x="577" y="123"/>
                  <a:pt x="593" y="123"/>
                </a:cubicBezTo>
                <a:cubicBezTo>
                  <a:pt x="601" y="123"/>
                  <a:pt x="607" y="126"/>
                  <a:pt x="613" y="133"/>
                </a:cubicBezTo>
                <a:cubicBezTo>
                  <a:pt x="618" y="140"/>
                  <a:pt x="621" y="150"/>
                  <a:pt x="621" y="164"/>
                </a:cubicBezTo>
                <a:cubicBezTo>
                  <a:pt x="621" y="175"/>
                  <a:pt x="620" y="187"/>
                  <a:pt x="616" y="199"/>
                </a:cubicBezTo>
                <a:lnTo>
                  <a:pt x="594" y="283"/>
                </a:lnTo>
                <a:cubicBezTo>
                  <a:pt x="593" y="289"/>
                  <a:pt x="592" y="295"/>
                  <a:pt x="592" y="302"/>
                </a:cubicBezTo>
                <a:cubicBezTo>
                  <a:pt x="592" y="303"/>
                  <a:pt x="592" y="304"/>
                  <a:pt x="593" y="305"/>
                </a:cubicBezTo>
                <a:cubicBezTo>
                  <a:pt x="593" y="307"/>
                  <a:pt x="594" y="307"/>
                  <a:pt x="596" y="307"/>
                </a:cubicBezTo>
                <a:cubicBezTo>
                  <a:pt x="604" y="307"/>
                  <a:pt x="616" y="297"/>
                  <a:pt x="629" y="276"/>
                </a:cubicBezTo>
                <a:cubicBezTo>
                  <a:pt x="634" y="276"/>
                  <a:pt x="638" y="278"/>
                  <a:pt x="639" y="283"/>
                </a:cubicBezTo>
                <a:cubicBezTo>
                  <a:pt x="624" y="318"/>
                  <a:pt x="601" y="335"/>
                  <a:pt x="569" y="335"/>
                </a:cubicBezTo>
                <a:cubicBezTo>
                  <a:pt x="566" y="335"/>
                  <a:pt x="562" y="334"/>
                  <a:pt x="559" y="331"/>
                </a:cubicBezTo>
                <a:cubicBezTo>
                  <a:pt x="555" y="328"/>
                  <a:pt x="554" y="324"/>
                  <a:pt x="554" y="319"/>
                </a:cubicBezTo>
                <a:cubicBezTo>
                  <a:pt x="554" y="313"/>
                  <a:pt x="557" y="299"/>
                  <a:pt x="563" y="277"/>
                </a:cubicBezTo>
                <a:lnTo>
                  <a:pt x="581" y="202"/>
                </a:lnTo>
                <a:cubicBezTo>
                  <a:pt x="584" y="191"/>
                  <a:pt x="585" y="180"/>
                  <a:pt x="585" y="169"/>
                </a:cubicBezTo>
                <a:cubicBezTo>
                  <a:pt x="585" y="162"/>
                  <a:pt x="584" y="158"/>
                  <a:pt x="581" y="155"/>
                </a:cubicBezTo>
                <a:cubicBezTo>
                  <a:pt x="579" y="153"/>
                  <a:pt x="576" y="151"/>
                  <a:pt x="572" y="151"/>
                </a:cubicBezTo>
                <a:cubicBezTo>
                  <a:pt x="563" y="151"/>
                  <a:pt x="554" y="156"/>
                  <a:pt x="543" y="167"/>
                </a:cubicBezTo>
                <a:cubicBezTo>
                  <a:pt x="532" y="177"/>
                  <a:pt x="517" y="196"/>
                  <a:pt x="498" y="222"/>
                </a:cubicBezTo>
                <a:lnTo>
                  <a:pt x="480" y="297"/>
                </a:lnTo>
                <a:cubicBezTo>
                  <a:pt x="479" y="299"/>
                  <a:pt x="479" y="302"/>
                  <a:pt x="478" y="307"/>
                </a:cubicBezTo>
                <a:cubicBezTo>
                  <a:pt x="477" y="312"/>
                  <a:pt x="476" y="316"/>
                  <a:pt x="476" y="318"/>
                </a:cubicBezTo>
                <a:cubicBezTo>
                  <a:pt x="475" y="321"/>
                  <a:pt x="474" y="324"/>
                  <a:pt x="472" y="327"/>
                </a:cubicBezTo>
                <a:cubicBezTo>
                  <a:pt x="471" y="330"/>
                  <a:pt x="469" y="332"/>
                  <a:pt x="467" y="333"/>
                </a:cubicBezTo>
                <a:cubicBezTo>
                  <a:pt x="464" y="335"/>
                  <a:pt x="462" y="335"/>
                  <a:pt x="458" y="335"/>
                </a:cubicBezTo>
                <a:cubicBezTo>
                  <a:pt x="445" y="335"/>
                  <a:pt x="439" y="331"/>
                  <a:pt x="439" y="323"/>
                </a:cubicBezTo>
                <a:lnTo>
                  <a:pt x="439" y="321"/>
                </a:lnTo>
                <a:lnTo>
                  <a:pt x="439" y="318"/>
                </a:lnTo>
                <a:cubicBezTo>
                  <a:pt x="440" y="318"/>
                  <a:pt x="440" y="317"/>
                  <a:pt x="440" y="316"/>
                </a:cubicBezTo>
                <a:cubicBezTo>
                  <a:pt x="440" y="315"/>
                  <a:pt x="440" y="314"/>
                  <a:pt x="441" y="313"/>
                </a:cubicBezTo>
                <a:cubicBezTo>
                  <a:pt x="441" y="312"/>
                  <a:pt x="441" y="311"/>
                  <a:pt x="441" y="310"/>
                </a:cubicBezTo>
                <a:cubicBezTo>
                  <a:pt x="441" y="308"/>
                  <a:pt x="442" y="308"/>
                  <a:pt x="442" y="307"/>
                </a:cubicBezTo>
                <a:cubicBezTo>
                  <a:pt x="443" y="305"/>
                  <a:pt x="443" y="304"/>
                  <a:pt x="443" y="304"/>
                </a:cubicBezTo>
                <a:cubicBezTo>
                  <a:pt x="443" y="302"/>
                  <a:pt x="444" y="301"/>
                  <a:pt x="444" y="300"/>
                </a:cubicBezTo>
                <a:cubicBezTo>
                  <a:pt x="445" y="299"/>
                  <a:pt x="445" y="298"/>
                  <a:pt x="445" y="297"/>
                </a:cubicBezTo>
                <a:lnTo>
                  <a:pt x="468" y="201"/>
                </a:lnTo>
                <a:cubicBezTo>
                  <a:pt x="470" y="190"/>
                  <a:pt x="471" y="179"/>
                  <a:pt x="472" y="169"/>
                </a:cubicBezTo>
                <a:cubicBezTo>
                  <a:pt x="472" y="162"/>
                  <a:pt x="471" y="157"/>
                  <a:pt x="469" y="155"/>
                </a:cubicBezTo>
                <a:cubicBezTo>
                  <a:pt x="467" y="152"/>
                  <a:pt x="464" y="151"/>
                  <a:pt x="459" y="151"/>
                </a:cubicBezTo>
                <a:cubicBezTo>
                  <a:pt x="438" y="151"/>
                  <a:pt x="413" y="174"/>
                  <a:pt x="381" y="220"/>
                </a:cubicBezTo>
                <a:lnTo>
                  <a:pt x="362" y="297"/>
                </a:lnTo>
                <a:cubicBezTo>
                  <a:pt x="361" y="299"/>
                  <a:pt x="360" y="302"/>
                  <a:pt x="360" y="305"/>
                </a:cubicBezTo>
                <a:cubicBezTo>
                  <a:pt x="359" y="309"/>
                  <a:pt x="359" y="312"/>
                  <a:pt x="358" y="315"/>
                </a:cubicBezTo>
                <a:cubicBezTo>
                  <a:pt x="358" y="317"/>
                  <a:pt x="357" y="320"/>
                  <a:pt x="356" y="323"/>
                </a:cubicBezTo>
                <a:cubicBezTo>
                  <a:pt x="355" y="325"/>
                  <a:pt x="354" y="328"/>
                  <a:pt x="353" y="329"/>
                </a:cubicBezTo>
                <a:cubicBezTo>
                  <a:pt x="352" y="331"/>
                  <a:pt x="350" y="332"/>
                  <a:pt x="348" y="334"/>
                </a:cubicBezTo>
                <a:cubicBezTo>
                  <a:pt x="346" y="335"/>
                  <a:pt x="343" y="335"/>
                  <a:pt x="341" y="335"/>
                </a:cubicBezTo>
                <a:cubicBezTo>
                  <a:pt x="328" y="335"/>
                  <a:pt x="321" y="331"/>
                  <a:pt x="321" y="323"/>
                </a:cubicBezTo>
                <a:cubicBezTo>
                  <a:pt x="321" y="322"/>
                  <a:pt x="323" y="313"/>
                  <a:pt x="327" y="297"/>
                </a:cubicBezTo>
                <a:lnTo>
                  <a:pt x="354" y="179"/>
                </a:lnTo>
                <a:moveTo>
                  <a:pt x="763" y="139"/>
                </a:moveTo>
                <a:cubicBezTo>
                  <a:pt x="781" y="128"/>
                  <a:pt x="799" y="123"/>
                  <a:pt x="817" y="123"/>
                </a:cubicBezTo>
                <a:cubicBezTo>
                  <a:pt x="857" y="123"/>
                  <a:pt x="877" y="147"/>
                  <a:pt x="877" y="194"/>
                </a:cubicBezTo>
                <a:cubicBezTo>
                  <a:pt x="877" y="227"/>
                  <a:pt x="864" y="260"/>
                  <a:pt x="839" y="291"/>
                </a:cubicBezTo>
                <a:cubicBezTo>
                  <a:pt x="815" y="321"/>
                  <a:pt x="788" y="335"/>
                  <a:pt x="757" y="335"/>
                </a:cubicBezTo>
                <a:cubicBezTo>
                  <a:pt x="744" y="335"/>
                  <a:pt x="733" y="330"/>
                  <a:pt x="723" y="319"/>
                </a:cubicBezTo>
                <a:lnTo>
                  <a:pt x="702" y="406"/>
                </a:lnTo>
                <a:cubicBezTo>
                  <a:pt x="701" y="412"/>
                  <a:pt x="701" y="416"/>
                  <a:pt x="703" y="419"/>
                </a:cubicBezTo>
                <a:cubicBezTo>
                  <a:pt x="705" y="422"/>
                  <a:pt x="707" y="423"/>
                  <a:pt x="709" y="424"/>
                </a:cubicBezTo>
                <a:cubicBezTo>
                  <a:pt x="712" y="425"/>
                  <a:pt x="714" y="426"/>
                  <a:pt x="718" y="426"/>
                </a:cubicBezTo>
                <a:lnTo>
                  <a:pt x="727" y="427"/>
                </a:lnTo>
                <a:cubicBezTo>
                  <a:pt x="729" y="428"/>
                  <a:pt x="730" y="429"/>
                  <a:pt x="730" y="431"/>
                </a:cubicBezTo>
                <a:lnTo>
                  <a:pt x="730" y="441"/>
                </a:lnTo>
                <a:lnTo>
                  <a:pt x="729" y="441"/>
                </a:lnTo>
                <a:cubicBezTo>
                  <a:pt x="707" y="441"/>
                  <a:pt x="691" y="441"/>
                  <a:pt x="678" y="441"/>
                </a:cubicBezTo>
                <a:lnTo>
                  <a:pt x="629" y="443"/>
                </a:lnTo>
                <a:lnTo>
                  <a:pt x="628" y="442"/>
                </a:lnTo>
                <a:lnTo>
                  <a:pt x="628" y="433"/>
                </a:lnTo>
                <a:cubicBezTo>
                  <a:pt x="628" y="431"/>
                  <a:pt x="630" y="430"/>
                  <a:pt x="633" y="429"/>
                </a:cubicBezTo>
                <a:lnTo>
                  <a:pt x="642" y="428"/>
                </a:lnTo>
                <a:cubicBezTo>
                  <a:pt x="656" y="426"/>
                  <a:pt x="664" y="419"/>
                  <a:pt x="667" y="406"/>
                </a:cubicBezTo>
                <a:lnTo>
                  <a:pt x="716" y="190"/>
                </a:lnTo>
                <a:cubicBezTo>
                  <a:pt x="700" y="203"/>
                  <a:pt x="688" y="214"/>
                  <a:pt x="682" y="223"/>
                </a:cubicBezTo>
                <a:cubicBezTo>
                  <a:pt x="674" y="223"/>
                  <a:pt x="669" y="219"/>
                  <a:pt x="667" y="213"/>
                </a:cubicBezTo>
                <a:cubicBezTo>
                  <a:pt x="678" y="199"/>
                  <a:pt x="696" y="183"/>
                  <a:pt x="721" y="165"/>
                </a:cubicBezTo>
                <a:lnTo>
                  <a:pt x="727" y="137"/>
                </a:lnTo>
                <a:cubicBezTo>
                  <a:pt x="728" y="135"/>
                  <a:pt x="728" y="132"/>
                  <a:pt x="729" y="127"/>
                </a:cubicBezTo>
                <a:cubicBezTo>
                  <a:pt x="730" y="121"/>
                  <a:pt x="731" y="118"/>
                  <a:pt x="731" y="115"/>
                </a:cubicBezTo>
                <a:cubicBezTo>
                  <a:pt x="732" y="113"/>
                  <a:pt x="733" y="110"/>
                  <a:pt x="734" y="107"/>
                </a:cubicBezTo>
                <a:cubicBezTo>
                  <a:pt x="736" y="104"/>
                  <a:pt x="738" y="101"/>
                  <a:pt x="740" y="100"/>
                </a:cubicBezTo>
                <a:cubicBezTo>
                  <a:pt x="743" y="99"/>
                  <a:pt x="746" y="98"/>
                  <a:pt x="749" y="98"/>
                </a:cubicBezTo>
                <a:cubicBezTo>
                  <a:pt x="762" y="98"/>
                  <a:pt x="769" y="103"/>
                  <a:pt x="769" y="111"/>
                </a:cubicBezTo>
                <a:cubicBezTo>
                  <a:pt x="769" y="113"/>
                  <a:pt x="768" y="115"/>
                  <a:pt x="767" y="119"/>
                </a:cubicBezTo>
                <a:cubicBezTo>
                  <a:pt x="767" y="123"/>
                  <a:pt x="766" y="126"/>
                  <a:pt x="765" y="131"/>
                </a:cubicBezTo>
                <a:cubicBezTo>
                  <a:pt x="764" y="135"/>
                  <a:pt x="763" y="138"/>
                  <a:pt x="763" y="139"/>
                </a:cubicBezTo>
                <a:moveTo>
                  <a:pt x="802" y="145"/>
                </a:moveTo>
                <a:cubicBezTo>
                  <a:pt x="789" y="145"/>
                  <a:pt x="775" y="150"/>
                  <a:pt x="759" y="161"/>
                </a:cubicBezTo>
                <a:lnTo>
                  <a:pt x="727" y="299"/>
                </a:lnTo>
                <a:cubicBezTo>
                  <a:pt x="737" y="312"/>
                  <a:pt x="748" y="319"/>
                  <a:pt x="762" y="319"/>
                </a:cubicBezTo>
                <a:cubicBezTo>
                  <a:pt x="771" y="319"/>
                  <a:pt x="780" y="316"/>
                  <a:pt x="788" y="310"/>
                </a:cubicBezTo>
                <a:cubicBezTo>
                  <a:pt x="797" y="303"/>
                  <a:pt x="805" y="295"/>
                  <a:pt x="811" y="285"/>
                </a:cubicBezTo>
                <a:cubicBezTo>
                  <a:pt x="820" y="272"/>
                  <a:pt x="826" y="257"/>
                  <a:pt x="831" y="242"/>
                </a:cubicBezTo>
                <a:cubicBezTo>
                  <a:pt x="836" y="227"/>
                  <a:pt x="838" y="214"/>
                  <a:pt x="838" y="201"/>
                </a:cubicBezTo>
                <a:cubicBezTo>
                  <a:pt x="838" y="164"/>
                  <a:pt x="826" y="145"/>
                  <a:pt x="802" y="145"/>
                </a:cubicBezTo>
                <a:moveTo>
                  <a:pt x="1003" y="55"/>
                </a:moveTo>
                <a:lnTo>
                  <a:pt x="955" y="270"/>
                </a:lnTo>
                <a:cubicBezTo>
                  <a:pt x="950" y="289"/>
                  <a:pt x="948" y="299"/>
                  <a:pt x="948" y="301"/>
                </a:cubicBezTo>
                <a:cubicBezTo>
                  <a:pt x="948" y="305"/>
                  <a:pt x="950" y="307"/>
                  <a:pt x="954" y="307"/>
                </a:cubicBezTo>
                <a:cubicBezTo>
                  <a:pt x="957" y="307"/>
                  <a:pt x="962" y="305"/>
                  <a:pt x="969" y="299"/>
                </a:cubicBezTo>
                <a:cubicBezTo>
                  <a:pt x="976" y="294"/>
                  <a:pt x="982" y="287"/>
                  <a:pt x="989" y="280"/>
                </a:cubicBezTo>
                <a:cubicBezTo>
                  <a:pt x="994" y="280"/>
                  <a:pt x="997" y="282"/>
                  <a:pt x="999" y="288"/>
                </a:cubicBezTo>
                <a:cubicBezTo>
                  <a:pt x="980" y="319"/>
                  <a:pt x="958" y="335"/>
                  <a:pt x="931" y="335"/>
                </a:cubicBezTo>
                <a:cubicBezTo>
                  <a:pt x="918" y="335"/>
                  <a:pt x="911" y="329"/>
                  <a:pt x="911" y="315"/>
                </a:cubicBezTo>
                <a:cubicBezTo>
                  <a:pt x="911" y="309"/>
                  <a:pt x="913" y="295"/>
                  <a:pt x="918" y="274"/>
                </a:cubicBezTo>
                <a:lnTo>
                  <a:pt x="965" y="64"/>
                </a:lnTo>
                <a:cubicBezTo>
                  <a:pt x="967" y="55"/>
                  <a:pt x="968" y="47"/>
                  <a:pt x="968" y="41"/>
                </a:cubicBezTo>
                <a:cubicBezTo>
                  <a:pt x="968" y="32"/>
                  <a:pt x="965" y="27"/>
                  <a:pt x="958" y="27"/>
                </a:cubicBezTo>
                <a:lnTo>
                  <a:pt x="944" y="27"/>
                </a:lnTo>
                <a:cubicBezTo>
                  <a:pt x="942" y="27"/>
                  <a:pt x="941" y="26"/>
                  <a:pt x="941" y="24"/>
                </a:cubicBezTo>
                <a:lnTo>
                  <a:pt x="943" y="13"/>
                </a:lnTo>
                <a:cubicBezTo>
                  <a:pt x="970" y="11"/>
                  <a:pt x="992" y="7"/>
                  <a:pt x="1009" y="0"/>
                </a:cubicBezTo>
                <a:cubicBezTo>
                  <a:pt x="1012" y="0"/>
                  <a:pt x="1014" y="2"/>
                  <a:pt x="1014" y="5"/>
                </a:cubicBezTo>
                <a:cubicBezTo>
                  <a:pt x="1011" y="18"/>
                  <a:pt x="1007" y="34"/>
                  <a:pt x="1003" y="55"/>
                </a:cubicBezTo>
                <a:moveTo>
                  <a:pt x="1095" y="77"/>
                </a:moveTo>
                <a:cubicBezTo>
                  <a:pt x="1090" y="73"/>
                  <a:pt x="1088" y="68"/>
                  <a:pt x="1088" y="62"/>
                </a:cubicBezTo>
                <a:cubicBezTo>
                  <a:pt x="1088" y="55"/>
                  <a:pt x="1090" y="50"/>
                  <a:pt x="1095" y="45"/>
                </a:cubicBezTo>
                <a:cubicBezTo>
                  <a:pt x="1099" y="41"/>
                  <a:pt x="1104" y="38"/>
                  <a:pt x="1110" y="38"/>
                </a:cubicBezTo>
                <a:cubicBezTo>
                  <a:pt x="1116" y="38"/>
                  <a:pt x="1121" y="41"/>
                  <a:pt x="1126" y="45"/>
                </a:cubicBezTo>
                <a:cubicBezTo>
                  <a:pt x="1130" y="50"/>
                  <a:pt x="1133" y="55"/>
                  <a:pt x="1133" y="62"/>
                </a:cubicBezTo>
                <a:cubicBezTo>
                  <a:pt x="1133" y="68"/>
                  <a:pt x="1130" y="73"/>
                  <a:pt x="1126" y="77"/>
                </a:cubicBezTo>
                <a:cubicBezTo>
                  <a:pt x="1121" y="82"/>
                  <a:pt x="1116" y="84"/>
                  <a:pt x="1110" y="84"/>
                </a:cubicBezTo>
                <a:cubicBezTo>
                  <a:pt x="1104" y="84"/>
                  <a:pt x="1099" y="82"/>
                  <a:pt x="1095" y="77"/>
                </a:cubicBezTo>
                <a:moveTo>
                  <a:pt x="1108" y="179"/>
                </a:moveTo>
                <a:lnTo>
                  <a:pt x="1087" y="272"/>
                </a:lnTo>
                <a:cubicBezTo>
                  <a:pt x="1084" y="287"/>
                  <a:pt x="1082" y="296"/>
                  <a:pt x="1082" y="299"/>
                </a:cubicBezTo>
                <a:cubicBezTo>
                  <a:pt x="1082" y="304"/>
                  <a:pt x="1083" y="307"/>
                  <a:pt x="1087" y="307"/>
                </a:cubicBezTo>
                <a:cubicBezTo>
                  <a:pt x="1089" y="307"/>
                  <a:pt x="1093" y="305"/>
                  <a:pt x="1099" y="301"/>
                </a:cubicBezTo>
                <a:cubicBezTo>
                  <a:pt x="1105" y="296"/>
                  <a:pt x="1111" y="290"/>
                  <a:pt x="1117" y="283"/>
                </a:cubicBezTo>
                <a:cubicBezTo>
                  <a:pt x="1123" y="283"/>
                  <a:pt x="1126" y="286"/>
                  <a:pt x="1128" y="291"/>
                </a:cubicBezTo>
                <a:cubicBezTo>
                  <a:pt x="1105" y="321"/>
                  <a:pt x="1083" y="335"/>
                  <a:pt x="1063" y="335"/>
                </a:cubicBezTo>
                <a:cubicBezTo>
                  <a:pt x="1050" y="335"/>
                  <a:pt x="1043" y="330"/>
                  <a:pt x="1043" y="319"/>
                </a:cubicBezTo>
                <a:cubicBezTo>
                  <a:pt x="1043" y="315"/>
                  <a:pt x="1046" y="301"/>
                  <a:pt x="1051" y="276"/>
                </a:cubicBezTo>
                <a:lnTo>
                  <a:pt x="1073" y="179"/>
                </a:lnTo>
                <a:cubicBezTo>
                  <a:pt x="1076" y="167"/>
                  <a:pt x="1078" y="159"/>
                  <a:pt x="1078" y="155"/>
                </a:cubicBezTo>
                <a:cubicBezTo>
                  <a:pt x="1078" y="149"/>
                  <a:pt x="1075" y="146"/>
                  <a:pt x="1070" y="145"/>
                </a:cubicBezTo>
                <a:lnTo>
                  <a:pt x="1051" y="144"/>
                </a:lnTo>
                <a:cubicBezTo>
                  <a:pt x="1047" y="139"/>
                  <a:pt x="1047" y="134"/>
                  <a:pt x="1050" y="131"/>
                </a:cubicBezTo>
                <a:cubicBezTo>
                  <a:pt x="1082" y="126"/>
                  <a:pt x="1102" y="124"/>
                  <a:pt x="1108" y="124"/>
                </a:cubicBezTo>
                <a:cubicBezTo>
                  <a:pt x="1115" y="124"/>
                  <a:pt x="1118" y="128"/>
                  <a:pt x="1118" y="134"/>
                </a:cubicBezTo>
                <a:cubicBezTo>
                  <a:pt x="1118" y="136"/>
                  <a:pt x="1118" y="139"/>
                  <a:pt x="1117" y="142"/>
                </a:cubicBezTo>
                <a:cubicBezTo>
                  <a:pt x="1116" y="146"/>
                  <a:pt x="1116" y="149"/>
                  <a:pt x="1115" y="152"/>
                </a:cubicBezTo>
                <a:cubicBezTo>
                  <a:pt x="1114" y="156"/>
                  <a:pt x="1113" y="160"/>
                  <a:pt x="1111" y="166"/>
                </a:cubicBezTo>
                <a:cubicBezTo>
                  <a:pt x="1110" y="171"/>
                  <a:pt x="1109" y="176"/>
                  <a:pt x="1108" y="17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8766720" y="4152600"/>
            <a:ext cx="112320" cy="159480"/>
          </a:xfrm>
          <a:custGeom>
            <a:avLst/>
            <a:gdLst/>
            <a:ahLst/>
            <a:rect l="0" t="0" r="r" b="b"/>
            <a:pathLst>
              <a:path w="312" h="443">
                <a:moveTo>
                  <a:pt x="74" y="413"/>
                </a:moveTo>
                <a:cubicBezTo>
                  <a:pt x="81" y="404"/>
                  <a:pt x="86" y="387"/>
                  <a:pt x="91" y="362"/>
                </a:cubicBezTo>
                <a:cubicBezTo>
                  <a:pt x="96" y="338"/>
                  <a:pt x="101" y="308"/>
                  <a:pt x="106" y="273"/>
                </a:cubicBezTo>
                <a:cubicBezTo>
                  <a:pt x="111" y="237"/>
                  <a:pt x="114" y="213"/>
                  <a:pt x="117" y="199"/>
                </a:cubicBezTo>
                <a:lnTo>
                  <a:pt x="127" y="146"/>
                </a:lnTo>
                <a:lnTo>
                  <a:pt x="89" y="146"/>
                </a:lnTo>
                <a:cubicBezTo>
                  <a:pt x="88" y="146"/>
                  <a:pt x="87" y="146"/>
                  <a:pt x="87" y="145"/>
                </a:cubicBezTo>
                <a:cubicBezTo>
                  <a:pt x="87" y="144"/>
                  <a:pt x="87" y="141"/>
                  <a:pt x="89" y="137"/>
                </a:cubicBezTo>
                <a:cubicBezTo>
                  <a:pt x="90" y="132"/>
                  <a:pt x="94" y="129"/>
                  <a:pt x="102" y="129"/>
                </a:cubicBezTo>
                <a:lnTo>
                  <a:pt x="130" y="128"/>
                </a:lnTo>
                <a:cubicBezTo>
                  <a:pt x="140" y="78"/>
                  <a:pt x="157" y="43"/>
                  <a:pt x="179" y="22"/>
                </a:cubicBezTo>
                <a:cubicBezTo>
                  <a:pt x="196" y="7"/>
                  <a:pt x="217" y="0"/>
                  <a:pt x="242" y="0"/>
                </a:cubicBezTo>
                <a:cubicBezTo>
                  <a:pt x="259" y="0"/>
                  <a:pt x="275" y="6"/>
                  <a:pt x="290" y="17"/>
                </a:cubicBezTo>
                <a:cubicBezTo>
                  <a:pt x="304" y="29"/>
                  <a:pt x="312" y="41"/>
                  <a:pt x="312" y="52"/>
                </a:cubicBezTo>
                <a:cubicBezTo>
                  <a:pt x="312" y="60"/>
                  <a:pt x="309" y="66"/>
                  <a:pt x="304" y="71"/>
                </a:cubicBezTo>
                <a:cubicBezTo>
                  <a:pt x="300" y="76"/>
                  <a:pt x="295" y="78"/>
                  <a:pt x="290" y="78"/>
                </a:cubicBezTo>
                <a:cubicBezTo>
                  <a:pt x="283" y="78"/>
                  <a:pt x="279" y="76"/>
                  <a:pt x="275" y="73"/>
                </a:cubicBezTo>
                <a:cubicBezTo>
                  <a:pt x="271" y="69"/>
                  <a:pt x="269" y="63"/>
                  <a:pt x="269" y="57"/>
                </a:cubicBezTo>
                <a:cubicBezTo>
                  <a:pt x="269" y="47"/>
                  <a:pt x="269" y="40"/>
                  <a:pt x="268" y="37"/>
                </a:cubicBezTo>
                <a:cubicBezTo>
                  <a:pt x="267" y="34"/>
                  <a:pt x="265" y="30"/>
                  <a:pt x="261" y="24"/>
                </a:cubicBezTo>
                <a:cubicBezTo>
                  <a:pt x="256" y="19"/>
                  <a:pt x="248" y="16"/>
                  <a:pt x="237" y="16"/>
                </a:cubicBezTo>
                <a:cubicBezTo>
                  <a:pt x="218" y="16"/>
                  <a:pt x="203" y="26"/>
                  <a:pt x="192" y="46"/>
                </a:cubicBezTo>
                <a:cubicBezTo>
                  <a:pt x="188" y="52"/>
                  <a:pt x="185" y="59"/>
                  <a:pt x="182" y="66"/>
                </a:cubicBezTo>
                <a:cubicBezTo>
                  <a:pt x="179" y="73"/>
                  <a:pt x="177" y="80"/>
                  <a:pt x="176" y="87"/>
                </a:cubicBezTo>
                <a:cubicBezTo>
                  <a:pt x="174" y="94"/>
                  <a:pt x="173" y="100"/>
                  <a:pt x="171" y="105"/>
                </a:cubicBezTo>
                <a:cubicBezTo>
                  <a:pt x="170" y="110"/>
                  <a:pt x="169" y="115"/>
                  <a:pt x="168" y="120"/>
                </a:cubicBezTo>
                <a:cubicBezTo>
                  <a:pt x="167" y="125"/>
                  <a:pt x="167" y="127"/>
                  <a:pt x="167" y="128"/>
                </a:cubicBezTo>
                <a:lnTo>
                  <a:pt x="218" y="128"/>
                </a:lnTo>
                <a:cubicBezTo>
                  <a:pt x="230" y="128"/>
                  <a:pt x="244" y="127"/>
                  <a:pt x="258" y="126"/>
                </a:cubicBezTo>
                <a:cubicBezTo>
                  <a:pt x="273" y="125"/>
                  <a:pt x="282" y="124"/>
                  <a:pt x="284" y="124"/>
                </a:cubicBezTo>
                <a:cubicBezTo>
                  <a:pt x="290" y="124"/>
                  <a:pt x="294" y="128"/>
                  <a:pt x="294" y="134"/>
                </a:cubicBezTo>
                <a:cubicBezTo>
                  <a:pt x="294" y="137"/>
                  <a:pt x="293" y="140"/>
                  <a:pt x="293" y="144"/>
                </a:cubicBezTo>
                <a:cubicBezTo>
                  <a:pt x="292" y="148"/>
                  <a:pt x="290" y="155"/>
                  <a:pt x="288" y="163"/>
                </a:cubicBezTo>
                <a:cubicBezTo>
                  <a:pt x="286" y="170"/>
                  <a:pt x="285" y="176"/>
                  <a:pt x="284" y="179"/>
                </a:cubicBezTo>
                <a:lnTo>
                  <a:pt x="263" y="272"/>
                </a:lnTo>
                <a:cubicBezTo>
                  <a:pt x="259" y="287"/>
                  <a:pt x="258" y="295"/>
                  <a:pt x="258" y="297"/>
                </a:cubicBezTo>
                <a:cubicBezTo>
                  <a:pt x="258" y="302"/>
                  <a:pt x="259" y="305"/>
                  <a:pt x="263" y="304"/>
                </a:cubicBezTo>
                <a:cubicBezTo>
                  <a:pt x="265" y="304"/>
                  <a:pt x="269" y="302"/>
                  <a:pt x="275" y="299"/>
                </a:cubicBezTo>
                <a:cubicBezTo>
                  <a:pt x="282" y="295"/>
                  <a:pt x="287" y="290"/>
                  <a:pt x="293" y="283"/>
                </a:cubicBezTo>
                <a:cubicBezTo>
                  <a:pt x="298" y="283"/>
                  <a:pt x="302" y="286"/>
                  <a:pt x="304" y="291"/>
                </a:cubicBezTo>
                <a:cubicBezTo>
                  <a:pt x="281" y="321"/>
                  <a:pt x="259" y="335"/>
                  <a:pt x="238" y="335"/>
                </a:cubicBezTo>
                <a:cubicBezTo>
                  <a:pt x="225" y="335"/>
                  <a:pt x="219" y="330"/>
                  <a:pt x="219" y="319"/>
                </a:cubicBezTo>
                <a:cubicBezTo>
                  <a:pt x="219" y="315"/>
                  <a:pt x="222" y="301"/>
                  <a:pt x="227" y="276"/>
                </a:cubicBezTo>
                <a:lnTo>
                  <a:pt x="249" y="179"/>
                </a:lnTo>
                <a:cubicBezTo>
                  <a:pt x="252" y="168"/>
                  <a:pt x="253" y="161"/>
                  <a:pt x="253" y="155"/>
                </a:cubicBezTo>
                <a:cubicBezTo>
                  <a:pt x="253" y="151"/>
                  <a:pt x="249" y="149"/>
                  <a:pt x="241" y="147"/>
                </a:cubicBezTo>
                <a:cubicBezTo>
                  <a:pt x="235" y="147"/>
                  <a:pt x="226" y="146"/>
                  <a:pt x="214" y="146"/>
                </a:cubicBezTo>
                <a:lnTo>
                  <a:pt x="164" y="146"/>
                </a:lnTo>
                <a:lnTo>
                  <a:pt x="163" y="154"/>
                </a:lnTo>
                <a:cubicBezTo>
                  <a:pt x="141" y="273"/>
                  <a:pt x="124" y="352"/>
                  <a:pt x="111" y="389"/>
                </a:cubicBezTo>
                <a:cubicBezTo>
                  <a:pt x="106" y="399"/>
                  <a:pt x="102" y="407"/>
                  <a:pt x="98" y="413"/>
                </a:cubicBezTo>
                <a:cubicBezTo>
                  <a:pt x="84" y="433"/>
                  <a:pt x="66" y="443"/>
                  <a:pt x="44" y="443"/>
                </a:cubicBezTo>
                <a:cubicBezTo>
                  <a:pt x="29" y="443"/>
                  <a:pt x="18" y="441"/>
                  <a:pt x="11" y="437"/>
                </a:cubicBezTo>
                <a:cubicBezTo>
                  <a:pt x="4" y="432"/>
                  <a:pt x="0" y="427"/>
                  <a:pt x="0" y="421"/>
                </a:cubicBezTo>
                <a:cubicBezTo>
                  <a:pt x="0" y="418"/>
                  <a:pt x="1" y="416"/>
                  <a:pt x="2" y="413"/>
                </a:cubicBezTo>
                <a:cubicBezTo>
                  <a:pt x="3" y="411"/>
                  <a:pt x="5" y="408"/>
                  <a:pt x="8" y="406"/>
                </a:cubicBezTo>
                <a:cubicBezTo>
                  <a:pt x="10" y="405"/>
                  <a:pt x="14" y="404"/>
                  <a:pt x="18" y="404"/>
                </a:cubicBezTo>
                <a:cubicBezTo>
                  <a:pt x="22" y="404"/>
                  <a:pt x="27" y="406"/>
                  <a:pt x="32" y="409"/>
                </a:cubicBezTo>
                <a:cubicBezTo>
                  <a:pt x="36" y="412"/>
                  <a:pt x="39" y="416"/>
                  <a:pt x="41" y="420"/>
                </a:cubicBezTo>
                <a:cubicBezTo>
                  <a:pt x="45" y="425"/>
                  <a:pt x="48" y="427"/>
                  <a:pt x="53" y="427"/>
                </a:cubicBezTo>
                <a:cubicBezTo>
                  <a:pt x="55" y="427"/>
                  <a:pt x="56" y="427"/>
                  <a:pt x="59" y="426"/>
                </a:cubicBezTo>
                <a:cubicBezTo>
                  <a:pt x="61" y="426"/>
                  <a:pt x="62" y="425"/>
                  <a:pt x="64" y="423"/>
                </a:cubicBezTo>
                <a:cubicBezTo>
                  <a:pt x="66" y="422"/>
                  <a:pt x="68" y="420"/>
                  <a:pt x="70" y="418"/>
                </a:cubicBezTo>
                <a:cubicBezTo>
                  <a:pt x="72" y="416"/>
                  <a:pt x="73" y="415"/>
                  <a:pt x="74" y="41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8889840" y="4166280"/>
            <a:ext cx="397440" cy="106920"/>
          </a:xfrm>
          <a:custGeom>
            <a:avLst/>
            <a:gdLst/>
            <a:ahLst/>
            <a:rect l="0" t="0" r="r" b="b"/>
            <a:pathLst>
              <a:path w="1104" h="297">
                <a:moveTo>
                  <a:pt x="60" y="297"/>
                </a:moveTo>
                <a:cubicBezTo>
                  <a:pt x="40" y="297"/>
                  <a:pt x="25" y="290"/>
                  <a:pt x="14" y="275"/>
                </a:cubicBezTo>
                <a:cubicBezTo>
                  <a:pt x="5" y="261"/>
                  <a:pt x="0" y="244"/>
                  <a:pt x="0" y="222"/>
                </a:cubicBezTo>
                <a:cubicBezTo>
                  <a:pt x="0" y="202"/>
                  <a:pt x="3" y="183"/>
                  <a:pt x="10" y="164"/>
                </a:cubicBezTo>
                <a:cubicBezTo>
                  <a:pt x="17" y="147"/>
                  <a:pt x="27" y="131"/>
                  <a:pt x="39" y="118"/>
                </a:cubicBezTo>
                <a:cubicBezTo>
                  <a:pt x="45" y="111"/>
                  <a:pt x="52" y="106"/>
                  <a:pt x="61" y="101"/>
                </a:cubicBezTo>
                <a:cubicBezTo>
                  <a:pt x="69" y="96"/>
                  <a:pt x="77" y="92"/>
                  <a:pt x="85" y="89"/>
                </a:cubicBezTo>
                <a:cubicBezTo>
                  <a:pt x="93" y="86"/>
                  <a:pt x="101" y="85"/>
                  <a:pt x="107" y="85"/>
                </a:cubicBezTo>
                <a:cubicBezTo>
                  <a:pt x="119" y="85"/>
                  <a:pt x="129" y="86"/>
                  <a:pt x="137" y="89"/>
                </a:cubicBezTo>
                <a:cubicBezTo>
                  <a:pt x="144" y="92"/>
                  <a:pt x="150" y="96"/>
                  <a:pt x="153" y="101"/>
                </a:cubicBezTo>
                <a:cubicBezTo>
                  <a:pt x="156" y="106"/>
                  <a:pt x="158" y="111"/>
                  <a:pt x="159" y="115"/>
                </a:cubicBezTo>
                <a:cubicBezTo>
                  <a:pt x="160" y="120"/>
                  <a:pt x="160" y="125"/>
                  <a:pt x="160" y="130"/>
                </a:cubicBezTo>
                <a:cubicBezTo>
                  <a:pt x="160" y="136"/>
                  <a:pt x="158" y="141"/>
                  <a:pt x="153" y="145"/>
                </a:cubicBezTo>
                <a:cubicBezTo>
                  <a:pt x="148" y="150"/>
                  <a:pt x="142" y="152"/>
                  <a:pt x="135" y="152"/>
                </a:cubicBezTo>
                <a:cubicBezTo>
                  <a:pt x="132" y="152"/>
                  <a:pt x="129" y="150"/>
                  <a:pt x="126" y="147"/>
                </a:cubicBezTo>
                <a:cubicBezTo>
                  <a:pt x="124" y="144"/>
                  <a:pt x="123" y="140"/>
                  <a:pt x="123" y="136"/>
                </a:cubicBezTo>
                <a:cubicBezTo>
                  <a:pt x="123" y="132"/>
                  <a:pt x="124" y="129"/>
                  <a:pt x="125" y="126"/>
                </a:cubicBezTo>
                <a:cubicBezTo>
                  <a:pt x="127" y="124"/>
                  <a:pt x="128" y="121"/>
                  <a:pt x="128" y="117"/>
                </a:cubicBezTo>
                <a:cubicBezTo>
                  <a:pt x="128" y="106"/>
                  <a:pt x="121" y="100"/>
                  <a:pt x="108" y="100"/>
                </a:cubicBezTo>
                <a:cubicBezTo>
                  <a:pt x="89" y="100"/>
                  <a:pt x="72" y="110"/>
                  <a:pt x="59" y="130"/>
                </a:cubicBezTo>
                <a:cubicBezTo>
                  <a:pt x="45" y="151"/>
                  <a:pt x="39" y="178"/>
                  <a:pt x="39" y="212"/>
                </a:cubicBezTo>
                <a:cubicBezTo>
                  <a:pt x="39" y="233"/>
                  <a:pt x="42" y="249"/>
                  <a:pt x="50" y="259"/>
                </a:cubicBezTo>
                <a:cubicBezTo>
                  <a:pt x="56" y="266"/>
                  <a:pt x="64" y="269"/>
                  <a:pt x="74" y="269"/>
                </a:cubicBezTo>
                <a:cubicBezTo>
                  <a:pt x="86" y="269"/>
                  <a:pt x="96" y="266"/>
                  <a:pt x="106" y="260"/>
                </a:cubicBezTo>
                <a:cubicBezTo>
                  <a:pt x="116" y="254"/>
                  <a:pt x="126" y="245"/>
                  <a:pt x="136" y="233"/>
                </a:cubicBezTo>
                <a:cubicBezTo>
                  <a:pt x="138" y="233"/>
                  <a:pt x="140" y="234"/>
                  <a:pt x="142" y="236"/>
                </a:cubicBezTo>
                <a:cubicBezTo>
                  <a:pt x="144" y="237"/>
                  <a:pt x="146" y="239"/>
                  <a:pt x="147" y="241"/>
                </a:cubicBezTo>
                <a:cubicBezTo>
                  <a:pt x="139" y="252"/>
                  <a:pt x="130" y="262"/>
                  <a:pt x="121" y="270"/>
                </a:cubicBezTo>
                <a:cubicBezTo>
                  <a:pt x="112" y="278"/>
                  <a:pt x="102" y="285"/>
                  <a:pt x="91" y="290"/>
                </a:cubicBezTo>
                <a:cubicBezTo>
                  <a:pt x="81" y="295"/>
                  <a:pt x="70" y="297"/>
                  <a:pt x="60" y="297"/>
                </a:cubicBezTo>
                <a:moveTo>
                  <a:pt x="337" y="88"/>
                </a:moveTo>
                <a:cubicBezTo>
                  <a:pt x="340" y="88"/>
                  <a:pt x="351" y="89"/>
                  <a:pt x="370" y="89"/>
                </a:cubicBezTo>
                <a:lnTo>
                  <a:pt x="338" y="236"/>
                </a:lnTo>
                <a:cubicBezTo>
                  <a:pt x="335" y="251"/>
                  <a:pt x="333" y="260"/>
                  <a:pt x="333" y="263"/>
                </a:cubicBezTo>
                <a:cubicBezTo>
                  <a:pt x="333" y="267"/>
                  <a:pt x="335" y="269"/>
                  <a:pt x="339" y="269"/>
                </a:cubicBezTo>
                <a:cubicBezTo>
                  <a:pt x="344" y="269"/>
                  <a:pt x="353" y="261"/>
                  <a:pt x="365" y="244"/>
                </a:cubicBezTo>
                <a:cubicBezTo>
                  <a:pt x="369" y="244"/>
                  <a:pt x="373" y="246"/>
                  <a:pt x="376" y="251"/>
                </a:cubicBezTo>
                <a:cubicBezTo>
                  <a:pt x="362" y="282"/>
                  <a:pt x="342" y="297"/>
                  <a:pt x="316" y="297"/>
                </a:cubicBezTo>
                <a:cubicBezTo>
                  <a:pt x="303" y="297"/>
                  <a:pt x="296" y="290"/>
                  <a:pt x="297" y="276"/>
                </a:cubicBezTo>
                <a:cubicBezTo>
                  <a:pt x="297" y="269"/>
                  <a:pt x="298" y="261"/>
                  <a:pt x="301" y="250"/>
                </a:cubicBezTo>
                <a:lnTo>
                  <a:pt x="307" y="230"/>
                </a:lnTo>
                <a:lnTo>
                  <a:pt x="307" y="229"/>
                </a:lnTo>
                <a:cubicBezTo>
                  <a:pt x="276" y="275"/>
                  <a:pt x="249" y="297"/>
                  <a:pt x="226" y="297"/>
                </a:cubicBezTo>
                <a:cubicBezTo>
                  <a:pt x="196" y="297"/>
                  <a:pt x="181" y="276"/>
                  <a:pt x="181" y="233"/>
                </a:cubicBezTo>
                <a:cubicBezTo>
                  <a:pt x="181" y="198"/>
                  <a:pt x="194" y="164"/>
                  <a:pt x="221" y="133"/>
                </a:cubicBezTo>
                <a:cubicBezTo>
                  <a:pt x="247" y="101"/>
                  <a:pt x="274" y="85"/>
                  <a:pt x="300" y="85"/>
                </a:cubicBezTo>
                <a:cubicBezTo>
                  <a:pt x="308" y="85"/>
                  <a:pt x="320" y="86"/>
                  <a:pt x="337" y="88"/>
                </a:cubicBezTo>
                <a:moveTo>
                  <a:pt x="314" y="189"/>
                </a:moveTo>
                <a:cubicBezTo>
                  <a:pt x="317" y="180"/>
                  <a:pt x="320" y="169"/>
                  <a:pt x="323" y="156"/>
                </a:cubicBezTo>
                <a:cubicBezTo>
                  <a:pt x="326" y="142"/>
                  <a:pt x="328" y="131"/>
                  <a:pt x="329" y="122"/>
                </a:cubicBezTo>
                <a:lnTo>
                  <a:pt x="330" y="109"/>
                </a:lnTo>
                <a:cubicBezTo>
                  <a:pt x="321" y="103"/>
                  <a:pt x="311" y="100"/>
                  <a:pt x="301" y="100"/>
                </a:cubicBezTo>
                <a:cubicBezTo>
                  <a:pt x="281" y="100"/>
                  <a:pt x="262" y="114"/>
                  <a:pt x="245" y="142"/>
                </a:cubicBezTo>
                <a:cubicBezTo>
                  <a:pt x="228" y="171"/>
                  <a:pt x="219" y="199"/>
                  <a:pt x="219" y="226"/>
                </a:cubicBezTo>
                <a:cubicBezTo>
                  <a:pt x="219" y="256"/>
                  <a:pt x="226" y="271"/>
                  <a:pt x="239" y="271"/>
                </a:cubicBezTo>
                <a:cubicBezTo>
                  <a:pt x="247" y="271"/>
                  <a:pt x="258" y="263"/>
                  <a:pt x="273" y="246"/>
                </a:cubicBezTo>
                <a:cubicBezTo>
                  <a:pt x="288" y="229"/>
                  <a:pt x="302" y="210"/>
                  <a:pt x="314" y="189"/>
                </a:cubicBezTo>
                <a:moveTo>
                  <a:pt x="461" y="90"/>
                </a:moveTo>
                <a:lnTo>
                  <a:pt x="467" y="66"/>
                </a:lnTo>
                <a:cubicBezTo>
                  <a:pt x="468" y="63"/>
                  <a:pt x="468" y="59"/>
                  <a:pt x="469" y="53"/>
                </a:cubicBezTo>
                <a:cubicBezTo>
                  <a:pt x="471" y="47"/>
                  <a:pt x="472" y="42"/>
                  <a:pt x="472" y="39"/>
                </a:cubicBezTo>
                <a:cubicBezTo>
                  <a:pt x="473" y="37"/>
                  <a:pt x="475" y="34"/>
                  <a:pt x="477" y="32"/>
                </a:cubicBezTo>
                <a:cubicBezTo>
                  <a:pt x="480" y="29"/>
                  <a:pt x="484" y="27"/>
                  <a:pt x="488" y="27"/>
                </a:cubicBezTo>
                <a:cubicBezTo>
                  <a:pt x="500" y="27"/>
                  <a:pt x="507" y="32"/>
                  <a:pt x="507" y="40"/>
                </a:cubicBezTo>
                <a:cubicBezTo>
                  <a:pt x="507" y="41"/>
                  <a:pt x="505" y="50"/>
                  <a:pt x="501" y="68"/>
                </a:cubicBezTo>
                <a:lnTo>
                  <a:pt x="496" y="90"/>
                </a:lnTo>
                <a:lnTo>
                  <a:pt x="542" y="90"/>
                </a:lnTo>
                <a:cubicBezTo>
                  <a:pt x="545" y="91"/>
                  <a:pt x="545" y="95"/>
                  <a:pt x="544" y="100"/>
                </a:cubicBezTo>
                <a:cubicBezTo>
                  <a:pt x="542" y="104"/>
                  <a:pt x="540" y="107"/>
                  <a:pt x="537" y="108"/>
                </a:cubicBezTo>
                <a:lnTo>
                  <a:pt x="491" y="108"/>
                </a:lnTo>
                <a:lnTo>
                  <a:pt x="464" y="232"/>
                </a:lnTo>
                <a:cubicBezTo>
                  <a:pt x="460" y="248"/>
                  <a:pt x="458" y="258"/>
                  <a:pt x="458" y="263"/>
                </a:cubicBezTo>
                <a:cubicBezTo>
                  <a:pt x="458" y="267"/>
                  <a:pt x="460" y="269"/>
                  <a:pt x="464" y="269"/>
                </a:cubicBezTo>
                <a:cubicBezTo>
                  <a:pt x="472" y="269"/>
                  <a:pt x="485" y="259"/>
                  <a:pt x="502" y="240"/>
                </a:cubicBezTo>
                <a:cubicBezTo>
                  <a:pt x="508" y="240"/>
                  <a:pt x="512" y="243"/>
                  <a:pt x="513" y="248"/>
                </a:cubicBezTo>
                <a:cubicBezTo>
                  <a:pt x="505" y="263"/>
                  <a:pt x="494" y="275"/>
                  <a:pt x="480" y="284"/>
                </a:cubicBezTo>
                <a:cubicBezTo>
                  <a:pt x="467" y="293"/>
                  <a:pt x="455" y="297"/>
                  <a:pt x="444" y="297"/>
                </a:cubicBezTo>
                <a:cubicBezTo>
                  <a:pt x="436" y="297"/>
                  <a:pt x="430" y="296"/>
                  <a:pt x="426" y="293"/>
                </a:cubicBezTo>
                <a:cubicBezTo>
                  <a:pt x="423" y="289"/>
                  <a:pt x="421" y="284"/>
                  <a:pt x="421" y="275"/>
                </a:cubicBezTo>
                <a:cubicBezTo>
                  <a:pt x="421" y="269"/>
                  <a:pt x="423" y="256"/>
                  <a:pt x="428" y="237"/>
                </a:cubicBezTo>
                <a:lnTo>
                  <a:pt x="457" y="108"/>
                </a:lnTo>
                <a:lnTo>
                  <a:pt x="423" y="108"/>
                </a:lnTo>
                <a:cubicBezTo>
                  <a:pt x="422" y="108"/>
                  <a:pt x="421" y="108"/>
                  <a:pt x="421" y="107"/>
                </a:cubicBezTo>
                <a:cubicBezTo>
                  <a:pt x="421" y="106"/>
                  <a:pt x="422" y="103"/>
                  <a:pt x="423" y="99"/>
                </a:cubicBezTo>
                <a:cubicBezTo>
                  <a:pt x="424" y="94"/>
                  <a:pt x="428" y="91"/>
                  <a:pt x="436" y="91"/>
                </a:cubicBezTo>
                <a:lnTo>
                  <a:pt x="461" y="90"/>
                </a:lnTo>
                <a:moveTo>
                  <a:pt x="619" y="39"/>
                </a:moveTo>
                <a:cubicBezTo>
                  <a:pt x="615" y="35"/>
                  <a:pt x="613" y="30"/>
                  <a:pt x="613" y="24"/>
                </a:cubicBezTo>
                <a:cubicBezTo>
                  <a:pt x="613" y="17"/>
                  <a:pt x="615" y="12"/>
                  <a:pt x="619" y="7"/>
                </a:cubicBezTo>
                <a:cubicBezTo>
                  <a:pt x="624" y="3"/>
                  <a:pt x="629" y="0"/>
                  <a:pt x="635" y="0"/>
                </a:cubicBezTo>
                <a:cubicBezTo>
                  <a:pt x="641" y="0"/>
                  <a:pt x="646" y="3"/>
                  <a:pt x="651" y="7"/>
                </a:cubicBezTo>
                <a:cubicBezTo>
                  <a:pt x="655" y="12"/>
                  <a:pt x="657" y="17"/>
                  <a:pt x="657" y="24"/>
                </a:cubicBezTo>
                <a:cubicBezTo>
                  <a:pt x="657" y="30"/>
                  <a:pt x="655" y="35"/>
                  <a:pt x="651" y="39"/>
                </a:cubicBezTo>
                <a:cubicBezTo>
                  <a:pt x="646" y="44"/>
                  <a:pt x="641" y="46"/>
                  <a:pt x="635" y="46"/>
                </a:cubicBezTo>
                <a:cubicBezTo>
                  <a:pt x="629" y="46"/>
                  <a:pt x="624" y="44"/>
                  <a:pt x="619" y="39"/>
                </a:cubicBezTo>
                <a:moveTo>
                  <a:pt x="633" y="141"/>
                </a:moveTo>
                <a:lnTo>
                  <a:pt x="612" y="234"/>
                </a:lnTo>
                <a:cubicBezTo>
                  <a:pt x="608" y="249"/>
                  <a:pt x="607" y="258"/>
                  <a:pt x="607" y="261"/>
                </a:cubicBezTo>
                <a:cubicBezTo>
                  <a:pt x="607" y="266"/>
                  <a:pt x="608" y="269"/>
                  <a:pt x="612" y="269"/>
                </a:cubicBezTo>
                <a:cubicBezTo>
                  <a:pt x="614" y="269"/>
                  <a:pt x="618" y="267"/>
                  <a:pt x="624" y="263"/>
                </a:cubicBezTo>
                <a:cubicBezTo>
                  <a:pt x="630" y="258"/>
                  <a:pt x="636" y="252"/>
                  <a:pt x="642" y="245"/>
                </a:cubicBezTo>
                <a:cubicBezTo>
                  <a:pt x="647" y="245"/>
                  <a:pt x="651" y="248"/>
                  <a:pt x="653" y="253"/>
                </a:cubicBezTo>
                <a:cubicBezTo>
                  <a:pt x="630" y="283"/>
                  <a:pt x="608" y="297"/>
                  <a:pt x="588" y="297"/>
                </a:cubicBezTo>
                <a:cubicBezTo>
                  <a:pt x="574" y="297"/>
                  <a:pt x="568" y="292"/>
                  <a:pt x="568" y="281"/>
                </a:cubicBezTo>
                <a:cubicBezTo>
                  <a:pt x="568" y="277"/>
                  <a:pt x="571" y="263"/>
                  <a:pt x="576" y="238"/>
                </a:cubicBezTo>
                <a:lnTo>
                  <a:pt x="598" y="141"/>
                </a:lnTo>
                <a:cubicBezTo>
                  <a:pt x="601" y="129"/>
                  <a:pt x="602" y="121"/>
                  <a:pt x="603" y="117"/>
                </a:cubicBezTo>
                <a:cubicBezTo>
                  <a:pt x="603" y="111"/>
                  <a:pt x="600" y="108"/>
                  <a:pt x="594" y="107"/>
                </a:cubicBezTo>
                <a:lnTo>
                  <a:pt x="575" y="106"/>
                </a:lnTo>
                <a:cubicBezTo>
                  <a:pt x="572" y="101"/>
                  <a:pt x="571" y="96"/>
                  <a:pt x="575" y="93"/>
                </a:cubicBezTo>
                <a:cubicBezTo>
                  <a:pt x="607" y="88"/>
                  <a:pt x="626" y="86"/>
                  <a:pt x="633" y="86"/>
                </a:cubicBezTo>
                <a:cubicBezTo>
                  <a:pt x="639" y="86"/>
                  <a:pt x="643" y="90"/>
                  <a:pt x="643" y="96"/>
                </a:cubicBezTo>
                <a:cubicBezTo>
                  <a:pt x="643" y="98"/>
                  <a:pt x="642" y="101"/>
                  <a:pt x="642" y="104"/>
                </a:cubicBezTo>
                <a:cubicBezTo>
                  <a:pt x="641" y="108"/>
                  <a:pt x="640" y="111"/>
                  <a:pt x="640" y="114"/>
                </a:cubicBezTo>
                <a:cubicBezTo>
                  <a:pt x="639" y="118"/>
                  <a:pt x="638" y="122"/>
                  <a:pt x="636" y="128"/>
                </a:cubicBezTo>
                <a:cubicBezTo>
                  <a:pt x="635" y="133"/>
                  <a:pt x="634" y="138"/>
                  <a:pt x="633" y="141"/>
                </a:cubicBezTo>
                <a:moveTo>
                  <a:pt x="734" y="263"/>
                </a:moveTo>
                <a:cubicBezTo>
                  <a:pt x="742" y="274"/>
                  <a:pt x="749" y="280"/>
                  <a:pt x="757" y="280"/>
                </a:cubicBezTo>
                <a:cubicBezTo>
                  <a:pt x="778" y="280"/>
                  <a:pt x="795" y="270"/>
                  <a:pt x="808" y="251"/>
                </a:cubicBezTo>
                <a:cubicBezTo>
                  <a:pt x="821" y="230"/>
                  <a:pt x="828" y="202"/>
                  <a:pt x="828" y="165"/>
                </a:cubicBezTo>
                <a:cubicBezTo>
                  <a:pt x="828" y="145"/>
                  <a:pt x="826" y="131"/>
                  <a:pt x="821" y="122"/>
                </a:cubicBezTo>
                <a:cubicBezTo>
                  <a:pt x="814" y="108"/>
                  <a:pt x="804" y="101"/>
                  <a:pt x="792" y="101"/>
                </a:cubicBezTo>
                <a:cubicBezTo>
                  <a:pt x="777" y="101"/>
                  <a:pt x="764" y="107"/>
                  <a:pt x="753" y="120"/>
                </a:cubicBezTo>
                <a:cubicBezTo>
                  <a:pt x="742" y="133"/>
                  <a:pt x="734" y="148"/>
                  <a:pt x="730" y="164"/>
                </a:cubicBezTo>
                <a:cubicBezTo>
                  <a:pt x="726" y="180"/>
                  <a:pt x="724" y="196"/>
                  <a:pt x="724" y="212"/>
                </a:cubicBezTo>
                <a:cubicBezTo>
                  <a:pt x="724" y="234"/>
                  <a:pt x="727" y="251"/>
                  <a:pt x="734" y="263"/>
                </a:cubicBezTo>
                <a:moveTo>
                  <a:pt x="685" y="216"/>
                </a:moveTo>
                <a:cubicBezTo>
                  <a:pt x="685" y="201"/>
                  <a:pt x="687" y="186"/>
                  <a:pt x="692" y="171"/>
                </a:cubicBezTo>
                <a:cubicBezTo>
                  <a:pt x="697" y="156"/>
                  <a:pt x="704" y="142"/>
                  <a:pt x="713" y="129"/>
                </a:cubicBezTo>
                <a:cubicBezTo>
                  <a:pt x="722" y="116"/>
                  <a:pt x="734" y="105"/>
                  <a:pt x="749" y="97"/>
                </a:cubicBezTo>
                <a:cubicBezTo>
                  <a:pt x="764" y="89"/>
                  <a:pt x="782" y="85"/>
                  <a:pt x="800" y="85"/>
                </a:cubicBezTo>
                <a:cubicBezTo>
                  <a:pt x="845" y="85"/>
                  <a:pt x="867" y="110"/>
                  <a:pt x="867" y="161"/>
                </a:cubicBezTo>
                <a:cubicBezTo>
                  <a:pt x="867" y="189"/>
                  <a:pt x="860" y="214"/>
                  <a:pt x="846" y="237"/>
                </a:cubicBezTo>
                <a:cubicBezTo>
                  <a:pt x="832" y="261"/>
                  <a:pt x="815" y="278"/>
                  <a:pt x="794" y="288"/>
                </a:cubicBezTo>
                <a:cubicBezTo>
                  <a:pt x="782" y="294"/>
                  <a:pt x="767" y="297"/>
                  <a:pt x="750" y="297"/>
                </a:cubicBezTo>
                <a:cubicBezTo>
                  <a:pt x="736" y="297"/>
                  <a:pt x="725" y="295"/>
                  <a:pt x="715" y="289"/>
                </a:cubicBezTo>
                <a:cubicBezTo>
                  <a:pt x="706" y="283"/>
                  <a:pt x="699" y="275"/>
                  <a:pt x="695" y="266"/>
                </a:cubicBezTo>
                <a:cubicBezTo>
                  <a:pt x="691" y="256"/>
                  <a:pt x="688" y="248"/>
                  <a:pt x="686" y="240"/>
                </a:cubicBezTo>
                <a:cubicBezTo>
                  <a:pt x="685" y="232"/>
                  <a:pt x="685" y="224"/>
                  <a:pt x="685" y="216"/>
                </a:cubicBezTo>
                <a:moveTo>
                  <a:pt x="1062" y="234"/>
                </a:moveTo>
                <a:cubicBezTo>
                  <a:pt x="1059" y="249"/>
                  <a:pt x="1057" y="258"/>
                  <a:pt x="1057" y="261"/>
                </a:cubicBezTo>
                <a:cubicBezTo>
                  <a:pt x="1057" y="266"/>
                  <a:pt x="1058" y="269"/>
                  <a:pt x="1062" y="269"/>
                </a:cubicBezTo>
                <a:cubicBezTo>
                  <a:pt x="1064" y="269"/>
                  <a:pt x="1069" y="267"/>
                  <a:pt x="1075" y="263"/>
                </a:cubicBezTo>
                <a:cubicBezTo>
                  <a:pt x="1081" y="258"/>
                  <a:pt x="1087" y="252"/>
                  <a:pt x="1092" y="245"/>
                </a:cubicBezTo>
                <a:cubicBezTo>
                  <a:pt x="1098" y="245"/>
                  <a:pt x="1101" y="248"/>
                  <a:pt x="1104" y="253"/>
                </a:cubicBezTo>
                <a:cubicBezTo>
                  <a:pt x="1081" y="283"/>
                  <a:pt x="1058" y="297"/>
                  <a:pt x="1037" y="297"/>
                </a:cubicBezTo>
                <a:cubicBezTo>
                  <a:pt x="1024" y="297"/>
                  <a:pt x="1017" y="292"/>
                  <a:pt x="1017" y="281"/>
                </a:cubicBezTo>
                <a:cubicBezTo>
                  <a:pt x="1017" y="274"/>
                  <a:pt x="1020" y="260"/>
                  <a:pt x="1025" y="238"/>
                </a:cubicBezTo>
                <a:lnTo>
                  <a:pt x="1043" y="163"/>
                </a:lnTo>
                <a:cubicBezTo>
                  <a:pt x="1047" y="145"/>
                  <a:pt x="1049" y="134"/>
                  <a:pt x="1049" y="130"/>
                </a:cubicBezTo>
                <a:cubicBezTo>
                  <a:pt x="1049" y="123"/>
                  <a:pt x="1048" y="119"/>
                  <a:pt x="1045" y="117"/>
                </a:cubicBezTo>
                <a:cubicBezTo>
                  <a:pt x="1043" y="114"/>
                  <a:pt x="1039" y="113"/>
                  <a:pt x="1033" y="113"/>
                </a:cubicBezTo>
                <a:cubicBezTo>
                  <a:pt x="1018" y="113"/>
                  <a:pt x="994" y="135"/>
                  <a:pt x="960" y="180"/>
                </a:cubicBezTo>
                <a:lnTo>
                  <a:pt x="942" y="259"/>
                </a:lnTo>
                <a:cubicBezTo>
                  <a:pt x="942" y="261"/>
                  <a:pt x="941" y="264"/>
                  <a:pt x="940" y="269"/>
                </a:cubicBezTo>
                <a:cubicBezTo>
                  <a:pt x="939" y="274"/>
                  <a:pt x="938" y="278"/>
                  <a:pt x="937" y="280"/>
                </a:cubicBezTo>
                <a:cubicBezTo>
                  <a:pt x="937" y="283"/>
                  <a:pt x="936" y="286"/>
                  <a:pt x="934" y="289"/>
                </a:cubicBezTo>
                <a:cubicBezTo>
                  <a:pt x="933" y="292"/>
                  <a:pt x="931" y="294"/>
                  <a:pt x="929" y="295"/>
                </a:cubicBezTo>
                <a:cubicBezTo>
                  <a:pt x="927" y="297"/>
                  <a:pt x="924" y="297"/>
                  <a:pt x="920" y="297"/>
                </a:cubicBezTo>
                <a:cubicBezTo>
                  <a:pt x="907" y="297"/>
                  <a:pt x="900" y="293"/>
                  <a:pt x="900" y="285"/>
                </a:cubicBezTo>
                <a:cubicBezTo>
                  <a:pt x="900" y="284"/>
                  <a:pt x="902" y="275"/>
                  <a:pt x="906" y="259"/>
                </a:cubicBezTo>
                <a:lnTo>
                  <a:pt x="933" y="141"/>
                </a:lnTo>
                <a:cubicBezTo>
                  <a:pt x="936" y="128"/>
                  <a:pt x="937" y="120"/>
                  <a:pt x="937" y="117"/>
                </a:cubicBezTo>
                <a:cubicBezTo>
                  <a:pt x="937" y="111"/>
                  <a:pt x="934" y="108"/>
                  <a:pt x="929" y="107"/>
                </a:cubicBezTo>
                <a:lnTo>
                  <a:pt x="910" y="106"/>
                </a:lnTo>
                <a:cubicBezTo>
                  <a:pt x="906" y="101"/>
                  <a:pt x="906" y="96"/>
                  <a:pt x="909" y="93"/>
                </a:cubicBezTo>
                <a:cubicBezTo>
                  <a:pt x="941" y="88"/>
                  <a:pt x="961" y="86"/>
                  <a:pt x="969" y="86"/>
                </a:cubicBezTo>
                <a:cubicBezTo>
                  <a:pt x="975" y="86"/>
                  <a:pt x="979" y="90"/>
                  <a:pt x="979" y="96"/>
                </a:cubicBezTo>
                <a:cubicBezTo>
                  <a:pt x="979" y="99"/>
                  <a:pt x="978" y="102"/>
                  <a:pt x="977" y="106"/>
                </a:cubicBezTo>
                <a:cubicBezTo>
                  <a:pt x="976" y="110"/>
                  <a:pt x="974" y="116"/>
                  <a:pt x="972" y="124"/>
                </a:cubicBezTo>
                <a:cubicBezTo>
                  <a:pt x="970" y="132"/>
                  <a:pt x="969" y="138"/>
                  <a:pt x="968" y="141"/>
                </a:cubicBezTo>
                <a:lnTo>
                  <a:pt x="967" y="145"/>
                </a:lnTo>
                <a:lnTo>
                  <a:pt x="967" y="146"/>
                </a:lnTo>
                <a:cubicBezTo>
                  <a:pt x="988" y="122"/>
                  <a:pt x="1004" y="105"/>
                  <a:pt x="1017" y="97"/>
                </a:cubicBezTo>
                <a:cubicBezTo>
                  <a:pt x="1029" y="89"/>
                  <a:pt x="1042" y="85"/>
                  <a:pt x="1055" y="85"/>
                </a:cubicBezTo>
                <a:cubicBezTo>
                  <a:pt x="1076" y="85"/>
                  <a:pt x="1086" y="98"/>
                  <a:pt x="1086" y="123"/>
                </a:cubicBezTo>
                <a:cubicBezTo>
                  <a:pt x="1086" y="129"/>
                  <a:pt x="1084" y="141"/>
                  <a:pt x="1080" y="158"/>
                </a:cubicBezTo>
                <a:lnTo>
                  <a:pt x="1062" y="23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8201880" y="404748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8201880" y="404748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noFill/>
          <a:ln cap="rnd" w="10800">
            <a:solidFill>
              <a:srgbClr val="000000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8249040" y="4078080"/>
            <a:ext cx="70920" cy="104400"/>
          </a:xfrm>
          <a:custGeom>
            <a:avLst/>
            <a:gdLst/>
            <a:ahLst/>
            <a:rect l="0" t="0" r="r" b="b"/>
            <a:pathLst>
              <a:path w="197" h="290">
                <a:moveTo>
                  <a:pt x="115" y="49"/>
                </a:moveTo>
                <a:cubicBezTo>
                  <a:pt x="91" y="82"/>
                  <a:pt x="61" y="127"/>
                  <a:pt x="25" y="185"/>
                </a:cubicBezTo>
                <a:lnTo>
                  <a:pt x="115" y="185"/>
                </a:lnTo>
                <a:lnTo>
                  <a:pt x="115" y="49"/>
                </a:lnTo>
                <a:moveTo>
                  <a:pt x="190" y="185"/>
                </a:moveTo>
                <a:cubicBezTo>
                  <a:pt x="195" y="185"/>
                  <a:pt x="197" y="188"/>
                  <a:pt x="197" y="192"/>
                </a:cubicBezTo>
                <a:cubicBezTo>
                  <a:pt x="197" y="195"/>
                  <a:pt x="195" y="199"/>
                  <a:pt x="192" y="202"/>
                </a:cubicBezTo>
                <a:cubicBezTo>
                  <a:pt x="189" y="206"/>
                  <a:pt x="186" y="207"/>
                  <a:pt x="183" y="207"/>
                </a:cubicBezTo>
                <a:lnTo>
                  <a:pt x="151" y="207"/>
                </a:lnTo>
                <a:lnTo>
                  <a:pt x="151" y="251"/>
                </a:lnTo>
                <a:cubicBezTo>
                  <a:pt x="151" y="256"/>
                  <a:pt x="151" y="260"/>
                  <a:pt x="152" y="263"/>
                </a:cubicBezTo>
                <a:cubicBezTo>
                  <a:pt x="153" y="266"/>
                  <a:pt x="155" y="268"/>
                  <a:pt x="158" y="270"/>
                </a:cubicBezTo>
                <a:cubicBezTo>
                  <a:pt x="162" y="271"/>
                  <a:pt x="164" y="272"/>
                  <a:pt x="166" y="272"/>
                </a:cubicBezTo>
                <a:cubicBezTo>
                  <a:pt x="168" y="273"/>
                  <a:pt x="172" y="273"/>
                  <a:pt x="179" y="273"/>
                </a:cubicBezTo>
                <a:cubicBezTo>
                  <a:pt x="181" y="274"/>
                  <a:pt x="183" y="274"/>
                  <a:pt x="184" y="274"/>
                </a:cubicBezTo>
                <a:cubicBezTo>
                  <a:pt x="185" y="276"/>
                  <a:pt x="186" y="278"/>
                  <a:pt x="186" y="282"/>
                </a:cubicBezTo>
                <a:cubicBezTo>
                  <a:pt x="186" y="286"/>
                  <a:pt x="185" y="288"/>
                  <a:pt x="184" y="290"/>
                </a:cubicBezTo>
                <a:cubicBezTo>
                  <a:pt x="164" y="289"/>
                  <a:pt x="146" y="289"/>
                  <a:pt x="133" y="289"/>
                </a:cubicBezTo>
                <a:cubicBezTo>
                  <a:pt x="115" y="289"/>
                  <a:pt x="97" y="289"/>
                  <a:pt x="77" y="290"/>
                </a:cubicBezTo>
                <a:cubicBezTo>
                  <a:pt x="76" y="288"/>
                  <a:pt x="75" y="286"/>
                  <a:pt x="75" y="282"/>
                </a:cubicBezTo>
                <a:cubicBezTo>
                  <a:pt x="75" y="278"/>
                  <a:pt x="76" y="276"/>
                  <a:pt x="77" y="274"/>
                </a:cubicBezTo>
                <a:cubicBezTo>
                  <a:pt x="94" y="273"/>
                  <a:pt x="104" y="271"/>
                  <a:pt x="109" y="267"/>
                </a:cubicBezTo>
                <a:cubicBezTo>
                  <a:pt x="113" y="264"/>
                  <a:pt x="115" y="258"/>
                  <a:pt x="115" y="251"/>
                </a:cubicBezTo>
                <a:lnTo>
                  <a:pt x="115" y="207"/>
                </a:lnTo>
                <a:lnTo>
                  <a:pt x="19" y="207"/>
                </a:lnTo>
                <a:cubicBezTo>
                  <a:pt x="9" y="207"/>
                  <a:pt x="3" y="201"/>
                  <a:pt x="0" y="188"/>
                </a:cubicBezTo>
                <a:cubicBezTo>
                  <a:pt x="49" y="111"/>
                  <a:pt x="92" y="50"/>
                  <a:pt x="128" y="5"/>
                </a:cubicBezTo>
                <a:cubicBezTo>
                  <a:pt x="131" y="2"/>
                  <a:pt x="133" y="0"/>
                  <a:pt x="136" y="0"/>
                </a:cubicBezTo>
                <a:lnTo>
                  <a:pt x="151" y="0"/>
                </a:lnTo>
                <a:lnTo>
                  <a:pt x="152" y="1"/>
                </a:lnTo>
                <a:cubicBezTo>
                  <a:pt x="151" y="4"/>
                  <a:pt x="151" y="19"/>
                  <a:pt x="151" y="47"/>
                </a:cubicBezTo>
                <a:lnTo>
                  <a:pt x="151" y="185"/>
                </a:lnTo>
                <a:lnTo>
                  <a:pt x="190" y="185"/>
                </a:lnTo>
                <a:close/>
              </a:path>
            </a:pathLst>
          </a:custGeom>
          <a:solidFill>
            <a:srgbClr val="00000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361240" y="1373400"/>
            <a:ext cx="1515960" cy="840960"/>
          </a:xfrm>
          <a:custGeom>
            <a:avLst/>
            <a:gdLst/>
            <a:ahLst/>
            <a:rect l="0" t="0" r="r" b="b"/>
            <a:pathLst>
              <a:path w="4211" h="2336">
                <a:moveTo>
                  <a:pt x="150" y="0"/>
                </a:moveTo>
                <a:lnTo>
                  <a:pt x="4060" y="0"/>
                </a:lnTo>
                <a:cubicBezTo>
                  <a:pt x="4144" y="0"/>
                  <a:pt x="4211" y="66"/>
                  <a:pt x="4211" y="149"/>
                </a:cubicBezTo>
                <a:lnTo>
                  <a:pt x="4211" y="2187"/>
                </a:lnTo>
                <a:cubicBezTo>
                  <a:pt x="4211" y="2270"/>
                  <a:pt x="4144" y="2336"/>
                  <a:pt x="4060" y="2336"/>
                </a:cubicBezTo>
                <a:lnTo>
                  <a:pt x="150" y="2336"/>
                </a:lnTo>
                <a:cubicBezTo>
                  <a:pt x="67" y="2336"/>
                  <a:pt x="0" y="2270"/>
                  <a:pt x="0" y="2187"/>
                </a:cubicBezTo>
                <a:lnTo>
                  <a:pt x="0" y="149"/>
                </a:lnTo>
                <a:cubicBezTo>
                  <a:pt x="0" y="66"/>
                  <a:pt x="67" y="0"/>
                  <a:pt x="150" y="0"/>
                </a:cubicBezTo>
                <a:close/>
              </a:path>
            </a:pathLst>
          </a:custGeom>
          <a:noFill/>
          <a:ln cap="sq" w="21240">
            <a:solidFill>
              <a:srgbClr val="d6b656"/>
            </a:solidFill>
            <a:miter/>
          </a:ln>
        </p:spPr>
        <p:txBody>
          <a:bodyPr lIns="100440" rIns="100440" tIns="55440" bIns="55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3023280" y="1742400"/>
            <a:ext cx="108720" cy="110160"/>
          </a:xfrm>
          <a:custGeom>
            <a:avLst/>
            <a:gdLst/>
            <a:ahLst/>
            <a:rect l="0" t="0" r="r" b="b"/>
            <a:pathLst>
              <a:path w="302" h="306">
                <a:moveTo>
                  <a:pt x="252" y="256"/>
                </a:moveTo>
                <a:cubicBezTo>
                  <a:pt x="262" y="270"/>
                  <a:pt x="269" y="279"/>
                  <a:pt x="275" y="283"/>
                </a:cubicBezTo>
                <a:cubicBezTo>
                  <a:pt x="282" y="287"/>
                  <a:pt x="290" y="289"/>
                  <a:pt x="300" y="290"/>
                </a:cubicBezTo>
                <a:cubicBezTo>
                  <a:pt x="301" y="292"/>
                  <a:pt x="302" y="294"/>
                  <a:pt x="302" y="298"/>
                </a:cubicBezTo>
                <a:cubicBezTo>
                  <a:pt x="302" y="302"/>
                  <a:pt x="301" y="304"/>
                  <a:pt x="300" y="306"/>
                </a:cubicBezTo>
                <a:cubicBezTo>
                  <a:pt x="281" y="305"/>
                  <a:pt x="265" y="305"/>
                  <a:pt x="252" y="305"/>
                </a:cubicBezTo>
                <a:cubicBezTo>
                  <a:pt x="241" y="305"/>
                  <a:pt x="224" y="305"/>
                  <a:pt x="198" y="306"/>
                </a:cubicBezTo>
                <a:cubicBezTo>
                  <a:pt x="197" y="304"/>
                  <a:pt x="196" y="302"/>
                  <a:pt x="196" y="298"/>
                </a:cubicBezTo>
                <a:cubicBezTo>
                  <a:pt x="196" y="294"/>
                  <a:pt x="197" y="292"/>
                  <a:pt x="198" y="290"/>
                </a:cubicBezTo>
                <a:cubicBezTo>
                  <a:pt x="211" y="290"/>
                  <a:pt x="218" y="288"/>
                  <a:pt x="218" y="285"/>
                </a:cubicBezTo>
                <a:cubicBezTo>
                  <a:pt x="220" y="281"/>
                  <a:pt x="217" y="274"/>
                  <a:pt x="209" y="265"/>
                </a:cubicBezTo>
                <a:lnTo>
                  <a:pt x="151" y="182"/>
                </a:lnTo>
                <a:cubicBezTo>
                  <a:pt x="149" y="178"/>
                  <a:pt x="146" y="176"/>
                  <a:pt x="144" y="177"/>
                </a:cubicBezTo>
                <a:cubicBezTo>
                  <a:pt x="143" y="177"/>
                  <a:pt x="141" y="179"/>
                  <a:pt x="138" y="183"/>
                </a:cubicBezTo>
                <a:lnTo>
                  <a:pt x="75" y="270"/>
                </a:lnTo>
                <a:cubicBezTo>
                  <a:pt x="71" y="279"/>
                  <a:pt x="70" y="284"/>
                  <a:pt x="72" y="286"/>
                </a:cubicBezTo>
                <a:cubicBezTo>
                  <a:pt x="75" y="288"/>
                  <a:pt x="82" y="289"/>
                  <a:pt x="93" y="290"/>
                </a:cubicBezTo>
                <a:cubicBezTo>
                  <a:pt x="95" y="292"/>
                  <a:pt x="95" y="294"/>
                  <a:pt x="95" y="298"/>
                </a:cubicBezTo>
                <a:cubicBezTo>
                  <a:pt x="95" y="302"/>
                  <a:pt x="95" y="304"/>
                  <a:pt x="93" y="306"/>
                </a:cubicBezTo>
                <a:cubicBezTo>
                  <a:pt x="69" y="305"/>
                  <a:pt x="52" y="305"/>
                  <a:pt x="44" y="305"/>
                </a:cubicBezTo>
                <a:cubicBezTo>
                  <a:pt x="35" y="305"/>
                  <a:pt x="21" y="305"/>
                  <a:pt x="2" y="306"/>
                </a:cubicBezTo>
                <a:cubicBezTo>
                  <a:pt x="0" y="304"/>
                  <a:pt x="0" y="302"/>
                  <a:pt x="0" y="298"/>
                </a:cubicBezTo>
                <a:cubicBezTo>
                  <a:pt x="0" y="294"/>
                  <a:pt x="0" y="292"/>
                  <a:pt x="2" y="290"/>
                </a:cubicBezTo>
                <a:cubicBezTo>
                  <a:pt x="13" y="289"/>
                  <a:pt x="23" y="287"/>
                  <a:pt x="30" y="283"/>
                </a:cubicBezTo>
                <a:cubicBezTo>
                  <a:pt x="38" y="279"/>
                  <a:pt x="46" y="271"/>
                  <a:pt x="54" y="261"/>
                </a:cubicBezTo>
                <a:lnTo>
                  <a:pt x="124" y="167"/>
                </a:lnTo>
                <a:cubicBezTo>
                  <a:pt x="127" y="164"/>
                  <a:pt x="128" y="160"/>
                  <a:pt x="128" y="156"/>
                </a:cubicBezTo>
                <a:cubicBezTo>
                  <a:pt x="128" y="153"/>
                  <a:pt x="126" y="149"/>
                  <a:pt x="122" y="142"/>
                </a:cubicBezTo>
                <a:lnTo>
                  <a:pt x="55" y="47"/>
                </a:lnTo>
                <a:cubicBezTo>
                  <a:pt x="48" y="38"/>
                  <a:pt x="43" y="31"/>
                  <a:pt x="38" y="27"/>
                </a:cubicBezTo>
                <a:cubicBezTo>
                  <a:pt x="33" y="22"/>
                  <a:pt x="28" y="19"/>
                  <a:pt x="24" y="18"/>
                </a:cubicBezTo>
                <a:cubicBezTo>
                  <a:pt x="20" y="17"/>
                  <a:pt x="14" y="16"/>
                  <a:pt x="7" y="15"/>
                </a:cubicBezTo>
                <a:cubicBezTo>
                  <a:pt x="5" y="14"/>
                  <a:pt x="5" y="11"/>
                  <a:pt x="5" y="8"/>
                </a:cubicBezTo>
                <a:cubicBezTo>
                  <a:pt x="5" y="4"/>
                  <a:pt x="5" y="1"/>
                  <a:pt x="6" y="0"/>
                </a:cubicBezTo>
                <a:cubicBezTo>
                  <a:pt x="25" y="0"/>
                  <a:pt x="41" y="0"/>
                  <a:pt x="55" y="0"/>
                </a:cubicBezTo>
                <a:cubicBezTo>
                  <a:pt x="65" y="0"/>
                  <a:pt x="83" y="0"/>
                  <a:pt x="108" y="0"/>
                </a:cubicBezTo>
                <a:cubicBezTo>
                  <a:pt x="110" y="1"/>
                  <a:pt x="111" y="4"/>
                  <a:pt x="111" y="8"/>
                </a:cubicBezTo>
                <a:cubicBezTo>
                  <a:pt x="111" y="11"/>
                  <a:pt x="110" y="14"/>
                  <a:pt x="108" y="15"/>
                </a:cubicBezTo>
                <a:cubicBezTo>
                  <a:pt x="104" y="15"/>
                  <a:pt x="100" y="16"/>
                  <a:pt x="97" y="16"/>
                </a:cubicBezTo>
                <a:cubicBezTo>
                  <a:pt x="94" y="17"/>
                  <a:pt x="92" y="17"/>
                  <a:pt x="90" y="19"/>
                </a:cubicBezTo>
                <a:cubicBezTo>
                  <a:pt x="89" y="20"/>
                  <a:pt x="88" y="20"/>
                  <a:pt x="88" y="22"/>
                </a:cubicBezTo>
                <a:cubicBezTo>
                  <a:pt x="88" y="23"/>
                  <a:pt x="88" y="24"/>
                  <a:pt x="89" y="26"/>
                </a:cubicBezTo>
                <a:cubicBezTo>
                  <a:pt x="89" y="28"/>
                  <a:pt x="90" y="30"/>
                  <a:pt x="92" y="32"/>
                </a:cubicBezTo>
                <a:cubicBezTo>
                  <a:pt x="93" y="34"/>
                  <a:pt x="95" y="37"/>
                  <a:pt x="97" y="41"/>
                </a:cubicBezTo>
                <a:lnTo>
                  <a:pt x="149" y="118"/>
                </a:lnTo>
                <a:cubicBezTo>
                  <a:pt x="152" y="122"/>
                  <a:pt x="154" y="123"/>
                  <a:pt x="155" y="123"/>
                </a:cubicBezTo>
                <a:cubicBezTo>
                  <a:pt x="157" y="123"/>
                  <a:pt x="160" y="121"/>
                  <a:pt x="163" y="117"/>
                </a:cubicBezTo>
                <a:lnTo>
                  <a:pt x="220" y="35"/>
                </a:lnTo>
                <a:cubicBezTo>
                  <a:pt x="225" y="28"/>
                  <a:pt x="226" y="22"/>
                  <a:pt x="223" y="20"/>
                </a:cubicBezTo>
                <a:cubicBezTo>
                  <a:pt x="220" y="17"/>
                  <a:pt x="213" y="16"/>
                  <a:pt x="202" y="15"/>
                </a:cubicBezTo>
                <a:cubicBezTo>
                  <a:pt x="201" y="14"/>
                  <a:pt x="200" y="11"/>
                  <a:pt x="200" y="8"/>
                </a:cubicBezTo>
                <a:cubicBezTo>
                  <a:pt x="200" y="4"/>
                  <a:pt x="201" y="1"/>
                  <a:pt x="202" y="0"/>
                </a:cubicBezTo>
                <a:cubicBezTo>
                  <a:pt x="227" y="0"/>
                  <a:pt x="244" y="0"/>
                  <a:pt x="252" y="0"/>
                </a:cubicBezTo>
                <a:cubicBezTo>
                  <a:pt x="261" y="0"/>
                  <a:pt x="275" y="0"/>
                  <a:pt x="294" y="0"/>
                </a:cubicBezTo>
                <a:cubicBezTo>
                  <a:pt x="295" y="1"/>
                  <a:pt x="296" y="4"/>
                  <a:pt x="296" y="8"/>
                </a:cubicBezTo>
                <a:cubicBezTo>
                  <a:pt x="296" y="11"/>
                  <a:pt x="295" y="14"/>
                  <a:pt x="294" y="15"/>
                </a:cubicBezTo>
                <a:cubicBezTo>
                  <a:pt x="282" y="16"/>
                  <a:pt x="273" y="19"/>
                  <a:pt x="265" y="23"/>
                </a:cubicBezTo>
                <a:cubicBezTo>
                  <a:pt x="257" y="27"/>
                  <a:pt x="249" y="34"/>
                  <a:pt x="242" y="44"/>
                </a:cubicBezTo>
                <a:lnTo>
                  <a:pt x="177" y="128"/>
                </a:lnTo>
                <a:cubicBezTo>
                  <a:pt x="174" y="132"/>
                  <a:pt x="173" y="137"/>
                  <a:pt x="173" y="142"/>
                </a:cubicBezTo>
                <a:cubicBezTo>
                  <a:pt x="173" y="145"/>
                  <a:pt x="175" y="151"/>
                  <a:pt x="180" y="158"/>
                </a:cubicBezTo>
                <a:lnTo>
                  <a:pt x="252" y="2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319960" y="2455200"/>
            <a:ext cx="79920" cy="150480"/>
          </a:xfrm>
          <a:custGeom>
            <a:avLst/>
            <a:gdLst/>
            <a:ahLst/>
            <a:rect l="0" t="0" r="r" b="b"/>
            <a:pathLst>
              <a:path fill="none" w="222" h="418">
                <a:moveTo>
                  <a:pt x="221" y="0"/>
                </a:moveTo>
                <a:cubicBezTo>
                  <a:pt x="221" y="0"/>
                  <a:pt x="243" y="268"/>
                  <a:pt x="0" y="418"/>
                </a:cubicBezTo>
              </a:path>
            </a:pathLst>
          </a:custGeom>
          <a:ln cap="sq" w="34920">
            <a:solidFill>
              <a:srgbClr val="666666"/>
            </a:solidFill>
            <a:miter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 flipH="1">
            <a:off x="7236000" y="2406240"/>
            <a:ext cx="128556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7692120" y="2709360"/>
            <a:ext cx="240120" cy="178200"/>
          </a:xfrm>
          <a:custGeom>
            <a:avLst/>
            <a:gdLst/>
            <a:ahLst/>
            <a:rect l="0" t="0" r="r" b="b"/>
            <a:pathLst>
              <a:path fill="none" w="667" h="495">
                <a:moveTo>
                  <a:pt x="667" y="493"/>
                </a:moveTo>
                <a:cubicBezTo>
                  <a:pt x="667" y="493"/>
                  <a:pt x="67" y="545"/>
                  <a:pt x="0" y="0"/>
                </a:cubicBezTo>
              </a:path>
            </a:pathLst>
          </a:custGeom>
          <a:ln cap="sq" w="34920">
            <a:solidFill>
              <a:srgbClr val="666666"/>
            </a:solidFill>
            <a:miter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533080" y="235260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0" y="148"/>
                </a:moveTo>
                <a:cubicBezTo>
                  <a:pt x="0" y="231"/>
                  <a:pt x="66" y="297"/>
                  <a:pt x="149" y="297"/>
                </a:cubicBezTo>
                <a:cubicBezTo>
                  <a:pt x="230" y="297"/>
                  <a:pt x="297" y="231"/>
                  <a:pt x="297" y="148"/>
                </a:cubicBezTo>
                <a:cubicBezTo>
                  <a:pt x="297" y="66"/>
                  <a:pt x="230" y="0"/>
                  <a:pt x="149" y="0"/>
                </a:cubicBezTo>
                <a:cubicBezTo>
                  <a:pt x="66" y="0"/>
                  <a:pt x="0" y="66"/>
                  <a:pt x="0" y="14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 flipH="1">
            <a:off x="7235640" y="2646720"/>
            <a:ext cx="130896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 flipH="1">
            <a:off x="7235640" y="2887200"/>
            <a:ext cx="130356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8287200" y="2811600"/>
            <a:ext cx="160200" cy="160560"/>
          </a:xfrm>
          <a:custGeom>
            <a:avLst/>
            <a:gdLst/>
            <a:ahLst/>
            <a:rect l="0" t="0" r="r" b="b"/>
            <a:pathLst>
              <a:path w="445" h="446">
                <a:moveTo>
                  <a:pt x="0" y="223"/>
                </a:moveTo>
                <a:cubicBezTo>
                  <a:pt x="0" y="346"/>
                  <a:pt x="99" y="446"/>
                  <a:pt x="223" y="446"/>
                </a:cubicBezTo>
                <a:cubicBezTo>
                  <a:pt x="345" y="446"/>
                  <a:pt x="445" y="346"/>
                  <a:pt x="445" y="223"/>
                </a:cubicBezTo>
                <a:cubicBezTo>
                  <a:pt x="445" y="99"/>
                  <a:pt x="345" y="0"/>
                  <a:pt x="223" y="0"/>
                </a:cubicBezTo>
                <a:cubicBezTo>
                  <a:pt x="99" y="0"/>
                  <a:pt x="0" y="99"/>
                  <a:pt x="0" y="223"/>
                </a:cubicBezTo>
                <a:close/>
              </a:path>
            </a:pathLst>
          </a:custGeom>
          <a:solidFill>
            <a:srgbClr val="82b3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533080" y="259308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0" y="149"/>
                </a:moveTo>
                <a:cubicBezTo>
                  <a:pt x="0" y="231"/>
                  <a:pt x="66" y="298"/>
                  <a:pt x="149" y="298"/>
                </a:cubicBezTo>
                <a:cubicBezTo>
                  <a:pt x="230" y="298"/>
                  <a:pt x="297" y="231"/>
                  <a:pt x="297" y="149"/>
                </a:cubicBezTo>
                <a:cubicBezTo>
                  <a:pt x="297" y="67"/>
                  <a:pt x="230" y="0"/>
                  <a:pt x="149" y="0"/>
                </a:cubicBezTo>
                <a:cubicBezTo>
                  <a:pt x="66" y="0"/>
                  <a:pt x="0" y="67"/>
                  <a:pt x="0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8533080" y="283392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0" y="148"/>
                </a:moveTo>
                <a:cubicBezTo>
                  <a:pt x="0" y="230"/>
                  <a:pt x="66" y="297"/>
                  <a:pt x="149" y="297"/>
                </a:cubicBezTo>
                <a:cubicBezTo>
                  <a:pt x="230" y="297"/>
                  <a:pt x="297" y="230"/>
                  <a:pt x="297" y="148"/>
                </a:cubicBezTo>
                <a:cubicBezTo>
                  <a:pt x="297" y="66"/>
                  <a:pt x="230" y="0"/>
                  <a:pt x="149" y="0"/>
                </a:cubicBezTo>
                <a:cubicBezTo>
                  <a:pt x="66" y="0"/>
                  <a:pt x="0" y="66"/>
                  <a:pt x="0" y="14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8301600" y="2829240"/>
            <a:ext cx="116280" cy="95040"/>
          </a:xfrm>
          <a:custGeom>
            <a:avLst/>
            <a:gdLst/>
            <a:ahLst/>
            <a:rect l="0" t="0" r="r" b="b"/>
            <a:pathLst>
              <a:path w="323" h="264">
                <a:moveTo>
                  <a:pt x="142" y="34"/>
                </a:moveTo>
                <a:lnTo>
                  <a:pt x="209" y="34"/>
                </a:lnTo>
                <a:cubicBezTo>
                  <a:pt x="190" y="122"/>
                  <a:pt x="184" y="149"/>
                  <a:pt x="184" y="189"/>
                </a:cubicBezTo>
                <a:cubicBezTo>
                  <a:pt x="184" y="197"/>
                  <a:pt x="184" y="213"/>
                  <a:pt x="189" y="234"/>
                </a:cubicBezTo>
                <a:cubicBezTo>
                  <a:pt x="196" y="260"/>
                  <a:pt x="202" y="264"/>
                  <a:pt x="211" y="264"/>
                </a:cubicBezTo>
                <a:cubicBezTo>
                  <a:pt x="223" y="264"/>
                  <a:pt x="236" y="254"/>
                  <a:pt x="236" y="242"/>
                </a:cubicBezTo>
                <a:cubicBezTo>
                  <a:pt x="236" y="238"/>
                  <a:pt x="236" y="237"/>
                  <a:pt x="232" y="229"/>
                </a:cubicBezTo>
                <a:cubicBezTo>
                  <a:pt x="214" y="185"/>
                  <a:pt x="214" y="146"/>
                  <a:pt x="214" y="129"/>
                </a:cubicBezTo>
                <a:cubicBezTo>
                  <a:pt x="214" y="98"/>
                  <a:pt x="219" y="65"/>
                  <a:pt x="225" y="34"/>
                </a:cubicBezTo>
                <a:lnTo>
                  <a:pt x="293" y="34"/>
                </a:lnTo>
                <a:cubicBezTo>
                  <a:pt x="301" y="34"/>
                  <a:pt x="323" y="34"/>
                  <a:pt x="323" y="14"/>
                </a:cubicBezTo>
                <a:cubicBezTo>
                  <a:pt x="323" y="0"/>
                  <a:pt x="310" y="0"/>
                  <a:pt x="299" y="0"/>
                </a:cubicBezTo>
                <a:lnTo>
                  <a:pt x="98" y="0"/>
                </a:lnTo>
                <a:cubicBezTo>
                  <a:pt x="85" y="0"/>
                  <a:pt x="62" y="0"/>
                  <a:pt x="36" y="27"/>
                </a:cubicBezTo>
                <a:cubicBezTo>
                  <a:pt x="15" y="51"/>
                  <a:pt x="0" y="78"/>
                  <a:pt x="0" y="81"/>
                </a:cubicBezTo>
                <a:cubicBezTo>
                  <a:pt x="0" y="82"/>
                  <a:pt x="0" y="87"/>
                  <a:pt x="7" y="87"/>
                </a:cubicBezTo>
                <a:cubicBezTo>
                  <a:pt x="12" y="87"/>
                  <a:pt x="13" y="84"/>
                  <a:pt x="16" y="80"/>
                </a:cubicBezTo>
                <a:cubicBezTo>
                  <a:pt x="46" y="34"/>
                  <a:pt x="80" y="34"/>
                  <a:pt x="92" y="34"/>
                </a:cubicBezTo>
                <a:lnTo>
                  <a:pt x="126" y="34"/>
                </a:lnTo>
                <a:cubicBezTo>
                  <a:pt x="107" y="106"/>
                  <a:pt x="76" y="179"/>
                  <a:pt x="50" y="233"/>
                </a:cubicBezTo>
                <a:cubicBezTo>
                  <a:pt x="46" y="243"/>
                  <a:pt x="46" y="244"/>
                  <a:pt x="46" y="248"/>
                </a:cubicBezTo>
                <a:cubicBezTo>
                  <a:pt x="46" y="259"/>
                  <a:pt x="55" y="264"/>
                  <a:pt x="62" y="264"/>
                </a:cubicBezTo>
                <a:cubicBezTo>
                  <a:pt x="80" y="264"/>
                  <a:pt x="85" y="247"/>
                  <a:pt x="92" y="226"/>
                </a:cubicBezTo>
                <a:cubicBezTo>
                  <a:pt x="101" y="197"/>
                  <a:pt x="101" y="196"/>
                  <a:pt x="108" y="166"/>
                </a:cubicBezTo>
                <a:lnTo>
                  <a:pt x="142" y="3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7922880" y="2562840"/>
            <a:ext cx="160560" cy="160560"/>
          </a:xfrm>
          <a:custGeom>
            <a:avLst/>
            <a:gdLst/>
            <a:ahLst/>
            <a:rect l="0" t="0" r="r" b="b"/>
            <a:pathLst>
              <a:path w="446" h="446">
                <a:moveTo>
                  <a:pt x="0" y="223"/>
                </a:moveTo>
                <a:cubicBezTo>
                  <a:pt x="0" y="347"/>
                  <a:pt x="100" y="446"/>
                  <a:pt x="223" y="446"/>
                </a:cubicBezTo>
                <a:cubicBezTo>
                  <a:pt x="346" y="446"/>
                  <a:pt x="446" y="347"/>
                  <a:pt x="446" y="223"/>
                </a:cubicBezTo>
                <a:cubicBezTo>
                  <a:pt x="446" y="100"/>
                  <a:pt x="346" y="0"/>
                  <a:pt x="223" y="0"/>
                </a:cubicBezTo>
                <a:cubicBezTo>
                  <a:pt x="100" y="0"/>
                  <a:pt x="0" y="100"/>
                  <a:pt x="0" y="223"/>
                </a:cubicBezTo>
                <a:close/>
              </a:path>
            </a:pathLst>
          </a:custGeom>
          <a:solidFill>
            <a:srgbClr val="b8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7946280" y="2598840"/>
            <a:ext cx="113400" cy="93240"/>
          </a:xfrm>
          <a:custGeom>
            <a:avLst/>
            <a:gdLst/>
            <a:ahLst/>
            <a:rect l="0" t="0" r="r" b="b"/>
            <a:pathLst>
              <a:path w="315" h="259">
                <a:moveTo>
                  <a:pt x="139" y="34"/>
                </a:moveTo>
                <a:lnTo>
                  <a:pt x="205" y="34"/>
                </a:lnTo>
                <a:cubicBezTo>
                  <a:pt x="185" y="120"/>
                  <a:pt x="180" y="146"/>
                  <a:pt x="180" y="185"/>
                </a:cubicBezTo>
                <a:cubicBezTo>
                  <a:pt x="180" y="193"/>
                  <a:pt x="180" y="209"/>
                  <a:pt x="185" y="229"/>
                </a:cubicBezTo>
                <a:cubicBezTo>
                  <a:pt x="191" y="255"/>
                  <a:pt x="197" y="259"/>
                  <a:pt x="206" y="259"/>
                </a:cubicBezTo>
                <a:cubicBezTo>
                  <a:pt x="218" y="259"/>
                  <a:pt x="230" y="249"/>
                  <a:pt x="230" y="237"/>
                </a:cubicBezTo>
                <a:cubicBezTo>
                  <a:pt x="230" y="233"/>
                  <a:pt x="230" y="232"/>
                  <a:pt x="227" y="224"/>
                </a:cubicBezTo>
                <a:cubicBezTo>
                  <a:pt x="209" y="182"/>
                  <a:pt x="209" y="143"/>
                  <a:pt x="209" y="127"/>
                </a:cubicBezTo>
                <a:cubicBezTo>
                  <a:pt x="209" y="96"/>
                  <a:pt x="214" y="64"/>
                  <a:pt x="220" y="34"/>
                </a:cubicBezTo>
                <a:lnTo>
                  <a:pt x="286" y="34"/>
                </a:lnTo>
                <a:cubicBezTo>
                  <a:pt x="294" y="34"/>
                  <a:pt x="315" y="34"/>
                  <a:pt x="315" y="14"/>
                </a:cubicBezTo>
                <a:cubicBezTo>
                  <a:pt x="315" y="0"/>
                  <a:pt x="303" y="0"/>
                  <a:pt x="292" y="0"/>
                </a:cubicBezTo>
                <a:lnTo>
                  <a:pt x="96" y="0"/>
                </a:lnTo>
                <a:cubicBezTo>
                  <a:pt x="83" y="0"/>
                  <a:pt x="61" y="0"/>
                  <a:pt x="35" y="28"/>
                </a:cubicBezTo>
                <a:cubicBezTo>
                  <a:pt x="15" y="51"/>
                  <a:pt x="0" y="77"/>
                  <a:pt x="0" y="80"/>
                </a:cubicBezTo>
                <a:cubicBezTo>
                  <a:pt x="0" y="81"/>
                  <a:pt x="0" y="86"/>
                  <a:pt x="7" y="86"/>
                </a:cubicBezTo>
                <a:cubicBezTo>
                  <a:pt x="12" y="86"/>
                  <a:pt x="13" y="84"/>
                  <a:pt x="16" y="79"/>
                </a:cubicBezTo>
                <a:cubicBezTo>
                  <a:pt x="45" y="34"/>
                  <a:pt x="78" y="34"/>
                  <a:pt x="90" y="34"/>
                </a:cubicBezTo>
                <a:lnTo>
                  <a:pt x="123" y="34"/>
                </a:lnTo>
                <a:cubicBezTo>
                  <a:pt x="105" y="105"/>
                  <a:pt x="74" y="175"/>
                  <a:pt x="49" y="228"/>
                </a:cubicBezTo>
                <a:cubicBezTo>
                  <a:pt x="45" y="238"/>
                  <a:pt x="45" y="239"/>
                  <a:pt x="45" y="243"/>
                </a:cubicBezTo>
                <a:cubicBezTo>
                  <a:pt x="45" y="254"/>
                  <a:pt x="54" y="259"/>
                  <a:pt x="61" y="259"/>
                </a:cubicBezTo>
                <a:cubicBezTo>
                  <a:pt x="79" y="259"/>
                  <a:pt x="83" y="242"/>
                  <a:pt x="90" y="221"/>
                </a:cubicBezTo>
                <a:cubicBezTo>
                  <a:pt x="99" y="194"/>
                  <a:pt x="99" y="193"/>
                  <a:pt x="106" y="163"/>
                </a:cubicBezTo>
                <a:lnTo>
                  <a:pt x="139" y="3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169800" y="273420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0" y="64"/>
                </a:moveTo>
                <a:cubicBezTo>
                  <a:pt x="0" y="100"/>
                  <a:pt x="29" y="129"/>
                  <a:pt x="64" y="129"/>
                </a:cubicBezTo>
                <a:cubicBezTo>
                  <a:pt x="100" y="129"/>
                  <a:pt x="129" y="100"/>
                  <a:pt x="129" y="64"/>
                </a:cubicBezTo>
                <a:cubicBezTo>
                  <a:pt x="129" y="29"/>
                  <a:pt x="100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1440" bIns="14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169800" y="2810160"/>
            <a:ext cx="46440" cy="46080"/>
          </a:xfrm>
          <a:custGeom>
            <a:avLst/>
            <a:gdLst/>
            <a:ahLst/>
            <a:rect l="0" t="0" r="r" b="b"/>
            <a:pathLst>
              <a:path w="129" h="128">
                <a:moveTo>
                  <a:pt x="0" y="65"/>
                </a:moveTo>
                <a:cubicBezTo>
                  <a:pt x="0" y="99"/>
                  <a:pt x="29" y="128"/>
                  <a:pt x="64" y="128"/>
                </a:cubicBezTo>
                <a:cubicBezTo>
                  <a:pt x="100" y="128"/>
                  <a:pt x="129" y="99"/>
                  <a:pt x="129" y="65"/>
                </a:cubicBezTo>
                <a:cubicBezTo>
                  <a:pt x="129" y="29"/>
                  <a:pt x="100" y="0"/>
                  <a:pt x="64" y="0"/>
                </a:cubicBezTo>
                <a:cubicBezTo>
                  <a:pt x="29" y="0"/>
                  <a:pt x="0" y="29"/>
                  <a:pt x="0" y="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1080" bIns="108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169800" y="288576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101"/>
                  <a:pt x="29" y="130"/>
                  <a:pt x="64" y="130"/>
                </a:cubicBezTo>
                <a:cubicBezTo>
                  <a:pt x="100" y="130"/>
                  <a:pt x="129" y="101"/>
                  <a:pt x="129" y="65"/>
                </a:cubicBezTo>
                <a:cubicBezTo>
                  <a:pt x="129" y="29"/>
                  <a:pt x="100" y="0"/>
                  <a:pt x="64" y="0"/>
                </a:cubicBezTo>
                <a:cubicBezTo>
                  <a:pt x="29" y="0"/>
                  <a:pt x="0" y="29"/>
                  <a:pt x="0" y="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1800" bIns="18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 flipH="1">
            <a:off x="9120600" y="2406960"/>
            <a:ext cx="28440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9404640" y="235332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0" y="149"/>
                </a:moveTo>
                <a:cubicBezTo>
                  <a:pt x="0" y="231"/>
                  <a:pt x="67" y="298"/>
                  <a:pt x="149" y="298"/>
                </a:cubicBezTo>
                <a:cubicBezTo>
                  <a:pt x="231" y="298"/>
                  <a:pt x="297" y="231"/>
                  <a:pt x="297" y="149"/>
                </a:cubicBezTo>
                <a:cubicBezTo>
                  <a:pt x="297" y="67"/>
                  <a:pt x="231" y="0"/>
                  <a:pt x="149" y="0"/>
                </a:cubicBezTo>
                <a:cubicBezTo>
                  <a:pt x="67" y="0"/>
                  <a:pt x="0" y="67"/>
                  <a:pt x="0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9026280" y="235332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0" y="149"/>
                </a:moveTo>
                <a:cubicBezTo>
                  <a:pt x="0" y="231"/>
                  <a:pt x="67" y="298"/>
                  <a:pt x="149" y="298"/>
                </a:cubicBezTo>
                <a:cubicBezTo>
                  <a:pt x="231" y="298"/>
                  <a:pt x="297" y="231"/>
                  <a:pt x="297" y="149"/>
                </a:cubicBezTo>
                <a:cubicBezTo>
                  <a:pt x="297" y="67"/>
                  <a:pt x="231" y="0"/>
                  <a:pt x="149" y="0"/>
                </a:cubicBezTo>
                <a:cubicBezTo>
                  <a:pt x="67" y="0"/>
                  <a:pt x="0" y="67"/>
                  <a:pt x="0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 flipH="1">
            <a:off x="9120600" y="2647440"/>
            <a:ext cx="28440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 flipH="1">
            <a:off x="9120600" y="2887920"/>
            <a:ext cx="28440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9191160" y="2808000"/>
            <a:ext cx="160200" cy="160200"/>
          </a:xfrm>
          <a:custGeom>
            <a:avLst/>
            <a:gdLst/>
            <a:ahLst/>
            <a:rect l="0" t="0" r="r" b="b"/>
            <a:pathLst>
              <a:path w="445" h="445">
                <a:moveTo>
                  <a:pt x="0" y="222"/>
                </a:moveTo>
                <a:cubicBezTo>
                  <a:pt x="0" y="346"/>
                  <a:pt x="99" y="445"/>
                  <a:pt x="222" y="445"/>
                </a:cubicBezTo>
                <a:cubicBezTo>
                  <a:pt x="345" y="445"/>
                  <a:pt x="445" y="346"/>
                  <a:pt x="445" y="222"/>
                </a:cubicBezTo>
                <a:cubicBezTo>
                  <a:pt x="445" y="99"/>
                  <a:pt x="345" y="0"/>
                  <a:pt x="222" y="0"/>
                </a:cubicBezTo>
                <a:cubicBezTo>
                  <a:pt x="99" y="0"/>
                  <a:pt x="0" y="99"/>
                  <a:pt x="0" y="222"/>
                </a:cubicBezTo>
                <a:close/>
              </a:path>
            </a:pathLst>
          </a:custGeom>
          <a:solidFill>
            <a:srgbClr val="82b3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9404640" y="259416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0" y="148"/>
                </a:moveTo>
                <a:cubicBezTo>
                  <a:pt x="0" y="231"/>
                  <a:pt x="67" y="298"/>
                  <a:pt x="149" y="298"/>
                </a:cubicBezTo>
                <a:cubicBezTo>
                  <a:pt x="231" y="298"/>
                  <a:pt x="297" y="231"/>
                  <a:pt x="297" y="148"/>
                </a:cubicBezTo>
                <a:cubicBezTo>
                  <a:pt x="297" y="66"/>
                  <a:pt x="231" y="0"/>
                  <a:pt x="149" y="0"/>
                </a:cubicBezTo>
                <a:cubicBezTo>
                  <a:pt x="67" y="0"/>
                  <a:pt x="0" y="66"/>
                  <a:pt x="0" y="14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9404640" y="283464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0" y="148"/>
                </a:moveTo>
                <a:cubicBezTo>
                  <a:pt x="0" y="230"/>
                  <a:pt x="67" y="297"/>
                  <a:pt x="149" y="297"/>
                </a:cubicBezTo>
                <a:cubicBezTo>
                  <a:pt x="231" y="297"/>
                  <a:pt x="297" y="230"/>
                  <a:pt x="297" y="148"/>
                </a:cubicBezTo>
                <a:cubicBezTo>
                  <a:pt x="297" y="66"/>
                  <a:pt x="231" y="0"/>
                  <a:pt x="149" y="0"/>
                </a:cubicBezTo>
                <a:cubicBezTo>
                  <a:pt x="67" y="0"/>
                  <a:pt x="0" y="66"/>
                  <a:pt x="0" y="14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9026280" y="259416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0" y="148"/>
                </a:moveTo>
                <a:cubicBezTo>
                  <a:pt x="0" y="231"/>
                  <a:pt x="67" y="298"/>
                  <a:pt x="149" y="298"/>
                </a:cubicBezTo>
                <a:cubicBezTo>
                  <a:pt x="231" y="298"/>
                  <a:pt x="297" y="231"/>
                  <a:pt x="297" y="148"/>
                </a:cubicBezTo>
                <a:cubicBezTo>
                  <a:pt x="297" y="66"/>
                  <a:pt x="231" y="0"/>
                  <a:pt x="149" y="0"/>
                </a:cubicBezTo>
                <a:cubicBezTo>
                  <a:pt x="67" y="0"/>
                  <a:pt x="0" y="66"/>
                  <a:pt x="0" y="14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9191160" y="2326680"/>
            <a:ext cx="160200" cy="160560"/>
          </a:xfrm>
          <a:custGeom>
            <a:avLst/>
            <a:gdLst/>
            <a:ahLst/>
            <a:rect l="0" t="0" r="r" b="b"/>
            <a:pathLst>
              <a:path w="445" h="446">
                <a:moveTo>
                  <a:pt x="222" y="446"/>
                </a:moveTo>
                <a:cubicBezTo>
                  <a:pt x="345" y="446"/>
                  <a:pt x="445" y="346"/>
                  <a:pt x="445" y="223"/>
                </a:cubicBezTo>
                <a:cubicBezTo>
                  <a:pt x="445" y="100"/>
                  <a:pt x="345" y="0"/>
                  <a:pt x="222" y="0"/>
                </a:cubicBezTo>
                <a:cubicBezTo>
                  <a:pt x="99" y="0"/>
                  <a:pt x="0" y="100"/>
                  <a:pt x="0" y="223"/>
                </a:cubicBezTo>
                <a:cubicBezTo>
                  <a:pt x="0" y="346"/>
                  <a:pt x="99" y="446"/>
                  <a:pt x="222" y="446"/>
                </a:cubicBezTo>
                <a:close/>
              </a:path>
            </a:pathLst>
          </a:custGeom>
          <a:solidFill>
            <a:srgbClr val="82b3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9026280" y="283464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0" y="148"/>
                </a:moveTo>
                <a:cubicBezTo>
                  <a:pt x="0" y="230"/>
                  <a:pt x="67" y="297"/>
                  <a:pt x="149" y="297"/>
                </a:cubicBezTo>
                <a:cubicBezTo>
                  <a:pt x="231" y="297"/>
                  <a:pt x="297" y="230"/>
                  <a:pt x="297" y="148"/>
                </a:cubicBezTo>
                <a:cubicBezTo>
                  <a:pt x="297" y="66"/>
                  <a:pt x="231" y="0"/>
                  <a:pt x="149" y="0"/>
                </a:cubicBezTo>
                <a:cubicBezTo>
                  <a:pt x="67" y="0"/>
                  <a:pt x="0" y="66"/>
                  <a:pt x="0" y="14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9191160" y="2567160"/>
            <a:ext cx="160200" cy="160920"/>
          </a:xfrm>
          <a:custGeom>
            <a:avLst/>
            <a:gdLst/>
            <a:ahLst/>
            <a:rect l="0" t="0" r="r" b="b"/>
            <a:pathLst>
              <a:path w="445" h="447">
                <a:moveTo>
                  <a:pt x="0" y="223"/>
                </a:moveTo>
                <a:cubicBezTo>
                  <a:pt x="0" y="347"/>
                  <a:pt x="99" y="447"/>
                  <a:pt x="222" y="447"/>
                </a:cubicBezTo>
                <a:cubicBezTo>
                  <a:pt x="345" y="447"/>
                  <a:pt x="445" y="347"/>
                  <a:pt x="445" y="223"/>
                </a:cubicBezTo>
                <a:cubicBezTo>
                  <a:pt x="445" y="100"/>
                  <a:pt x="345" y="0"/>
                  <a:pt x="222" y="0"/>
                </a:cubicBezTo>
                <a:cubicBezTo>
                  <a:pt x="99" y="0"/>
                  <a:pt x="0" y="100"/>
                  <a:pt x="0" y="223"/>
                </a:cubicBezTo>
                <a:close/>
              </a:path>
            </a:pathLst>
          </a:custGeom>
          <a:solidFill>
            <a:srgbClr val="82b3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4385160" y="3181680"/>
            <a:ext cx="126108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646240" y="312804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297" y="149"/>
                </a:moveTo>
                <a:cubicBezTo>
                  <a:pt x="297" y="231"/>
                  <a:pt x="231" y="297"/>
                  <a:pt x="149" y="297"/>
                </a:cubicBezTo>
                <a:cubicBezTo>
                  <a:pt x="67" y="297"/>
                  <a:pt x="0" y="231"/>
                  <a:pt x="0" y="149"/>
                </a:cubicBezTo>
                <a:cubicBezTo>
                  <a:pt x="0" y="66"/>
                  <a:pt x="67" y="0"/>
                  <a:pt x="149" y="0"/>
                </a:cubicBezTo>
                <a:cubicBezTo>
                  <a:pt x="231" y="0"/>
                  <a:pt x="297" y="66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4385160" y="3422160"/>
            <a:ext cx="128232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371840" y="3663000"/>
            <a:ext cx="129132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646240" y="336852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297" y="149"/>
                </a:moveTo>
                <a:cubicBezTo>
                  <a:pt x="297" y="231"/>
                  <a:pt x="231" y="298"/>
                  <a:pt x="149" y="298"/>
                </a:cubicBezTo>
                <a:cubicBezTo>
                  <a:pt x="67" y="298"/>
                  <a:pt x="0" y="231"/>
                  <a:pt x="0" y="149"/>
                </a:cubicBezTo>
                <a:cubicBezTo>
                  <a:pt x="0" y="67"/>
                  <a:pt x="67" y="0"/>
                  <a:pt x="149" y="0"/>
                </a:cubicBezTo>
                <a:cubicBezTo>
                  <a:pt x="231" y="0"/>
                  <a:pt x="297" y="67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646240" y="360936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297" y="149"/>
                </a:moveTo>
                <a:cubicBezTo>
                  <a:pt x="297" y="231"/>
                  <a:pt x="231" y="297"/>
                  <a:pt x="149" y="297"/>
                </a:cubicBezTo>
                <a:cubicBezTo>
                  <a:pt x="67" y="297"/>
                  <a:pt x="0" y="231"/>
                  <a:pt x="0" y="149"/>
                </a:cubicBezTo>
                <a:cubicBezTo>
                  <a:pt x="0" y="66"/>
                  <a:pt x="67" y="0"/>
                  <a:pt x="149" y="0"/>
                </a:cubicBezTo>
                <a:cubicBezTo>
                  <a:pt x="231" y="0"/>
                  <a:pt x="297" y="66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149520" y="2441880"/>
            <a:ext cx="79560" cy="165600"/>
          </a:xfrm>
          <a:custGeom>
            <a:avLst/>
            <a:gdLst/>
            <a:ahLst/>
            <a:rect l="0" t="0" r="r" b="b"/>
            <a:pathLst>
              <a:path fill="none" w="221" h="460">
                <a:moveTo>
                  <a:pt x="0" y="0"/>
                </a:moveTo>
                <a:cubicBezTo>
                  <a:pt x="0" y="0"/>
                  <a:pt x="-22" y="296"/>
                  <a:pt x="221" y="460"/>
                </a:cubicBezTo>
              </a:path>
            </a:pathLst>
          </a:custGeom>
          <a:ln cap="sq" w="34920">
            <a:solidFill>
              <a:srgbClr val="666666"/>
            </a:solidFill>
            <a:miter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043320" y="2406240"/>
            <a:ext cx="118512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882120" y="2703600"/>
            <a:ext cx="213840" cy="166680"/>
          </a:xfrm>
          <a:custGeom>
            <a:avLst/>
            <a:gdLst/>
            <a:ahLst/>
            <a:rect l="0" t="0" r="r" b="b"/>
            <a:pathLst>
              <a:path fill="none" w="594" h="463">
                <a:moveTo>
                  <a:pt x="0" y="461"/>
                </a:moveTo>
                <a:cubicBezTo>
                  <a:pt x="0" y="461"/>
                  <a:pt x="534" y="510"/>
                  <a:pt x="594" y="0"/>
                </a:cubicBezTo>
              </a:path>
            </a:pathLst>
          </a:custGeom>
          <a:ln cap="sq" w="34920">
            <a:solidFill>
              <a:srgbClr val="666666"/>
            </a:solidFill>
            <a:miter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5937480" y="235260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297" y="149"/>
                </a:moveTo>
                <a:cubicBezTo>
                  <a:pt x="297" y="231"/>
                  <a:pt x="230" y="297"/>
                  <a:pt x="148" y="297"/>
                </a:cubicBezTo>
                <a:cubicBezTo>
                  <a:pt x="66" y="297"/>
                  <a:pt x="0" y="231"/>
                  <a:pt x="0" y="149"/>
                </a:cubicBezTo>
                <a:cubicBezTo>
                  <a:pt x="0" y="66"/>
                  <a:pt x="66" y="0"/>
                  <a:pt x="148" y="0"/>
                </a:cubicBezTo>
                <a:cubicBezTo>
                  <a:pt x="230" y="0"/>
                  <a:pt x="297" y="66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043320" y="2646720"/>
            <a:ext cx="118512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043320" y="2887200"/>
            <a:ext cx="118512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7228440" y="2335320"/>
            <a:ext cx="0" cy="622440"/>
          </a:xfrm>
          <a:prstGeom prst="line">
            <a:avLst/>
          </a:prstGeom>
          <a:ln cap="rnd" w="320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5840" rIns="105840" tIns="60840" bIns="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2150280" y="1449000"/>
            <a:ext cx="0" cy="2496600"/>
          </a:xfrm>
          <a:prstGeom prst="line">
            <a:avLst/>
          </a:prstGeom>
          <a:ln cap="rnd" w="3204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5840" rIns="105840" tIns="60840" bIns="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2067840" y="1904400"/>
            <a:ext cx="165240" cy="165600"/>
          </a:xfrm>
          <a:custGeom>
            <a:avLst/>
            <a:gdLst/>
            <a:ahLst/>
            <a:rect l="0" t="0" r="r" b="b"/>
            <a:pathLst>
              <a:path w="459" h="460">
                <a:moveTo>
                  <a:pt x="459" y="230"/>
                </a:moveTo>
                <a:cubicBezTo>
                  <a:pt x="459" y="357"/>
                  <a:pt x="356" y="460"/>
                  <a:pt x="229" y="460"/>
                </a:cubicBezTo>
                <a:cubicBezTo>
                  <a:pt x="103" y="460"/>
                  <a:pt x="0" y="357"/>
                  <a:pt x="0" y="230"/>
                </a:cubicBezTo>
                <a:cubicBezTo>
                  <a:pt x="0" y="103"/>
                  <a:pt x="103" y="0"/>
                  <a:pt x="229" y="0"/>
                </a:cubicBezTo>
                <a:cubicBezTo>
                  <a:pt x="356" y="0"/>
                  <a:pt x="459" y="103"/>
                  <a:pt x="459" y="230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2067840" y="1904400"/>
            <a:ext cx="165240" cy="165600"/>
          </a:xfrm>
          <a:custGeom>
            <a:avLst/>
            <a:gdLst/>
            <a:ahLst/>
            <a:rect l="0" t="0" r="r" b="b"/>
            <a:pathLst>
              <a:path w="459" h="460">
                <a:moveTo>
                  <a:pt x="459" y="230"/>
                </a:moveTo>
                <a:cubicBezTo>
                  <a:pt x="459" y="357"/>
                  <a:pt x="356" y="460"/>
                  <a:pt x="229" y="460"/>
                </a:cubicBezTo>
                <a:cubicBezTo>
                  <a:pt x="103" y="460"/>
                  <a:pt x="0" y="357"/>
                  <a:pt x="0" y="230"/>
                </a:cubicBezTo>
                <a:cubicBezTo>
                  <a:pt x="0" y="103"/>
                  <a:pt x="103" y="0"/>
                  <a:pt x="229" y="0"/>
                </a:cubicBezTo>
                <a:cubicBezTo>
                  <a:pt x="356" y="0"/>
                  <a:pt x="459" y="103"/>
                  <a:pt x="459" y="230"/>
                </a:cubicBezTo>
                <a:close/>
              </a:path>
            </a:pathLst>
          </a:custGeom>
          <a:noFill/>
          <a:ln cap="rnd" w="10800">
            <a:solidFill>
              <a:srgbClr val="000000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2125800" y="1935360"/>
            <a:ext cx="49320" cy="104040"/>
          </a:xfrm>
          <a:custGeom>
            <a:avLst/>
            <a:gdLst/>
            <a:ahLst/>
            <a:rect l="0" t="0" r="r" b="b"/>
            <a:pathLst>
              <a:path w="137" h="289">
                <a:moveTo>
                  <a:pt x="94" y="230"/>
                </a:moveTo>
                <a:cubicBezTo>
                  <a:pt x="94" y="249"/>
                  <a:pt x="96" y="260"/>
                  <a:pt x="101" y="265"/>
                </a:cubicBezTo>
                <a:cubicBezTo>
                  <a:pt x="106" y="269"/>
                  <a:pt x="117" y="272"/>
                  <a:pt x="134" y="273"/>
                </a:cubicBezTo>
                <a:cubicBezTo>
                  <a:pt x="136" y="274"/>
                  <a:pt x="137" y="277"/>
                  <a:pt x="137" y="281"/>
                </a:cubicBezTo>
                <a:cubicBezTo>
                  <a:pt x="137" y="284"/>
                  <a:pt x="136" y="287"/>
                  <a:pt x="134" y="289"/>
                </a:cubicBezTo>
                <a:cubicBezTo>
                  <a:pt x="103" y="288"/>
                  <a:pt x="84" y="288"/>
                  <a:pt x="77" y="288"/>
                </a:cubicBezTo>
                <a:cubicBezTo>
                  <a:pt x="64" y="288"/>
                  <a:pt x="42" y="288"/>
                  <a:pt x="11" y="289"/>
                </a:cubicBezTo>
                <a:cubicBezTo>
                  <a:pt x="10" y="287"/>
                  <a:pt x="9" y="284"/>
                  <a:pt x="9" y="281"/>
                </a:cubicBezTo>
                <a:cubicBezTo>
                  <a:pt x="9" y="277"/>
                  <a:pt x="10" y="274"/>
                  <a:pt x="11" y="273"/>
                </a:cubicBezTo>
                <a:cubicBezTo>
                  <a:pt x="30" y="272"/>
                  <a:pt x="42" y="270"/>
                  <a:pt x="48" y="265"/>
                </a:cubicBezTo>
                <a:cubicBezTo>
                  <a:pt x="54" y="260"/>
                  <a:pt x="57" y="248"/>
                  <a:pt x="57" y="230"/>
                </a:cubicBezTo>
                <a:lnTo>
                  <a:pt x="57" y="76"/>
                </a:lnTo>
                <a:cubicBezTo>
                  <a:pt x="57" y="57"/>
                  <a:pt x="54" y="48"/>
                  <a:pt x="48" y="48"/>
                </a:cubicBezTo>
                <a:cubicBezTo>
                  <a:pt x="39" y="48"/>
                  <a:pt x="26" y="52"/>
                  <a:pt x="7" y="60"/>
                </a:cubicBezTo>
                <a:cubicBezTo>
                  <a:pt x="3" y="58"/>
                  <a:pt x="1" y="53"/>
                  <a:pt x="0" y="47"/>
                </a:cubicBezTo>
                <a:cubicBezTo>
                  <a:pt x="44" y="27"/>
                  <a:pt x="74" y="11"/>
                  <a:pt x="92" y="0"/>
                </a:cubicBezTo>
                <a:cubicBezTo>
                  <a:pt x="94" y="0"/>
                  <a:pt x="95" y="1"/>
                  <a:pt x="95" y="2"/>
                </a:cubicBezTo>
                <a:cubicBezTo>
                  <a:pt x="94" y="9"/>
                  <a:pt x="94" y="31"/>
                  <a:pt x="94" y="66"/>
                </a:cubicBezTo>
                <a:lnTo>
                  <a:pt x="94" y="230"/>
                </a:lnTo>
                <a:close/>
              </a:path>
            </a:pathLst>
          </a:custGeom>
          <a:solidFill>
            <a:srgbClr val="00000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4071240" y="1448640"/>
            <a:ext cx="0" cy="2496960"/>
          </a:xfrm>
          <a:prstGeom prst="line">
            <a:avLst/>
          </a:prstGeom>
          <a:ln cap="rnd" w="3204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5840" rIns="105840" tIns="60840" bIns="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3988800" y="314964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988800" y="314964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noFill/>
          <a:ln cap="rnd" w="10800">
            <a:solidFill>
              <a:srgbClr val="000000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040280" y="3179880"/>
            <a:ext cx="61200" cy="104400"/>
          </a:xfrm>
          <a:custGeom>
            <a:avLst/>
            <a:gdLst/>
            <a:ahLst/>
            <a:rect l="0" t="0" r="r" b="b"/>
            <a:pathLst>
              <a:path w="170" h="290">
                <a:moveTo>
                  <a:pt x="4" y="68"/>
                </a:moveTo>
                <a:cubicBezTo>
                  <a:pt x="4" y="52"/>
                  <a:pt x="12" y="37"/>
                  <a:pt x="28" y="23"/>
                </a:cubicBezTo>
                <a:cubicBezTo>
                  <a:pt x="44" y="8"/>
                  <a:pt x="64" y="0"/>
                  <a:pt x="89" y="0"/>
                </a:cubicBezTo>
                <a:cubicBezTo>
                  <a:pt x="111" y="0"/>
                  <a:pt x="129" y="7"/>
                  <a:pt x="145" y="19"/>
                </a:cubicBezTo>
                <a:cubicBezTo>
                  <a:pt x="161" y="31"/>
                  <a:pt x="169" y="49"/>
                  <a:pt x="169" y="72"/>
                </a:cubicBezTo>
                <a:cubicBezTo>
                  <a:pt x="169" y="84"/>
                  <a:pt x="166" y="95"/>
                  <a:pt x="161" y="105"/>
                </a:cubicBezTo>
                <a:cubicBezTo>
                  <a:pt x="157" y="115"/>
                  <a:pt x="152" y="123"/>
                  <a:pt x="146" y="130"/>
                </a:cubicBezTo>
                <a:cubicBezTo>
                  <a:pt x="141" y="136"/>
                  <a:pt x="132" y="144"/>
                  <a:pt x="121" y="155"/>
                </a:cubicBezTo>
                <a:lnTo>
                  <a:pt x="74" y="201"/>
                </a:lnTo>
                <a:cubicBezTo>
                  <a:pt x="51" y="225"/>
                  <a:pt x="39" y="244"/>
                  <a:pt x="39" y="258"/>
                </a:cubicBezTo>
                <a:lnTo>
                  <a:pt x="123" y="258"/>
                </a:lnTo>
                <a:cubicBezTo>
                  <a:pt x="131" y="258"/>
                  <a:pt x="138" y="255"/>
                  <a:pt x="143" y="249"/>
                </a:cubicBezTo>
                <a:cubicBezTo>
                  <a:pt x="148" y="242"/>
                  <a:pt x="152" y="230"/>
                  <a:pt x="156" y="213"/>
                </a:cubicBezTo>
                <a:cubicBezTo>
                  <a:pt x="162" y="212"/>
                  <a:pt x="166" y="213"/>
                  <a:pt x="170" y="216"/>
                </a:cubicBezTo>
                <a:cubicBezTo>
                  <a:pt x="169" y="238"/>
                  <a:pt x="165" y="263"/>
                  <a:pt x="159" y="290"/>
                </a:cubicBezTo>
                <a:cubicBezTo>
                  <a:pt x="144" y="289"/>
                  <a:pt x="132" y="289"/>
                  <a:pt x="121" y="289"/>
                </a:cubicBezTo>
                <a:lnTo>
                  <a:pt x="39" y="289"/>
                </a:lnTo>
                <a:lnTo>
                  <a:pt x="0" y="290"/>
                </a:lnTo>
                <a:cubicBezTo>
                  <a:pt x="0" y="275"/>
                  <a:pt x="3" y="261"/>
                  <a:pt x="11" y="247"/>
                </a:cubicBezTo>
                <a:cubicBezTo>
                  <a:pt x="18" y="233"/>
                  <a:pt x="32" y="214"/>
                  <a:pt x="54" y="192"/>
                </a:cubicBezTo>
                <a:lnTo>
                  <a:pt x="89" y="158"/>
                </a:lnTo>
                <a:cubicBezTo>
                  <a:pt x="115" y="131"/>
                  <a:pt x="127" y="103"/>
                  <a:pt x="127" y="74"/>
                </a:cubicBezTo>
                <a:cubicBezTo>
                  <a:pt x="127" y="54"/>
                  <a:pt x="123" y="39"/>
                  <a:pt x="115" y="30"/>
                </a:cubicBezTo>
                <a:cubicBezTo>
                  <a:pt x="106" y="22"/>
                  <a:pt x="97" y="17"/>
                  <a:pt x="87" y="17"/>
                </a:cubicBezTo>
                <a:cubicBezTo>
                  <a:pt x="71" y="17"/>
                  <a:pt x="59" y="20"/>
                  <a:pt x="51" y="26"/>
                </a:cubicBezTo>
                <a:cubicBezTo>
                  <a:pt x="44" y="32"/>
                  <a:pt x="40" y="38"/>
                  <a:pt x="40" y="46"/>
                </a:cubicBezTo>
                <a:cubicBezTo>
                  <a:pt x="40" y="47"/>
                  <a:pt x="41" y="50"/>
                  <a:pt x="42" y="53"/>
                </a:cubicBezTo>
                <a:cubicBezTo>
                  <a:pt x="43" y="55"/>
                  <a:pt x="44" y="57"/>
                  <a:pt x="44" y="57"/>
                </a:cubicBezTo>
                <a:cubicBezTo>
                  <a:pt x="45" y="62"/>
                  <a:pt x="45" y="65"/>
                  <a:pt x="45" y="67"/>
                </a:cubicBezTo>
                <a:cubicBezTo>
                  <a:pt x="45" y="72"/>
                  <a:pt x="43" y="76"/>
                  <a:pt x="37" y="80"/>
                </a:cubicBezTo>
                <a:cubicBezTo>
                  <a:pt x="33" y="84"/>
                  <a:pt x="28" y="86"/>
                  <a:pt x="23" y="86"/>
                </a:cubicBezTo>
                <a:cubicBezTo>
                  <a:pt x="18" y="86"/>
                  <a:pt x="14" y="84"/>
                  <a:pt x="10" y="81"/>
                </a:cubicBezTo>
                <a:cubicBezTo>
                  <a:pt x="6" y="77"/>
                  <a:pt x="4" y="73"/>
                  <a:pt x="4" y="68"/>
                </a:cubicBezTo>
                <a:close/>
              </a:path>
            </a:pathLst>
          </a:custGeom>
          <a:solidFill>
            <a:srgbClr val="00000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3988800" y="157644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988800" y="157644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noFill/>
          <a:ln cap="rnd" w="10800">
            <a:solidFill>
              <a:srgbClr val="000000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4040280" y="1607040"/>
            <a:ext cx="61200" cy="104400"/>
          </a:xfrm>
          <a:custGeom>
            <a:avLst/>
            <a:gdLst/>
            <a:ahLst/>
            <a:rect l="0" t="0" r="r" b="b"/>
            <a:pathLst>
              <a:path w="170" h="290">
                <a:moveTo>
                  <a:pt x="4" y="67"/>
                </a:moveTo>
                <a:cubicBezTo>
                  <a:pt x="4" y="51"/>
                  <a:pt x="12" y="36"/>
                  <a:pt x="28" y="22"/>
                </a:cubicBezTo>
                <a:cubicBezTo>
                  <a:pt x="44" y="7"/>
                  <a:pt x="64" y="0"/>
                  <a:pt x="89" y="0"/>
                </a:cubicBezTo>
                <a:cubicBezTo>
                  <a:pt x="111" y="0"/>
                  <a:pt x="129" y="6"/>
                  <a:pt x="145" y="18"/>
                </a:cubicBezTo>
                <a:cubicBezTo>
                  <a:pt x="161" y="30"/>
                  <a:pt x="169" y="48"/>
                  <a:pt x="169" y="72"/>
                </a:cubicBezTo>
                <a:cubicBezTo>
                  <a:pt x="169" y="83"/>
                  <a:pt x="166" y="94"/>
                  <a:pt x="161" y="104"/>
                </a:cubicBezTo>
                <a:cubicBezTo>
                  <a:pt x="157" y="114"/>
                  <a:pt x="152" y="123"/>
                  <a:pt x="146" y="129"/>
                </a:cubicBezTo>
                <a:cubicBezTo>
                  <a:pt x="141" y="135"/>
                  <a:pt x="132" y="144"/>
                  <a:pt x="121" y="154"/>
                </a:cubicBezTo>
                <a:lnTo>
                  <a:pt x="74" y="200"/>
                </a:lnTo>
                <a:cubicBezTo>
                  <a:pt x="51" y="224"/>
                  <a:pt x="39" y="243"/>
                  <a:pt x="39" y="258"/>
                </a:cubicBezTo>
                <a:lnTo>
                  <a:pt x="123" y="258"/>
                </a:lnTo>
                <a:cubicBezTo>
                  <a:pt x="131" y="258"/>
                  <a:pt x="138" y="255"/>
                  <a:pt x="143" y="248"/>
                </a:cubicBezTo>
                <a:cubicBezTo>
                  <a:pt x="148" y="241"/>
                  <a:pt x="152" y="229"/>
                  <a:pt x="156" y="213"/>
                </a:cubicBezTo>
                <a:cubicBezTo>
                  <a:pt x="162" y="211"/>
                  <a:pt x="166" y="212"/>
                  <a:pt x="170" y="215"/>
                </a:cubicBezTo>
                <a:cubicBezTo>
                  <a:pt x="169" y="237"/>
                  <a:pt x="165" y="262"/>
                  <a:pt x="159" y="290"/>
                </a:cubicBezTo>
                <a:cubicBezTo>
                  <a:pt x="144" y="289"/>
                  <a:pt x="132" y="288"/>
                  <a:pt x="121" y="288"/>
                </a:cubicBezTo>
                <a:lnTo>
                  <a:pt x="39" y="288"/>
                </a:lnTo>
                <a:lnTo>
                  <a:pt x="0" y="290"/>
                </a:lnTo>
                <a:cubicBezTo>
                  <a:pt x="0" y="275"/>
                  <a:pt x="3" y="260"/>
                  <a:pt x="11" y="246"/>
                </a:cubicBezTo>
                <a:cubicBezTo>
                  <a:pt x="18" y="232"/>
                  <a:pt x="32" y="214"/>
                  <a:pt x="54" y="192"/>
                </a:cubicBezTo>
                <a:lnTo>
                  <a:pt x="89" y="157"/>
                </a:lnTo>
                <a:cubicBezTo>
                  <a:pt x="115" y="131"/>
                  <a:pt x="127" y="103"/>
                  <a:pt x="127" y="73"/>
                </a:cubicBezTo>
                <a:cubicBezTo>
                  <a:pt x="127" y="53"/>
                  <a:pt x="123" y="39"/>
                  <a:pt x="115" y="30"/>
                </a:cubicBezTo>
                <a:cubicBezTo>
                  <a:pt x="106" y="21"/>
                  <a:pt x="97" y="16"/>
                  <a:pt x="87" y="16"/>
                </a:cubicBezTo>
                <a:cubicBezTo>
                  <a:pt x="71" y="16"/>
                  <a:pt x="59" y="20"/>
                  <a:pt x="51" y="26"/>
                </a:cubicBezTo>
                <a:cubicBezTo>
                  <a:pt x="44" y="31"/>
                  <a:pt x="40" y="38"/>
                  <a:pt x="40" y="45"/>
                </a:cubicBezTo>
                <a:cubicBezTo>
                  <a:pt x="40" y="47"/>
                  <a:pt x="41" y="49"/>
                  <a:pt x="42" y="52"/>
                </a:cubicBezTo>
                <a:cubicBezTo>
                  <a:pt x="43" y="55"/>
                  <a:pt x="44" y="57"/>
                  <a:pt x="44" y="57"/>
                </a:cubicBezTo>
                <a:cubicBezTo>
                  <a:pt x="45" y="61"/>
                  <a:pt x="45" y="64"/>
                  <a:pt x="45" y="67"/>
                </a:cubicBezTo>
                <a:cubicBezTo>
                  <a:pt x="45" y="71"/>
                  <a:pt x="43" y="76"/>
                  <a:pt x="37" y="80"/>
                </a:cubicBezTo>
                <a:cubicBezTo>
                  <a:pt x="33" y="84"/>
                  <a:pt x="28" y="86"/>
                  <a:pt x="23" y="86"/>
                </a:cubicBezTo>
                <a:cubicBezTo>
                  <a:pt x="18" y="86"/>
                  <a:pt x="14" y="84"/>
                  <a:pt x="10" y="80"/>
                </a:cubicBezTo>
                <a:cubicBezTo>
                  <a:pt x="6" y="77"/>
                  <a:pt x="4" y="72"/>
                  <a:pt x="4" y="67"/>
                </a:cubicBezTo>
                <a:close/>
              </a:path>
            </a:pathLst>
          </a:custGeom>
          <a:solidFill>
            <a:srgbClr val="00000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882400" y="1448640"/>
            <a:ext cx="0" cy="2481120"/>
          </a:xfrm>
          <a:prstGeom prst="line">
            <a:avLst/>
          </a:prstGeom>
          <a:ln cap="rnd" w="3204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5840" rIns="105840" tIns="60840" bIns="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799960" y="325224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799960" y="325224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noFill/>
          <a:ln cap="rnd" w="10800">
            <a:solidFill>
              <a:srgbClr val="000000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850000" y="3282480"/>
            <a:ext cx="62640" cy="105840"/>
          </a:xfrm>
          <a:custGeom>
            <a:avLst/>
            <a:gdLst/>
            <a:ahLst/>
            <a:rect l="0" t="0" r="r" b="b"/>
            <a:pathLst>
              <a:path w="174" h="294">
                <a:moveTo>
                  <a:pt x="81" y="17"/>
                </a:moveTo>
                <a:cubicBezTo>
                  <a:pt x="75" y="17"/>
                  <a:pt x="69" y="18"/>
                  <a:pt x="63" y="19"/>
                </a:cubicBezTo>
                <a:cubicBezTo>
                  <a:pt x="57" y="21"/>
                  <a:pt x="51" y="25"/>
                  <a:pt x="45" y="31"/>
                </a:cubicBezTo>
                <a:cubicBezTo>
                  <a:pt x="39" y="37"/>
                  <a:pt x="36" y="44"/>
                  <a:pt x="36" y="53"/>
                </a:cubicBezTo>
                <a:cubicBezTo>
                  <a:pt x="36" y="69"/>
                  <a:pt x="30" y="78"/>
                  <a:pt x="18" y="78"/>
                </a:cubicBezTo>
                <a:cubicBezTo>
                  <a:pt x="13" y="78"/>
                  <a:pt x="9" y="76"/>
                  <a:pt x="6" y="73"/>
                </a:cubicBezTo>
                <a:cubicBezTo>
                  <a:pt x="3" y="69"/>
                  <a:pt x="2" y="65"/>
                  <a:pt x="2" y="62"/>
                </a:cubicBezTo>
                <a:cubicBezTo>
                  <a:pt x="2" y="57"/>
                  <a:pt x="3" y="51"/>
                  <a:pt x="6" y="45"/>
                </a:cubicBezTo>
                <a:cubicBezTo>
                  <a:pt x="9" y="39"/>
                  <a:pt x="14" y="33"/>
                  <a:pt x="20" y="25"/>
                </a:cubicBezTo>
                <a:cubicBezTo>
                  <a:pt x="26" y="18"/>
                  <a:pt x="35" y="12"/>
                  <a:pt x="48" y="8"/>
                </a:cubicBezTo>
                <a:cubicBezTo>
                  <a:pt x="60" y="3"/>
                  <a:pt x="75" y="0"/>
                  <a:pt x="90" y="0"/>
                </a:cubicBezTo>
                <a:cubicBezTo>
                  <a:pt x="113" y="0"/>
                  <a:pt x="130" y="6"/>
                  <a:pt x="142" y="19"/>
                </a:cubicBezTo>
                <a:cubicBezTo>
                  <a:pt x="152" y="29"/>
                  <a:pt x="157" y="41"/>
                  <a:pt x="157" y="56"/>
                </a:cubicBezTo>
                <a:cubicBezTo>
                  <a:pt x="157" y="70"/>
                  <a:pt x="154" y="81"/>
                  <a:pt x="146" y="91"/>
                </a:cubicBezTo>
                <a:cubicBezTo>
                  <a:pt x="139" y="101"/>
                  <a:pt x="126" y="110"/>
                  <a:pt x="107" y="119"/>
                </a:cubicBezTo>
                <a:lnTo>
                  <a:pt x="108" y="120"/>
                </a:lnTo>
                <a:cubicBezTo>
                  <a:pt x="125" y="123"/>
                  <a:pt x="141" y="130"/>
                  <a:pt x="154" y="142"/>
                </a:cubicBezTo>
                <a:cubicBezTo>
                  <a:pt x="168" y="154"/>
                  <a:pt x="174" y="172"/>
                  <a:pt x="174" y="195"/>
                </a:cubicBezTo>
                <a:cubicBezTo>
                  <a:pt x="174" y="225"/>
                  <a:pt x="164" y="249"/>
                  <a:pt x="143" y="267"/>
                </a:cubicBezTo>
                <a:cubicBezTo>
                  <a:pt x="122" y="285"/>
                  <a:pt x="97" y="294"/>
                  <a:pt x="68" y="294"/>
                </a:cubicBezTo>
                <a:cubicBezTo>
                  <a:pt x="52" y="294"/>
                  <a:pt x="37" y="291"/>
                  <a:pt x="22" y="285"/>
                </a:cubicBezTo>
                <a:cubicBezTo>
                  <a:pt x="8" y="279"/>
                  <a:pt x="0" y="271"/>
                  <a:pt x="0" y="262"/>
                </a:cubicBezTo>
                <a:cubicBezTo>
                  <a:pt x="0" y="258"/>
                  <a:pt x="2" y="254"/>
                  <a:pt x="7" y="251"/>
                </a:cubicBezTo>
                <a:cubicBezTo>
                  <a:pt x="11" y="247"/>
                  <a:pt x="15" y="245"/>
                  <a:pt x="20" y="245"/>
                </a:cubicBezTo>
                <a:cubicBezTo>
                  <a:pt x="27" y="245"/>
                  <a:pt x="34" y="250"/>
                  <a:pt x="40" y="258"/>
                </a:cubicBezTo>
                <a:cubicBezTo>
                  <a:pt x="41" y="258"/>
                  <a:pt x="41" y="259"/>
                  <a:pt x="43" y="261"/>
                </a:cubicBezTo>
                <a:cubicBezTo>
                  <a:pt x="44" y="262"/>
                  <a:pt x="45" y="264"/>
                  <a:pt x="45" y="264"/>
                </a:cubicBezTo>
                <a:cubicBezTo>
                  <a:pt x="45" y="265"/>
                  <a:pt x="46" y="266"/>
                  <a:pt x="47" y="267"/>
                </a:cubicBezTo>
                <a:cubicBezTo>
                  <a:pt x="48" y="269"/>
                  <a:pt x="49" y="270"/>
                  <a:pt x="50" y="271"/>
                </a:cubicBezTo>
                <a:cubicBezTo>
                  <a:pt x="51" y="271"/>
                  <a:pt x="53" y="272"/>
                  <a:pt x="54" y="273"/>
                </a:cubicBezTo>
                <a:cubicBezTo>
                  <a:pt x="56" y="274"/>
                  <a:pt x="58" y="275"/>
                  <a:pt x="59" y="275"/>
                </a:cubicBezTo>
                <a:cubicBezTo>
                  <a:pt x="61" y="276"/>
                  <a:pt x="64" y="276"/>
                  <a:pt x="66" y="277"/>
                </a:cubicBezTo>
                <a:cubicBezTo>
                  <a:pt x="69" y="277"/>
                  <a:pt x="72" y="277"/>
                  <a:pt x="75" y="277"/>
                </a:cubicBezTo>
                <a:cubicBezTo>
                  <a:pt x="79" y="277"/>
                  <a:pt x="85" y="276"/>
                  <a:pt x="90" y="274"/>
                </a:cubicBezTo>
                <a:cubicBezTo>
                  <a:pt x="96" y="272"/>
                  <a:pt x="102" y="268"/>
                  <a:pt x="109" y="263"/>
                </a:cubicBezTo>
                <a:cubicBezTo>
                  <a:pt x="116" y="258"/>
                  <a:pt x="121" y="251"/>
                  <a:pt x="126" y="240"/>
                </a:cubicBezTo>
                <a:cubicBezTo>
                  <a:pt x="130" y="229"/>
                  <a:pt x="133" y="216"/>
                  <a:pt x="133" y="201"/>
                </a:cubicBezTo>
                <a:cubicBezTo>
                  <a:pt x="133" y="161"/>
                  <a:pt x="112" y="141"/>
                  <a:pt x="71" y="141"/>
                </a:cubicBezTo>
                <a:cubicBezTo>
                  <a:pt x="61" y="141"/>
                  <a:pt x="53" y="141"/>
                  <a:pt x="48" y="141"/>
                </a:cubicBezTo>
                <a:lnTo>
                  <a:pt x="46" y="126"/>
                </a:lnTo>
                <a:cubicBezTo>
                  <a:pt x="68" y="123"/>
                  <a:pt x="86" y="115"/>
                  <a:pt x="99" y="101"/>
                </a:cubicBezTo>
                <a:cubicBezTo>
                  <a:pt x="113" y="87"/>
                  <a:pt x="120" y="73"/>
                  <a:pt x="120" y="60"/>
                </a:cubicBezTo>
                <a:cubicBezTo>
                  <a:pt x="120" y="50"/>
                  <a:pt x="118" y="42"/>
                  <a:pt x="114" y="35"/>
                </a:cubicBezTo>
                <a:cubicBezTo>
                  <a:pt x="111" y="29"/>
                  <a:pt x="106" y="24"/>
                  <a:pt x="100" y="21"/>
                </a:cubicBezTo>
                <a:cubicBezTo>
                  <a:pt x="94" y="18"/>
                  <a:pt x="88" y="17"/>
                  <a:pt x="81" y="17"/>
                </a:cubicBezTo>
                <a:close/>
              </a:path>
            </a:pathLst>
          </a:custGeom>
          <a:solidFill>
            <a:srgbClr val="00000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5800320" y="172728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5800320" y="1727280"/>
            <a:ext cx="164880" cy="165600"/>
          </a:xfrm>
          <a:custGeom>
            <a:avLst/>
            <a:gdLst/>
            <a:ahLst/>
            <a:rect l="0" t="0" r="r" b="b"/>
            <a:pathLst>
              <a:path w="458" h="460">
                <a:moveTo>
                  <a:pt x="458" y="230"/>
                </a:moveTo>
                <a:cubicBezTo>
                  <a:pt x="458" y="357"/>
                  <a:pt x="356" y="460"/>
                  <a:pt x="229" y="460"/>
                </a:cubicBezTo>
                <a:cubicBezTo>
                  <a:pt x="102" y="460"/>
                  <a:pt x="0" y="357"/>
                  <a:pt x="0" y="230"/>
                </a:cubicBezTo>
                <a:cubicBezTo>
                  <a:pt x="0" y="103"/>
                  <a:pt x="102" y="0"/>
                  <a:pt x="229" y="0"/>
                </a:cubicBezTo>
                <a:cubicBezTo>
                  <a:pt x="356" y="0"/>
                  <a:pt x="458" y="103"/>
                  <a:pt x="458" y="230"/>
                </a:cubicBezTo>
                <a:close/>
              </a:path>
            </a:pathLst>
          </a:custGeom>
          <a:noFill/>
          <a:ln cap="rnd" w="10800">
            <a:solidFill>
              <a:srgbClr val="000000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850360" y="1757880"/>
            <a:ext cx="62640" cy="105480"/>
          </a:xfrm>
          <a:custGeom>
            <a:avLst/>
            <a:gdLst/>
            <a:ahLst/>
            <a:rect l="0" t="0" r="r" b="b"/>
            <a:pathLst>
              <a:path w="174" h="293">
                <a:moveTo>
                  <a:pt x="81" y="16"/>
                </a:moveTo>
                <a:cubicBezTo>
                  <a:pt x="75" y="16"/>
                  <a:pt x="69" y="17"/>
                  <a:pt x="63" y="19"/>
                </a:cubicBezTo>
                <a:cubicBezTo>
                  <a:pt x="57" y="20"/>
                  <a:pt x="51" y="24"/>
                  <a:pt x="45" y="30"/>
                </a:cubicBezTo>
                <a:cubicBezTo>
                  <a:pt x="39" y="36"/>
                  <a:pt x="36" y="43"/>
                  <a:pt x="36" y="52"/>
                </a:cubicBezTo>
                <a:cubicBezTo>
                  <a:pt x="36" y="69"/>
                  <a:pt x="30" y="77"/>
                  <a:pt x="17" y="77"/>
                </a:cubicBezTo>
                <a:cubicBezTo>
                  <a:pt x="13" y="77"/>
                  <a:pt x="9" y="75"/>
                  <a:pt x="6" y="72"/>
                </a:cubicBezTo>
                <a:cubicBezTo>
                  <a:pt x="3" y="68"/>
                  <a:pt x="2" y="64"/>
                  <a:pt x="2" y="61"/>
                </a:cubicBezTo>
                <a:cubicBezTo>
                  <a:pt x="2" y="56"/>
                  <a:pt x="3" y="50"/>
                  <a:pt x="6" y="44"/>
                </a:cubicBezTo>
                <a:cubicBezTo>
                  <a:pt x="9" y="38"/>
                  <a:pt x="14" y="32"/>
                  <a:pt x="20" y="25"/>
                </a:cubicBezTo>
                <a:cubicBezTo>
                  <a:pt x="26" y="17"/>
                  <a:pt x="35" y="11"/>
                  <a:pt x="47" y="7"/>
                </a:cubicBezTo>
                <a:cubicBezTo>
                  <a:pt x="60" y="2"/>
                  <a:pt x="74" y="0"/>
                  <a:pt x="90" y="0"/>
                </a:cubicBezTo>
                <a:cubicBezTo>
                  <a:pt x="113" y="0"/>
                  <a:pt x="130" y="6"/>
                  <a:pt x="142" y="18"/>
                </a:cubicBezTo>
                <a:cubicBezTo>
                  <a:pt x="152" y="28"/>
                  <a:pt x="157" y="41"/>
                  <a:pt x="157" y="55"/>
                </a:cubicBezTo>
                <a:cubicBezTo>
                  <a:pt x="157" y="69"/>
                  <a:pt x="153" y="80"/>
                  <a:pt x="146" y="90"/>
                </a:cubicBezTo>
                <a:cubicBezTo>
                  <a:pt x="139" y="100"/>
                  <a:pt x="126" y="109"/>
                  <a:pt x="107" y="118"/>
                </a:cubicBezTo>
                <a:lnTo>
                  <a:pt x="108" y="119"/>
                </a:lnTo>
                <a:cubicBezTo>
                  <a:pt x="125" y="122"/>
                  <a:pt x="141" y="129"/>
                  <a:pt x="154" y="142"/>
                </a:cubicBezTo>
                <a:cubicBezTo>
                  <a:pt x="168" y="154"/>
                  <a:pt x="174" y="171"/>
                  <a:pt x="174" y="194"/>
                </a:cubicBezTo>
                <a:cubicBezTo>
                  <a:pt x="174" y="224"/>
                  <a:pt x="164" y="248"/>
                  <a:pt x="143" y="266"/>
                </a:cubicBezTo>
                <a:cubicBezTo>
                  <a:pt x="122" y="284"/>
                  <a:pt x="97" y="293"/>
                  <a:pt x="68" y="293"/>
                </a:cubicBezTo>
                <a:cubicBezTo>
                  <a:pt x="52" y="293"/>
                  <a:pt x="37" y="290"/>
                  <a:pt x="22" y="284"/>
                </a:cubicBezTo>
                <a:cubicBezTo>
                  <a:pt x="8" y="278"/>
                  <a:pt x="0" y="270"/>
                  <a:pt x="0" y="261"/>
                </a:cubicBezTo>
                <a:cubicBezTo>
                  <a:pt x="0" y="257"/>
                  <a:pt x="2" y="253"/>
                  <a:pt x="6" y="250"/>
                </a:cubicBezTo>
                <a:cubicBezTo>
                  <a:pt x="10" y="246"/>
                  <a:pt x="15" y="245"/>
                  <a:pt x="20" y="245"/>
                </a:cubicBezTo>
                <a:cubicBezTo>
                  <a:pt x="27" y="245"/>
                  <a:pt x="34" y="249"/>
                  <a:pt x="40" y="257"/>
                </a:cubicBezTo>
                <a:cubicBezTo>
                  <a:pt x="40" y="257"/>
                  <a:pt x="41" y="258"/>
                  <a:pt x="43" y="260"/>
                </a:cubicBezTo>
                <a:cubicBezTo>
                  <a:pt x="44" y="262"/>
                  <a:pt x="45" y="263"/>
                  <a:pt x="45" y="264"/>
                </a:cubicBezTo>
                <a:cubicBezTo>
                  <a:pt x="45" y="264"/>
                  <a:pt x="46" y="265"/>
                  <a:pt x="47" y="267"/>
                </a:cubicBezTo>
                <a:cubicBezTo>
                  <a:pt x="48" y="268"/>
                  <a:pt x="49" y="269"/>
                  <a:pt x="50" y="270"/>
                </a:cubicBezTo>
                <a:cubicBezTo>
                  <a:pt x="51" y="270"/>
                  <a:pt x="53" y="271"/>
                  <a:pt x="54" y="272"/>
                </a:cubicBezTo>
                <a:cubicBezTo>
                  <a:pt x="56" y="273"/>
                  <a:pt x="57" y="274"/>
                  <a:pt x="59" y="275"/>
                </a:cubicBezTo>
                <a:cubicBezTo>
                  <a:pt x="61" y="275"/>
                  <a:pt x="63" y="276"/>
                  <a:pt x="66" y="276"/>
                </a:cubicBezTo>
                <a:cubicBezTo>
                  <a:pt x="69" y="276"/>
                  <a:pt x="72" y="276"/>
                  <a:pt x="74" y="276"/>
                </a:cubicBezTo>
                <a:cubicBezTo>
                  <a:pt x="79" y="276"/>
                  <a:pt x="85" y="276"/>
                  <a:pt x="90" y="273"/>
                </a:cubicBezTo>
                <a:cubicBezTo>
                  <a:pt x="96" y="271"/>
                  <a:pt x="102" y="267"/>
                  <a:pt x="109" y="262"/>
                </a:cubicBezTo>
                <a:cubicBezTo>
                  <a:pt x="116" y="257"/>
                  <a:pt x="121" y="250"/>
                  <a:pt x="126" y="239"/>
                </a:cubicBezTo>
                <a:cubicBezTo>
                  <a:pt x="130" y="228"/>
                  <a:pt x="133" y="215"/>
                  <a:pt x="133" y="200"/>
                </a:cubicBezTo>
                <a:cubicBezTo>
                  <a:pt x="133" y="160"/>
                  <a:pt x="112" y="140"/>
                  <a:pt x="71" y="140"/>
                </a:cubicBezTo>
                <a:cubicBezTo>
                  <a:pt x="61" y="140"/>
                  <a:pt x="53" y="140"/>
                  <a:pt x="48" y="140"/>
                </a:cubicBezTo>
                <a:lnTo>
                  <a:pt x="46" y="125"/>
                </a:lnTo>
                <a:cubicBezTo>
                  <a:pt x="68" y="122"/>
                  <a:pt x="85" y="114"/>
                  <a:pt x="99" y="100"/>
                </a:cubicBezTo>
                <a:cubicBezTo>
                  <a:pt x="113" y="86"/>
                  <a:pt x="120" y="72"/>
                  <a:pt x="120" y="59"/>
                </a:cubicBezTo>
                <a:cubicBezTo>
                  <a:pt x="120" y="49"/>
                  <a:pt x="118" y="41"/>
                  <a:pt x="114" y="34"/>
                </a:cubicBezTo>
                <a:cubicBezTo>
                  <a:pt x="111" y="28"/>
                  <a:pt x="106" y="23"/>
                  <a:pt x="100" y="20"/>
                </a:cubicBezTo>
                <a:cubicBezTo>
                  <a:pt x="94" y="18"/>
                  <a:pt x="88" y="16"/>
                  <a:pt x="81" y="16"/>
                </a:cubicBezTo>
                <a:close/>
              </a:path>
            </a:pathLst>
          </a:custGeom>
          <a:solidFill>
            <a:srgbClr val="00000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8831520" y="1448640"/>
            <a:ext cx="0" cy="2492640"/>
          </a:xfrm>
          <a:prstGeom prst="line">
            <a:avLst/>
          </a:prstGeom>
          <a:ln cap="rnd" w="3204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5840" rIns="105840" tIns="60840" bIns="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308360" y="3457800"/>
            <a:ext cx="0" cy="383400"/>
          </a:xfrm>
          <a:prstGeom prst="line">
            <a:avLst/>
          </a:prstGeom>
          <a:ln cap="rnd" w="2124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440" rIns="100440" tIns="55440" bIns="55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8748720" y="2395440"/>
            <a:ext cx="165240" cy="165600"/>
          </a:xfrm>
          <a:custGeom>
            <a:avLst/>
            <a:gdLst/>
            <a:ahLst/>
            <a:rect l="0" t="0" r="r" b="b"/>
            <a:pathLst>
              <a:path w="459" h="460">
                <a:moveTo>
                  <a:pt x="459" y="230"/>
                </a:moveTo>
                <a:cubicBezTo>
                  <a:pt x="459" y="357"/>
                  <a:pt x="356" y="460"/>
                  <a:pt x="230" y="460"/>
                </a:cubicBezTo>
                <a:cubicBezTo>
                  <a:pt x="103" y="460"/>
                  <a:pt x="0" y="357"/>
                  <a:pt x="0" y="230"/>
                </a:cubicBezTo>
                <a:cubicBezTo>
                  <a:pt x="0" y="103"/>
                  <a:pt x="103" y="0"/>
                  <a:pt x="230" y="0"/>
                </a:cubicBezTo>
                <a:cubicBezTo>
                  <a:pt x="356" y="0"/>
                  <a:pt x="459" y="103"/>
                  <a:pt x="459" y="230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8748720" y="2395440"/>
            <a:ext cx="165240" cy="165600"/>
          </a:xfrm>
          <a:custGeom>
            <a:avLst/>
            <a:gdLst/>
            <a:ahLst/>
            <a:rect l="0" t="0" r="r" b="b"/>
            <a:pathLst>
              <a:path w="459" h="460">
                <a:moveTo>
                  <a:pt x="459" y="230"/>
                </a:moveTo>
                <a:cubicBezTo>
                  <a:pt x="459" y="357"/>
                  <a:pt x="356" y="460"/>
                  <a:pt x="230" y="460"/>
                </a:cubicBezTo>
                <a:cubicBezTo>
                  <a:pt x="103" y="460"/>
                  <a:pt x="0" y="357"/>
                  <a:pt x="0" y="230"/>
                </a:cubicBezTo>
                <a:cubicBezTo>
                  <a:pt x="0" y="103"/>
                  <a:pt x="103" y="0"/>
                  <a:pt x="230" y="0"/>
                </a:cubicBezTo>
                <a:cubicBezTo>
                  <a:pt x="356" y="0"/>
                  <a:pt x="459" y="103"/>
                  <a:pt x="459" y="230"/>
                </a:cubicBezTo>
                <a:close/>
              </a:path>
            </a:pathLst>
          </a:custGeom>
          <a:noFill/>
          <a:ln cap="rnd" w="10800">
            <a:solidFill>
              <a:srgbClr val="000000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8796240" y="2425680"/>
            <a:ext cx="70920" cy="104400"/>
          </a:xfrm>
          <a:custGeom>
            <a:avLst/>
            <a:gdLst/>
            <a:ahLst/>
            <a:rect l="0" t="0" r="r" b="b"/>
            <a:pathLst>
              <a:path w="197" h="290">
                <a:moveTo>
                  <a:pt x="115" y="49"/>
                </a:moveTo>
                <a:cubicBezTo>
                  <a:pt x="91" y="82"/>
                  <a:pt x="61" y="128"/>
                  <a:pt x="25" y="185"/>
                </a:cubicBezTo>
                <a:lnTo>
                  <a:pt x="115" y="185"/>
                </a:lnTo>
                <a:lnTo>
                  <a:pt x="115" y="49"/>
                </a:lnTo>
                <a:moveTo>
                  <a:pt x="190" y="185"/>
                </a:moveTo>
                <a:cubicBezTo>
                  <a:pt x="195" y="185"/>
                  <a:pt x="197" y="188"/>
                  <a:pt x="197" y="193"/>
                </a:cubicBezTo>
                <a:cubicBezTo>
                  <a:pt x="197" y="196"/>
                  <a:pt x="195" y="199"/>
                  <a:pt x="192" y="203"/>
                </a:cubicBezTo>
                <a:cubicBezTo>
                  <a:pt x="189" y="206"/>
                  <a:pt x="186" y="207"/>
                  <a:pt x="183" y="207"/>
                </a:cubicBezTo>
                <a:lnTo>
                  <a:pt x="151" y="207"/>
                </a:lnTo>
                <a:lnTo>
                  <a:pt x="151" y="251"/>
                </a:lnTo>
                <a:cubicBezTo>
                  <a:pt x="151" y="256"/>
                  <a:pt x="151" y="260"/>
                  <a:pt x="152" y="263"/>
                </a:cubicBezTo>
                <a:cubicBezTo>
                  <a:pt x="153" y="266"/>
                  <a:pt x="155" y="268"/>
                  <a:pt x="158" y="270"/>
                </a:cubicBezTo>
                <a:cubicBezTo>
                  <a:pt x="161" y="271"/>
                  <a:pt x="164" y="272"/>
                  <a:pt x="166" y="272"/>
                </a:cubicBezTo>
                <a:cubicBezTo>
                  <a:pt x="168" y="273"/>
                  <a:pt x="172" y="273"/>
                  <a:pt x="179" y="274"/>
                </a:cubicBezTo>
                <a:cubicBezTo>
                  <a:pt x="181" y="274"/>
                  <a:pt x="183" y="274"/>
                  <a:pt x="184" y="274"/>
                </a:cubicBezTo>
                <a:cubicBezTo>
                  <a:pt x="185" y="276"/>
                  <a:pt x="186" y="279"/>
                  <a:pt x="186" y="282"/>
                </a:cubicBezTo>
                <a:cubicBezTo>
                  <a:pt x="186" y="286"/>
                  <a:pt x="185" y="289"/>
                  <a:pt x="184" y="290"/>
                </a:cubicBezTo>
                <a:cubicBezTo>
                  <a:pt x="163" y="289"/>
                  <a:pt x="146" y="289"/>
                  <a:pt x="132" y="289"/>
                </a:cubicBezTo>
                <a:cubicBezTo>
                  <a:pt x="115" y="289"/>
                  <a:pt x="97" y="289"/>
                  <a:pt x="77" y="290"/>
                </a:cubicBezTo>
                <a:cubicBezTo>
                  <a:pt x="75" y="289"/>
                  <a:pt x="75" y="286"/>
                  <a:pt x="75" y="282"/>
                </a:cubicBezTo>
                <a:cubicBezTo>
                  <a:pt x="75" y="279"/>
                  <a:pt x="75" y="276"/>
                  <a:pt x="77" y="274"/>
                </a:cubicBezTo>
                <a:cubicBezTo>
                  <a:pt x="93" y="273"/>
                  <a:pt x="104" y="271"/>
                  <a:pt x="109" y="268"/>
                </a:cubicBezTo>
                <a:cubicBezTo>
                  <a:pt x="113" y="264"/>
                  <a:pt x="115" y="258"/>
                  <a:pt x="115" y="251"/>
                </a:cubicBezTo>
                <a:lnTo>
                  <a:pt x="115" y="207"/>
                </a:lnTo>
                <a:lnTo>
                  <a:pt x="19" y="207"/>
                </a:lnTo>
                <a:cubicBezTo>
                  <a:pt x="9" y="207"/>
                  <a:pt x="3" y="201"/>
                  <a:pt x="0" y="188"/>
                </a:cubicBezTo>
                <a:cubicBezTo>
                  <a:pt x="49" y="111"/>
                  <a:pt x="91" y="50"/>
                  <a:pt x="128" y="5"/>
                </a:cubicBezTo>
                <a:cubicBezTo>
                  <a:pt x="131" y="2"/>
                  <a:pt x="133" y="0"/>
                  <a:pt x="136" y="0"/>
                </a:cubicBezTo>
                <a:lnTo>
                  <a:pt x="151" y="0"/>
                </a:lnTo>
                <a:lnTo>
                  <a:pt x="151" y="2"/>
                </a:lnTo>
                <a:cubicBezTo>
                  <a:pt x="151" y="4"/>
                  <a:pt x="151" y="19"/>
                  <a:pt x="151" y="47"/>
                </a:cubicBezTo>
                <a:lnTo>
                  <a:pt x="151" y="185"/>
                </a:lnTo>
                <a:lnTo>
                  <a:pt x="190" y="185"/>
                </a:lnTo>
                <a:close/>
              </a:path>
            </a:pathLst>
          </a:custGeom>
          <a:solidFill>
            <a:srgbClr val="000001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2193120" y="2105280"/>
            <a:ext cx="106920" cy="124200"/>
          </a:xfrm>
          <a:custGeom>
            <a:avLst/>
            <a:gdLst/>
            <a:ahLst/>
            <a:rect l="0" t="0" r="r" b="b"/>
            <a:pathLst>
              <a:path w="297" h="345">
                <a:moveTo>
                  <a:pt x="61" y="5"/>
                </a:moveTo>
                <a:lnTo>
                  <a:pt x="278" y="136"/>
                </a:lnTo>
                <a:cubicBezTo>
                  <a:pt x="303" y="151"/>
                  <a:pt x="303" y="194"/>
                  <a:pt x="278" y="209"/>
                </a:cubicBezTo>
                <a:lnTo>
                  <a:pt x="61" y="340"/>
                </a:lnTo>
                <a:cubicBezTo>
                  <a:pt x="33" y="357"/>
                  <a:pt x="0" y="332"/>
                  <a:pt x="0" y="295"/>
                </a:cubicBezTo>
                <a:lnTo>
                  <a:pt x="0" y="50"/>
                </a:lnTo>
                <a:cubicBezTo>
                  <a:pt x="0" y="13"/>
                  <a:pt x="33" y="-11"/>
                  <a:pt x="61" y="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2000880" y="2167560"/>
            <a:ext cx="216720" cy="0"/>
          </a:xfrm>
          <a:custGeom>
            <a:avLst/>
            <a:gdLst/>
            <a:ahLst/>
            <a:rect l="0" t="0" r="r" b="b"/>
            <a:pathLst>
              <a:path w="602" h="0">
                <a:moveTo>
                  <a:pt x="602" y="0"/>
                </a:moveTo>
                <a:lnTo>
                  <a:pt x="0" y="0"/>
                </a:lnTo>
                <a:lnTo>
                  <a:pt x="602" y="0"/>
                </a:lnTo>
                <a:close/>
              </a:path>
            </a:pathLst>
          </a:custGeom>
          <a:noFill/>
          <a:ln cap="rnd" w="29160">
            <a:solidFill>
              <a:srgbClr val="000000"/>
            </a:solidFill>
            <a:round/>
          </a:ln>
        </p:spPr>
        <p:txBody>
          <a:bodyPr lIns="104400" rIns="104400" tIns="-59400" bIns="-59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5937480" y="259308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297" y="149"/>
                </a:moveTo>
                <a:cubicBezTo>
                  <a:pt x="297" y="231"/>
                  <a:pt x="230" y="298"/>
                  <a:pt x="148" y="298"/>
                </a:cubicBezTo>
                <a:cubicBezTo>
                  <a:pt x="66" y="298"/>
                  <a:pt x="0" y="231"/>
                  <a:pt x="0" y="149"/>
                </a:cubicBezTo>
                <a:cubicBezTo>
                  <a:pt x="0" y="67"/>
                  <a:pt x="66" y="0"/>
                  <a:pt x="148" y="0"/>
                </a:cubicBezTo>
                <a:cubicBezTo>
                  <a:pt x="230" y="0"/>
                  <a:pt x="297" y="67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5937480" y="283392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297" y="148"/>
                </a:moveTo>
                <a:cubicBezTo>
                  <a:pt x="297" y="230"/>
                  <a:pt x="230" y="297"/>
                  <a:pt x="148" y="297"/>
                </a:cubicBezTo>
                <a:cubicBezTo>
                  <a:pt x="66" y="297"/>
                  <a:pt x="0" y="230"/>
                  <a:pt x="0" y="148"/>
                </a:cubicBezTo>
                <a:cubicBezTo>
                  <a:pt x="0" y="66"/>
                  <a:pt x="66" y="0"/>
                  <a:pt x="148" y="0"/>
                </a:cubicBezTo>
                <a:cubicBezTo>
                  <a:pt x="230" y="0"/>
                  <a:pt x="297" y="66"/>
                  <a:pt x="297" y="14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7496640" y="2190960"/>
            <a:ext cx="134640" cy="139320"/>
          </a:xfrm>
          <a:custGeom>
            <a:avLst/>
            <a:gdLst/>
            <a:ahLst/>
            <a:rect l="0" t="0" r="r" b="b"/>
            <a:pathLst>
              <a:path w="374" h="387">
                <a:moveTo>
                  <a:pt x="368" y="79"/>
                </a:moveTo>
                <a:lnTo>
                  <a:pt x="227" y="363"/>
                </a:lnTo>
                <a:cubicBezTo>
                  <a:pt x="210" y="395"/>
                  <a:pt x="164" y="395"/>
                  <a:pt x="148" y="363"/>
                </a:cubicBezTo>
                <a:lnTo>
                  <a:pt x="6" y="79"/>
                </a:lnTo>
                <a:cubicBezTo>
                  <a:pt x="-12" y="43"/>
                  <a:pt x="14" y="0"/>
                  <a:pt x="55" y="0"/>
                </a:cubicBezTo>
                <a:lnTo>
                  <a:pt x="319" y="0"/>
                </a:lnTo>
                <a:cubicBezTo>
                  <a:pt x="360" y="0"/>
                  <a:pt x="386" y="43"/>
                  <a:pt x="368" y="7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5791680" y="1982520"/>
            <a:ext cx="1800720" cy="240120"/>
          </a:xfrm>
          <a:custGeom>
            <a:avLst/>
            <a:gdLst/>
            <a:ahLst/>
            <a:rect l="0" t="0" r="r" b="b"/>
            <a:pathLst>
              <a:path fill="none" w="5002" h="667">
                <a:moveTo>
                  <a:pt x="0" y="0"/>
                </a:moveTo>
                <a:lnTo>
                  <a:pt x="5002" y="0"/>
                </a:lnTo>
                <a:lnTo>
                  <a:pt x="5002" y="667"/>
                </a:lnTo>
              </a:path>
            </a:pathLst>
          </a:custGeom>
          <a:ln cap="sq" w="34920">
            <a:solidFill>
              <a:srgbClr val="000000"/>
            </a:solidFill>
            <a:miter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479280" y="2556000"/>
            <a:ext cx="160560" cy="160920"/>
          </a:xfrm>
          <a:custGeom>
            <a:avLst/>
            <a:gdLst/>
            <a:ahLst/>
            <a:rect l="0" t="0" r="r" b="b"/>
            <a:pathLst>
              <a:path w="446" h="447">
                <a:moveTo>
                  <a:pt x="446" y="224"/>
                </a:moveTo>
                <a:cubicBezTo>
                  <a:pt x="446" y="347"/>
                  <a:pt x="346" y="447"/>
                  <a:pt x="223" y="447"/>
                </a:cubicBezTo>
                <a:cubicBezTo>
                  <a:pt x="100" y="447"/>
                  <a:pt x="0" y="347"/>
                  <a:pt x="0" y="224"/>
                </a:cubicBezTo>
                <a:cubicBezTo>
                  <a:pt x="0" y="100"/>
                  <a:pt x="100" y="0"/>
                  <a:pt x="223" y="0"/>
                </a:cubicBezTo>
                <a:cubicBezTo>
                  <a:pt x="346" y="0"/>
                  <a:pt x="446" y="100"/>
                  <a:pt x="446" y="224"/>
                </a:cubicBezTo>
                <a:close/>
              </a:path>
            </a:pathLst>
          </a:custGeom>
          <a:solidFill>
            <a:srgbClr val="b8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515880" y="1369800"/>
            <a:ext cx="1444680" cy="1438560"/>
          </a:xfrm>
          <a:custGeom>
            <a:avLst/>
            <a:gdLst/>
            <a:ahLst/>
            <a:rect l="0" t="0" r="r" b="b"/>
            <a:pathLst>
              <a:path w="4013" h="3996">
                <a:moveTo>
                  <a:pt x="69" y="0"/>
                </a:moveTo>
                <a:lnTo>
                  <a:pt x="3944" y="0"/>
                </a:lnTo>
                <a:cubicBezTo>
                  <a:pt x="3982" y="0"/>
                  <a:pt x="4013" y="14"/>
                  <a:pt x="4013" y="32"/>
                </a:cubicBezTo>
                <a:lnTo>
                  <a:pt x="4013" y="3965"/>
                </a:lnTo>
                <a:cubicBezTo>
                  <a:pt x="4013" y="3982"/>
                  <a:pt x="3982" y="3996"/>
                  <a:pt x="3944" y="3996"/>
                </a:cubicBezTo>
                <a:lnTo>
                  <a:pt x="69" y="3996"/>
                </a:lnTo>
                <a:cubicBezTo>
                  <a:pt x="31" y="3996"/>
                  <a:pt x="0" y="3982"/>
                  <a:pt x="0" y="3965"/>
                </a:cubicBezTo>
                <a:lnTo>
                  <a:pt x="0" y="32"/>
                </a:lnTo>
                <a:cubicBezTo>
                  <a:pt x="0" y="14"/>
                  <a:pt x="31" y="0"/>
                  <a:pt x="69" y="0"/>
                </a:cubicBezTo>
                <a:close/>
              </a:path>
            </a:pathLst>
          </a:custGeom>
          <a:solidFill>
            <a:srgbClr val="dae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515880" y="1369800"/>
            <a:ext cx="1444680" cy="1438560"/>
          </a:xfrm>
          <a:custGeom>
            <a:avLst/>
            <a:gdLst/>
            <a:ahLst/>
            <a:rect l="0" t="0" r="r" b="b"/>
            <a:pathLst>
              <a:path w="4013" h="3996">
                <a:moveTo>
                  <a:pt x="69" y="0"/>
                </a:moveTo>
                <a:lnTo>
                  <a:pt x="3944" y="0"/>
                </a:lnTo>
                <a:cubicBezTo>
                  <a:pt x="3982" y="0"/>
                  <a:pt x="4013" y="14"/>
                  <a:pt x="4013" y="32"/>
                </a:cubicBezTo>
                <a:lnTo>
                  <a:pt x="4013" y="3965"/>
                </a:lnTo>
                <a:cubicBezTo>
                  <a:pt x="4013" y="3982"/>
                  <a:pt x="3982" y="3996"/>
                  <a:pt x="3944" y="3996"/>
                </a:cubicBezTo>
                <a:lnTo>
                  <a:pt x="69" y="3996"/>
                </a:lnTo>
                <a:cubicBezTo>
                  <a:pt x="31" y="3996"/>
                  <a:pt x="0" y="3982"/>
                  <a:pt x="0" y="3965"/>
                </a:cubicBezTo>
                <a:lnTo>
                  <a:pt x="0" y="32"/>
                </a:lnTo>
                <a:cubicBezTo>
                  <a:pt x="0" y="14"/>
                  <a:pt x="31" y="0"/>
                  <a:pt x="69" y="0"/>
                </a:cubicBezTo>
                <a:close/>
              </a:path>
            </a:pathLst>
          </a:custGeom>
          <a:noFill/>
          <a:ln cap="rnd" w="24120">
            <a:solidFill>
              <a:srgbClr val="6c8ebf"/>
            </a:solidFill>
            <a:round/>
          </a:ln>
        </p:spPr>
        <p:txBody>
          <a:bodyPr lIns="101880" rIns="101880" tIns="56880" bIns="56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593280" y="2142720"/>
            <a:ext cx="175320" cy="19800"/>
          </a:xfrm>
          <a:custGeom>
            <a:avLst/>
            <a:gdLst/>
            <a:ahLst/>
            <a:rect l="0" t="0" r="r" b="b"/>
            <a:pathLst>
              <a:path w="487" h="55">
                <a:moveTo>
                  <a:pt x="0" y="0"/>
                </a:moveTo>
                <a:lnTo>
                  <a:pt x="45" y="0"/>
                </a:lnTo>
                <a:lnTo>
                  <a:pt x="45" y="55"/>
                </a:lnTo>
                <a:lnTo>
                  <a:pt x="0" y="55"/>
                </a:lnTo>
                <a:lnTo>
                  <a:pt x="0" y="0"/>
                </a:lnTo>
                <a:moveTo>
                  <a:pt x="221" y="0"/>
                </a:moveTo>
                <a:lnTo>
                  <a:pt x="266" y="0"/>
                </a:lnTo>
                <a:lnTo>
                  <a:pt x="266" y="55"/>
                </a:lnTo>
                <a:lnTo>
                  <a:pt x="221" y="55"/>
                </a:lnTo>
                <a:lnTo>
                  <a:pt x="221" y="0"/>
                </a:lnTo>
                <a:moveTo>
                  <a:pt x="442" y="0"/>
                </a:moveTo>
                <a:lnTo>
                  <a:pt x="487" y="0"/>
                </a:lnTo>
                <a:lnTo>
                  <a:pt x="487" y="55"/>
                </a:lnTo>
                <a:lnTo>
                  <a:pt x="442" y="55"/>
                </a:lnTo>
                <a:lnTo>
                  <a:pt x="442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90000" rIns="90000" tIns="-25200" bIns="-25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87880" y="1449720"/>
            <a:ext cx="1132920" cy="103680"/>
          </a:xfrm>
          <a:custGeom>
            <a:avLst/>
            <a:gdLst/>
            <a:ahLst/>
            <a:rect l="0" t="0" r="r" b="b"/>
            <a:pathLst>
              <a:path w="3147" h="288">
                <a:moveTo>
                  <a:pt x="155" y="155"/>
                </a:moveTo>
                <a:cubicBezTo>
                  <a:pt x="155" y="142"/>
                  <a:pt x="152" y="132"/>
                  <a:pt x="145" y="124"/>
                </a:cubicBezTo>
                <a:cubicBezTo>
                  <a:pt x="139" y="116"/>
                  <a:pt x="130" y="112"/>
                  <a:pt x="119" y="112"/>
                </a:cubicBezTo>
                <a:cubicBezTo>
                  <a:pt x="108" y="112"/>
                  <a:pt x="99" y="116"/>
                  <a:pt x="92" y="124"/>
                </a:cubicBezTo>
                <a:cubicBezTo>
                  <a:pt x="86" y="132"/>
                  <a:pt x="83" y="142"/>
                  <a:pt x="83" y="155"/>
                </a:cubicBezTo>
                <a:cubicBezTo>
                  <a:pt x="83" y="169"/>
                  <a:pt x="86" y="179"/>
                  <a:pt x="92" y="187"/>
                </a:cubicBezTo>
                <a:cubicBezTo>
                  <a:pt x="99" y="195"/>
                  <a:pt x="108" y="199"/>
                  <a:pt x="119" y="199"/>
                </a:cubicBezTo>
                <a:cubicBezTo>
                  <a:pt x="130" y="199"/>
                  <a:pt x="139" y="195"/>
                  <a:pt x="145" y="187"/>
                </a:cubicBezTo>
                <a:cubicBezTo>
                  <a:pt x="152" y="179"/>
                  <a:pt x="155" y="169"/>
                  <a:pt x="155" y="155"/>
                </a:cubicBezTo>
                <a:moveTo>
                  <a:pt x="176" y="219"/>
                </a:moveTo>
                <a:lnTo>
                  <a:pt x="154" y="219"/>
                </a:lnTo>
                <a:lnTo>
                  <a:pt x="154" y="201"/>
                </a:lnTo>
                <a:cubicBezTo>
                  <a:pt x="150" y="208"/>
                  <a:pt x="145" y="213"/>
                  <a:pt x="138" y="216"/>
                </a:cubicBezTo>
                <a:cubicBezTo>
                  <a:pt x="132" y="220"/>
                  <a:pt x="124" y="222"/>
                  <a:pt x="116" y="222"/>
                </a:cubicBezTo>
                <a:cubicBezTo>
                  <a:pt x="99" y="222"/>
                  <a:pt x="86" y="215"/>
                  <a:pt x="75" y="203"/>
                </a:cubicBezTo>
                <a:cubicBezTo>
                  <a:pt x="64" y="191"/>
                  <a:pt x="59" y="174"/>
                  <a:pt x="59" y="155"/>
                </a:cubicBezTo>
                <a:cubicBezTo>
                  <a:pt x="59" y="135"/>
                  <a:pt x="64" y="120"/>
                  <a:pt x="75" y="108"/>
                </a:cubicBezTo>
                <a:cubicBezTo>
                  <a:pt x="86" y="95"/>
                  <a:pt x="99" y="89"/>
                  <a:pt x="116" y="89"/>
                </a:cubicBezTo>
                <a:cubicBezTo>
                  <a:pt x="124" y="89"/>
                  <a:pt x="132" y="91"/>
                  <a:pt x="138" y="95"/>
                </a:cubicBezTo>
                <a:cubicBezTo>
                  <a:pt x="145" y="98"/>
                  <a:pt x="151" y="103"/>
                  <a:pt x="154" y="109"/>
                </a:cubicBezTo>
                <a:lnTo>
                  <a:pt x="154" y="100"/>
                </a:lnTo>
                <a:cubicBezTo>
                  <a:pt x="154" y="84"/>
                  <a:pt x="150" y="71"/>
                  <a:pt x="141" y="61"/>
                </a:cubicBezTo>
                <a:cubicBezTo>
                  <a:pt x="132" y="51"/>
                  <a:pt x="120" y="46"/>
                  <a:pt x="105" y="46"/>
                </a:cubicBezTo>
                <a:cubicBezTo>
                  <a:pt x="80" y="46"/>
                  <a:pt x="60" y="56"/>
                  <a:pt x="45" y="76"/>
                </a:cubicBezTo>
                <a:cubicBezTo>
                  <a:pt x="30" y="96"/>
                  <a:pt x="23" y="122"/>
                  <a:pt x="23" y="156"/>
                </a:cubicBezTo>
                <a:cubicBezTo>
                  <a:pt x="23" y="190"/>
                  <a:pt x="31" y="216"/>
                  <a:pt x="48" y="236"/>
                </a:cubicBezTo>
                <a:cubicBezTo>
                  <a:pt x="65" y="256"/>
                  <a:pt x="87" y="266"/>
                  <a:pt x="115" y="266"/>
                </a:cubicBezTo>
                <a:cubicBezTo>
                  <a:pt x="121" y="266"/>
                  <a:pt x="126" y="266"/>
                  <a:pt x="132" y="265"/>
                </a:cubicBezTo>
                <a:cubicBezTo>
                  <a:pt x="137" y="264"/>
                  <a:pt x="143" y="262"/>
                  <a:pt x="149" y="260"/>
                </a:cubicBezTo>
                <a:lnTo>
                  <a:pt x="156" y="281"/>
                </a:lnTo>
                <a:cubicBezTo>
                  <a:pt x="150" y="283"/>
                  <a:pt x="143" y="285"/>
                  <a:pt x="137" y="287"/>
                </a:cubicBezTo>
                <a:cubicBezTo>
                  <a:pt x="131" y="288"/>
                  <a:pt x="125" y="288"/>
                  <a:pt x="119" y="288"/>
                </a:cubicBezTo>
                <a:cubicBezTo>
                  <a:pt x="82" y="288"/>
                  <a:pt x="53" y="276"/>
                  <a:pt x="32" y="253"/>
                </a:cubicBezTo>
                <a:cubicBezTo>
                  <a:pt x="10" y="229"/>
                  <a:pt x="0" y="196"/>
                  <a:pt x="0" y="156"/>
                </a:cubicBezTo>
                <a:cubicBezTo>
                  <a:pt x="0" y="116"/>
                  <a:pt x="9" y="84"/>
                  <a:pt x="29" y="60"/>
                </a:cubicBezTo>
                <a:cubicBezTo>
                  <a:pt x="48" y="36"/>
                  <a:pt x="74" y="25"/>
                  <a:pt x="106" y="25"/>
                </a:cubicBezTo>
                <a:cubicBezTo>
                  <a:pt x="127" y="25"/>
                  <a:pt x="144" y="31"/>
                  <a:pt x="157" y="45"/>
                </a:cubicBezTo>
                <a:cubicBezTo>
                  <a:pt x="170" y="59"/>
                  <a:pt x="176" y="77"/>
                  <a:pt x="176" y="100"/>
                </a:cubicBezTo>
                <a:lnTo>
                  <a:pt x="176" y="219"/>
                </a:lnTo>
                <a:moveTo>
                  <a:pt x="215" y="174"/>
                </a:moveTo>
                <a:lnTo>
                  <a:pt x="215" y="67"/>
                </a:lnTo>
                <a:lnTo>
                  <a:pt x="243" y="67"/>
                </a:lnTo>
                <a:lnTo>
                  <a:pt x="243" y="174"/>
                </a:lnTo>
                <a:cubicBezTo>
                  <a:pt x="243" y="190"/>
                  <a:pt x="246" y="201"/>
                  <a:pt x="251" y="208"/>
                </a:cubicBezTo>
                <a:cubicBezTo>
                  <a:pt x="257" y="216"/>
                  <a:pt x="265" y="219"/>
                  <a:pt x="277" y="219"/>
                </a:cubicBezTo>
                <a:cubicBezTo>
                  <a:pt x="290" y="219"/>
                  <a:pt x="300" y="214"/>
                  <a:pt x="307" y="205"/>
                </a:cubicBezTo>
                <a:cubicBezTo>
                  <a:pt x="314" y="196"/>
                  <a:pt x="318" y="182"/>
                  <a:pt x="318" y="165"/>
                </a:cubicBezTo>
                <a:lnTo>
                  <a:pt x="318" y="67"/>
                </a:lnTo>
                <a:lnTo>
                  <a:pt x="346" y="67"/>
                </a:lnTo>
                <a:lnTo>
                  <a:pt x="346" y="239"/>
                </a:lnTo>
                <a:lnTo>
                  <a:pt x="318" y="239"/>
                </a:lnTo>
                <a:lnTo>
                  <a:pt x="318" y="213"/>
                </a:lnTo>
                <a:cubicBezTo>
                  <a:pt x="313" y="223"/>
                  <a:pt x="306" y="231"/>
                  <a:pt x="297" y="236"/>
                </a:cubicBezTo>
                <a:cubicBezTo>
                  <a:pt x="289" y="241"/>
                  <a:pt x="278" y="244"/>
                  <a:pt x="267" y="244"/>
                </a:cubicBezTo>
                <a:cubicBezTo>
                  <a:pt x="249" y="244"/>
                  <a:pt x="236" y="238"/>
                  <a:pt x="228" y="227"/>
                </a:cubicBezTo>
                <a:cubicBezTo>
                  <a:pt x="219" y="215"/>
                  <a:pt x="215" y="197"/>
                  <a:pt x="215" y="174"/>
                </a:cubicBezTo>
                <a:moveTo>
                  <a:pt x="528" y="138"/>
                </a:moveTo>
                <a:cubicBezTo>
                  <a:pt x="536" y="148"/>
                  <a:pt x="540" y="161"/>
                  <a:pt x="540" y="176"/>
                </a:cubicBezTo>
                <a:cubicBezTo>
                  <a:pt x="540" y="197"/>
                  <a:pt x="532" y="214"/>
                  <a:pt x="518" y="226"/>
                </a:cubicBezTo>
                <a:cubicBezTo>
                  <a:pt x="504" y="238"/>
                  <a:pt x="485" y="244"/>
                  <a:pt x="459" y="244"/>
                </a:cubicBezTo>
                <a:cubicBezTo>
                  <a:pt x="449" y="244"/>
                  <a:pt x="438" y="243"/>
                  <a:pt x="427" y="241"/>
                </a:cubicBezTo>
                <a:cubicBezTo>
                  <a:pt x="416" y="239"/>
                  <a:pt x="406" y="236"/>
                  <a:pt x="395" y="232"/>
                </a:cubicBezTo>
                <a:lnTo>
                  <a:pt x="395" y="201"/>
                </a:lnTo>
                <a:cubicBezTo>
                  <a:pt x="405" y="207"/>
                  <a:pt x="416" y="211"/>
                  <a:pt x="426" y="214"/>
                </a:cubicBezTo>
                <a:cubicBezTo>
                  <a:pt x="436" y="216"/>
                  <a:pt x="446" y="218"/>
                  <a:pt x="456" y="218"/>
                </a:cubicBezTo>
                <a:cubicBezTo>
                  <a:pt x="473" y="218"/>
                  <a:pt x="486" y="214"/>
                  <a:pt x="495" y="206"/>
                </a:cubicBezTo>
                <a:cubicBezTo>
                  <a:pt x="504" y="198"/>
                  <a:pt x="509" y="187"/>
                  <a:pt x="509" y="173"/>
                </a:cubicBezTo>
                <a:cubicBezTo>
                  <a:pt x="509" y="160"/>
                  <a:pt x="504" y="149"/>
                  <a:pt x="495" y="141"/>
                </a:cubicBezTo>
                <a:cubicBezTo>
                  <a:pt x="486" y="133"/>
                  <a:pt x="474" y="129"/>
                  <a:pt x="458" y="129"/>
                </a:cubicBezTo>
                <a:lnTo>
                  <a:pt x="435" y="129"/>
                </a:lnTo>
                <a:lnTo>
                  <a:pt x="435" y="104"/>
                </a:lnTo>
                <a:lnTo>
                  <a:pt x="458" y="104"/>
                </a:lnTo>
                <a:cubicBezTo>
                  <a:pt x="472" y="104"/>
                  <a:pt x="484" y="101"/>
                  <a:pt x="492" y="94"/>
                </a:cubicBezTo>
                <a:cubicBezTo>
                  <a:pt x="500" y="88"/>
                  <a:pt x="504" y="79"/>
                  <a:pt x="504" y="68"/>
                </a:cubicBezTo>
                <a:cubicBezTo>
                  <a:pt x="504" y="56"/>
                  <a:pt x="500" y="47"/>
                  <a:pt x="492" y="41"/>
                </a:cubicBezTo>
                <a:cubicBezTo>
                  <a:pt x="485" y="35"/>
                  <a:pt x="474" y="32"/>
                  <a:pt x="461" y="32"/>
                </a:cubicBezTo>
                <a:cubicBezTo>
                  <a:pt x="452" y="32"/>
                  <a:pt x="442" y="33"/>
                  <a:pt x="432" y="35"/>
                </a:cubicBezTo>
                <a:cubicBezTo>
                  <a:pt x="423" y="37"/>
                  <a:pt x="413" y="40"/>
                  <a:pt x="402" y="44"/>
                </a:cubicBezTo>
                <a:lnTo>
                  <a:pt x="402" y="15"/>
                </a:lnTo>
                <a:cubicBezTo>
                  <a:pt x="414" y="12"/>
                  <a:pt x="425" y="10"/>
                  <a:pt x="435" y="8"/>
                </a:cubicBezTo>
                <a:cubicBezTo>
                  <a:pt x="445" y="6"/>
                  <a:pt x="453" y="5"/>
                  <a:pt x="461" y="5"/>
                </a:cubicBezTo>
                <a:cubicBezTo>
                  <a:pt x="483" y="5"/>
                  <a:pt x="501" y="11"/>
                  <a:pt x="514" y="22"/>
                </a:cubicBezTo>
                <a:cubicBezTo>
                  <a:pt x="527" y="34"/>
                  <a:pt x="534" y="48"/>
                  <a:pt x="534" y="67"/>
                </a:cubicBezTo>
                <a:cubicBezTo>
                  <a:pt x="534" y="80"/>
                  <a:pt x="531" y="90"/>
                  <a:pt x="524" y="99"/>
                </a:cubicBezTo>
                <a:cubicBezTo>
                  <a:pt x="517" y="107"/>
                  <a:pt x="506" y="113"/>
                  <a:pt x="493" y="116"/>
                </a:cubicBezTo>
                <a:cubicBezTo>
                  <a:pt x="508" y="120"/>
                  <a:pt x="520" y="127"/>
                  <a:pt x="528" y="138"/>
                </a:cubicBezTo>
                <a:moveTo>
                  <a:pt x="699" y="0"/>
                </a:moveTo>
                <a:cubicBezTo>
                  <a:pt x="685" y="24"/>
                  <a:pt x="675" y="47"/>
                  <a:pt x="668" y="70"/>
                </a:cubicBezTo>
                <a:cubicBezTo>
                  <a:pt x="662" y="93"/>
                  <a:pt x="658" y="117"/>
                  <a:pt x="658" y="140"/>
                </a:cubicBezTo>
                <a:cubicBezTo>
                  <a:pt x="658" y="164"/>
                  <a:pt x="662" y="187"/>
                  <a:pt x="668" y="211"/>
                </a:cubicBezTo>
                <a:cubicBezTo>
                  <a:pt x="675" y="234"/>
                  <a:pt x="685" y="257"/>
                  <a:pt x="699" y="281"/>
                </a:cubicBezTo>
                <a:lnTo>
                  <a:pt x="674" y="281"/>
                </a:lnTo>
                <a:cubicBezTo>
                  <a:pt x="659" y="256"/>
                  <a:pt x="647" y="233"/>
                  <a:pt x="640" y="210"/>
                </a:cubicBezTo>
                <a:cubicBezTo>
                  <a:pt x="632" y="186"/>
                  <a:pt x="629" y="163"/>
                  <a:pt x="629" y="140"/>
                </a:cubicBezTo>
                <a:cubicBezTo>
                  <a:pt x="629" y="117"/>
                  <a:pt x="632" y="94"/>
                  <a:pt x="640" y="71"/>
                </a:cubicBezTo>
                <a:cubicBezTo>
                  <a:pt x="647" y="48"/>
                  <a:pt x="659" y="24"/>
                  <a:pt x="674" y="0"/>
                </a:cubicBezTo>
                <a:lnTo>
                  <a:pt x="699" y="0"/>
                </a:lnTo>
                <a:moveTo>
                  <a:pt x="823" y="0"/>
                </a:moveTo>
                <a:lnTo>
                  <a:pt x="889" y="0"/>
                </a:lnTo>
                <a:lnTo>
                  <a:pt x="889" y="22"/>
                </a:lnTo>
                <a:lnTo>
                  <a:pt x="852" y="22"/>
                </a:lnTo>
                <a:lnTo>
                  <a:pt x="852" y="259"/>
                </a:lnTo>
                <a:lnTo>
                  <a:pt x="889" y="259"/>
                </a:lnTo>
                <a:lnTo>
                  <a:pt x="889" y="281"/>
                </a:lnTo>
                <a:lnTo>
                  <a:pt x="823" y="281"/>
                </a:lnTo>
                <a:lnTo>
                  <a:pt x="823" y="0"/>
                </a:lnTo>
                <a:moveTo>
                  <a:pt x="1095" y="138"/>
                </a:moveTo>
                <a:cubicBezTo>
                  <a:pt x="1103" y="148"/>
                  <a:pt x="1107" y="161"/>
                  <a:pt x="1107" y="176"/>
                </a:cubicBezTo>
                <a:cubicBezTo>
                  <a:pt x="1107" y="197"/>
                  <a:pt x="1100" y="214"/>
                  <a:pt x="1086" y="226"/>
                </a:cubicBezTo>
                <a:cubicBezTo>
                  <a:pt x="1072" y="238"/>
                  <a:pt x="1052" y="244"/>
                  <a:pt x="1027" y="244"/>
                </a:cubicBezTo>
                <a:cubicBezTo>
                  <a:pt x="1017" y="244"/>
                  <a:pt x="1006" y="243"/>
                  <a:pt x="995" y="241"/>
                </a:cubicBezTo>
                <a:cubicBezTo>
                  <a:pt x="984" y="239"/>
                  <a:pt x="973" y="236"/>
                  <a:pt x="963" y="232"/>
                </a:cubicBezTo>
                <a:lnTo>
                  <a:pt x="963" y="201"/>
                </a:lnTo>
                <a:cubicBezTo>
                  <a:pt x="973" y="207"/>
                  <a:pt x="983" y="211"/>
                  <a:pt x="993" y="214"/>
                </a:cubicBezTo>
                <a:cubicBezTo>
                  <a:pt x="1004" y="216"/>
                  <a:pt x="1014" y="218"/>
                  <a:pt x="1024" y="218"/>
                </a:cubicBezTo>
                <a:cubicBezTo>
                  <a:pt x="1041" y="218"/>
                  <a:pt x="1054" y="214"/>
                  <a:pt x="1063" y="206"/>
                </a:cubicBezTo>
                <a:cubicBezTo>
                  <a:pt x="1072" y="198"/>
                  <a:pt x="1076" y="187"/>
                  <a:pt x="1076" y="173"/>
                </a:cubicBezTo>
                <a:cubicBezTo>
                  <a:pt x="1076" y="160"/>
                  <a:pt x="1072" y="149"/>
                  <a:pt x="1063" y="141"/>
                </a:cubicBezTo>
                <a:cubicBezTo>
                  <a:pt x="1054" y="133"/>
                  <a:pt x="1041" y="129"/>
                  <a:pt x="1026" y="129"/>
                </a:cubicBezTo>
                <a:lnTo>
                  <a:pt x="1002" y="129"/>
                </a:lnTo>
                <a:lnTo>
                  <a:pt x="1002" y="104"/>
                </a:lnTo>
                <a:lnTo>
                  <a:pt x="1026" y="104"/>
                </a:lnTo>
                <a:cubicBezTo>
                  <a:pt x="1040" y="104"/>
                  <a:pt x="1051" y="101"/>
                  <a:pt x="1059" y="94"/>
                </a:cubicBezTo>
                <a:cubicBezTo>
                  <a:pt x="1067" y="88"/>
                  <a:pt x="1071" y="79"/>
                  <a:pt x="1071" y="68"/>
                </a:cubicBezTo>
                <a:cubicBezTo>
                  <a:pt x="1071" y="56"/>
                  <a:pt x="1067" y="47"/>
                  <a:pt x="1060" y="41"/>
                </a:cubicBezTo>
                <a:cubicBezTo>
                  <a:pt x="1053" y="35"/>
                  <a:pt x="1042" y="32"/>
                  <a:pt x="1028" y="32"/>
                </a:cubicBezTo>
                <a:cubicBezTo>
                  <a:pt x="1019" y="32"/>
                  <a:pt x="1010" y="33"/>
                  <a:pt x="1000" y="35"/>
                </a:cubicBezTo>
                <a:cubicBezTo>
                  <a:pt x="990" y="37"/>
                  <a:pt x="980" y="40"/>
                  <a:pt x="970" y="44"/>
                </a:cubicBezTo>
                <a:lnTo>
                  <a:pt x="970" y="15"/>
                </a:lnTo>
                <a:cubicBezTo>
                  <a:pt x="982" y="12"/>
                  <a:pt x="993" y="10"/>
                  <a:pt x="1003" y="8"/>
                </a:cubicBezTo>
                <a:cubicBezTo>
                  <a:pt x="1012" y="6"/>
                  <a:pt x="1021" y="5"/>
                  <a:pt x="1028" y="5"/>
                </a:cubicBezTo>
                <a:cubicBezTo>
                  <a:pt x="1051" y="5"/>
                  <a:pt x="1068" y="11"/>
                  <a:pt x="1082" y="22"/>
                </a:cubicBezTo>
                <a:cubicBezTo>
                  <a:pt x="1095" y="34"/>
                  <a:pt x="1102" y="48"/>
                  <a:pt x="1102" y="67"/>
                </a:cubicBezTo>
                <a:cubicBezTo>
                  <a:pt x="1102" y="80"/>
                  <a:pt x="1098" y="90"/>
                  <a:pt x="1091" y="99"/>
                </a:cubicBezTo>
                <a:cubicBezTo>
                  <a:pt x="1084" y="107"/>
                  <a:pt x="1074" y="113"/>
                  <a:pt x="1061" y="116"/>
                </a:cubicBezTo>
                <a:cubicBezTo>
                  <a:pt x="1076" y="120"/>
                  <a:pt x="1087" y="127"/>
                  <a:pt x="1095" y="138"/>
                </a:cubicBezTo>
                <a:moveTo>
                  <a:pt x="1208" y="193"/>
                </a:moveTo>
                <a:lnTo>
                  <a:pt x="1247" y="193"/>
                </a:lnTo>
                <a:lnTo>
                  <a:pt x="1247" y="225"/>
                </a:lnTo>
                <a:lnTo>
                  <a:pt x="1216" y="283"/>
                </a:lnTo>
                <a:lnTo>
                  <a:pt x="1193" y="283"/>
                </a:lnTo>
                <a:lnTo>
                  <a:pt x="1208" y="225"/>
                </a:lnTo>
                <a:lnTo>
                  <a:pt x="1208" y="193"/>
                </a:lnTo>
                <a:moveTo>
                  <a:pt x="1341" y="10"/>
                </a:moveTo>
                <a:lnTo>
                  <a:pt x="1486" y="10"/>
                </a:lnTo>
                <a:lnTo>
                  <a:pt x="1486" y="23"/>
                </a:lnTo>
                <a:lnTo>
                  <a:pt x="1404" y="239"/>
                </a:lnTo>
                <a:lnTo>
                  <a:pt x="1371" y="239"/>
                </a:lnTo>
                <a:lnTo>
                  <a:pt x="1451" y="36"/>
                </a:lnTo>
                <a:lnTo>
                  <a:pt x="1341" y="36"/>
                </a:lnTo>
                <a:lnTo>
                  <a:pt x="1341" y="10"/>
                </a:lnTo>
                <a:moveTo>
                  <a:pt x="1586" y="193"/>
                </a:moveTo>
                <a:lnTo>
                  <a:pt x="1625" y="193"/>
                </a:lnTo>
                <a:lnTo>
                  <a:pt x="1625" y="225"/>
                </a:lnTo>
                <a:lnTo>
                  <a:pt x="1595" y="283"/>
                </a:lnTo>
                <a:lnTo>
                  <a:pt x="1571" y="283"/>
                </a:lnTo>
                <a:lnTo>
                  <a:pt x="1586" y="225"/>
                </a:lnTo>
                <a:lnTo>
                  <a:pt x="1586" y="193"/>
                </a:lnTo>
                <a:moveTo>
                  <a:pt x="1740" y="213"/>
                </a:moveTo>
                <a:lnTo>
                  <a:pt x="1788" y="213"/>
                </a:lnTo>
                <a:lnTo>
                  <a:pt x="1788" y="38"/>
                </a:lnTo>
                <a:lnTo>
                  <a:pt x="1736" y="49"/>
                </a:lnTo>
                <a:lnTo>
                  <a:pt x="1736" y="21"/>
                </a:lnTo>
                <a:lnTo>
                  <a:pt x="1788" y="10"/>
                </a:lnTo>
                <a:lnTo>
                  <a:pt x="1819" y="10"/>
                </a:lnTo>
                <a:lnTo>
                  <a:pt x="1819" y="213"/>
                </a:lnTo>
                <a:lnTo>
                  <a:pt x="1866" y="213"/>
                </a:lnTo>
                <a:lnTo>
                  <a:pt x="1866" y="239"/>
                </a:lnTo>
                <a:lnTo>
                  <a:pt x="1740" y="239"/>
                </a:lnTo>
                <a:lnTo>
                  <a:pt x="1740" y="213"/>
                </a:lnTo>
                <a:moveTo>
                  <a:pt x="2040" y="15"/>
                </a:moveTo>
                <a:lnTo>
                  <a:pt x="2040" y="43"/>
                </a:lnTo>
                <a:cubicBezTo>
                  <a:pt x="2033" y="39"/>
                  <a:pt x="2026" y="37"/>
                  <a:pt x="2019" y="35"/>
                </a:cubicBezTo>
                <a:cubicBezTo>
                  <a:pt x="2012" y="33"/>
                  <a:pt x="2004" y="32"/>
                  <a:pt x="1996" y="32"/>
                </a:cubicBezTo>
                <a:cubicBezTo>
                  <a:pt x="1977" y="32"/>
                  <a:pt x="1962" y="39"/>
                  <a:pt x="1952" y="54"/>
                </a:cubicBezTo>
                <a:cubicBezTo>
                  <a:pt x="1942" y="69"/>
                  <a:pt x="1937" y="90"/>
                  <a:pt x="1937" y="119"/>
                </a:cubicBezTo>
                <a:cubicBezTo>
                  <a:pt x="1941" y="109"/>
                  <a:pt x="1948" y="101"/>
                  <a:pt x="1957" y="96"/>
                </a:cubicBezTo>
                <a:cubicBezTo>
                  <a:pt x="1966" y="90"/>
                  <a:pt x="1976" y="87"/>
                  <a:pt x="1987" y="87"/>
                </a:cubicBezTo>
                <a:cubicBezTo>
                  <a:pt x="2009" y="87"/>
                  <a:pt x="2026" y="94"/>
                  <a:pt x="2038" y="108"/>
                </a:cubicBezTo>
                <a:cubicBezTo>
                  <a:pt x="2050" y="121"/>
                  <a:pt x="2056" y="141"/>
                  <a:pt x="2056" y="166"/>
                </a:cubicBezTo>
                <a:cubicBezTo>
                  <a:pt x="2056" y="190"/>
                  <a:pt x="2050" y="210"/>
                  <a:pt x="2038" y="223"/>
                </a:cubicBezTo>
                <a:cubicBezTo>
                  <a:pt x="2025" y="237"/>
                  <a:pt x="2008" y="244"/>
                  <a:pt x="1985" y="244"/>
                </a:cubicBezTo>
                <a:cubicBezTo>
                  <a:pt x="1958" y="244"/>
                  <a:pt x="1939" y="234"/>
                  <a:pt x="1927" y="215"/>
                </a:cubicBezTo>
                <a:cubicBezTo>
                  <a:pt x="1914" y="196"/>
                  <a:pt x="1908" y="166"/>
                  <a:pt x="1908" y="125"/>
                </a:cubicBezTo>
                <a:cubicBezTo>
                  <a:pt x="1908" y="86"/>
                  <a:pt x="1915" y="56"/>
                  <a:pt x="1930" y="36"/>
                </a:cubicBezTo>
                <a:cubicBezTo>
                  <a:pt x="1945" y="16"/>
                  <a:pt x="1967" y="5"/>
                  <a:pt x="1995" y="5"/>
                </a:cubicBezTo>
                <a:cubicBezTo>
                  <a:pt x="2003" y="5"/>
                  <a:pt x="2010" y="6"/>
                  <a:pt x="2018" y="8"/>
                </a:cubicBezTo>
                <a:cubicBezTo>
                  <a:pt x="2025" y="9"/>
                  <a:pt x="2033" y="12"/>
                  <a:pt x="2040" y="15"/>
                </a:cubicBezTo>
                <a:moveTo>
                  <a:pt x="1953" y="126"/>
                </a:moveTo>
                <a:cubicBezTo>
                  <a:pt x="1946" y="136"/>
                  <a:pt x="1942" y="149"/>
                  <a:pt x="1942" y="166"/>
                </a:cubicBezTo>
                <a:cubicBezTo>
                  <a:pt x="1942" y="182"/>
                  <a:pt x="1946" y="196"/>
                  <a:pt x="1953" y="205"/>
                </a:cubicBezTo>
                <a:cubicBezTo>
                  <a:pt x="1961" y="215"/>
                  <a:pt x="1971" y="219"/>
                  <a:pt x="1984" y="219"/>
                </a:cubicBezTo>
                <a:cubicBezTo>
                  <a:pt x="1998" y="219"/>
                  <a:pt x="2008" y="215"/>
                  <a:pt x="2015" y="206"/>
                </a:cubicBezTo>
                <a:cubicBezTo>
                  <a:pt x="2022" y="197"/>
                  <a:pt x="2026" y="183"/>
                  <a:pt x="2026" y="166"/>
                </a:cubicBezTo>
                <a:cubicBezTo>
                  <a:pt x="2026" y="148"/>
                  <a:pt x="2022" y="134"/>
                  <a:pt x="2015" y="125"/>
                </a:cubicBezTo>
                <a:cubicBezTo>
                  <a:pt x="2008" y="116"/>
                  <a:pt x="1998" y="112"/>
                  <a:pt x="1984" y="112"/>
                </a:cubicBezTo>
                <a:cubicBezTo>
                  <a:pt x="1971" y="112"/>
                  <a:pt x="1961" y="117"/>
                  <a:pt x="1953" y="126"/>
                </a:cubicBezTo>
                <a:moveTo>
                  <a:pt x="2195" y="0"/>
                </a:moveTo>
                <a:lnTo>
                  <a:pt x="2195" y="281"/>
                </a:lnTo>
                <a:lnTo>
                  <a:pt x="2130" y="281"/>
                </a:lnTo>
                <a:lnTo>
                  <a:pt x="2130" y="259"/>
                </a:lnTo>
                <a:lnTo>
                  <a:pt x="2167" y="259"/>
                </a:lnTo>
                <a:lnTo>
                  <a:pt x="2167" y="22"/>
                </a:lnTo>
                <a:lnTo>
                  <a:pt x="2130" y="22"/>
                </a:lnTo>
                <a:lnTo>
                  <a:pt x="2130" y="0"/>
                </a:lnTo>
                <a:lnTo>
                  <a:pt x="2195" y="0"/>
                </a:lnTo>
                <a:moveTo>
                  <a:pt x="2343" y="193"/>
                </a:moveTo>
                <a:lnTo>
                  <a:pt x="2382" y="193"/>
                </a:lnTo>
                <a:lnTo>
                  <a:pt x="2382" y="225"/>
                </a:lnTo>
                <a:lnTo>
                  <a:pt x="2352" y="283"/>
                </a:lnTo>
                <a:lnTo>
                  <a:pt x="2328" y="283"/>
                </a:lnTo>
                <a:lnTo>
                  <a:pt x="2343" y="225"/>
                </a:lnTo>
                <a:lnTo>
                  <a:pt x="2343" y="193"/>
                </a:lnTo>
                <a:moveTo>
                  <a:pt x="2530" y="192"/>
                </a:moveTo>
                <a:lnTo>
                  <a:pt x="2569" y="192"/>
                </a:lnTo>
                <a:lnTo>
                  <a:pt x="2569" y="239"/>
                </a:lnTo>
                <a:lnTo>
                  <a:pt x="2530" y="239"/>
                </a:lnTo>
                <a:lnTo>
                  <a:pt x="2530" y="192"/>
                </a:lnTo>
                <a:moveTo>
                  <a:pt x="2719" y="192"/>
                </a:moveTo>
                <a:lnTo>
                  <a:pt x="2758" y="192"/>
                </a:lnTo>
                <a:lnTo>
                  <a:pt x="2758" y="239"/>
                </a:lnTo>
                <a:lnTo>
                  <a:pt x="2719" y="239"/>
                </a:lnTo>
                <a:lnTo>
                  <a:pt x="2719" y="192"/>
                </a:lnTo>
                <a:moveTo>
                  <a:pt x="2909" y="192"/>
                </a:moveTo>
                <a:lnTo>
                  <a:pt x="2947" y="192"/>
                </a:lnTo>
                <a:lnTo>
                  <a:pt x="2947" y="239"/>
                </a:lnTo>
                <a:lnTo>
                  <a:pt x="2909" y="239"/>
                </a:lnTo>
                <a:lnTo>
                  <a:pt x="2909" y="192"/>
                </a:lnTo>
                <a:moveTo>
                  <a:pt x="3076" y="0"/>
                </a:moveTo>
                <a:lnTo>
                  <a:pt x="3101" y="0"/>
                </a:lnTo>
                <a:cubicBezTo>
                  <a:pt x="3116" y="24"/>
                  <a:pt x="3128" y="48"/>
                  <a:pt x="3135" y="71"/>
                </a:cubicBezTo>
                <a:cubicBezTo>
                  <a:pt x="3143" y="94"/>
                  <a:pt x="3147" y="117"/>
                  <a:pt x="3147" y="140"/>
                </a:cubicBezTo>
                <a:cubicBezTo>
                  <a:pt x="3147" y="163"/>
                  <a:pt x="3143" y="187"/>
                  <a:pt x="3135" y="210"/>
                </a:cubicBezTo>
                <a:cubicBezTo>
                  <a:pt x="3128" y="233"/>
                  <a:pt x="3116" y="257"/>
                  <a:pt x="3101" y="281"/>
                </a:cubicBezTo>
                <a:lnTo>
                  <a:pt x="3076" y="281"/>
                </a:lnTo>
                <a:cubicBezTo>
                  <a:pt x="3090" y="257"/>
                  <a:pt x="3100" y="234"/>
                  <a:pt x="3107" y="210"/>
                </a:cubicBezTo>
                <a:cubicBezTo>
                  <a:pt x="3113" y="187"/>
                  <a:pt x="3117" y="164"/>
                  <a:pt x="3117" y="140"/>
                </a:cubicBezTo>
                <a:cubicBezTo>
                  <a:pt x="3117" y="117"/>
                  <a:pt x="3113" y="94"/>
                  <a:pt x="3107" y="70"/>
                </a:cubicBezTo>
                <a:cubicBezTo>
                  <a:pt x="3100" y="47"/>
                  <a:pt x="3090" y="24"/>
                  <a:pt x="3076" y="0"/>
                </a:cubicBez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435320" y="2011320"/>
            <a:ext cx="7956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40" strike="noStrike" u="none">
                <a:solidFill>
                  <a:srgbClr val="323232"/>
                </a:solidFill>
                <a:effectLst/>
                <a:uFillTx/>
                <a:latin typeface="'DejaVu Sans Mono'"/>
              </a:rPr>
              <a:t> </a:t>
            </a:r>
            <a:endParaRPr b="0" lang="en-US" sz="1040" strike="noStrike" u="none">
              <a:solidFill>
                <a:srgbClr val="323232"/>
              </a:solidFill>
              <a:effectLst/>
              <a:uFillTx/>
              <a:latin typeface="'DejaVu Sans Mono'"/>
              <a:ea typeface="'DejaVu Sans Mono'"/>
            </a:endParaRPr>
          </a:p>
        </p:txBody>
      </p:sp>
      <p:sp>
        <p:nvSpPr>
          <p:cNvPr id="175" name=""/>
          <p:cNvSpPr/>
          <p:nvPr/>
        </p:nvSpPr>
        <p:spPr>
          <a:xfrm>
            <a:off x="594720" y="1708200"/>
            <a:ext cx="1201320" cy="103680"/>
          </a:xfrm>
          <a:custGeom>
            <a:avLst/>
            <a:gdLst/>
            <a:ahLst/>
            <a:rect l="0" t="0" r="r" b="b"/>
            <a:pathLst>
              <a:path w="3337" h="288">
                <a:moveTo>
                  <a:pt x="156" y="155"/>
                </a:moveTo>
                <a:cubicBezTo>
                  <a:pt x="156" y="142"/>
                  <a:pt x="152" y="131"/>
                  <a:pt x="146" y="123"/>
                </a:cubicBezTo>
                <a:cubicBezTo>
                  <a:pt x="139" y="115"/>
                  <a:pt x="130" y="111"/>
                  <a:pt x="119" y="111"/>
                </a:cubicBezTo>
                <a:cubicBezTo>
                  <a:pt x="109" y="111"/>
                  <a:pt x="100" y="115"/>
                  <a:pt x="93" y="123"/>
                </a:cubicBezTo>
                <a:cubicBezTo>
                  <a:pt x="87" y="131"/>
                  <a:pt x="83" y="142"/>
                  <a:pt x="83" y="155"/>
                </a:cubicBezTo>
                <a:cubicBezTo>
                  <a:pt x="83" y="168"/>
                  <a:pt x="87" y="179"/>
                  <a:pt x="93" y="187"/>
                </a:cubicBezTo>
                <a:cubicBezTo>
                  <a:pt x="100" y="195"/>
                  <a:pt x="109" y="199"/>
                  <a:pt x="119" y="199"/>
                </a:cubicBezTo>
                <a:cubicBezTo>
                  <a:pt x="130" y="199"/>
                  <a:pt x="139" y="195"/>
                  <a:pt x="146" y="187"/>
                </a:cubicBezTo>
                <a:cubicBezTo>
                  <a:pt x="152" y="179"/>
                  <a:pt x="156" y="168"/>
                  <a:pt x="156" y="155"/>
                </a:cubicBezTo>
                <a:moveTo>
                  <a:pt x="177" y="218"/>
                </a:moveTo>
                <a:lnTo>
                  <a:pt x="155" y="218"/>
                </a:lnTo>
                <a:lnTo>
                  <a:pt x="155" y="201"/>
                </a:lnTo>
                <a:cubicBezTo>
                  <a:pt x="151" y="208"/>
                  <a:pt x="146" y="213"/>
                  <a:pt x="139" y="216"/>
                </a:cubicBezTo>
                <a:cubicBezTo>
                  <a:pt x="132" y="220"/>
                  <a:pt x="125" y="221"/>
                  <a:pt x="117" y="221"/>
                </a:cubicBezTo>
                <a:cubicBezTo>
                  <a:pt x="100" y="221"/>
                  <a:pt x="86" y="215"/>
                  <a:pt x="76" y="203"/>
                </a:cubicBezTo>
                <a:cubicBezTo>
                  <a:pt x="65" y="190"/>
                  <a:pt x="59" y="174"/>
                  <a:pt x="59" y="155"/>
                </a:cubicBezTo>
                <a:cubicBezTo>
                  <a:pt x="59" y="136"/>
                  <a:pt x="65" y="120"/>
                  <a:pt x="76" y="108"/>
                </a:cubicBezTo>
                <a:cubicBezTo>
                  <a:pt x="86" y="95"/>
                  <a:pt x="100" y="89"/>
                  <a:pt x="117" y="89"/>
                </a:cubicBezTo>
                <a:cubicBezTo>
                  <a:pt x="125" y="89"/>
                  <a:pt x="132" y="91"/>
                  <a:pt x="139" y="94"/>
                </a:cubicBezTo>
                <a:cubicBezTo>
                  <a:pt x="146" y="98"/>
                  <a:pt x="151" y="103"/>
                  <a:pt x="155" y="109"/>
                </a:cubicBezTo>
                <a:lnTo>
                  <a:pt x="155" y="99"/>
                </a:lnTo>
                <a:cubicBezTo>
                  <a:pt x="155" y="83"/>
                  <a:pt x="150" y="71"/>
                  <a:pt x="141" y="61"/>
                </a:cubicBezTo>
                <a:cubicBezTo>
                  <a:pt x="132" y="51"/>
                  <a:pt x="121" y="46"/>
                  <a:pt x="106" y="46"/>
                </a:cubicBezTo>
                <a:cubicBezTo>
                  <a:pt x="81" y="46"/>
                  <a:pt x="60" y="56"/>
                  <a:pt x="46" y="76"/>
                </a:cubicBezTo>
                <a:cubicBezTo>
                  <a:pt x="31" y="95"/>
                  <a:pt x="23" y="122"/>
                  <a:pt x="23" y="155"/>
                </a:cubicBezTo>
                <a:cubicBezTo>
                  <a:pt x="23" y="189"/>
                  <a:pt x="32" y="216"/>
                  <a:pt x="49" y="236"/>
                </a:cubicBezTo>
                <a:cubicBezTo>
                  <a:pt x="65" y="256"/>
                  <a:pt x="88" y="266"/>
                  <a:pt x="116" y="266"/>
                </a:cubicBezTo>
                <a:cubicBezTo>
                  <a:pt x="121" y="266"/>
                  <a:pt x="127" y="266"/>
                  <a:pt x="133" y="265"/>
                </a:cubicBezTo>
                <a:cubicBezTo>
                  <a:pt x="138" y="263"/>
                  <a:pt x="144" y="262"/>
                  <a:pt x="150" y="260"/>
                </a:cubicBezTo>
                <a:lnTo>
                  <a:pt x="157" y="281"/>
                </a:lnTo>
                <a:cubicBezTo>
                  <a:pt x="150" y="283"/>
                  <a:pt x="144" y="285"/>
                  <a:pt x="138" y="286"/>
                </a:cubicBezTo>
                <a:cubicBezTo>
                  <a:pt x="132" y="287"/>
                  <a:pt x="125" y="288"/>
                  <a:pt x="119" y="288"/>
                </a:cubicBezTo>
                <a:cubicBezTo>
                  <a:pt x="83" y="288"/>
                  <a:pt x="54" y="276"/>
                  <a:pt x="32" y="252"/>
                </a:cubicBezTo>
                <a:cubicBezTo>
                  <a:pt x="11" y="228"/>
                  <a:pt x="0" y="196"/>
                  <a:pt x="0" y="155"/>
                </a:cubicBezTo>
                <a:cubicBezTo>
                  <a:pt x="0" y="115"/>
                  <a:pt x="10" y="84"/>
                  <a:pt x="29" y="60"/>
                </a:cubicBezTo>
                <a:cubicBezTo>
                  <a:pt x="48" y="36"/>
                  <a:pt x="74" y="24"/>
                  <a:pt x="107" y="24"/>
                </a:cubicBezTo>
                <a:cubicBezTo>
                  <a:pt x="128" y="24"/>
                  <a:pt x="145" y="31"/>
                  <a:pt x="158" y="45"/>
                </a:cubicBezTo>
                <a:cubicBezTo>
                  <a:pt x="171" y="58"/>
                  <a:pt x="177" y="77"/>
                  <a:pt x="177" y="100"/>
                </a:cubicBezTo>
                <a:lnTo>
                  <a:pt x="177" y="218"/>
                </a:lnTo>
                <a:moveTo>
                  <a:pt x="289" y="84"/>
                </a:moveTo>
                <a:cubicBezTo>
                  <a:pt x="293" y="77"/>
                  <a:pt x="297" y="71"/>
                  <a:pt x="302" y="68"/>
                </a:cubicBezTo>
                <a:cubicBezTo>
                  <a:pt x="308" y="64"/>
                  <a:pt x="314" y="62"/>
                  <a:pt x="322" y="62"/>
                </a:cubicBezTo>
                <a:cubicBezTo>
                  <a:pt x="336" y="62"/>
                  <a:pt x="345" y="68"/>
                  <a:pt x="351" y="79"/>
                </a:cubicBezTo>
                <a:cubicBezTo>
                  <a:pt x="357" y="89"/>
                  <a:pt x="360" y="109"/>
                  <a:pt x="360" y="139"/>
                </a:cubicBezTo>
                <a:lnTo>
                  <a:pt x="360" y="239"/>
                </a:lnTo>
                <a:lnTo>
                  <a:pt x="334" y="239"/>
                </a:lnTo>
                <a:lnTo>
                  <a:pt x="334" y="140"/>
                </a:lnTo>
                <a:cubicBezTo>
                  <a:pt x="334" y="116"/>
                  <a:pt x="332" y="101"/>
                  <a:pt x="330" y="95"/>
                </a:cubicBezTo>
                <a:cubicBezTo>
                  <a:pt x="327" y="89"/>
                  <a:pt x="322" y="86"/>
                  <a:pt x="315" y="86"/>
                </a:cubicBezTo>
                <a:cubicBezTo>
                  <a:pt x="307" y="86"/>
                  <a:pt x="301" y="89"/>
                  <a:pt x="298" y="96"/>
                </a:cubicBezTo>
                <a:cubicBezTo>
                  <a:pt x="295" y="102"/>
                  <a:pt x="294" y="117"/>
                  <a:pt x="294" y="140"/>
                </a:cubicBezTo>
                <a:lnTo>
                  <a:pt x="294" y="239"/>
                </a:lnTo>
                <a:lnTo>
                  <a:pt x="268" y="239"/>
                </a:lnTo>
                <a:lnTo>
                  <a:pt x="268" y="140"/>
                </a:lnTo>
                <a:cubicBezTo>
                  <a:pt x="268" y="116"/>
                  <a:pt x="266" y="101"/>
                  <a:pt x="263" y="95"/>
                </a:cubicBezTo>
                <a:cubicBezTo>
                  <a:pt x="261" y="89"/>
                  <a:pt x="255" y="86"/>
                  <a:pt x="248" y="86"/>
                </a:cubicBezTo>
                <a:cubicBezTo>
                  <a:pt x="240" y="86"/>
                  <a:pt x="235" y="89"/>
                  <a:pt x="232" y="96"/>
                </a:cubicBezTo>
                <a:cubicBezTo>
                  <a:pt x="229" y="102"/>
                  <a:pt x="228" y="117"/>
                  <a:pt x="228" y="140"/>
                </a:cubicBezTo>
                <a:lnTo>
                  <a:pt x="228" y="239"/>
                </a:lnTo>
                <a:lnTo>
                  <a:pt x="202" y="239"/>
                </a:lnTo>
                <a:lnTo>
                  <a:pt x="202" y="67"/>
                </a:lnTo>
                <a:lnTo>
                  <a:pt x="228" y="67"/>
                </a:lnTo>
                <a:lnTo>
                  <a:pt x="228" y="81"/>
                </a:lnTo>
                <a:cubicBezTo>
                  <a:pt x="231" y="75"/>
                  <a:pt x="235" y="71"/>
                  <a:pt x="240" y="67"/>
                </a:cubicBezTo>
                <a:cubicBezTo>
                  <a:pt x="246" y="64"/>
                  <a:pt x="251" y="62"/>
                  <a:pt x="258" y="62"/>
                </a:cubicBezTo>
                <a:cubicBezTo>
                  <a:pt x="266" y="62"/>
                  <a:pt x="272" y="64"/>
                  <a:pt x="277" y="68"/>
                </a:cubicBezTo>
                <a:cubicBezTo>
                  <a:pt x="282" y="71"/>
                  <a:pt x="286" y="77"/>
                  <a:pt x="289" y="84"/>
                </a:cubicBezTo>
                <a:moveTo>
                  <a:pt x="469" y="86"/>
                </a:moveTo>
                <a:cubicBezTo>
                  <a:pt x="455" y="86"/>
                  <a:pt x="444" y="92"/>
                  <a:pt x="437" y="103"/>
                </a:cubicBezTo>
                <a:cubicBezTo>
                  <a:pt x="429" y="114"/>
                  <a:pt x="426" y="131"/>
                  <a:pt x="426" y="153"/>
                </a:cubicBezTo>
                <a:cubicBezTo>
                  <a:pt x="426" y="175"/>
                  <a:pt x="429" y="191"/>
                  <a:pt x="437" y="203"/>
                </a:cubicBezTo>
                <a:cubicBezTo>
                  <a:pt x="444" y="214"/>
                  <a:pt x="455" y="219"/>
                  <a:pt x="469" y="219"/>
                </a:cubicBezTo>
                <a:cubicBezTo>
                  <a:pt x="484" y="219"/>
                  <a:pt x="495" y="214"/>
                  <a:pt x="502" y="203"/>
                </a:cubicBezTo>
                <a:cubicBezTo>
                  <a:pt x="509" y="191"/>
                  <a:pt x="513" y="175"/>
                  <a:pt x="513" y="153"/>
                </a:cubicBezTo>
                <a:cubicBezTo>
                  <a:pt x="513" y="131"/>
                  <a:pt x="509" y="114"/>
                  <a:pt x="502" y="103"/>
                </a:cubicBezTo>
                <a:cubicBezTo>
                  <a:pt x="495" y="92"/>
                  <a:pt x="484" y="86"/>
                  <a:pt x="469" y="86"/>
                </a:cubicBezTo>
                <a:moveTo>
                  <a:pt x="469" y="62"/>
                </a:moveTo>
                <a:cubicBezTo>
                  <a:pt x="493" y="62"/>
                  <a:pt x="511" y="70"/>
                  <a:pt x="524" y="86"/>
                </a:cubicBezTo>
                <a:cubicBezTo>
                  <a:pt x="537" y="101"/>
                  <a:pt x="543" y="124"/>
                  <a:pt x="543" y="153"/>
                </a:cubicBezTo>
                <a:cubicBezTo>
                  <a:pt x="543" y="182"/>
                  <a:pt x="537" y="205"/>
                  <a:pt x="524" y="220"/>
                </a:cubicBezTo>
                <a:cubicBezTo>
                  <a:pt x="511" y="236"/>
                  <a:pt x="493" y="243"/>
                  <a:pt x="469" y="243"/>
                </a:cubicBezTo>
                <a:cubicBezTo>
                  <a:pt x="445" y="243"/>
                  <a:pt x="427" y="236"/>
                  <a:pt x="415" y="220"/>
                </a:cubicBezTo>
                <a:cubicBezTo>
                  <a:pt x="402" y="205"/>
                  <a:pt x="396" y="182"/>
                  <a:pt x="396" y="153"/>
                </a:cubicBezTo>
                <a:cubicBezTo>
                  <a:pt x="396" y="124"/>
                  <a:pt x="402" y="101"/>
                  <a:pt x="415" y="86"/>
                </a:cubicBezTo>
                <a:cubicBezTo>
                  <a:pt x="427" y="70"/>
                  <a:pt x="445" y="62"/>
                  <a:pt x="469" y="62"/>
                </a:cubicBezTo>
                <a:moveTo>
                  <a:pt x="579" y="67"/>
                </a:moveTo>
                <a:lnTo>
                  <a:pt x="609" y="67"/>
                </a:lnTo>
                <a:lnTo>
                  <a:pt x="658" y="211"/>
                </a:lnTo>
                <a:lnTo>
                  <a:pt x="708" y="67"/>
                </a:lnTo>
                <a:lnTo>
                  <a:pt x="738" y="67"/>
                </a:lnTo>
                <a:lnTo>
                  <a:pt x="677" y="239"/>
                </a:lnTo>
                <a:lnTo>
                  <a:pt x="640" y="239"/>
                </a:lnTo>
                <a:lnTo>
                  <a:pt x="579" y="67"/>
                </a:lnTo>
                <a:moveTo>
                  <a:pt x="924" y="146"/>
                </a:moveTo>
                <a:lnTo>
                  <a:pt x="924" y="160"/>
                </a:lnTo>
                <a:lnTo>
                  <a:pt x="801" y="160"/>
                </a:lnTo>
                <a:lnTo>
                  <a:pt x="801" y="160"/>
                </a:lnTo>
                <a:cubicBezTo>
                  <a:pt x="801" y="179"/>
                  <a:pt x="806" y="194"/>
                  <a:pt x="816" y="204"/>
                </a:cubicBezTo>
                <a:cubicBezTo>
                  <a:pt x="826" y="214"/>
                  <a:pt x="840" y="219"/>
                  <a:pt x="857" y="219"/>
                </a:cubicBezTo>
                <a:cubicBezTo>
                  <a:pt x="866" y="219"/>
                  <a:pt x="876" y="218"/>
                  <a:pt x="886" y="215"/>
                </a:cubicBezTo>
                <a:cubicBezTo>
                  <a:pt x="895" y="212"/>
                  <a:pt x="906" y="208"/>
                  <a:pt x="917" y="202"/>
                </a:cubicBezTo>
                <a:lnTo>
                  <a:pt x="917" y="230"/>
                </a:lnTo>
                <a:cubicBezTo>
                  <a:pt x="906" y="235"/>
                  <a:pt x="896" y="238"/>
                  <a:pt x="886" y="240"/>
                </a:cubicBezTo>
                <a:cubicBezTo>
                  <a:pt x="876" y="242"/>
                  <a:pt x="866" y="243"/>
                  <a:pt x="857" y="243"/>
                </a:cubicBezTo>
                <a:cubicBezTo>
                  <a:pt x="830" y="243"/>
                  <a:pt x="810" y="235"/>
                  <a:pt x="795" y="219"/>
                </a:cubicBezTo>
                <a:cubicBezTo>
                  <a:pt x="779" y="203"/>
                  <a:pt x="772" y="181"/>
                  <a:pt x="772" y="153"/>
                </a:cubicBezTo>
                <a:cubicBezTo>
                  <a:pt x="772" y="125"/>
                  <a:pt x="779" y="104"/>
                  <a:pt x="794" y="87"/>
                </a:cubicBezTo>
                <a:cubicBezTo>
                  <a:pt x="809" y="71"/>
                  <a:pt x="828" y="62"/>
                  <a:pt x="853" y="62"/>
                </a:cubicBezTo>
                <a:cubicBezTo>
                  <a:pt x="875" y="62"/>
                  <a:pt x="892" y="70"/>
                  <a:pt x="905" y="85"/>
                </a:cubicBezTo>
                <a:cubicBezTo>
                  <a:pt x="917" y="100"/>
                  <a:pt x="924" y="120"/>
                  <a:pt x="924" y="146"/>
                </a:cubicBezTo>
                <a:moveTo>
                  <a:pt x="895" y="137"/>
                </a:moveTo>
                <a:cubicBezTo>
                  <a:pt x="895" y="121"/>
                  <a:pt x="891" y="108"/>
                  <a:pt x="884" y="100"/>
                </a:cubicBezTo>
                <a:cubicBezTo>
                  <a:pt x="876" y="91"/>
                  <a:pt x="866" y="86"/>
                  <a:pt x="852" y="86"/>
                </a:cubicBezTo>
                <a:cubicBezTo>
                  <a:pt x="838" y="86"/>
                  <a:pt x="827" y="91"/>
                  <a:pt x="818" y="100"/>
                </a:cubicBezTo>
                <a:cubicBezTo>
                  <a:pt x="809" y="109"/>
                  <a:pt x="804" y="122"/>
                  <a:pt x="802" y="138"/>
                </a:cubicBezTo>
                <a:lnTo>
                  <a:pt x="895" y="137"/>
                </a:lnTo>
                <a:moveTo>
                  <a:pt x="1078" y="0"/>
                </a:moveTo>
                <a:cubicBezTo>
                  <a:pt x="1064" y="23"/>
                  <a:pt x="1054" y="47"/>
                  <a:pt x="1048" y="70"/>
                </a:cubicBezTo>
                <a:cubicBezTo>
                  <a:pt x="1041" y="93"/>
                  <a:pt x="1038" y="116"/>
                  <a:pt x="1038" y="140"/>
                </a:cubicBezTo>
                <a:cubicBezTo>
                  <a:pt x="1038" y="164"/>
                  <a:pt x="1041" y="187"/>
                  <a:pt x="1048" y="210"/>
                </a:cubicBezTo>
                <a:cubicBezTo>
                  <a:pt x="1054" y="233"/>
                  <a:pt x="1064" y="257"/>
                  <a:pt x="1078" y="281"/>
                </a:cubicBezTo>
                <a:lnTo>
                  <a:pt x="1054" y="281"/>
                </a:lnTo>
                <a:cubicBezTo>
                  <a:pt x="1038" y="256"/>
                  <a:pt x="1027" y="232"/>
                  <a:pt x="1019" y="209"/>
                </a:cubicBezTo>
                <a:cubicBezTo>
                  <a:pt x="1011" y="186"/>
                  <a:pt x="1008" y="163"/>
                  <a:pt x="1008" y="140"/>
                </a:cubicBezTo>
                <a:cubicBezTo>
                  <a:pt x="1008" y="117"/>
                  <a:pt x="1011" y="94"/>
                  <a:pt x="1019" y="71"/>
                </a:cubicBezTo>
                <a:cubicBezTo>
                  <a:pt x="1027" y="48"/>
                  <a:pt x="1038" y="24"/>
                  <a:pt x="1054" y="0"/>
                </a:cubicBezTo>
                <a:lnTo>
                  <a:pt x="1078" y="0"/>
                </a:lnTo>
                <a:moveTo>
                  <a:pt x="1203" y="0"/>
                </a:moveTo>
                <a:lnTo>
                  <a:pt x="1268" y="0"/>
                </a:lnTo>
                <a:lnTo>
                  <a:pt x="1268" y="22"/>
                </a:lnTo>
                <a:lnTo>
                  <a:pt x="1231" y="22"/>
                </a:lnTo>
                <a:lnTo>
                  <a:pt x="1231" y="259"/>
                </a:lnTo>
                <a:lnTo>
                  <a:pt x="1268" y="259"/>
                </a:lnTo>
                <a:lnTo>
                  <a:pt x="1268" y="281"/>
                </a:lnTo>
                <a:lnTo>
                  <a:pt x="1203" y="281"/>
                </a:lnTo>
                <a:lnTo>
                  <a:pt x="1203" y="0"/>
                </a:lnTo>
                <a:moveTo>
                  <a:pt x="1362" y="213"/>
                </a:moveTo>
                <a:lnTo>
                  <a:pt x="1410" y="213"/>
                </a:lnTo>
                <a:lnTo>
                  <a:pt x="1410" y="37"/>
                </a:lnTo>
                <a:lnTo>
                  <a:pt x="1358" y="49"/>
                </a:lnTo>
                <a:lnTo>
                  <a:pt x="1358" y="21"/>
                </a:lnTo>
                <a:lnTo>
                  <a:pt x="1410" y="9"/>
                </a:lnTo>
                <a:lnTo>
                  <a:pt x="1441" y="9"/>
                </a:lnTo>
                <a:lnTo>
                  <a:pt x="1441" y="213"/>
                </a:lnTo>
                <a:lnTo>
                  <a:pt x="1489" y="213"/>
                </a:lnTo>
                <a:lnTo>
                  <a:pt x="1489" y="239"/>
                </a:lnTo>
                <a:lnTo>
                  <a:pt x="1362" y="239"/>
                </a:lnTo>
                <a:lnTo>
                  <a:pt x="1362" y="213"/>
                </a:lnTo>
                <a:moveTo>
                  <a:pt x="1542" y="9"/>
                </a:moveTo>
                <a:lnTo>
                  <a:pt x="1658" y="9"/>
                </a:lnTo>
                <a:lnTo>
                  <a:pt x="1658" y="35"/>
                </a:lnTo>
                <a:lnTo>
                  <a:pt x="1570" y="35"/>
                </a:lnTo>
                <a:lnTo>
                  <a:pt x="1570" y="92"/>
                </a:lnTo>
                <a:cubicBezTo>
                  <a:pt x="1574" y="90"/>
                  <a:pt x="1579" y="89"/>
                  <a:pt x="1583" y="88"/>
                </a:cubicBezTo>
                <a:cubicBezTo>
                  <a:pt x="1588" y="87"/>
                  <a:pt x="1592" y="87"/>
                  <a:pt x="1597" y="87"/>
                </a:cubicBezTo>
                <a:cubicBezTo>
                  <a:pt x="1620" y="87"/>
                  <a:pt x="1639" y="94"/>
                  <a:pt x="1653" y="108"/>
                </a:cubicBezTo>
                <a:cubicBezTo>
                  <a:pt x="1667" y="122"/>
                  <a:pt x="1674" y="141"/>
                  <a:pt x="1674" y="165"/>
                </a:cubicBezTo>
                <a:cubicBezTo>
                  <a:pt x="1674" y="189"/>
                  <a:pt x="1667" y="209"/>
                  <a:pt x="1652" y="223"/>
                </a:cubicBezTo>
                <a:cubicBezTo>
                  <a:pt x="1637" y="236"/>
                  <a:pt x="1618" y="243"/>
                  <a:pt x="1592" y="243"/>
                </a:cubicBezTo>
                <a:cubicBezTo>
                  <a:pt x="1580" y="243"/>
                  <a:pt x="1569" y="243"/>
                  <a:pt x="1559" y="241"/>
                </a:cubicBezTo>
                <a:cubicBezTo>
                  <a:pt x="1549" y="239"/>
                  <a:pt x="1540" y="237"/>
                  <a:pt x="1532" y="234"/>
                </a:cubicBezTo>
                <a:lnTo>
                  <a:pt x="1532" y="202"/>
                </a:lnTo>
                <a:cubicBezTo>
                  <a:pt x="1541" y="207"/>
                  <a:pt x="1551" y="211"/>
                  <a:pt x="1560" y="214"/>
                </a:cubicBezTo>
                <a:cubicBezTo>
                  <a:pt x="1570" y="216"/>
                  <a:pt x="1579" y="217"/>
                  <a:pt x="1589" y="217"/>
                </a:cubicBezTo>
                <a:cubicBezTo>
                  <a:pt x="1606" y="217"/>
                  <a:pt x="1620" y="213"/>
                  <a:pt x="1629" y="204"/>
                </a:cubicBezTo>
                <a:cubicBezTo>
                  <a:pt x="1638" y="195"/>
                  <a:pt x="1643" y="182"/>
                  <a:pt x="1643" y="165"/>
                </a:cubicBezTo>
                <a:cubicBezTo>
                  <a:pt x="1643" y="149"/>
                  <a:pt x="1638" y="136"/>
                  <a:pt x="1628" y="127"/>
                </a:cubicBezTo>
                <a:cubicBezTo>
                  <a:pt x="1619" y="118"/>
                  <a:pt x="1606" y="113"/>
                  <a:pt x="1588" y="113"/>
                </a:cubicBezTo>
                <a:cubicBezTo>
                  <a:pt x="1580" y="113"/>
                  <a:pt x="1572" y="114"/>
                  <a:pt x="1564" y="116"/>
                </a:cubicBezTo>
                <a:cubicBezTo>
                  <a:pt x="1556" y="118"/>
                  <a:pt x="1549" y="121"/>
                  <a:pt x="1542" y="125"/>
                </a:cubicBezTo>
                <a:lnTo>
                  <a:pt x="1542" y="9"/>
                </a:lnTo>
                <a:moveTo>
                  <a:pt x="1776" y="192"/>
                </a:moveTo>
                <a:lnTo>
                  <a:pt x="1815" y="192"/>
                </a:lnTo>
                <a:lnTo>
                  <a:pt x="1815" y="224"/>
                </a:lnTo>
                <a:lnTo>
                  <a:pt x="1785" y="283"/>
                </a:lnTo>
                <a:lnTo>
                  <a:pt x="1761" y="283"/>
                </a:lnTo>
                <a:lnTo>
                  <a:pt x="1776" y="224"/>
                </a:lnTo>
                <a:lnTo>
                  <a:pt x="1776" y="192"/>
                </a:lnTo>
                <a:moveTo>
                  <a:pt x="1930" y="213"/>
                </a:moveTo>
                <a:lnTo>
                  <a:pt x="1978" y="213"/>
                </a:lnTo>
                <a:lnTo>
                  <a:pt x="1978" y="37"/>
                </a:lnTo>
                <a:lnTo>
                  <a:pt x="1926" y="49"/>
                </a:lnTo>
                <a:lnTo>
                  <a:pt x="1926" y="21"/>
                </a:lnTo>
                <a:lnTo>
                  <a:pt x="1978" y="9"/>
                </a:lnTo>
                <a:lnTo>
                  <a:pt x="2009" y="9"/>
                </a:lnTo>
                <a:lnTo>
                  <a:pt x="2009" y="213"/>
                </a:lnTo>
                <a:lnTo>
                  <a:pt x="2056" y="213"/>
                </a:lnTo>
                <a:lnTo>
                  <a:pt x="2056" y="239"/>
                </a:lnTo>
                <a:lnTo>
                  <a:pt x="1930" y="239"/>
                </a:lnTo>
                <a:lnTo>
                  <a:pt x="1930" y="213"/>
                </a:lnTo>
                <a:moveTo>
                  <a:pt x="2230" y="14"/>
                </a:moveTo>
                <a:lnTo>
                  <a:pt x="2230" y="43"/>
                </a:lnTo>
                <a:cubicBezTo>
                  <a:pt x="2223" y="39"/>
                  <a:pt x="2216" y="36"/>
                  <a:pt x="2209" y="34"/>
                </a:cubicBezTo>
                <a:cubicBezTo>
                  <a:pt x="2202" y="32"/>
                  <a:pt x="2194" y="31"/>
                  <a:pt x="2186" y="31"/>
                </a:cubicBezTo>
                <a:cubicBezTo>
                  <a:pt x="2167" y="31"/>
                  <a:pt x="2152" y="39"/>
                  <a:pt x="2142" y="54"/>
                </a:cubicBezTo>
                <a:cubicBezTo>
                  <a:pt x="2132" y="68"/>
                  <a:pt x="2126" y="90"/>
                  <a:pt x="2126" y="119"/>
                </a:cubicBezTo>
                <a:cubicBezTo>
                  <a:pt x="2131" y="109"/>
                  <a:pt x="2138" y="101"/>
                  <a:pt x="2147" y="95"/>
                </a:cubicBezTo>
                <a:cubicBezTo>
                  <a:pt x="2156" y="90"/>
                  <a:pt x="2166" y="87"/>
                  <a:pt x="2177" y="87"/>
                </a:cubicBezTo>
                <a:cubicBezTo>
                  <a:pt x="2199" y="87"/>
                  <a:pt x="2216" y="94"/>
                  <a:pt x="2228" y="108"/>
                </a:cubicBezTo>
                <a:cubicBezTo>
                  <a:pt x="2240" y="121"/>
                  <a:pt x="2246" y="140"/>
                  <a:pt x="2246" y="165"/>
                </a:cubicBezTo>
                <a:cubicBezTo>
                  <a:pt x="2246" y="190"/>
                  <a:pt x="2240" y="209"/>
                  <a:pt x="2228" y="223"/>
                </a:cubicBezTo>
                <a:cubicBezTo>
                  <a:pt x="2215" y="237"/>
                  <a:pt x="2198" y="243"/>
                  <a:pt x="2175" y="243"/>
                </a:cubicBezTo>
                <a:cubicBezTo>
                  <a:pt x="2148" y="243"/>
                  <a:pt x="2129" y="234"/>
                  <a:pt x="2116" y="215"/>
                </a:cubicBezTo>
                <a:cubicBezTo>
                  <a:pt x="2104" y="196"/>
                  <a:pt x="2098" y="165"/>
                  <a:pt x="2098" y="124"/>
                </a:cubicBezTo>
                <a:cubicBezTo>
                  <a:pt x="2098" y="86"/>
                  <a:pt x="2105" y="56"/>
                  <a:pt x="2120" y="36"/>
                </a:cubicBezTo>
                <a:cubicBezTo>
                  <a:pt x="2135" y="15"/>
                  <a:pt x="2157" y="5"/>
                  <a:pt x="2185" y="5"/>
                </a:cubicBezTo>
                <a:cubicBezTo>
                  <a:pt x="2192" y="5"/>
                  <a:pt x="2200" y="6"/>
                  <a:pt x="2208" y="8"/>
                </a:cubicBezTo>
                <a:cubicBezTo>
                  <a:pt x="2215" y="9"/>
                  <a:pt x="2223" y="11"/>
                  <a:pt x="2230" y="14"/>
                </a:cubicBezTo>
                <a:moveTo>
                  <a:pt x="2143" y="126"/>
                </a:moveTo>
                <a:cubicBezTo>
                  <a:pt x="2136" y="135"/>
                  <a:pt x="2132" y="148"/>
                  <a:pt x="2132" y="165"/>
                </a:cubicBezTo>
                <a:cubicBezTo>
                  <a:pt x="2132" y="182"/>
                  <a:pt x="2136" y="195"/>
                  <a:pt x="2143" y="205"/>
                </a:cubicBezTo>
                <a:cubicBezTo>
                  <a:pt x="2151" y="214"/>
                  <a:pt x="2161" y="219"/>
                  <a:pt x="2174" y="219"/>
                </a:cubicBezTo>
                <a:cubicBezTo>
                  <a:pt x="2188" y="219"/>
                  <a:pt x="2198" y="215"/>
                  <a:pt x="2205" y="206"/>
                </a:cubicBezTo>
                <a:cubicBezTo>
                  <a:pt x="2212" y="196"/>
                  <a:pt x="2216" y="183"/>
                  <a:pt x="2216" y="165"/>
                </a:cubicBezTo>
                <a:cubicBezTo>
                  <a:pt x="2216" y="147"/>
                  <a:pt x="2212" y="134"/>
                  <a:pt x="2205" y="125"/>
                </a:cubicBezTo>
                <a:cubicBezTo>
                  <a:pt x="2198" y="116"/>
                  <a:pt x="2188" y="111"/>
                  <a:pt x="2174" y="111"/>
                </a:cubicBezTo>
                <a:cubicBezTo>
                  <a:pt x="2161" y="111"/>
                  <a:pt x="2151" y="116"/>
                  <a:pt x="2143" y="126"/>
                </a:cubicBezTo>
                <a:moveTo>
                  <a:pt x="2385" y="0"/>
                </a:moveTo>
                <a:lnTo>
                  <a:pt x="2385" y="281"/>
                </a:lnTo>
                <a:lnTo>
                  <a:pt x="2320" y="281"/>
                </a:lnTo>
                <a:lnTo>
                  <a:pt x="2320" y="259"/>
                </a:lnTo>
                <a:lnTo>
                  <a:pt x="2357" y="259"/>
                </a:lnTo>
                <a:lnTo>
                  <a:pt x="2357" y="22"/>
                </a:lnTo>
                <a:lnTo>
                  <a:pt x="2320" y="22"/>
                </a:lnTo>
                <a:lnTo>
                  <a:pt x="2320" y="0"/>
                </a:lnTo>
                <a:lnTo>
                  <a:pt x="2385" y="0"/>
                </a:lnTo>
                <a:moveTo>
                  <a:pt x="2533" y="192"/>
                </a:moveTo>
                <a:lnTo>
                  <a:pt x="2572" y="192"/>
                </a:lnTo>
                <a:lnTo>
                  <a:pt x="2572" y="224"/>
                </a:lnTo>
                <a:lnTo>
                  <a:pt x="2541" y="283"/>
                </a:lnTo>
                <a:lnTo>
                  <a:pt x="2518" y="283"/>
                </a:lnTo>
                <a:lnTo>
                  <a:pt x="2533" y="224"/>
                </a:lnTo>
                <a:lnTo>
                  <a:pt x="2533" y="192"/>
                </a:lnTo>
                <a:moveTo>
                  <a:pt x="2720" y="192"/>
                </a:moveTo>
                <a:lnTo>
                  <a:pt x="2759" y="192"/>
                </a:lnTo>
                <a:lnTo>
                  <a:pt x="2759" y="239"/>
                </a:lnTo>
                <a:lnTo>
                  <a:pt x="2720" y="239"/>
                </a:lnTo>
                <a:lnTo>
                  <a:pt x="2720" y="192"/>
                </a:lnTo>
                <a:moveTo>
                  <a:pt x="2909" y="192"/>
                </a:moveTo>
                <a:lnTo>
                  <a:pt x="2948" y="192"/>
                </a:lnTo>
                <a:lnTo>
                  <a:pt x="2948" y="239"/>
                </a:lnTo>
                <a:lnTo>
                  <a:pt x="2909" y="239"/>
                </a:lnTo>
                <a:lnTo>
                  <a:pt x="2909" y="192"/>
                </a:lnTo>
                <a:moveTo>
                  <a:pt x="3099" y="192"/>
                </a:moveTo>
                <a:lnTo>
                  <a:pt x="3137" y="192"/>
                </a:lnTo>
                <a:lnTo>
                  <a:pt x="3137" y="239"/>
                </a:lnTo>
                <a:lnTo>
                  <a:pt x="3099" y="239"/>
                </a:lnTo>
                <a:lnTo>
                  <a:pt x="3099" y="192"/>
                </a:lnTo>
                <a:moveTo>
                  <a:pt x="3266" y="0"/>
                </a:moveTo>
                <a:lnTo>
                  <a:pt x="3291" y="0"/>
                </a:lnTo>
                <a:cubicBezTo>
                  <a:pt x="3306" y="24"/>
                  <a:pt x="3318" y="48"/>
                  <a:pt x="3325" y="71"/>
                </a:cubicBezTo>
                <a:cubicBezTo>
                  <a:pt x="3333" y="94"/>
                  <a:pt x="3337" y="117"/>
                  <a:pt x="3337" y="140"/>
                </a:cubicBezTo>
                <a:cubicBezTo>
                  <a:pt x="3337" y="163"/>
                  <a:pt x="3333" y="186"/>
                  <a:pt x="3325" y="209"/>
                </a:cubicBezTo>
                <a:cubicBezTo>
                  <a:pt x="3318" y="233"/>
                  <a:pt x="3306" y="256"/>
                  <a:pt x="3291" y="281"/>
                </a:cubicBezTo>
                <a:lnTo>
                  <a:pt x="3266" y="281"/>
                </a:lnTo>
                <a:cubicBezTo>
                  <a:pt x="3280" y="257"/>
                  <a:pt x="3290" y="233"/>
                  <a:pt x="3297" y="210"/>
                </a:cubicBezTo>
                <a:cubicBezTo>
                  <a:pt x="3303" y="187"/>
                  <a:pt x="3307" y="163"/>
                  <a:pt x="3307" y="140"/>
                </a:cubicBezTo>
                <a:cubicBezTo>
                  <a:pt x="3307" y="117"/>
                  <a:pt x="3303" y="93"/>
                  <a:pt x="3297" y="70"/>
                </a:cubicBezTo>
                <a:cubicBezTo>
                  <a:pt x="3290" y="47"/>
                  <a:pt x="3280" y="23"/>
                  <a:pt x="3266" y="0"/>
                </a:cubicBez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592920" y="1960200"/>
            <a:ext cx="656280" cy="110520"/>
          </a:xfrm>
          <a:custGeom>
            <a:avLst/>
            <a:gdLst/>
            <a:ahLst/>
            <a:rect l="0" t="0" r="r" b="b"/>
            <a:pathLst>
              <a:path w="1823" h="307">
                <a:moveTo>
                  <a:pt x="156" y="156"/>
                </a:moveTo>
                <a:cubicBezTo>
                  <a:pt x="156" y="142"/>
                  <a:pt x="152" y="132"/>
                  <a:pt x="146" y="124"/>
                </a:cubicBezTo>
                <a:cubicBezTo>
                  <a:pt x="139" y="116"/>
                  <a:pt x="130" y="112"/>
                  <a:pt x="119" y="112"/>
                </a:cubicBezTo>
                <a:cubicBezTo>
                  <a:pt x="109" y="112"/>
                  <a:pt x="100" y="116"/>
                  <a:pt x="93" y="124"/>
                </a:cubicBezTo>
                <a:cubicBezTo>
                  <a:pt x="87" y="132"/>
                  <a:pt x="83" y="142"/>
                  <a:pt x="83" y="156"/>
                </a:cubicBezTo>
                <a:cubicBezTo>
                  <a:pt x="83" y="169"/>
                  <a:pt x="87" y="180"/>
                  <a:pt x="93" y="188"/>
                </a:cubicBezTo>
                <a:cubicBezTo>
                  <a:pt x="100" y="196"/>
                  <a:pt x="109" y="200"/>
                  <a:pt x="119" y="200"/>
                </a:cubicBezTo>
                <a:cubicBezTo>
                  <a:pt x="130" y="200"/>
                  <a:pt x="139" y="196"/>
                  <a:pt x="146" y="188"/>
                </a:cubicBezTo>
                <a:cubicBezTo>
                  <a:pt x="152" y="180"/>
                  <a:pt x="156" y="169"/>
                  <a:pt x="156" y="156"/>
                </a:cubicBezTo>
                <a:moveTo>
                  <a:pt x="177" y="219"/>
                </a:moveTo>
                <a:lnTo>
                  <a:pt x="155" y="219"/>
                </a:lnTo>
                <a:lnTo>
                  <a:pt x="155" y="202"/>
                </a:lnTo>
                <a:cubicBezTo>
                  <a:pt x="151" y="208"/>
                  <a:pt x="146" y="213"/>
                  <a:pt x="139" y="217"/>
                </a:cubicBezTo>
                <a:cubicBezTo>
                  <a:pt x="132" y="220"/>
                  <a:pt x="125" y="222"/>
                  <a:pt x="117" y="222"/>
                </a:cubicBezTo>
                <a:cubicBezTo>
                  <a:pt x="100" y="222"/>
                  <a:pt x="86" y="216"/>
                  <a:pt x="76" y="203"/>
                </a:cubicBezTo>
                <a:cubicBezTo>
                  <a:pt x="65" y="191"/>
                  <a:pt x="59" y="175"/>
                  <a:pt x="59" y="156"/>
                </a:cubicBezTo>
                <a:cubicBezTo>
                  <a:pt x="59" y="136"/>
                  <a:pt x="65" y="121"/>
                  <a:pt x="76" y="108"/>
                </a:cubicBezTo>
                <a:cubicBezTo>
                  <a:pt x="86" y="96"/>
                  <a:pt x="100" y="89"/>
                  <a:pt x="117" y="89"/>
                </a:cubicBezTo>
                <a:cubicBezTo>
                  <a:pt x="125" y="89"/>
                  <a:pt x="132" y="91"/>
                  <a:pt x="139" y="95"/>
                </a:cubicBezTo>
                <a:cubicBezTo>
                  <a:pt x="146" y="98"/>
                  <a:pt x="151" y="103"/>
                  <a:pt x="155" y="110"/>
                </a:cubicBezTo>
                <a:lnTo>
                  <a:pt x="155" y="100"/>
                </a:lnTo>
                <a:cubicBezTo>
                  <a:pt x="155" y="84"/>
                  <a:pt x="150" y="71"/>
                  <a:pt x="141" y="61"/>
                </a:cubicBezTo>
                <a:cubicBezTo>
                  <a:pt x="132" y="52"/>
                  <a:pt x="120" y="47"/>
                  <a:pt x="106" y="47"/>
                </a:cubicBezTo>
                <a:cubicBezTo>
                  <a:pt x="80" y="47"/>
                  <a:pt x="60" y="57"/>
                  <a:pt x="46" y="76"/>
                </a:cubicBezTo>
                <a:cubicBezTo>
                  <a:pt x="31" y="96"/>
                  <a:pt x="23" y="122"/>
                  <a:pt x="23" y="156"/>
                </a:cubicBezTo>
                <a:cubicBezTo>
                  <a:pt x="23" y="190"/>
                  <a:pt x="32" y="217"/>
                  <a:pt x="49" y="237"/>
                </a:cubicBezTo>
                <a:cubicBezTo>
                  <a:pt x="65" y="257"/>
                  <a:pt x="88" y="267"/>
                  <a:pt x="116" y="267"/>
                </a:cubicBezTo>
                <a:cubicBezTo>
                  <a:pt x="121" y="267"/>
                  <a:pt x="127" y="266"/>
                  <a:pt x="133" y="265"/>
                </a:cubicBezTo>
                <a:cubicBezTo>
                  <a:pt x="138" y="264"/>
                  <a:pt x="144" y="262"/>
                  <a:pt x="150" y="260"/>
                </a:cubicBezTo>
                <a:lnTo>
                  <a:pt x="157" y="281"/>
                </a:lnTo>
                <a:cubicBezTo>
                  <a:pt x="150" y="284"/>
                  <a:pt x="144" y="286"/>
                  <a:pt x="138" y="287"/>
                </a:cubicBezTo>
                <a:cubicBezTo>
                  <a:pt x="131" y="288"/>
                  <a:pt x="125" y="289"/>
                  <a:pt x="119" y="289"/>
                </a:cubicBezTo>
                <a:cubicBezTo>
                  <a:pt x="83" y="289"/>
                  <a:pt x="54" y="277"/>
                  <a:pt x="32" y="253"/>
                </a:cubicBezTo>
                <a:cubicBezTo>
                  <a:pt x="11" y="229"/>
                  <a:pt x="0" y="197"/>
                  <a:pt x="0" y="156"/>
                </a:cubicBezTo>
                <a:cubicBezTo>
                  <a:pt x="0" y="116"/>
                  <a:pt x="10" y="84"/>
                  <a:pt x="29" y="60"/>
                </a:cubicBezTo>
                <a:cubicBezTo>
                  <a:pt x="48" y="37"/>
                  <a:pt x="74" y="25"/>
                  <a:pt x="107" y="25"/>
                </a:cubicBezTo>
                <a:cubicBezTo>
                  <a:pt x="128" y="25"/>
                  <a:pt x="145" y="32"/>
                  <a:pt x="158" y="45"/>
                </a:cubicBezTo>
                <a:cubicBezTo>
                  <a:pt x="171" y="59"/>
                  <a:pt x="177" y="77"/>
                  <a:pt x="177" y="100"/>
                </a:cubicBezTo>
                <a:lnTo>
                  <a:pt x="177" y="219"/>
                </a:lnTo>
                <a:moveTo>
                  <a:pt x="363" y="103"/>
                </a:moveTo>
                <a:cubicBezTo>
                  <a:pt x="357" y="98"/>
                  <a:pt x="351" y="95"/>
                  <a:pt x="344" y="92"/>
                </a:cubicBezTo>
                <a:cubicBezTo>
                  <a:pt x="338" y="90"/>
                  <a:pt x="331" y="89"/>
                  <a:pt x="324" y="89"/>
                </a:cubicBezTo>
                <a:cubicBezTo>
                  <a:pt x="306" y="89"/>
                  <a:pt x="293" y="95"/>
                  <a:pt x="283" y="106"/>
                </a:cubicBezTo>
                <a:cubicBezTo>
                  <a:pt x="274" y="117"/>
                  <a:pt x="269" y="133"/>
                  <a:pt x="269" y="154"/>
                </a:cubicBezTo>
                <a:lnTo>
                  <a:pt x="269" y="240"/>
                </a:lnTo>
                <a:lnTo>
                  <a:pt x="241" y="240"/>
                </a:lnTo>
                <a:lnTo>
                  <a:pt x="241" y="67"/>
                </a:lnTo>
                <a:lnTo>
                  <a:pt x="269" y="67"/>
                </a:lnTo>
                <a:lnTo>
                  <a:pt x="269" y="101"/>
                </a:lnTo>
                <a:cubicBezTo>
                  <a:pt x="274" y="89"/>
                  <a:pt x="281" y="79"/>
                  <a:pt x="291" y="73"/>
                </a:cubicBezTo>
                <a:cubicBezTo>
                  <a:pt x="301" y="66"/>
                  <a:pt x="312" y="63"/>
                  <a:pt x="326" y="63"/>
                </a:cubicBezTo>
                <a:cubicBezTo>
                  <a:pt x="333" y="63"/>
                  <a:pt x="339" y="64"/>
                  <a:pt x="345" y="66"/>
                </a:cubicBezTo>
                <a:cubicBezTo>
                  <a:pt x="351" y="67"/>
                  <a:pt x="357" y="70"/>
                  <a:pt x="363" y="74"/>
                </a:cubicBezTo>
                <a:lnTo>
                  <a:pt x="363" y="103"/>
                </a:lnTo>
                <a:moveTo>
                  <a:pt x="506" y="184"/>
                </a:moveTo>
                <a:cubicBezTo>
                  <a:pt x="502" y="196"/>
                  <a:pt x="496" y="212"/>
                  <a:pt x="488" y="232"/>
                </a:cubicBezTo>
                <a:cubicBezTo>
                  <a:pt x="478" y="259"/>
                  <a:pt x="471" y="275"/>
                  <a:pt x="468" y="281"/>
                </a:cubicBezTo>
                <a:cubicBezTo>
                  <a:pt x="463" y="289"/>
                  <a:pt x="457" y="295"/>
                  <a:pt x="450" y="299"/>
                </a:cubicBezTo>
                <a:cubicBezTo>
                  <a:pt x="443" y="303"/>
                  <a:pt x="435" y="305"/>
                  <a:pt x="426" y="305"/>
                </a:cubicBezTo>
                <a:lnTo>
                  <a:pt x="403" y="305"/>
                </a:lnTo>
                <a:lnTo>
                  <a:pt x="403" y="281"/>
                </a:lnTo>
                <a:lnTo>
                  <a:pt x="420" y="281"/>
                </a:lnTo>
                <a:cubicBezTo>
                  <a:pt x="428" y="281"/>
                  <a:pt x="434" y="279"/>
                  <a:pt x="439" y="274"/>
                </a:cubicBezTo>
                <a:cubicBezTo>
                  <a:pt x="444" y="269"/>
                  <a:pt x="450" y="257"/>
                  <a:pt x="457" y="237"/>
                </a:cubicBezTo>
                <a:lnTo>
                  <a:pt x="391" y="67"/>
                </a:lnTo>
                <a:lnTo>
                  <a:pt x="421" y="67"/>
                </a:lnTo>
                <a:lnTo>
                  <a:pt x="471" y="202"/>
                </a:lnTo>
                <a:lnTo>
                  <a:pt x="522" y="67"/>
                </a:lnTo>
                <a:lnTo>
                  <a:pt x="552" y="67"/>
                </a:lnTo>
                <a:lnTo>
                  <a:pt x="506" y="184"/>
                </a:lnTo>
                <a:moveTo>
                  <a:pt x="696" y="0"/>
                </a:moveTo>
                <a:lnTo>
                  <a:pt x="724" y="0"/>
                </a:lnTo>
                <a:lnTo>
                  <a:pt x="724" y="240"/>
                </a:lnTo>
                <a:lnTo>
                  <a:pt x="696" y="240"/>
                </a:lnTo>
                <a:lnTo>
                  <a:pt x="696" y="218"/>
                </a:lnTo>
                <a:cubicBezTo>
                  <a:pt x="691" y="226"/>
                  <a:pt x="685" y="233"/>
                  <a:pt x="677" y="237"/>
                </a:cubicBezTo>
                <a:cubicBezTo>
                  <a:pt x="669" y="242"/>
                  <a:pt x="660" y="244"/>
                  <a:pt x="650" y="244"/>
                </a:cubicBezTo>
                <a:cubicBezTo>
                  <a:pt x="629" y="244"/>
                  <a:pt x="613" y="236"/>
                  <a:pt x="601" y="220"/>
                </a:cubicBezTo>
                <a:cubicBezTo>
                  <a:pt x="589" y="204"/>
                  <a:pt x="583" y="181"/>
                  <a:pt x="583" y="153"/>
                </a:cubicBezTo>
                <a:cubicBezTo>
                  <a:pt x="583" y="125"/>
                  <a:pt x="589" y="103"/>
                  <a:pt x="601" y="87"/>
                </a:cubicBezTo>
                <a:cubicBezTo>
                  <a:pt x="613" y="71"/>
                  <a:pt x="629" y="63"/>
                  <a:pt x="650" y="63"/>
                </a:cubicBezTo>
                <a:cubicBezTo>
                  <a:pt x="660" y="63"/>
                  <a:pt x="669" y="65"/>
                  <a:pt x="677" y="70"/>
                </a:cubicBezTo>
                <a:cubicBezTo>
                  <a:pt x="685" y="74"/>
                  <a:pt x="691" y="81"/>
                  <a:pt x="696" y="89"/>
                </a:cubicBezTo>
                <a:lnTo>
                  <a:pt x="696" y="0"/>
                </a:lnTo>
                <a:moveTo>
                  <a:pt x="613" y="154"/>
                </a:moveTo>
                <a:cubicBezTo>
                  <a:pt x="613" y="175"/>
                  <a:pt x="616" y="192"/>
                  <a:pt x="623" y="203"/>
                </a:cubicBezTo>
                <a:cubicBezTo>
                  <a:pt x="630" y="214"/>
                  <a:pt x="640" y="220"/>
                  <a:pt x="654" y="220"/>
                </a:cubicBezTo>
                <a:cubicBezTo>
                  <a:pt x="667" y="220"/>
                  <a:pt x="678" y="214"/>
                  <a:pt x="685" y="203"/>
                </a:cubicBezTo>
                <a:cubicBezTo>
                  <a:pt x="692" y="192"/>
                  <a:pt x="696" y="175"/>
                  <a:pt x="696" y="154"/>
                </a:cubicBezTo>
                <a:cubicBezTo>
                  <a:pt x="696" y="132"/>
                  <a:pt x="692" y="115"/>
                  <a:pt x="685" y="104"/>
                </a:cubicBezTo>
                <a:cubicBezTo>
                  <a:pt x="678" y="93"/>
                  <a:pt x="667" y="87"/>
                  <a:pt x="654" y="87"/>
                </a:cubicBezTo>
                <a:cubicBezTo>
                  <a:pt x="640" y="87"/>
                  <a:pt x="630" y="93"/>
                  <a:pt x="623" y="104"/>
                </a:cubicBezTo>
                <a:cubicBezTo>
                  <a:pt x="616" y="115"/>
                  <a:pt x="613" y="132"/>
                  <a:pt x="613" y="154"/>
                </a:cubicBezTo>
                <a:moveTo>
                  <a:pt x="894" y="154"/>
                </a:moveTo>
                <a:cubicBezTo>
                  <a:pt x="894" y="132"/>
                  <a:pt x="890" y="115"/>
                  <a:pt x="884" y="104"/>
                </a:cubicBezTo>
                <a:cubicBezTo>
                  <a:pt x="877" y="93"/>
                  <a:pt x="866" y="87"/>
                  <a:pt x="853" y="87"/>
                </a:cubicBezTo>
                <a:cubicBezTo>
                  <a:pt x="839" y="87"/>
                  <a:pt x="829" y="93"/>
                  <a:pt x="822" y="104"/>
                </a:cubicBezTo>
                <a:cubicBezTo>
                  <a:pt x="814" y="115"/>
                  <a:pt x="811" y="132"/>
                  <a:pt x="811" y="154"/>
                </a:cubicBezTo>
                <a:cubicBezTo>
                  <a:pt x="811" y="175"/>
                  <a:pt x="814" y="192"/>
                  <a:pt x="822" y="203"/>
                </a:cubicBezTo>
                <a:cubicBezTo>
                  <a:pt x="829" y="214"/>
                  <a:pt x="839" y="220"/>
                  <a:pt x="853" y="220"/>
                </a:cubicBezTo>
                <a:cubicBezTo>
                  <a:pt x="866" y="220"/>
                  <a:pt x="877" y="214"/>
                  <a:pt x="884" y="203"/>
                </a:cubicBezTo>
                <a:cubicBezTo>
                  <a:pt x="890" y="192"/>
                  <a:pt x="894" y="175"/>
                  <a:pt x="894" y="154"/>
                </a:cubicBezTo>
                <a:moveTo>
                  <a:pt x="811" y="89"/>
                </a:moveTo>
                <a:cubicBezTo>
                  <a:pt x="815" y="81"/>
                  <a:pt x="822" y="74"/>
                  <a:pt x="829" y="70"/>
                </a:cubicBezTo>
                <a:cubicBezTo>
                  <a:pt x="837" y="65"/>
                  <a:pt x="847" y="63"/>
                  <a:pt x="857" y="63"/>
                </a:cubicBezTo>
                <a:cubicBezTo>
                  <a:pt x="878" y="63"/>
                  <a:pt x="894" y="71"/>
                  <a:pt x="906" y="87"/>
                </a:cubicBezTo>
                <a:cubicBezTo>
                  <a:pt x="918" y="103"/>
                  <a:pt x="924" y="125"/>
                  <a:pt x="924" y="153"/>
                </a:cubicBezTo>
                <a:cubicBezTo>
                  <a:pt x="924" y="181"/>
                  <a:pt x="918" y="204"/>
                  <a:pt x="906" y="220"/>
                </a:cubicBezTo>
                <a:cubicBezTo>
                  <a:pt x="894" y="236"/>
                  <a:pt x="878" y="244"/>
                  <a:pt x="857" y="244"/>
                </a:cubicBezTo>
                <a:cubicBezTo>
                  <a:pt x="847" y="244"/>
                  <a:pt x="838" y="242"/>
                  <a:pt x="830" y="237"/>
                </a:cubicBezTo>
                <a:cubicBezTo>
                  <a:pt x="822" y="233"/>
                  <a:pt x="816" y="226"/>
                  <a:pt x="811" y="218"/>
                </a:cubicBezTo>
                <a:lnTo>
                  <a:pt x="811" y="240"/>
                </a:lnTo>
                <a:lnTo>
                  <a:pt x="783" y="240"/>
                </a:lnTo>
                <a:lnTo>
                  <a:pt x="783" y="0"/>
                </a:lnTo>
                <a:lnTo>
                  <a:pt x="811" y="0"/>
                </a:lnTo>
                <a:lnTo>
                  <a:pt x="811" y="89"/>
                </a:lnTo>
                <a:moveTo>
                  <a:pt x="1113" y="160"/>
                </a:moveTo>
                <a:lnTo>
                  <a:pt x="991" y="160"/>
                </a:lnTo>
                <a:lnTo>
                  <a:pt x="991" y="161"/>
                </a:lnTo>
                <a:cubicBezTo>
                  <a:pt x="991" y="180"/>
                  <a:pt x="995" y="194"/>
                  <a:pt x="1005" y="205"/>
                </a:cubicBezTo>
                <a:cubicBezTo>
                  <a:pt x="1015" y="215"/>
                  <a:pt x="1029" y="220"/>
                  <a:pt x="1047" y="220"/>
                </a:cubicBezTo>
                <a:cubicBezTo>
                  <a:pt x="1056" y="220"/>
                  <a:pt x="1065" y="219"/>
                  <a:pt x="1075" y="216"/>
                </a:cubicBezTo>
                <a:cubicBezTo>
                  <a:pt x="1085" y="213"/>
                  <a:pt x="1095" y="208"/>
                  <a:pt x="1106" y="203"/>
                </a:cubicBezTo>
                <a:lnTo>
                  <a:pt x="1106" y="231"/>
                </a:lnTo>
                <a:cubicBezTo>
                  <a:pt x="1096" y="235"/>
                  <a:pt x="1085" y="238"/>
                  <a:pt x="1075" y="241"/>
                </a:cubicBezTo>
                <a:cubicBezTo>
                  <a:pt x="1065" y="243"/>
                  <a:pt x="1056" y="244"/>
                  <a:pt x="1046" y="244"/>
                </a:cubicBezTo>
                <a:cubicBezTo>
                  <a:pt x="1020" y="244"/>
                  <a:pt x="999" y="236"/>
                  <a:pt x="984" y="220"/>
                </a:cubicBezTo>
                <a:cubicBezTo>
                  <a:pt x="969" y="204"/>
                  <a:pt x="961" y="182"/>
                  <a:pt x="961" y="154"/>
                </a:cubicBezTo>
                <a:cubicBezTo>
                  <a:pt x="961" y="126"/>
                  <a:pt x="969" y="104"/>
                  <a:pt x="983" y="88"/>
                </a:cubicBezTo>
                <a:cubicBezTo>
                  <a:pt x="998" y="71"/>
                  <a:pt x="1018" y="63"/>
                  <a:pt x="1042" y="63"/>
                </a:cubicBezTo>
                <a:cubicBezTo>
                  <a:pt x="1064" y="63"/>
                  <a:pt x="1081" y="70"/>
                  <a:pt x="1094" y="85"/>
                </a:cubicBezTo>
                <a:cubicBezTo>
                  <a:pt x="1107" y="100"/>
                  <a:pt x="1113" y="121"/>
                  <a:pt x="1113" y="146"/>
                </a:cubicBezTo>
                <a:lnTo>
                  <a:pt x="1113" y="160"/>
                </a:lnTo>
                <a:moveTo>
                  <a:pt x="1085" y="138"/>
                </a:moveTo>
                <a:cubicBezTo>
                  <a:pt x="1084" y="121"/>
                  <a:pt x="1080" y="109"/>
                  <a:pt x="1073" y="100"/>
                </a:cubicBezTo>
                <a:cubicBezTo>
                  <a:pt x="1065" y="91"/>
                  <a:pt x="1055" y="87"/>
                  <a:pt x="1041" y="87"/>
                </a:cubicBezTo>
                <a:cubicBezTo>
                  <a:pt x="1027" y="87"/>
                  <a:pt x="1016" y="92"/>
                  <a:pt x="1007" y="101"/>
                </a:cubicBezTo>
                <a:cubicBezTo>
                  <a:pt x="999" y="110"/>
                  <a:pt x="993" y="122"/>
                  <a:pt x="992" y="138"/>
                </a:cubicBezTo>
                <a:lnTo>
                  <a:pt x="1085" y="138"/>
                </a:lnTo>
                <a:moveTo>
                  <a:pt x="1309" y="103"/>
                </a:moveTo>
                <a:cubicBezTo>
                  <a:pt x="1303" y="98"/>
                  <a:pt x="1297" y="95"/>
                  <a:pt x="1290" y="92"/>
                </a:cubicBezTo>
                <a:cubicBezTo>
                  <a:pt x="1284" y="90"/>
                  <a:pt x="1277" y="89"/>
                  <a:pt x="1270" y="89"/>
                </a:cubicBezTo>
                <a:cubicBezTo>
                  <a:pt x="1252" y="89"/>
                  <a:pt x="1239" y="95"/>
                  <a:pt x="1229" y="106"/>
                </a:cubicBezTo>
                <a:cubicBezTo>
                  <a:pt x="1220" y="117"/>
                  <a:pt x="1215" y="133"/>
                  <a:pt x="1215" y="154"/>
                </a:cubicBezTo>
                <a:lnTo>
                  <a:pt x="1215" y="240"/>
                </a:lnTo>
                <a:lnTo>
                  <a:pt x="1187" y="240"/>
                </a:lnTo>
                <a:lnTo>
                  <a:pt x="1187" y="67"/>
                </a:lnTo>
                <a:lnTo>
                  <a:pt x="1215" y="67"/>
                </a:lnTo>
                <a:lnTo>
                  <a:pt x="1215" y="101"/>
                </a:lnTo>
                <a:cubicBezTo>
                  <a:pt x="1220" y="89"/>
                  <a:pt x="1227" y="79"/>
                  <a:pt x="1237" y="73"/>
                </a:cubicBezTo>
                <a:cubicBezTo>
                  <a:pt x="1247" y="66"/>
                  <a:pt x="1258" y="63"/>
                  <a:pt x="1272" y="63"/>
                </a:cubicBezTo>
                <a:cubicBezTo>
                  <a:pt x="1279" y="63"/>
                  <a:pt x="1285" y="64"/>
                  <a:pt x="1291" y="66"/>
                </a:cubicBezTo>
                <a:cubicBezTo>
                  <a:pt x="1297" y="67"/>
                  <a:pt x="1303" y="70"/>
                  <a:pt x="1309" y="74"/>
                </a:cubicBezTo>
                <a:lnTo>
                  <a:pt x="1309" y="103"/>
                </a:lnTo>
                <a:moveTo>
                  <a:pt x="1442" y="104"/>
                </a:moveTo>
                <a:cubicBezTo>
                  <a:pt x="1435" y="93"/>
                  <a:pt x="1425" y="87"/>
                  <a:pt x="1412" y="87"/>
                </a:cubicBezTo>
                <a:cubicBezTo>
                  <a:pt x="1398" y="87"/>
                  <a:pt x="1387" y="93"/>
                  <a:pt x="1380" y="104"/>
                </a:cubicBezTo>
                <a:cubicBezTo>
                  <a:pt x="1373" y="115"/>
                  <a:pt x="1369" y="131"/>
                  <a:pt x="1369" y="152"/>
                </a:cubicBezTo>
                <a:cubicBezTo>
                  <a:pt x="1369" y="173"/>
                  <a:pt x="1373" y="189"/>
                  <a:pt x="1380" y="201"/>
                </a:cubicBezTo>
                <a:cubicBezTo>
                  <a:pt x="1388" y="212"/>
                  <a:pt x="1398" y="217"/>
                  <a:pt x="1412" y="217"/>
                </a:cubicBezTo>
                <a:cubicBezTo>
                  <a:pt x="1425" y="217"/>
                  <a:pt x="1435" y="212"/>
                  <a:pt x="1442" y="200"/>
                </a:cubicBezTo>
                <a:cubicBezTo>
                  <a:pt x="1449" y="189"/>
                  <a:pt x="1452" y="173"/>
                  <a:pt x="1452" y="152"/>
                </a:cubicBezTo>
                <a:cubicBezTo>
                  <a:pt x="1452" y="131"/>
                  <a:pt x="1449" y="115"/>
                  <a:pt x="1442" y="104"/>
                </a:cubicBezTo>
                <a:moveTo>
                  <a:pt x="1481" y="228"/>
                </a:moveTo>
                <a:cubicBezTo>
                  <a:pt x="1481" y="254"/>
                  <a:pt x="1474" y="274"/>
                  <a:pt x="1462" y="287"/>
                </a:cubicBezTo>
                <a:cubicBezTo>
                  <a:pt x="1450" y="301"/>
                  <a:pt x="1432" y="307"/>
                  <a:pt x="1409" y="307"/>
                </a:cubicBezTo>
                <a:cubicBezTo>
                  <a:pt x="1401" y="307"/>
                  <a:pt x="1393" y="307"/>
                  <a:pt x="1384" y="305"/>
                </a:cubicBezTo>
                <a:cubicBezTo>
                  <a:pt x="1376" y="304"/>
                  <a:pt x="1367" y="302"/>
                  <a:pt x="1359" y="299"/>
                </a:cubicBezTo>
                <a:lnTo>
                  <a:pt x="1359" y="271"/>
                </a:lnTo>
                <a:cubicBezTo>
                  <a:pt x="1369" y="275"/>
                  <a:pt x="1378" y="279"/>
                  <a:pt x="1386" y="281"/>
                </a:cubicBezTo>
                <a:cubicBezTo>
                  <a:pt x="1394" y="283"/>
                  <a:pt x="1402" y="285"/>
                  <a:pt x="1409" y="285"/>
                </a:cubicBezTo>
                <a:cubicBezTo>
                  <a:pt x="1424" y="285"/>
                  <a:pt x="1435" y="280"/>
                  <a:pt x="1442" y="272"/>
                </a:cubicBezTo>
                <a:cubicBezTo>
                  <a:pt x="1449" y="264"/>
                  <a:pt x="1452" y="251"/>
                  <a:pt x="1452" y="233"/>
                </a:cubicBezTo>
                <a:lnTo>
                  <a:pt x="1452" y="231"/>
                </a:lnTo>
                <a:lnTo>
                  <a:pt x="1452" y="212"/>
                </a:lnTo>
                <a:cubicBezTo>
                  <a:pt x="1448" y="222"/>
                  <a:pt x="1442" y="229"/>
                  <a:pt x="1434" y="234"/>
                </a:cubicBezTo>
                <a:cubicBezTo>
                  <a:pt x="1426" y="238"/>
                  <a:pt x="1417" y="241"/>
                  <a:pt x="1406" y="241"/>
                </a:cubicBezTo>
                <a:cubicBezTo>
                  <a:pt x="1385" y="241"/>
                  <a:pt x="1369" y="233"/>
                  <a:pt x="1358" y="217"/>
                </a:cubicBezTo>
                <a:cubicBezTo>
                  <a:pt x="1346" y="201"/>
                  <a:pt x="1340" y="179"/>
                  <a:pt x="1340" y="152"/>
                </a:cubicBezTo>
                <a:cubicBezTo>
                  <a:pt x="1340" y="125"/>
                  <a:pt x="1346" y="103"/>
                  <a:pt x="1358" y="87"/>
                </a:cubicBezTo>
                <a:cubicBezTo>
                  <a:pt x="1369" y="71"/>
                  <a:pt x="1385" y="63"/>
                  <a:pt x="1406" y="63"/>
                </a:cubicBezTo>
                <a:cubicBezTo>
                  <a:pt x="1417" y="63"/>
                  <a:pt x="1426" y="65"/>
                  <a:pt x="1434" y="70"/>
                </a:cubicBezTo>
                <a:cubicBezTo>
                  <a:pt x="1441" y="74"/>
                  <a:pt x="1448" y="81"/>
                  <a:pt x="1452" y="90"/>
                </a:cubicBezTo>
                <a:lnTo>
                  <a:pt x="1452" y="68"/>
                </a:lnTo>
                <a:lnTo>
                  <a:pt x="1481" y="68"/>
                </a:lnTo>
                <a:lnTo>
                  <a:pt x="1481" y="228"/>
                </a:lnTo>
                <a:moveTo>
                  <a:pt x="1646" y="0"/>
                </a:moveTo>
                <a:cubicBezTo>
                  <a:pt x="1632" y="24"/>
                  <a:pt x="1622" y="47"/>
                  <a:pt x="1615" y="70"/>
                </a:cubicBezTo>
                <a:cubicBezTo>
                  <a:pt x="1608" y="94"/>
                  <a:pt x="1605" y="117"/>
                  <a:pt x="1605" y="141"/>
                </a:cubicBezTo>
                <a:cubicBezTo>
                  <a:pt x="1605" y="164"/>
                  <a:pt x="1608" y="187"/>
                  <a:pt x="1615" y="211"/>
                </a:cubicBezTo>
                <a:cubicBezTo>
                  <a:pt x="1622" y="234"/>
                  <a:pt x="1632" y="257"/>
                  <a:pt x="1646" y="281"/>
                </a:cubicBezTo>
                <a:lnTo>
                  <a:pt x="1621" y="281"/>
                </a:lnTo>
                <a:cubicBezTo>
                  <a:pt x="1606" y="257"/>
                  <a:pt x="1594" y="233"/>
                  <a:pt x="1587" y="210"/>
                </a:cubicBezTo>
                <a:cubicBezTo>
                  <a:pt x="1579" y="187"/>
                  <a:pt x="1575" y="164"/>
                  <a:pt x="1575" y="141"/>
                </a:cubicBezTo>
                <a:cubicBezTo>
                  <a:pt x="1575" y="118"/>
                  <a:pt x="1579" y="95"/>
                  <a:pt x="1587" y="71"/>
                </a:cubicBezTo>
                <a:cubicBezTo>
                  <a:pt x="1594" y="48"/>
                  <a:pt x="1606" y="25"/>
                  <a:pt x="1621" y="0"/>
                </a:cubicBezTo>
                <a:lnTo>
                  <a:pt x="1646" y="0"/>
                </a:lnTo>
                <a:moveTo>
                  <a:pt x="1777" y="0"/>
                </a:moveTo>
                <a:cubicBezTo>
                  <a:pt x="1792" y="25"/>
                  <a:pt x="1804" y="48"/>
                  <a:pt x="1812" y="71"/>
                </a:cubicBezTo>
                <a:cubicBezTo>
                  <a:pt x="1819" y="95"/>
                  <a:pt x="1823" y="118"/>
                  <a:pt x="1823" y="141"/>
                </a:cubicBezTo>
                <a:cubicBezTo>
                  <a:pt x="1823" y="164"/>
                  <a:pt x="1819" y="187"/>
                  <a:pt x="1812" y="210"/>
                </a:cubicBezTo>
                <a:cubicBezTo>
                  <a:pt x="1804" y="233"/>
                  <a:pt x="1792" y="257"/>
                  <a:pt x="1777" y="281"/>
                </a:cubicBezTo>
                <a:lnTo>
                  <a:pt x="1752" y="281"/>
                </a:lnTo>
                <a:cubicBezTo>
                  <a:pt x="1766" y="257"/>
                  <a:pt x="1776" y="234"/>
                  <a:pt x="1783" y="210"/>
                </a:cubicBezTo>
                <a:cubicBezTo>
                  <a:pt x="1790" y="187"/>
                  <a:pt x="1793" y="164"/>
                  <a:pt x="1793" y="141"/>
                </a:cubicBezTo>
                <a:cubicBezTo>
                  <a:pt x="1793" y="117"/>
                  <a:pt x="1790" y="94"/>
                  <a:pt x="1783" y="71"/>
                </a:cubicBezTo>
                <a:cubicBezTo>
                  <a:pt x="1776" y="47"/>
                  <a:pt x="1766" y="24"/>
                  <a:pt x="1752" y="0"/>
                </a:cubicBezTo>
                <a:lnTo>
                  <a:pt x="1777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587880" y="2255040"/>
            <a:ext cx="1132920" cy="103680"/>
          </a:xfrm>
          <a:custGeom>
            <a:avLst/>
            <a:gdLst/>
            <a:ahLst/>
            <a:rect l="0" t="0" r="r" b="b"/>
            <a:pathLst>
              <a:path w="3147" h="288">
                <a:moveTo>
                  <a:pt x="155" y="155"/>
                </a:moveTo>
                <a:cubicBezTo>
                  <a:pt x="155" y="142"/>
                  <a:pt x="152" y="132"/>
                  <a:pt x="145" y="124"/>
                </a:cubicBezTo>
                <a:cubicBezTo>
                  <a:pt x="139" y="116"/>
                  <a:pt x="130" y="112"/>
                  <a:pt x="119" y="112"/>
                </a:cubicBezTo>
                <a:cubicBezTo>
                  <a:pt x="108" y="112"/>
                  <a:pt x="99" y="116"/>
                  <a:pt x="92" y="124"/>
                </a:cubicBezTo>
                <a:cubicBezTo>
                  <a:pt x="86" y="132"/>
                  <a:pt x="83" y="142"/>
                  <a:pt x="83" y="155"/>
                </a:cubicBezTo>
                <a:cubicBezTo>
                  <a:pt x="83" y="169"/>
                  <a:pt x="86" y="179"/>
                  <a:pt x="92" y="187"/>
                </a:cubicBezTo>
                <a:cubicBezTo>
                  <a:pt x="99" y="195"/>
                  <a:pt x="108" y="199"/>
                  <a:pt x="119" y="199"/>
                </a:cubicBezTo>
                <a:cubicBezTo>
                  <a:pt x="130" y="199"/>
                  <a:pt x="139" y="195"/>
                  <a:pt x="145" y="187"/>
                </a:cubicBezTo>
                <a:cubicBezTo>
                  <a:pt x="152" y="179"/>
                  <a:pt x="155" y="169"/>
                  <a:pt x="155" y="155"/>
                </a:cubicBezTo>
                <a:moveTo>
                  <a:pt x="176" y="219"/>
                </a:moveTo>
                <a:lnTo>
                  <a:pt x="154" y="219"/>
                </a:lnTo>
                <a:lnTo>
                  <a:pt x="154" y="201"/>
                </a:lnTo>
                <a:cubicBezTo>
                  <a:pt x="150" y="208"/>
                  <a:pt x="145" y="213"/>
                  <a:pt x="138" y="216"/>
                </a:cubicBezTo>
                <a:cubicBezTo>
                  <a:pt x="132" y="220"/>
                  <a:pt x="124" y="222"/>
                  <a:pt x="116" y="222"/>
                </a:cubicBezTo>
                <a:cubicBezTo>
                  <a:pt x="99" y="222"/>
                  <a:pt x="86" y="215"/>
                  <a:pt x="75" y="203"/>
                </a:cubicBezTo>
                <a:cubicBezTo>
                  <a:pt x="64" y="191"/>
                  <a:pt x="59" y="175"/>
                  <a:pt x="59" y="155"/>
                </a:cubicBezTo>
                <a:cubicBezTo>
                  <a:pt x="59" y="136"/>
                  <a:pt x="64" y="120"/>
                  <a:pt x="75" y="108"/>
                </a:cubicBezTo>
                <a:cubicBezTo>
                  <a:pt x="86" y="95"/>
                  <a:pt x="99" y="89"/>
                  <a:pt x="116" y="89"/>
                </a:cubicBezTo>
                <a:cubicBezTo>
                  <a:pt x="124" y="89"/>
                  <a:pt x="132" y="91"/>
                  <a:pt x="138" y="95"/>
                </a:cubicBezTo>
                <a:cubicBezTo>
                  <a:pt x="145" y="98"/>
                  <a:pt x="151" y="103"/>
                  <a:pt x="154" y="109"/>
                </a:cubicBezTo>
                <a:lnTo>
                  <a:pt x="154" y="100"/>
                </a:lnTo>
                <a:cubicBezTo>
                  <a:pt x="154" y="84"/>
                  <a:pt x="150" y="71"/>
                  <a:pt x="141" y="61"/>
                </a:cubicBezTo>
                <a:cubicBezTo>
                  <a:pt x="132" y="51"/>
                  <a:pt x="120" y="46"/>
                  <a:pt x="105" y="46"/>
                </a:cubicBezTo>
                <a:cubicBezTo>
                  <a:pt x="80" y="46"/>
                  <a:pt x="60" y="56"/>
                  <a:pt x="45" y="76"/>
                </a:cubicBezTo>
                <a:cubicBezTo>
                  <a:pt x="30" y="96"/>
                  <a:pt x="23" y="122"/>
                  <a:pt x="23" y="156"/>
                </a:cubicBezTo>
                <a:cubicBezTo>
                  <a:pt x="23" y="189"/>
                  <a:pt x="31" y="216"/>
                  <a:pt x="48" y="236"/>
                </a:cubicBezTo>
                <a:cubicBezTo>
                  <a:pt x="65" y="256"/>
                  <a:pt x="87" y="266"/>
                  <a:pt x="115" y="266"/>
                </a:cubicBezTo>
                <a:cubicBezTo>
                  <a:pt x="121" y="266"/>
                  <a:pt x="126" y="266"/>
                  <a:pt x="132" y="265"/>
                </a:cubicBezTo>
                <a:cubicBezTo>
                  <a:pt x="137" y="264"/>
                  <a:pt x="143" y="262"/>
                  <a:pt x="149" y="260"/>
                </a:cubicBezTo>
                <a:lnTo>
                  <a:pt x="156" y="281"/>
                </a:lnTo>
                <a:cubicBezTo>
                  <a:pt x="150" y="283"/>
                  <a:pt x="143" y="285"/>
                  <a:pt x="137" y="287"/>
                </a:cubicBezTo>
                <a:cubicBezTo>
                  <a:pt x="131" y="288"/>
                  <a:pt x="125" y="288"/>
                  <a:pt x="119" y="288"/>
                </a:cubicBezTo>
                <a:cubicBezTo>
                  <a:pt x="82" y="288"/>
                  <a:pt x="53" y="276"/>
                  <a:pt x="32" y="253"/>
                </a:cubicBezTo>
                <a:cubicBezTo>
                  <a:pt x="10" y="229"/>
                  <a:pt x="0" y="196"/>
                  <a:pt x="0" y="156"/>
                </a:cubicBezTo>
                <a:cubicBezTo>
                  <a:pt x="0" y="116"/>
                  <a:pt x="9" y="84"/>
                  <a:pt x="29" y="60"/>
                </a:cubicBezTo>
                <a:cubicBezTo>
                  <a:pt x="48" y="36"/>
                  <a:pt x="74" y="25"/>
                  <a:pt x="106" y="25"/>
                </a:cubicBezTo>
                <a:cubicBezTo>
                  <a:pt x="127" y="25"/>
                  <a:pt x="144" y="31"/>
                  <a:pt x="157" y="45"/>
                </a:cubicBezTo>
                <a:cubicBezTo>
                  <a:pt x="170" y="59"/>
                  <a:pt x="176" y="77"/>
                  <a:pt x="176" y="100"/>
                </a:cubicBezTo>
                <a:lnTo>
                  <a:pt x="176" y="219"/>
                </a:lnTo>
                <a:moveTo>
                  <a:pt x="215" y="67"/>
                </a:moveTo>
                <a:lnTo>
                  <a:pt x="243" y="67"/>
                </a:lnTo>
                <a:lnTo>
                  <a:pt x="243" y="174"/>
                </a:lnTo>
                <a:cubicBezTo>
                  <a:pt x="243" y="190"/>
                  <a:pt x="246" y="201"/>
                  <a:pt x="251" y="208"/>
                </a:cubicBezTo>
                <a:cubicBezTo>
                  <a:pt x="257" y="215"/>
                  <a:pt x="265" y="219"/>
                  <a:pt x="277" y="219"/>
                </a:cubicBezTo>
                <a:cubicBezTo>
                  <a:pt x="290" y="219"/>
                  <a:pt x="300" y="214"/>
                  <a:pt x="307" y="205"/>
                </a:cubicBezTo>
                <a:cubicBezTo>
                  <a:pt x="314" y="196"/>
                  <a:pt x="318" y="182"/>
                  <a:pt x="318" y="165"/>
                </a:cubicBezTo>
                <a:lnTo>
                  <a:pt x="318" y="67"/>
                </a:lnTo>
                <a:lnTo>
                  <a:pt x="346" y="67"/>
                </a:lnTo>
                <a:lnTo>
                  <a:pt x="346" y="239"/>
                </a:lnTo>
                <a:lnTo>
                  <a:pt x="318" y="239"/>
                </a:lnTo>
                <a:lnTo>
                  <a:pt x="318" y="213"/>
                </a:lnTo>
                <a:cubicBezTo>
                  <a:pt x="313" y="223"/>
                  <a:pt x="306" y="231"/>
                  <a:pt x="297" y="236"/>
                </a:cubicBezTo>
                <a:cubicBezTo>
                  <a:pt x="289" y="241"/>
                  <a:pt x="278" y="244"/>
                  <a:pt x="267" y="244"/>
                </a:cubicBezTo>
                <a:cubicBezTo>
                  <a:pt x="249" y="244"/>
                  <a:pt x="236" y="238"/>
                  <a:pt x="228" y="227"/>
                </a:cubicBezTo>
                <a:cubicBezTo>
                  <a:pt x="219" y="215"/>
                  <a:pt x="215" y="197"/>
                  <a:pt x="215" y="174"/>
                </a:cubicBezTo>
                <a:lnTo>
                  <a:pt x="215" y="67"/>
                </a:lnTo>
                <a:moveTo>
                  <a:pt x="528" y="138"/>
                </a:moveTo>
                <a:cubicBezTo>
                  <a:pt x="536" y="148"/>
                  <a:pt x="540" y="161"/>
                  <a:pt x="540" y="176"/>
                </a:cubicBezTo>
                <a:cubicBezTo>
                  <a:pt x="540" y="197"/>
                  <a:pt x="532" y="214"/>
                  <a:pt x="518" y="226"/>
                </a:cubicBezTo>
                <a:cubicBezTo>
                  <a:pt x="504" y="238"/>
                  <a:pt x="485" y="244"/>
                  <a:pt x="459" y="244"/>
                </a:cubicBezTo>
                <a:cubicBezTo>
                  <a:pt x="449" y="244"/>
                  <a:pt x="438" y="243"/>
                  <a:pt x="427" y="241"/>
                </a:cubicBezTo>
                <a:cubicBezTo>
                  <a:pt x="416" y="239"/>
                  <a:pt x="406" y="236"/>
                  <a:pt x="395" y="232"/>
                </a:cubicBezTo>
                <a:lnTo>
                  <a:pt x="395" y="201"/>
                </a:lnTo>
                <a:cubicBezTo>
                  <a:pt x="405" y="207"/>
                  <a:pt x="416" y="211"/>
                  <a:pt x="426" y="214"/>
                </a:cubicBezTo>
                <a:cubicBezTo>
                  <a:pt x="436" y="216"/>
                  <a:pt x="446" y="218"/>
                  <a:pt x="456" y="218"/>
                </a:cubicBezTo>
                <a:cubicBezTo>
                  <a:pt x="473" y="218"/>
                  <a:pt x="486" y="214"/>
                  <a:pt x="495" y="206"/>
                </a:cubicBezTo>
                <a:cubicBezTo>
                  <a:pt x="504" y="198"/>
                  <a:pt x="509" y="187"/>
                  <a:pt x="509" y="173"/>
                </a:cubicBezTo>
                <a:cubicBezTo>
                  <a:pt x="509" y="159"/>
                  <a:pt x="504" y="149"/>
                  <a:pt x="495" y="141"/>
                </a:cubicBezTo>
                <a:cubicBezTo>
                  <a:pt x="486" y="133"/>
                  <a:pt x="474" y="129"/>
                  <a:pt x="458" y="129"/>
                </a:cubicBezTo>
                <a:lnTo>
                  <a:pt x="435" y="129"/>
                </a:lnTo>
                <a:lnTo>
                  <a:pt x="435" y="104"/>
                </a:lnTo>
                <a:lnTo>
                  <a:pt x="458" y="104"/>
                </a:lnTo>
                <a:cubicBezTo>
                  <a:pt x="472" y="104"/>
                  <a:pt x="484" y="101"/>
                  <a:pt x="492" y="94"/>
                </a:cubicBezTo>
                <a:cubicBezTo>
                  <a:pt x="500" y="88"/>
                  <a:pt x="504" y="79"/>
                  <a:pt x="504" y="68"/>
                </a:cubicBezTo>
                <a:cubicBezTo>
                  <a:pt x="504" y="56"/>
                  <a:pt x="500" y="47"/>
                  <a:pt x="492" y="41"/>
                </a:cubicBezTo>
                <a:cubicBezTo>
                  <a:pt x="485" y="35"/>
                  <a:pt x="474" y="32"/>
                  <a:pt x="461" y="32"/>
                </a:cubicBezTo>
                <a:cubicBezTo>
                  <a:pt x="452" y="32"/>
                  <a:pt x="442" y="33"/>
                  <a:pt x="432" y="35"/>
                </a:cubicBezTo>
                <a:cubicBezTo>
                  <a:pt x="423" y="37"/>
                  <a:pt x="413" y="40"/>
                  <a:pt x="402" y="44"/>
                </a:cubicBezTo>
                <a:lnTo>
                  <a:pt x="402" y="15"/>
                </a:lnTo>
                <a:cubicBezTo>
                  <a:pt x="414" y="12"/>
                  <a:pt x="425" y="9"/>
                  <a:pt x="435" y="8"/>
                </a:cubicBezTo>
                <a:cubicBezTo>
                  <a:pt x="445" y="6"/>
                  <a:pt x="453" y="5"/>
                  <a:pt x="461" y="5"/>
                </a:cubicBezTo>
                <a:cubicBezTo>
                  <a:pt x="483" y="5"/>
                  <a:pt x="501" y="11"/>
                  <a:pt x="514" y="22"/>
                </a:cubicBezTo>
                <a:cubicBezTo>
                  <a:pt x="527" y="33"/>
                  <a:pt x="534" y="48"/>
                  <a:pt x="534" y="67"/>
                </a:cubicBezTo>
                <a:cubicBezTo>
                  <a:pt x="534" y="80"/>
                  <a:pt x="531" y="90"/>
                  <a:pt x="524" y="98"/>
                </a:cubicBezTo>
                <a:cubicBezTo>
                  <a:pt x="517" y="107"/>
                  <a:pt x="506" y="113"/>
                  <a:pt x="493" y="116"/>
                </a:cubicBezTo>
                <a:cubicBezTo>
                  <a:pt x="508" y="120"/>
                  <a:pt x="520" y="127"/>
                  <a:pt x="528" y="138"/>
                </a:cubicBezTo>
                <a:moveTo>
                  <a:pt x="699" y="0"/>
                </a:moveTo>
                <a:cubicBezTo>
                  <a:pt x="685" y="24"/>
                  <a:pt x="675" y="47"/>
                  <a:pt x="668" y="70"/>
                </a:cubicBezTo>
                <a:cubicBezTo>
                  <a:pt x="662" y="93"/>
                  <a:pt x="658" y="117"/>
                  <a:pt x="658" y="140"/>
                </a:cubicBezTo>
                <a:cubicBezTo>
                  <a:pt x="658" y="164"/>
                  <a:pt x="662" y="187"/>
                  <a:pt x="668" y="211"/>
                </a:cubicBezTo>
                <a:cubicBezTo>
                  <a:pt x="675" y="234"/>
                  <a:pt x="685" y="257"/>
                  <a:pt x="699" y="281"/>
                </a:cubicBezTo>
                <a:lnTo>
                  <a:pt x="674" y="281"/>
                </a:lnTo>
                <a:cubicBezTo>
                  <a:pt x="659" y="256"/>
                  <a:pt x="647" y="233"/>
                  <a:pt x="640" y="210"/>
                </a:cubicBezTo>
                <a:cubicBezTo>
                  <a:pt x="632" y="186"/>
                  <a:pt x="629" y="163"/>
                  <a:pt x="629" y="140"/>
                </a:cubicBezTo>
                <a:cubicBezTo>
                  <a:pt x="629" y="117"/>
                  <a:pt x="632" y="94"/>
                  <a:pt x="640" y="71"/>
                </a:cubicBezTo>
                <a:cubicBezTo>
                  <a:pt x="647" y="48"/>
                  <a:pt x="659" y="24"/>
                  <a:pt x="674" y="0"/>
                </a:cubicBezTo>
                <a:lnTo>
                  <a:pt x="699" y="0"/>
                </a:lnTo>
                <a:moveTo>
                  <a:pt x="823" y="0"/>
                </a:moveTo>
                <a:lnTo>
                  <a:pt x="889" y="0"/>
                </a:lnTo>
                <a:lnTo>
                  <a:pt x="889" y="22"/>
                </a:lnTo>
                <a:lnTo>
                  <a:pt x="852" y="22"/>
                </a:lnTo>
                <a:lnTo>
                  <a:pt x="852" y="259"/>
                </a:lnTo>
                <a:lnTo>
                  <a:pt x="889" y="259"/>
                </a:lnTo>
                <a:lnTo>
                  <a:pt x="889" y="281"/>
                </a:lnTo>
                <a:lnTo>
                  <a:pt x="823" y="281"/>
                </a:lnTo>
                <a:lnTo>
                  <a:pt x="823" y="0"/>
                </a:lnTo>
                <a:moveTo>
                  <a:pt x="1054" y="38"/>
                </a:moveTo>
                <a:lnTo>
                  <a:pt x="982" y="159"/>
                </a:lnTo>
                <a:lnTo>
                  <a:pt x="1054" y="159"/>
                </a:lnTo>
                <a:lnTo>
                  <a:pt x="1054" y="38"/>
                </a:lnTo>
                <a:moveTo>
                  <a:pt x="1049" y="10"/>
                </a:moveTo>
                <a:lnTo>
                  <a:pt x="1085" y="10"/>
                </a:lnTo>
                <a:lnTo>
                  <a:pt x="1085" y="159"/>
                </a:lnTo>
                <a:lnTo>
                  <a:pt x="1116" y="159"/>
                </a:lnTo>
                <a:lnTo>
                  <a:pt x="1116" y="184"/>
                </a:lnTo>
                <a:lnTo>
                  <a:pt x="1085" y="184"/>
                </a:lnTo>
                <a:lnTo>
                  <a:pt x="1085" y="239"/>
                </a:lnTo>
                <a:lnTo>
                  <a:pt x="1054" y="239"/>
                </a:lnTo>
                <a:lnTo>
                  <a:pt x="1054" y="184"/>
                </a:lnTo>
                <a:lnTo>
                  <a:pt x="957" y="184"/>
                </a:lnTo>
                <a:lnTo>
                  <a:pt x="957" y="155"/>
                </a:lnTo>
                <a:lnTo>
                  <a:pt x="1049" y="10"/>
                </a:lnTo>
                <a:moveTo>
                  <a:pt x="1208" y="193"/>
                </a:moveTo>
                <a:lnTo>
                  <a:pt x="1247" y="193"/>
                </a:lnTo>
                <a:lnTo>
                  <a:pt x="1247" y="225"/>
                </a:lnTo>
                <a:lnTo>
                  <a:pt x="1216" y="283"/>
                </a:lnTo>
                <a:lnTo>
                  <a:pt x="1193" y="283"/>
                </a:lnTo>
                <a:lnTo>
                  <a:pt x="1208" y="225"/>
                </a:lnTo>
                <a:lnTo>
                  <a:pt x="1208" y="193"/>
                </a:lnTo>
                <a:moveTo>
                  <a:pt x="1352" y="10"/>
                </a:moveTo>
                <a:lnTo>
                  <a:pt x="1468" y="10"/>
                </a:lnTo>
                <a:lnTo>
                  <a:pt x="1468" y="36"/>
                </a:lnTo>
                <a:lnTo>
                  <a:pt x="1380" y="36"/>
                </a:lnTo>
                <a:lnTo>
                  <a:pt x="1380" y="92"/>
                </a:lnTo>
                <a:cubicBezTo>
                  <a:pt x="1384" y="91"/>
                  <a:pt x="1389" y="89"/>
                  <a:pt x="1393" y="89"/>
                </a:cubicBezTo>
                <a:cubicBezTo>
                  <a:pt x="1398" y="88"/>
                  <a:pt x="1402" y="87"/>
                  <a:pt x="1407" y="87"/>
                </a:cubicBezTo>
                <a:cubicBezTo>
                  <a:pt x="1430" y="87"/>
                  <a:pt x="1449" y="94"/>
                  <a:pt x="1463" y="108"/>
                </a:cubicBezTo>
                <a:cubicBezTo>
                  <a:pt x="1477" y="123"/>
                  <a:pt x="1484" y="142"/>
                  <a:pt x="1484" y="166"/>
                </a:cubicBezTo>
                <a:cubicBezTo>
                  <a:pt x="1484" y="190"/>
                  <a:pt x="1477" y="209"/>
                  <a:pt x="1462" y="223"/>
                </a:cubicBezTo>
                <a:cubicBezTo>
                  <a:pt x="1448" y="237"/>
                  <a:pt x="1428" y="244"/>
                  <a:pt x="1402" y="244"/>
                </a:cubicBezTo>
                <a:cubicBezTo>
                  <a:pt x="1390" y="244"/>
                  <a:pt x="1379" y="243"/>
                  <a:pt x="1369" y="241"/>
                </a:cubicBezTo>
                <a:cubicBezTo>
                  <a:pt x="1359" y="240"/>
                  <a:pt x="1350" y="237"/>
                  <a:pt x="1342" y="234"/>
                </a:cubicBezTo>
                <a:lnTo>
                  <a:pt x="1342" y="202"/>
                </a:lnTo>
                <a:cubicBezTo>
                  <a:pt x="1351" y="207"/>
                  <a:pt x="1361" y="211"/>
                  <a:pt x="1370" y="214"/>
                </a:cubicBezTo>
                <a:cubicBezTo>
                  <a:pt x="1380" y="216"/>
                  <a:pt x="1390" y="218"/>
                  <a:pt x="1400" y="218"/>
                </a:cubicBezTo>
                <a:cubicBezTo>
                  <a:pt x="1417" y="218"/>
                  <a:pt x="1430" y="213"/>
                  <a:pt x="1439" y="204"/>
                </a:cubicBezTo>
                <a:cubicBezTo>
                  <a:pt x="1448" y="195"/>
                  <a:pt x="1453" y="182"/>
                  <a:pt x="1453" y="166"/>
                </a:cubicBezTo>
                <a:cubicBezTo>
                  <a:pt x="1453" y="149"/>
                  <a:pt x="1448" y="136"/>
                  <a:pt x="1438" y="127"/>
                </a:cubicBezTo>
                <a:cubicBezTo>
                  <a:pt x="1429" y="118"/>
                  <a:pt x="1416" y="114"/>
                  <a:pt x="1399" y="114"/>
                </a:cubicBezTo>
                <a:cubicBezTo>
                  <a:pt x="1390" y="114"/>
                  <a:pt x="1382" y="115"/>
                  <a:pt x="1374" y="116"/>
                </a:cubicBezTo>
                <a:cubicBezTo>
                  <a:pt x="1366" y="118"/>
                  <a:pt x="1359" y="121"/>
                  <a:pt x="1352" y="125"/>
                </a:cubicBezTo>
                <a:lnTo>
                  <a:pt x="1352" y="10"/>
                </a:lnTo>
                <a:moveTo>
                  <a:pt x="1586" y="193"/>
                </a:moveTo>
                <a:lnTo>
                  <a:pt x="1625" y="193"/>
                </a:lnTo>
                <a:lnTo>
                  <a:pt x="1625" y="225"/>
                </a:lnTo>
                <a:lnTo>
                  <a:pt x="1595" y="283"/>
                </a:lnTo>
                <a:lnTo>
                  <a:pt x="1571" y="283"/>
                </a:lnTo>
                <a:lnTo>
                  <a:pt x="1586" y="225"/>
                </a:lnTo>
                <a:lnTo>
                  <a:pt x="1586" y="193"/>
                </a:lnTo>
                <a:moveTo>
                  <a:pt x="1740" y="213"/>
                </a:moveTo>
                <a:lnTo>
                  <a:pt x="1788" y="213"/>
                </a:lnTo>
                <a:lnTo>
                  <a:pt x="1788" y="38"/>
                </a:lnTo>
                <a:lnTo>
                  <a:pt x="1736" y="49"/>
                </a:lnTo>
                <a:lnTo>
                  <a:pt x="1736" y="21"/>
                </a:lnTo>
                <a:lnTo>
                  <a:pt x="1788" y="10"/>
                </a:lnTo>
                <a:lnTo>
                  <a:pt x="1819" y="10"/>
                </a:lnTo>
                <a:lnTo>
                  <a:pt x="1819" y="213"/>
                </a:lnTo>
                <a:lnTo>
                  <a:pt x="1866" y="213"/>
                </a:lnTo>
                <a:lnTo>
                  <a:pt x="1866" y="239"/>
                </a:lnTo>
                <a:lnTo>
                  <a:pt x="1740" y="239"/>
                </a:lnTo>
                <a:lnTo>
                  <a:pt x="1740" y="213"/>
                </a:lnTo>
                <a:moveTo>
                  <a:pt x="2040" y="43"/>
                </a:moveTo>
                <a:cubicBezTo>
                  <a:pt x="2033" y="39"/>
                  <a:pt x="2026" y="37"/>
                  <a:pt x="2019" y="35"/>
                </a:cubicBezTo>
                <a:cubicBezTo>
                  <a:pt x="2012" y="33"/>
                  <a:pt x="2004" y="32"/>
                  <a:pt x="1996" y="32"/>
                </a:cubicBezTo>
                <a:cubicBezTo>
                  <a:pt x="1977" y="32"/>
                  <a:pt x="1962" y="39"/>
                  <a:pt x="1952" y="54"/>
                </a:cubicBezTo>
                <a:cubicBezTo>
                  <a:pt x="1942" y="69"/>
                  <a:pt x="1937" y="90"/>
                  <a:pt x="1937" y="119"/>
                </a:cubicBezTo>
                <a:cubicBezTo>
                  <a:pt x="1941" y="109"/>
                  <a:pt x="1948" y="101"/>
                  <a:pt x="1957" y="96"/>
                </a:cubicBezTo>
                <a:cubicBezTo>
                  <a:pt x="1966" y="90"/>
                  <a:pt x="1976" y="87"/>
                  <a:pt x="1987" y="87"/>
                </a:cubicBezTo>
                <a:cubicBezTo>
                  <a:pt x="2009" y="87"/>
                  <a:pt x="2026" y="94"/>
                  <a:pt x="2038" y="108"/>
                </a:cubicBezTo>
                <a:cubicBezTo>
                  <a:pt x="2050" y="121"/>
                  <a:pt x="2056" y="141"/>
                  <a:pt x="2056" y="166"/>
                </a:cubicBezTo>
                <a:cubicBezTo>
                  <a:pt x="2056" y="190"/>
                  <a:pt x="2050" y="210"/>
                  <a:pt x="2038" y="223"/>
                </a:cubicBezTo>
                <a:cubicBezTo>
                  <a:pt x="2025" y="237"/>
                  <a:pt x="2008" y="244"/>
                  <a:pt x="1985" y="244"/>
                </a:cubicBezTo>
                <a:cubicBezTo>
                  <a:pt x="1958" y="244"/>
                  <a:pt x="1939" y="234"/>
                  <a:pt x="1927" y="215"/>
                </a:cubicBezTo>
                <a:cubicBezTo>
                  <a:pt x="1914" y="196"/>
                  <a:pt x="1908" y="166"/>
                  <a:pt x="1908" y="125"/>
                </a:cubicBezTo>
                <a:cubicBezTo>
                  <a:pt x="1908" y="86"/>
                  <a:pt x="1915" y="56"/>
                  <a:pt x="1930" y="36"/>
                </a:cubicBezTo>
                <a:cubicBezTo>
                  <a:pt x="1945" y="16"/>
                  <a:pt x="1967" y="5"/>
                  <a:pt x="1995" y="5"/>
                </a:cubicBezTo>
                <a:cubicBezTo>
                  <a:pt x="2003" y="5"/>
                  <a:pt x="2010" y="6"/>
                  <a:pt x="2018" y="8"/>
                </a:cubicBezTo>
                <a:cubicBezTo>
                  <a:pt x="2025" y="9"/>
                  <a:pt x="2033" y="12"/>
                  <a:pt x="2040" y="15"/>
                </a:cubicBezTo>
                <a:lnTo>
                  <a:pt x="2040" y="43"/>
                </a:lnTo>
                <a:moveTo>
                  <a:pt x="1953" y="126"/>
                </a:moveTo>
                <a:cubicBezTo>
                  <a:pt x="1946" y="136"/>
                  <a:pt x="1942" y="149"/>
                  <a:pt x="1942" y="166"/>
                </a:cubicBezTo>
                <a:cubicBezTo>
                  <a:pt x="1942" y="182"/>
                  <a:pt x="1946" y="196"/>
                  <a:pt x="1953" y="205"/>
                </a:cubicBezTo>
                <a:cubicBezTo>
                  <a:pt x="1961" y="215"/>
                  <a:pt x="1971" y="219"/>
                  <a:pt x="1984" y="219"/>
                </a:cubicBezTo>
                <a:cubicBezTo>
                  <a:pt x="1998" y="219"/>
                  <a:pt x="2008" y="215"/>
                  <a:pt x="2015" y="206"/>
                </a:cubicBezTo>
                <a:cubicBezTo>
                  <a:pt x="2022" y="197"/>
                  <a:pt x="2026" y="183"/>
                  <a:pt x="2026" y="166"/>
                </a:cubicBezTo>
                <a:cubicBezTo>
                  <a:pt x="2026" y="148"/>
                  <a:pt x="2022" y="134"/>
                  <a:pt x="2015" y="125"/>
                </a:cubicBezTo>
                <a:cubicBezTo>
                  <a:pt x="2008" y="116"/>
                  <a:pt x="1998" y="112"/>
                  <a:pt x="1984" y="112"/>
                </a:cubicBezTo>
                <a:cubicBezTo>
                  <a:pt x="1971" y="112"/>
                  <a:pt x="1961" y="116"/>
                  <a:pt x="1953" y="126"/>
                </a:cubicBezTo>
                <a:moveTo>
                  <a:pt x="2195" y="0"/>
                </a:moveTo>
                <a:lnTo>
                  <a:pt x="2195" y="281"/>
                </a:lnTo>
                <a:lnTo>
                  <a:pt x="2130" y="281"/>
                </a:lnTo>
                <a:lnTo>
                  <a:pt x="2130" y="259"/>
                </a:lnTo>
                <a:lnTo>
                  <a:pt x="2167" y="259"/>
                </a:lnTo>
                <a:lnTo>
                  <a:pt x="2167" y="22"/>
                </a:lnTo>
                <a:lnTo>
                  <a:pt x="2130" y="22"/>
                </a:lnTo>
                <a:lnTo>
                  <a:pt x="2130" y="0"/>
                </a:lnTo>
                <a:lnTo>
                  <a:pt x="2195" y="0"/>
                </a:lnTo>
                <a:moveTo>
                  <a:pt x="2343" y="193"/>
                </a:moveTo>
                <a:lnTo>
                  <a:pt x="2382" y="193"/>
                </a:lnTo>
                <a:lnTo>
                  <a:pt x="2382" y="225"/>
                </a:lnTo>
                <a:lnTo>
                  <a:pt x="2352" y="283"/>
                </a:lnTo>
                <a:lnTo>
                  <a:pt x="2328" y="283"/>
                </a:lnTo>
                <a:lnTo>
                  <a:pt x="2343" y="225"/>
                </a:lnTo>
                <a:lnTo>
                  <a:pt x="2343" y="193"/>
                </a:lnTo>
                <a:moveTo>
                  <a:pt x="2530" y="192"/>
                </a:moveTo>
                <a:lnTo>
                  <a:pt x="2569" y="192"/>
                </a:lnTo>
                <a:lnTo>
                  <a:pt x="2569" y="239"/>
                </a:lnTo>
                <a:lnTo>
                  <a:pt x="2530" y="239"/>
                </a:lnTo>
                <a:lnTo>
                  <a:pt x="2530" y="192"/>
                </a:lnTo>
                <a:moveTo>
                  <a:pt x="2719" y="192"/>
                </a:moveTo>
                <a:lnTo>
                  <a:pt x="2758" y="192"/>
                </a:lnTo>
                <a:lnTo>
                  <a:pt x="2758" y="239"/>
                </a:lnTo>
                <a:lnTo>
                  <a:pt x="2719" y="239"/>
                </a:lnTo>
                <a:lnTo>
                  <a:pt x="2719" y="192"/>
                </a:lnTo>
                <a:moveTo>
                  <a:pt x="2909" y="192"/>
                </a:moveTo>
                <a:lnTo>
                  <a:pt x="2947" y="192"/>
                </a:lnTo>
                <a:lnTo>
                  <a:pt x="2947" y="239"/>
                </a:lnTo>
                <a:lnTo>
                  <a:pt x="2909" y="239"/>
                </a:lnTo>
                <a:lnTo>
                  <a:pt x="2909" y="192"/>
                </a:lnTo>
                <a:moveTo>
                  <a:pt x="3101" y="0"/>
                </a:moveTo>
                <a:cubicBezTo>
                  <a:pt x="3116" y="24"/>
                  <a:pt x="3128" y="48"/>
                  <a:pt x="3135" y="71"/>
                </a:cubicBezTo>
                <a:cubicBezTo>
                  <a:pt x="3143" y="94"/>
                  <a:pt x="3147" y="117"/>
                  <a:pt x="3147" y="140"/>
                </a:cubicBezTo>
                <a:cubicBezTo>
                  <a:pt x="3147" y="163"/>
                  <a:pt x="3143" y="187"/>
                  <a:pt x="3135" y="210"/>
                </a:cubicBezTo>
                <a:cubicBezTo>
                  <a:pt x="3128" y="233"/>
                  <a:pt x="3116" y="257"/>
                  <a:pt x="3101" y="281"/>
                </a:cubicBezTo>
                <a:lnTo>
                  <a:pt x="3076" y="281"/>
                </a:lnTo>
                <a:cubicBezTo>
                  <a:pt x="3090" y="257"/>
                  <a:pt x="3100" y="233"/>
                  <a:pt x="3107" y="210"/>
                </a:cubicBezTo>
                <a:cubicBezTo>
                  <a:pt x="3113" y="187"/>
                  <a:pt x="3117" y="164"/>
                  <a:pt x="3117" y="140"/>
                </a:cubicBezTo>
                <a:cubicBezTo>
                  <a:pt x="3117" y="117"/>
                  <a:pt x="3113" y="94"/>
                  <a:pt x="3107" y="70"/>
                </a:cubicBezTo>
                <a:cubicBezTo>
                  <a:pt x="3100" y="47"/>
                  <a:pt x="3090" y="24"/>
                  <a:pt x="3076" y="0"/>
                </a:cubicBezTo>
                <a:lnTo>
                  <a:pt x="3101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594720" y="2541600"/>
            <a:ext cx="1201320" cy="104040"/>
          </a:xfrm>
          <a:custGeom>
            <a:avLst/>
            <a:gdLst/>
            <a:ahLst/>
            <a:rect l="0" t="0" r="r" b="b"/>
            <a:pathLst>
              <a:path w="3337" h="289">
                <a:moveTo>
                  <a:pt x="156" y="156"/>
                </a:moveTo>
                <a:cubicBezTo>
                  <a:pt x="156" y="143"/>
                  <a:pt x="152" y="132"/>
                  <a:pt x="146" y="124"/>
                </a:cubicBezTo>
                <a:cubicBezTo>
                  <a:pt x="139" y="116"/>
                  <a:pt x="130" y="112"/>
                  <a:pt x="119" y="112"/>
                </a:cubicBezTo>
                <a:cubicBezTo>
                  <a:pt x="109" y="112"/>
                  <a:pt x="100" y="116"/>
                  <a:pt x="93" y="124"/>
                </a:cubicBezTo>
                <a:cubicBezTo>
                  <a:pt x="87" y="132"/>
                  <a:pt x="83" y="143"/>
                  <a:pt x="83" y="156"/>
                </a:cubicBezTo>
                <a:cubicBezTo>
                  <a:pt x="83" y="169"/>
                  <a:pt x="87" y="180"/>
                  <a:pt x="93" y="188"/>
                </a:cubicBezTo>
                <a:cubicBezTo>
                  <a:pt x="100" y="196"/>
                  <a:pt x="109" y="200"/>
                  <a:pt x="119" y="200"/>
                </a:cubicBezTo>
                <a:cubicBezTo>
                  <a:pt x="130" y="200"/>
                  <a:pt x="139" y="196"/>
                  <a:pt x="146" y="188"/>
                </a:cubicBezTo>
                <a:cubicBezTo>
                  <a:pt x="152" y="180"/>
                  <a:pt x="156" y="169"/>
                  <a:pt x="156" y="156"/>
                </a:cubicBezTo>
                <a:moveTo>
                  <a:pt x="177" y="219"/>
                </a:moveTo>
                <a:lnTo>
                  <a:pt x="155" y="219"/>
                </a:lnTo>
                <a:lnTo>
                  <a:pt x="155" y="202"/>
                </a:lnTo>
                <a:cubicBezTo>
                  <a:pt x="151" y="208"/>
                  <a:pt x="146" y="213"/>
                  <a:pt x="139" y="217"/>
                </a:cubicBezTo>
                <a:cubicBezTo>
                  <a:pt x="132" y="220"/>
                  <a:pt x="125" y="222"/>
                  <a:pt x="117" y="222"/>
                </a:cubicBezTo>
                <a:cubicBezTo>
                  <a:pt x="100" y="222"/>
                  <a:pt x="86" y="216"/>
                  <a:pt x="76" y="203"/>
                </a:cubicBezTo>
                <a:cubicBezTo>
                  <a:pt x="65" y="191"/>
                  <a:pt x="59" y="175"/>
                  <a:pt x="59" y="156"/>
                </a:cubicBezTo>
                <a:cubicBezTo>
                  <a:pt x="59" y="137"/>
                  <a:pt x="65" y="121"/>
                  <a:pt x="76" y="108"/>
                </a:cubicBezTo>
                <a:cubicBezTo>
                  <a:pt x="86" y="96"/>
                  <a:pt x="100" y="90"/>
                  <a:pt x="117" y="90"/>
                </a:cubicBezTo>
                <a:cubicBezTo>
                  <a:pt x="125" y="90"/>
                  <a:pt x="132" y="91"/>
                  <a:pt x="139" y="95"/>
                </a:cubicBezTo>
                <a:cubicBezTo>
                  <a:pt x="146" y="99"/>
                  <a:pt x="151" y="104"/>
                  <a:pt x="155" y="110"/>
                </a:cubicBezTo>
                <a:lnTo>
                  <a:pt x="155" y="100"/>
                </a:lnTo>
                <a:cubicBezTo>
                  <a:pt x="155" y="84"/>
                  <a:pt x="150" y="71"/>
                  <a:pt x="141" y="62"/>
                </a:cubicBezTo>
                <a:cubicBezTo>
                  <a:pt x="132" y="52"/>
                  <a:pt x="121" y="47"/>
                  <a:pt x="106" y="47"/>
                </a:cubicBezTo>
                <a:cubicBezTo>
                  <a:pt x="81" y="47"/>
                  <a:pt x="60" y="57"/>
                  <a:pt x="46" y="76"/>
                </a:cubicBezTo>
                <a:cubicBezTo>
                  <a:pt x="31" y="96"/>
                  <a:pt x="23" y="123"/>
                  <a:pt x="23" y="156"/>
                </a:cubicBezTo>
                <a:cubicBezTo>
                  <a:pt x="23" y="190"/>
                  <a:pt x="32" y="217"/>
                  <a:pt x="49" y="237"/>
                </a:cubicBezTo>
                <a:cubicBezTo>
                  <a:pt x="65" y="257"/>
                  <a:pt x="88" y="267"/>
                  <a:pt x="116" y="267"/>
                </a:cubicBezTo>
                <a:cubicBezTo>
                  <a:pt x="121" y="267"/>
                  <a:pt x="127" y="266"/>
                  <a:pt x="133" y="265"/>
                </a:cubicBezTo>
                <a:cubicBezTo>
                  <a:pt x="138" y="264"/>
                  <a:pt x="144" y="263"/>
                  <a:pt x="150" y="260"/>
                </a:cubicBezTo>
                <a:lnTo>
                  <a:pt x="157" y="281"/>
                </a:lnTo>
                <a:cubicBezTo>
                  <a:pt x="150" y="284"/>
                  <a:pt x="144" y="286"/>
                  <a:pt x="138" y="287"/>
                </a:cubicBezTo>
                <a:cubicBezTo>
                  <a:pt x="132" y="288"/>
                  <a:pt x="125" y="289"/>
                  <a:pt x="119" y="289"/>
                </a:cubicBezTo>
                <a:cubicBezTo>
                  <a:pt x="83" y="289"/>
                  <a:pt x="54" y="277"/>
                  <a:pt x="32" y="253"/>
                </a:cubicBezTo>
                <a:cubicBezTo>
                  <a:pt x="11" y="229"/>
                  <a:pt x="0" y="197"/>
                  <a:pt x="0" y="156"/>
                </a:cubicBezTo>
                <a:cubicBezTo>
                  <a:pt x="0" y="116"/>
                  <a:pt x="10" y="84"/>
                  <a:pt x="29" y="61"/>
                </a:cubicBezTo>
                <a:cubicBezTo>
                  <a:pt x="48" y="37"/>
                  <a:pt x="74" y="25"/>
                  <a:pt x="107" y="25"/>
                </a:cubicBezTo>
                <a:cubicBezTo>
                  <a:pt x="128" y="25"/>
                  <a:pt x="145" y="32"/>
                  <a:pt x="158" y="46"/>
                </a:cubicBezTo>
                <a:cubicBezTo>
                  <a:pt x="171" y="59"/>
                  <a:pt x="177" y="77"/>
                  <a:pt x="177" y="100"/>
                </a:cubicBezTo>
                <a:lnTo>
                  <a:pt x="177" y="219"/>
                </a:lnTo>
                <a:moveTo>
                  <a:pt x="289" y="85"/>
                </a:moveTo>
                <a:cubicBezTo>
                  <a:pt x="293" y="78"/>
                  <a:pt x="297" y="72"/>
                  <a:pt x="302" y="69"/>
                </a:cubicBezTo>
                <a:cubicBezTo>
                  <a:pt x="308" y="65"/>
                  <a:pt x="314" y="63"/>
                  <a:pt x="322" y="63"/>
                </a:cubicBezTo>
                <a:cubicBezTo>
                  <a:pt x="336" y="63"/>
                  <a:pt x="345" y="69"/>
                  <a:pt x="351" y="79"/>
                </a:cubicBezTo>
                <a:cubicBezTo>
                  <a:pt x="357" y="90"/>
                  <a:pt x="360" y="110"/>
                  <a:pt x="360" y="140"/>
                </a:cubicBezTo>
                <a:lnTo>
                  <a:pt x="360" y="240"/>
                </a:lnTo>
                <a:lnTo>
                  <a:pt x="334" y="240"/>
                </a:lnTo>
                <a:lnTo>
                  <a:pt x="334" y="141"/>
                </a:lnTo>
                <a:cubicBezTo>
                  <a:pt x="334" y="117"/>
                  <a:pt x="332" y="102"/>
                  <a:pt x="330" y="96"/>
                </a:cubicBezTo>
                <a:cubicBezTo>
                  <a:pt x="327" y="90"/>
                  <a:pt x="322" y="87"/>
                  <a:pt x="315" y="87"/>
                </a:cubicBezTo>
                <a:cubicBezTo>
                  <a:pt x="307" y="87"/>
                  <a:pt x="301" y="90"/>
                  <a:pt x="298" y="96"/>
                </a:cubicBezTo>
                <a:cubicBezTo>
                  <a:pt x="295" y="103"/>
                  <a:pt x="294" y="118"/>
                  <a:pt x="294" y="141"/>
                </a:cubicBezTo>
                <a:lnTo>
                  <a:pt x="294" y="240"/>
                </a:lnTo>
                <a:lnTo>
                  <a:pt x="268" y="240"/>
                </a:lnTo>
                <a:lnTo>
                  <a:pt x="268" y="141"/>
                </a:lnTo>
                <a:cubicBezTo>
                  <a:pt x="268" y="116"/>
                  <a:pt x="266" y="101"/>
                  <a:pt x="263" y="96"/>
                </a:cubicBezTo>
                <a:cubicBezTo>
                  <a:pt x="261" y="90"/>
                  <a:pt x="255" y="87"/>
                  <a:pt x="248" y="87"/>
                </a:cubicBezTo>
                <a:cubicBezTo>
                  <a:pt x="240" y="87"/>
                  <a:pt x="235" y="90"/>
                  <a:pt x="232" y="96"/>
                </a:cubicBezTo>
                <a:cubicBezTo>
                  <a:pt x="229" y="103"/>
                  <a:pt x="228" y="118"/>
                  <a:pt x="228" y="141"/>
                </a:cubicBezTo>
                <a:lnTo>
                  <a:pt x="228" y="240"/>
                </a:lnTo>
                <a:lnTo>
                  <a:pt x="202" y="240"/>
                </a:lnTo>
                <a:lnTo>
                  <a:pt x="202" y="67"/>
                </a:lnTo>
                <a:lnTo>
                  <a:pt x="228" y="67"/>
                </a:lnTo>
                <a:lnTo>
                  <a:pt x="228" y="82"/>
                </a:lnTo>
                <a:cubicBezTo>
                  <a:pt x="231" y="76"/>
                  <a:pt x="235" y="71"/>
                  <a:pt x="240" y="68"/>
                </a:cubicBezTo>
                <a:cubicBezTo>
                  <a:pt x="246" y="65"/>
                  <a:pt x="251" y="63"/>
                  <a:pt x="258" y="63"/>
                </a:cubicBezTo>
                <a:cubicBezTo>
                  <a:pt x="266" y="63"/>
                  <a:pt x="272" y="65"/>
                  <a:pt x="277" y="69"/>
                </a:cubicBezTo>
                <a:cubicBezTo>
                  <a:pt x="282" y="72"/>
                  <a:pt x="286" y="78"/>
                  <a:pt x="289" y="85"/>
                </a:cubicBezTo>
                <a:moveTo>
                  <a:pt x="469" y="87"/>
                </a:moveTo>
                <a:cubicBezTo>
                  <a:pt x="455" y="87"/>
                  <a:pt x="444" y="93"/>
                  <a:pt x="437" y="104"/>
                </a:cubicBezTo>
                <a:cubicBezTo>
                  <a:pt x="429" y="115"/>
                  <a:pt x="426" y="132"/>
                  <a:pt x="426" y="154"/>
                </a:cubicBezTo>
                <a:cubicBezTo>
                  <a:pt x="426" y="176"/>
                  <a:pt x="429" y="192"/>
                  <a:pt x="437" y="203"/>
                </a:cubicBezTo>
                <a:cubicBezTo>
                  <a:pt x="444" y="215"/>
                  <a:pt x="455" y="220"/>
                  <a:pt x="469" y="220"/>
                </a:cubicBezTo>
                <a:cubicBezTo>
                  <a:pt x="484" y="220"/>
                  <a:pt x="495" y="215"/>
                  <a:pt x="502" y="203"/>
                </a:cubicBezTo>
                <a:cubicBezTo>
                  <a:pt x="509" y="192"/>
                  <a:pt x="513" y="176"/>
                  <a:pt x="513" y="154"/>
                </a:cubicBezTo>
                <a:cubicBezTo>
                  <a:pt x="513" y="132"/>
                  <a:pt x="509" y="115"/>
                  <a:pt x="502" y="104"/>
                </a:cubicBezTo>
                <a:cubicBezTo>
                  <a:pt x="495" y="93"/>
                  <a:pt x="484" y="87"/>
                  <a:pt x="469" y="87"/>
                </a:cubicBezTo>
                <a:moveTo>
                  <a:pt x="524" y="86"/>
                </a:moveTo>
                <a:cubicBezTo>
                  <a:pt x="537" y="102"/>
                  <a:pt x="543" y="124"/>
                  <a:pt x="543" y="154"/>
                </a:cubicBezTo>
                <a:cubicBezTo>
                  <a:pt x="543" y="183"/>
                  <a:pt x="537" y="206"/>
                  <a:pt x="524" y="221"/>
                </a:cubicBezTo>
                <a:cubicBezTo>
                  <a:pt x="511" y="236"/>
                  <a:pt x="493" y="244"/>
                  <a:pt x="469" y="244"/>
                </a:cubicBezTo>
                <a:cubicBezTo>
                  <a:pt x="445" y="244"/>
                  <a:pt x="427" y="236"/>
                  <a:pt x="415" y="221"/>
                </a:cubicBezTo>
                <a:cubicBezTo>
                  <a:pt x="402" y="206"/>
                  <a:pt x="396" y="183"/>
                  <a:pt x="396" y="154"/>
                </a:cubicBezTo>
                <a:cubicBezTo>
                  <a:pt x="396" y="124"/>
                  <a:pt x="402" y="102"/>
                  <a:pt x="415" y="86"/>
                </a:cubicBezTo>
                <a:cubicBezTo>
                  <a:pt x="427" y="71"/>
                  <a:pt x="445" y="63"/>
                  <a:pt x="469" y="63"/>
                </a:cubicBezTo>
                <a:cubicBezTo>
                  <a:pt x="493" y="63"/>
                  <a:pt x="511" y="71"/>
                  <a:pt x="524" y="86"/>
                </a:cubicBezTo>
                <a:moveTo>
                  <a:pt x="579" y="67"/>
                </a:moveTo>
                <a:lnTo>
                  <a:pt x="609" y="67"/>
                </a:lnTo>
                <a:lnTo>
                  <a:pt x="658" y="212"/>
                </a:lnTo>
                <a:lnTo>
                  <a:pt x="708" y="67"/>
                </a:lnTo>
                <a:lnTo>
                  <a:pt x="738" y="67"/>
                </a:lnTo>
                <a:lnTo>
                  <a:pt x="677" y="240"/>
                </a:lnTo>
                <a:lnTo>
                  <a:pt x="640" y="240"/>
                </a:lnTo>
                <a:lnTo>
                  <a:pt x="579" y="67"/>
                </a:lnTo>
                <a:moveTo>
                  <a:pt x="924" y="146"/>
                </a:moveTo>
                <a:lnTo>
                  <a:pt x="924" y="160"/>
                </a:lnTo>
                <a:lnTo>
                  <a:pt x="801" y="160"/>
                </a:lnTo>
                <a:lnTo>
                  <a:pt x="801" y="161"/>
                </a:lnTo>
                <a:cubicBezTo>
                  <a:pt x="801" y="180"/>
                  <a:pt x="806" y="195"/>
                  <a:pt x="816" y="205"/>
                </a:cubicBezTo>
                <a:cubicBezTo>
                  <a:pt x="826" y="215"/>
                  <a:pt x="840" y="220"/>
                  <a:pt x="857" y="220"/>
                </a:cubicBezTo>
                <a:cubicBezTo>
                  <a:pt x="866" y="220"/>
                  <a:pt x="876" y="219"/>
                  <a:pt x="886" y="216"/>
                </a:cubicBezTo>
                <a:cubicBezTo>
                  <a:pt x="895" y="213"/>
                  <a:pt x="906" y="209"/>
                  <a:pt x="917" y="203"/>
                </a:cubicBezTo>
                <a:lnTo>
                  <a:pt x="917" y="231"/>
                </a:lnTo>
                <a:cubicBezTo>
                  <a:pt x="906" y="235"/>
                  <a:pt x="896" y="239"/>
                  <a:pt x="886" y="241"/>
                </a:cubicBezTo>
                <a:cubicBezTo>
                  <a:pt x="876" y="243"/>
                  <a:pt x="866" y="244"/>
                  <a:pt x="857" y="244"/>
                </a:cubicBezTo>
                <a:cubicBezTo>
                  <a:pt x="830" y="244"/>
                  <a:pt x="810" y="236"/>
                  <a:pt x="795" y="220"/>
                </a:cubicBezTo>
                <a:cubicBezTo>
                  <a:pt x="779" y="204"/>
                  <a:pt x="772" y="182"/>
                  <a:pt x="772" y="154"/>
                </a:cubicBezTo>
                <a:cubicBezTo>
                  <a:pt x="772" y="126"/>
                  <a:pt x="779" y="104"/>
                  <a:pt x="794" y="88"/>
                </a:cubicBezTo>
                <a:cubicBezTo>
                  <a:pt x="809" y="71"/>
                  <a:pt x="828" y="63"/>
                  <a:pt x="853" y="63"/>
                </a:cubicBezTo>
                <a:cubicBezTo>
                  <a:pt x="875" y="63"/>
                  <a:pt x="892" y="71"/>
                  <a:pt x="905" y="86"/>
                </a:cubicBezTo>
                <a:cubicBezTo>
                  <a:pt x="917" y="100"/>
                  <a:pt x="924" y="121"/>
                  <a:pt x="924" y="146"/>
                </a:cubicBezTo>
                <a:moveTo>
                  <a:pt x="895" y="138"/>
                </a:moveTo>
                <a:cubicBezTo>
                  <a:pt x="895" y="122"/>
                  <a:pt x="891" y="109"/>
                  <a:pt x="884" y="100"/>
                </a:cubicBezTo>
                <a:cubicBezTo>
                  <a:pt x="876" y="92"/>
                  <a:pt x="866" y="87"/>
                  <a:pt x="852" y="87"/>
                </a:cubicBezTo>
                <a:cubicBezTo>
                  <a:pt x="838" y="87"/>
                  <a:pt x="827" y="92"/>
                  <a:pt x="818" y="101"/>
                </a:cubicBezTo>
                <a:cubicBezTo>
                  <a:pt x="809" y="110"/>
                  <a:pt x="804" y="122"/>
                  <a:pt x="802" y="138"/>
                </a:cubicBezTo>
                <a:lnTo>
                  <a:pt x="895" y="138"/>
                </a:lnTo>
                <a:moveTo>
                  <a:pt x="1078" y="1"/>
                </a:moveTo>
                <a:cubicBezTo>
                  <a:pt x="1064" y="24"/>
                  <a:pt x="1054" y="47"/>
                  <a:pt x="1048" y="71"/>
                </a:cubicBezTo>
                <a:cubicBezTo>
                  <a:pt x="1041" y="94"/>
                  <a:pt x="1038" y="117"/>
                  <a:pt x="1038" y="141"/>
                </a:cubicBezTo>
                <a:cubicBezTo>
                  <a:pt x="1038" y="164"/>
                  <a:pt x="1041" y="188"/>
                  <a:pt x="1048" y="211"/>
                </a:cubicBezTo>
                <a:cubicBezTo>
                  <a:pt x="1054" y="234"/>
                  <a:pt x="1064" y="258"/>
                  <a:pt x="1078" y="281"/>
                </a:cubicBezTo>
                <a:lnTo>
                  <a:pt x="1054" y="281"/>
                </a:lnTo>
                <a:cubicBezTo>
                  <a:pt x="1038" y="257"/>
                  <a:pt x="1027" y="233"/>
                  <a:pt x="1019" y="210"/>
                </a:cubicBezTo>
                <a:cubicBezTo>
                  <a:pt x="1011" y="187"/>
                  <a:pt x="1008" y="164"/>
                  <a:pt x="1008" y="141"/>
                </a:cubicBezTo>
                <a:cubicBezTo>
                  <a:pt x="1008" y="118"/>
                  <a:pt x="1011" y="95"/>
                  <a:pt x="1019" y="72"/>
                </a:cubicBezTo>
                <a:cubicBezTo>
                  <a:pt x="1027" y="48"/>
                  <a:pt x="1038" y="25"/>
                  <a:pt x="1054" y="1"/>
                </a:cubicBezTo>
                <a:lnTo>
                  <a:pt x="1078" y="1"/>
                </a:lnTo>
                <a:moveTo>
                  <a:pt x="1203" y="0"/>
                </a:moveTo>
                <a:lnTo>
                  <a:pt x="1268" y="0"/>
                </a:lnTo>
                <a:lnTo>
                  <a:pt x="1268" y="22"/>
                </a:lnTo>
                <a:lnTo>
                  <a:pt x="1231" y="22"/>
                </a:lnTo>
                <a:lnTo>
                  <a:pt x="1231" y="259"/>
                </a:lnTo>
                <a:lnTo>
                  <a:pt x="1268" y="259"/>
                </a:lnTo>
                <a:lnTo>
                  <a:pt x="1268" y="281"/>
                </a:lnTo>
                <a:lnTo>
                  <a:pt x="1203" y="281"/>
                </a:lnTo>
                <a:lnTo>
                  <a:pt x="1203" y="0"/>
                </a:lnTo>
                <a:moveTo>
                  <a:pt x="1362" y="214"/>
                </a:moveTo>
                <a:lnTo>
                  <a:pt x="1410" y="214"/>
                </a:lnTo>
                <a:lnTo>
                  <a:pt x="1410" y="38"/>
                </a:lnTo>
                <a:lnTo>
                  <a:pt x="1358" y="50"/>
                </a:lnTo>
                <a:lnTo>
                  <a:pt x="1358" y="21"/>
                </a:lnTo>
                <a:lnTo>
                  <a:pt x="1410" y="10"/>
                </a:lnTo>
                <a:lnTo>
                  <a:pt x="1441" y="10"/>
                </a:lnTo>
                <a:lnTo>
                  <a:pt x="1441" y="214"/>
                </a:lnTo>
                <a:lnTo>
                  <a:pt x="1489" y="214"/>
                </a:lnTo>
                <a:lnTo>
                  <a:pt x="1489" y="240"/>
                </a:lnTo>
                <a:lnTo>
                  <a:pt x="1362" y="240"/>
                </a:lnTo>
                <a:lnTo>
                  <a:pt x="1362" y="214"/>
                </a:lnTo>
                <a:moveTo>
                  <a:pt x="1542" y="10"/>
                </a:moveTo>
                <a:lnTo>
                  <a:pt x="1658" y="10"/>
                </a:lnTo>
                <a:lnTo>
                  <a:pt x="1658" y="36"/>
                </a:lnTo>
                <a:lnTo>
                  <a:pt x="1570" y="36"/>
                </a:lnTo>
                <a:lnTo>
                  <a:pt x="1570" y="93"/>
                </a:lnTo>
                <a:cubicBezTo>
                  <a:pt x="1574" y="91"/>
                  <a:pt x="1579" y="90"/>
                  <a:pt x="1583" y="89"/>
                </a:cubicBezTo>
                <a:cubicBezTo>
                  <a:pt x="1588" y="88"/>
                  <a:pt x="1592" y="88"/>
                  <a:pt x="1597" y="88"/>
                </a:cubicBezTo>
                <a:cubicBezTo>
                  <a:pt x="1620" y="88"/>
                  <a:pt x="1639" y="95"/>
                  <a:pt x="1653" y="109"/>
                </a:cubicBezTo>
                <a:cubicBezTo>
                  <a:pt x="1667" y="123"/>
                  <a:pt x="1674" y="142"/>
                  <a:pt x="1674" y="166"/>
                </a:cubicBezTo>
                <a:cubicBezTo>
                  <a:pt x="1674" y="190"/>
                  <a:pt x="1667" y="209"/>
                  <a:pt x="1652" y="223"/>
                </a:cubicBezTo>
                <a:cubicBezTo>
                  <a:pt x="1637" y="237"/>
                  <a:pt x="1618" y="244"/>
                  <a:pt x="1592" y="244"/>
                </a:cubicBezTo>
                <a:cubicBezTo>
                  <a:pt x="1580" y="244"/>
                  <a:pt x="1569" y="243"/>
                  <a:pt x="1559" y="242"/>
                </a:cubicBezTo>
                <a:cubicBezTo>
                  <a:pt x="1549" y="240"/>
                  <a:pt x="1540" y="238"/>
                  <a:pt x="1532" y="234"/>
                </a:cubicBezTo>
                <a:lnTo>
                  <a:pt x="1532" y="203"/>
                </a:lnTo>
                <a:cubicBezTo>
                  <a:pt x="1541" y="208"/>
                  <a:pt x="1551" y="212"/>
                  <a:pt x="1560" y="214"/>
                </a:cubicBezTo>
                <a:cubicBezTo>
                  <a:pt x="1570" y="217"/>
                  <a:pt x="1579" y="218"/>
                  <a:pt x="1589" y="218"/>
                </a:cubicBezTo>
                <a:cubicBezTo>
                  <a:pt x="1606" y="218"/>
                  <a:pt x="1620" y="214"/>
                  <a:pt x="1629" y="204"/>
                </a:cubicBezTo>
                <a:cubicBezTo>
                  <a:pt x="1638" y="195"/>
                  <a:pt x="1643" y="183"/>
                  <a:pt x="1643" y="166"/>
                </a:cubicBezTo>
                <a:cubicBezTo>
                  <a:pt x="1643" y="150"/>
                  <a:pt x="1638" y="137"/>
                  <a:pt x="1628" y="128"/>
                </a:cubicBezTo>
                <a:cubicBezTo>
                  <a:pt x="1619" y="119"/>
                  <a:pt x="1606" y="114"/>
                  <a:pt x="1588" y="114"/>
                </a:cubicBezTo>
                <a:cubicBezTo>
                  <a:pt x="1580" y="114"/>
                  <a:pt x="1572" y="115"/>
                  <a:pt x="1564" y="117"/>
                </a:cubicBezTo>
                <a:cubicBezTo>
                  <a:pt x="1556" y="119"/>
                  <a:pt x="1549" y="122"/>
                  <a:pt x="1542" y="125"/>
                </a:cubicBezTo>
                <a:lnTo>
                  <a:pt x="1542" y="10"/>
                </a:lnTo>
                <a:moveTo>
                  <a:pt x="1776" y="193"/>
                </a:moveTo>
                <a:lnTo>
                  <a:pt x="1815" y="193"/>
                </a:lnTo>
                <a:lnTo>
                  <a:pt x="1815" y="225"/>
                </a:lnTo>
                <a:lnTo>
                  <a:pt x="1785" y="284"/>
                </a:lnTo>
                <a:lnTo>
                  <a:pt x="1761" y="284"/>
                </a:lnTo>
                <a:lnTo>
                  <a:pt x="1776" y="225"/>
                </a:lnTo>
                <a:lnTo>
                  <a:pt x="1776" y="193"/>
                </a:lnTo>
                <a:moveTo>
                  <a:pt x="1930" y="214"/>
                </a:moveTo>
                <a:lnTo>
                  <a:pt x="1978" y="214"/>
                </a:lnTo>
                <a:lnTo>
                  <a:pt x="1978" y="38"/>
                </a:lnTo>
                <a:lnTo>
                  <a:pt x="1926" y="50"/>
                </a:lnTo>
                <a:lnTo>
                  <a:pt x="1926" y="21"/>
                </a:lnTo>
                <a:lnTo>
                  <a:pt x="1978" y="10"/>
                </a:lnTo>
                <a:lnTo>
                  <a:pt x="2009" y="10"/>
                </a:lnTo>
                <a:lnTo>
                  <a:pt x="2009" y="214"/>
                </a:lnTo>
                <a:lnTo>
                  <a:pt x="2056" y="214"/>
                </a:lnTo>
                <a:lnTo>
                  <a:pt x="2056" y="240"/>
                </a:lnTo>
                <a:lnTo>
                  <a:pt x="1930" y="240"/>
                </a:lnTo>
                <a:lnTo>
                  <a:pt x="1930" y="214"/>
                </a:lnTo>
                <a:moveTo>
                  <a:pt x="2230" y="15"/>
                </a:moveTo>
                <a:lnTo>
                  <a:pt x="2230" y="44"/>
                </a:lnTo>
                <a:cubicBezTo>
                  <a:pt x="2223" y="40"/>
                  <a:pt x="2216" y="37"/>
                  <a:pt x="2209" y="35"/>
                </a:cubicBezTo>
                <a:cubicBezTo>
                  <a:pt x="2202" y="33"/>
                  <a:pt x="2194" y="32"/>
                  <a:pt x="2186" y="32"/>
                </a:cubicBezTo>
                <a:cubicBezTo>
                  <a:pt x="2167" y="32"/>
                  <a:pt x="2152" y="39"/>
                  <a:pt x="2142" y="54"/>
                </a:cubicBezTo>
                <a:cubicBezTo>
                  <a:pt x="2132" y="69"/>
                  <a:pt x="2126" y="91"/>
                  <a:pt x="2126" y="120"/>
                </a:cubicBezTo>
                <a:cubicBezTo>
                  <a:pt x="2131" y="109"/>
                  <a:pt x="2138" y="102"/>
                  <a:pt x="2147" y="96"/>
                </a:cubicBezTo>
                <a:cubicBezTo>
                  <a:pt x="2156" y="91"/>
                  <a:pt x="2166" y="88"/>
                  <a:pt x="2177" y="88"/>
                </a:cubicBezTo>
                <a:cubicBezTo>
                  <a:pt x="2199" y="88"/>
                  <a:pt x="2216" y="95"/>
                  <a:pt x="2228" y="108"/>
                </a:cubicBezTo>
                <a:cubicBezTo>
                  <a:pt x="2240" y="122"/>
                  <a:pt x="2246" y="141"/>
                  <a:pt x="2246" y="166"/>
                </a:cubicBezTo>
                <a:cubicBezTo>
                  <a:pt x="2246" y="191"/>
                  <a:pt x="2240" y="210"/>
                  <a:pt x="2228" y="224"/>
                </a:cubicBezTo>
                <a:cubicBezTo>
                  <a:pt x="2215" y="237"/>
                  <a:pt x="2198" y="244"/>
                  <a:pt x="2175" y="244"/>
                </a:cubicBezTo>
                <a:cubicBezTo>
                  <a:pt x="2148" y="244"/>
                  <a:pt x="2129" y="235"/>
                  <a:pt x="2116" y="216"/>
                </a:cubicBezTo>
                <a:cubicBezTo>
                  <a:pt x="2104" y="196"/>
                  <a:pt x="2098" y="166"/>
                  <a:pt x="2098" y="125"/>
                </a:cubicBezTo>
                <a:cubicBezTo>
                  <a:pt x="2098" y="86"/>
                  <a:pt x="2105" y="57"/>
                  <a:pt x="2120" y="36"/>
                </a:cubicBezTo>
                <a:cubicBezTo>
                  <a:pt x="2135" y="16"/>
                  <a:pt x="2157" y="6"/>
                  <a:pt x="2185" y="6"/>
                </a:cubicBezTo>
                <a:cubicBezTo>
                  <a:pt x="2192" y="6"/>
                  <a:pt x="2200" y="7"/>
                  <a:pt x="2208" y="8"/>
                </a:cubicBezTo>
                <a:cubicBezTo>
                  <a:pt x="2215" y="10"/>
                  <a:pt x="2223" y="12"/>
                  <a:pt x="2230" y="15"/>
                </a:cubicBezTo>
                <a:moveTo>
                  <a:pt x="2143" y="126"/>
                </a:moveTo>
                <a:cubicBezTo>
                  <a:pt x="2136" y="136"/>
                  <a:pt x="2132" y="149"/>
                  <a:pt x="2132" y="166"/>
                </a:cubicBezTo>
                <a:cubicBezTo>
                  <a:pt x="2132" y="183"/>
                  <a:pt x="2136" y="196"/>
                  <a:pt x="2143" y="206"/>
                </a:cubicBezTo>
                <a:cubicBezTo>
                  <a:pt x="2151" y="215"/>
                  <a:pt x="2161" y="220"/>
                  <a:pt x="2174" y="220"/>
                </a:cubicBezTo>
                <a:cubicBezTo>
                  <a:pt x="2188" y="220"/>
                  <a:pt x="2198" y="215"/>
                  <a:pt x="2205" y="206"/>
                </a:cubicBezTo>
                <a:cubicBezTo>
                  <a:pt x="2212" y="197"/>
                  <a:pt x="2216" y="184"/>
                  <a:pt x="2216" y="166"/>
                </a:cubicBezTo>
                <a:cubicBezTo>
                  <a:pt x="2216" y="148"/>
                  <a:pt x="2212" y="135"/>
                  <a:pt x="2205" y="126"/>
                </a:cubicBezTo>
                <a:cubicBezTo>
                  <a:pt x="2198" y="117"/>
                  <a:pt x="2188" y="112"/>
                  <a:pt x="2174" y="112"/>
                </a:cubicBezTo>
                <a:cubicBezTo>
                  <a:pt x="2161" y="112"/>
                  <a:pt x="2151" y="117"/>
                  <a:pt x="2143" y="126"/>
                </a:cubicBezTo>
                <a:moveTo>
                  <a:pt x="2385" y="0"/>
                </a:moveTo>
                <a:lnTo>
                  <a:pt x="2385" y="281"/>
                </a:lnTo>
                <a:lnTo>
                  <a:pt x="2320" y="281"/>
                </a:lnTo>
                <a:lnTo>
                  <a:pt x="2320" y="259"/>
                </a:lnTo>
                <a:lnTo>
                  <a:pt x="2357" y="259"/>
                </a:lnTo>
                <a:lnTo>
                  <a:pt x="2357" y="22"/>
                </a:lnTo>
                <a:lnTo>
                  <a:pt x="2320" y="22"/>
                </a:lnTo>
                <a:lnTo>
                  <a:pt x="2320" y="0"/>
                </a:lnTo>
                <a:lnTo>
                  <a:pt x="2385" y="0"/>
                </a:lnTo>
                <a:moveTo>
                  <a:pt x="2533" y="193"/>
                </a:moveTo>
                <a:lnTo>
                  <a:pt x="2572" y="193"/>
                </a:lnTo>
                <a:lnTo>
                  <a:pt x="2572" y="225"/>
                </a:lnTo>
                <a:lnTo>
                  <a:pt x="2541" y="284"/>
                </a:lnTo>
                <a:lnTo>
                  <a:pt x="2518" y="284"/>
                </a:lnTo>
                <a:lnTo>
                  <a:pt x="2533" y="225"/>
                </a:lnTo>
                <a:lnTo>
                  <a:pt x="2533" y="193"/>
                </a:lnTo>
                <a:moveTo>
                  <a:pt x="2720" y="193"/>
                </a:moveTo>
                <a:lnTo>
                  <a:pt x="2759" y="193"/>
                </a:lnTo>
                <a:lnTo>
                  <a:pt x="2759" y="240"/>
                </a:lnTo>
                <a:lnTo>
                  <a:pt x="2720" y="240"/>
                </a:lnTo>
                <a:lnTo>
                  <a:pt x="2720" y="193"/>
                </a:lnTo>
                <a:moveTo>
                  <a:pt x="2909" y="193"/>
                </a:moveTo>
                <a:lnTo>
                  <a:pt x="2948" y="193"/>
                </a:lnTo>
                <a:lnTo>
                  <a:pt x="2948" y="240"/>
                </a:lnTo>
                <a:lnTo>
                  <a:pt x="2909" y="240"/>
                </a:lnTo>
                <a:lnTo>
                  <a:pt x="2909" y="193"/>
                </a:lnTo>
                <a:moveTo>
                  <a:pt x="3099" y="193"/>
                </a:moveTo>
                <a:lnTo>
                  <a:pt x="3137" y="193"/>
                </a:lnTo>
                <a:lnTo>
                  <a:pt x="3137" y="240"/>
                </a:lnTo>
                <a:lnTo>
                  <a:pt x="3099" y="240"/>
                </a:lnTo>
                <a:lnTo>
                  <a:pt x="3099" y="193"/>
                </a:lnTo>
                <a:moveTo>
                  <a:pt x="3291" y="1"/>
                </a:moveTo>
                <a:cubicBezTo>
                  <a:pt x="3306" y="25"/>
                  <a:pt x="3318" y="48"/>
                  <a:pt x="3325" y="72"/>
                </a:cubicBezTo>
                <a:cubicBezTo>
                  <a:pt x="3333" y="95"/>
                  <a:pt x="3337" y="118"/>
                  <a:pt x="3337" y="141"/>
                </a:cubicBezTo>
                <a:cubicBezTo>
                  <a:pt x="3337" y="164"/>
                  <a:pt x="3333" y="187"/>
                  <a:pt x="3325" y="210"/>
                </a:cubicBezTo>
                <a:cubicBezTo>
                  <a:pt x="3318" y="233"/>
                  <a:pt x="3306" y="257"/>
                  <a:pt x="3291" y="281"/>
                </a:cubicBezTo>
                <a:lnTo>
                  <a:pt x="3266" y="281"/>
                </a:lnTo>
                <a:cubicBezTo>
                  <a:pt x="3280" y="257"/>
                  <a:pt x="3290" y="234"/>
                  <a:pt x="3297" y="211"/>
                </a:cubicBezTo>
                <a:cubicBezTo>
                  <a:pt x="3303" y="187"/>
                  <a:pt x="3307" y="164"/>
                  <a:pt x="3307" y="141"/>
                </a:cubicBezTo>
                <a:cubicBezTo>
                  <a:pt x="3307" y="117"/>
                  <a:pt x="3303" y="94"/>
                  <a:pt x="3297" y="71"/>
                </a:cubicBezTo>
                <a:cubicBezTo>
                  <a:pt x="3290" y="47"/>
                  <a:pt x="3280" y="24"/>
                  <a:pt x="3266" y="1"/>
                </a:cubicBezTo>
                <a:lnTo>
                  <a:pt x="3291" y="1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596520" y="2457720"/>
            <a:ext cx="175320" cy="19800"/>
          </a:xfrm>
          <a:custGeom>
            <a:avLst/>
            <a:gdLst/>
            <a:ahLst/>
            <a:rect l="0" t="0" r="r" b="b"/>
            <a:pathLst>
              <a:path w="487" h="55">
                <a:moveTo>
                  <a:pt x="0" y="0"/>
                </a:moveTo>
                <a:lnTo>
                  <a:pt x="45" y="0"/>
                </a:lnTo>
                <a:lnTo>
                  <a:pt x="45" y="55"/>
                </a:lnTo>
                <a:lnTo>
                  <a:pt x="0" y="55"/>
                </a:lnTo>
                <a:lnTo>
                  <a:pt x="0" y="0"/>
                </a:lnTo>
                <a:moveTo>
                  <a:pt x="221" y="0"/>
                </a:moveTo>
                <a:lnTo>
                  <a:pt x="266" y="0"/>
                </a:lnTo>
                <a:lnTo>
                  <a:pt x="266" y="55"/>
                </a:lnTo>
                <a:lnTo>
                  <a:pt x="221" y="55"/>
                </a:lnTo>
                <a:lnTo>
                  <a:pt x="221" y="0"/>
                </a:lnTo>
                <a:moveTo>
                  <a:pt x="442" y="0"/>
                </a:moveTo>
                <a:lnTo>
                  <a:pt x="487" y="0"/>
                </a:lnTo>
                <a:lnTo>
                  <a:pt x="487" y="55"/>
                </a:lnTo>
                <a:lnTo>
                  <a:pt x="442" y="55"/>
                </a:lnTo>
                <a:lnTo>
                  <a:pt x="442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90000" rIns="90000" tIns="-25200" bIns="-25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596520" y="1876320"/>
            <a:ext cx="175320" cy="19440"/>
          </a:xfrm>
          <a:custGeom>
            <a:avLst/>
            <a:gdLst/>
            <a:ahLst/>
            <a:rect l="0" t="0" r="r" b="b"/>
            <a:pathLst>
              <a:path w="487" h="54">
                <a:moveTo>
                  <a:pt x="0" y="0"/>
                </a:moveTo>
                <a:lnTo>
                  <a:pt x="45" y="0"/>
                </a:lnTo>
                <a:lnTo>
                  <a:pt x="45" y="54"/>
                </a:lnTo>
                <a:lnTo>
                  <a:pt x="0" y="54"/>
                </a:lnTo>
                <a:lnTo>
                  <a:pt x="0" y="0"/>
                </a:lnTo>
                <a:moveTo>
                  <a:pt x="221" y="0"/>
                </a:moveTo>
                <a:lnTo>
                  <a:pt x="266" y="0"/>
                </a:lnTo>
                <a:lnTo>
                  <a:pt x="266" y="54"/>
                </a:lnTo>
                <a:lnTo>
                  <a:pt x="221" y="54"/>
                </a:lnTo>
                <a:lnTo>
                  <a:pt x="221" y="0"/>
                </a:lnTo>
                <a:moveTo>
                  <a:pt x="442" y="0"/>
                </a:moveTo>
                <a:lnTo>
                  <a:pt x="487" y="0"/>
                </a:lnTo>
                <a:lnTo>
                  <a:pt x="487" y="54"/>
                </a:lnTo>
                <a:lnTo>
                  <a:pt x="442" y="54"/>
                </a:lnTo>
                <a:lnTo>
                  <a:pt x="442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90000" rIns="90000" tIns="-25560" bIns="-255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596520" y="1623960"/>
            <a:ext cx="175320" cy="19800"/>
          </a:xfrm>
          <a:custGeom>
            <a:avLst/>
            <a:gdLst/>
            <a:ahLst/>
            <a:rect l="0" t="0" r="r" b="b"/>
            <a:pathLst>
              <a:path w="487" h="55">
                <a:moveTo>
                  <a:pt x="0" y="0"/>
                </a:moveTo>
                <a:lnTo>
                  <a:pt x="45" y="0"/>
                </a:lnTo>
                <a:lnTo>
                  <a:pt x="45" y="55"/>
                </a:lnTo>
                <a:lnTo>
                  <a:pt x="0" y="55"/>
                </a:lnTo>
                <a:lnTo>
                  <a:pt x="0" y="0"/>
                </a:lnTo>
                <a:moveTo>
                  <a:pt x="221" y="0"/>
                </a:moveTo>
                <a:lnTo>
                  <a:pt x="266" y="0"/>
                </a:lnTo>
                <a:lnTo>
                  <a:pt x="266" y="55"/>
                </a:lnTo>
                <a:lnTo>
                  <a:pt x="221" y="55"/>
                </a:lnTo>
                <a:lnTo>
                  <a:pt x="221" y="0"/>
                </a:lnTo>
                <a:moveTo>
                  <a:pt x="442" y="0"/>
                </a:moveTo>
                <a:lnTo>
                  <a:pt x="487" y="0"/>
                </a:lnTo>
                <a:lnTo>
                  <a:pt x="487" y="55"/>
                </a:lnTo>
                <a:lnTo>
                  <a:pt x="442" y="55"/>
                </a:lnTo>
                <a:lnTo>
                  <a:pt x="442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90000" rIns="90000" tIns="-25200" bIns="-25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596520" y="2709720"/>
            <a:ext cx="175320" cy="19800"/>
          </a:xfrm>
          <a:custGeom>
            <a:avLst/>
            <a:gdLst/>
            <a:ahLst/>
            <a:rect l="0" t="0" r="r" b="b"/>
            <a:pathLst>
              <a:path w="487" h="55">
                <a:moveTo>
                  <a:pt x="0" y="0"/>
                </a:moveTo>
                <a:lnTo>
                  <a:pt x="45" y="0"/>
                </a:lnTo>
                <a:lnTo>
                  <a:pt x="45" y="55"/>
                </a:lnTo>
                <a:lnTo>
                  <a:pt x="0" y="55"/>
                </a:lnTo>
                <a:lnTo>
                  <a:pt x="0" y="0"/>
                </a:lnTo>
                <a:moveTo>
                  <a:pt x="221" y="0"/>
                </a:moveTo>
                <a:lnTo>
                  <a:pt x="266" y="0"/>
                </a:lnTo>
                <a:lnTo>
                  <a:pt x="266" y="55"/>
                </a:lnTo>
                <a:lnTo>
                  <a:pt x="221" y="55"/>
                </a:lnTo>
                <a:lnTo>
                  <a:pt x="221" y="0"/>
                </a:lnTo>
                <a:moveTo>
                  <a:pt x="442" y="0"/>
                </a:moveTo>
                <a:lnTo>
                  <a:pt x="487" y="0"/>
                </a:lnTo>
                <a:lnTo>
                  <a:pt x="487" y="55"/>
                </a:lnTo>
                <a:lnTo>
                  <a:pt x="442" y="55"/>
                </a:lnTo>
                <a:lnTo>
                  <a:pt x="442" y="0"/>
                </a:lnTo>
                <a:close/>
              </a:path>
            </a:pathLst>
          </a:custGeom>
          <a:solidFill>
            <a:srgbClr val="323232"/>
          </a:solidFill>
          <a:ln w="0">
            <a:noFill/>
          </a:ln>
        </p:spPr>
        <p:txBody>
          <a:bodyPr lIns="90000" rIns="90000" tIns="-25200" bIns="-25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9164520" y="2300040"/>
            <a:ext cx="213480" cy="213840"/>
          </a:xfrm>
          <a:custGeom>
            <a:avLst/>
            <a:gdLst/>
            <a:ahLst/>
            <a:rect l="0" t="0" r="r" b="b"/>
            <a:pathLst>
              <a:path w="593" h="594">
                <a:moveTo>
                  <a:pt x="593" y="297"/>
                </a:moveTo>
                <a:cubicBezTo>
                  <a:pt x="593" y="461"/>
                  <a:pt x="460" y="594"/>
                  <a:pt x="296" y="594"/>
                </a:cubicBezTo>
                <a:cubicBezTo>
                  <a:pt x="132" y="594"/>
                  <a:pt x="0" y="461"/>
                  <a:pt x="0" y="297"/>
                </a:cubicBezTo>
                <a:cubicBezTo>
                  <a:pt x="0" y="133"/>
                  <a:pt x="132" y="0"/>
                  <a:pt x="296" y="0"/>
                </a:cubicBezTo>
                <a:cubicBezTo>
                  <a:pt x="460" y="0"/>
                  <a:pt x="593" y="133"/>
                  <a:pt x="593" y="297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9164520" y="2540520"/>
            <a:ext cx="213480" cy="214200"/>
          </a:xfrm>
          <a:custGeom>
            <a:avLst/>
            <a:gdLst/>
            <a:ahLst/>
            <a:rect l="0" t="0" r="r" b="b"/>
            <a:pathLst>
              <a:path w="593" h="595">
                <a:moveTo>
                  <a:pt x="593" y="298"/>
                </a:moveTo>
                <a:cubicBezTo>
                  <a:pt x="593" y="462"/>
                  <a:pt x="460" y="595"/>
                  <a:pt x="296" y="595"/>
                </a:cubicBezTo>
                <a:cubicBezTo>
                  <a:pt x="132" y="595"/>
                  <a:pt x="0" y="462"/>
                  <a:pt x="0" y="298"/>
                </a:cubicBezTo>
                <a:cubicBezTo>
                  <a:pt x="0" y="133"/>
                  <a:pt x="132" y="0"/>
                  <a:pt x="296" y="0"/>
                </a:cubicBezTo>
                <a:cubicBezTo>
                  <a:pt x="460" y="0"/>
                  <a:pt x="593" y="133"/>
                  <a:pt x="593" y="298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9164520" y="2781360"/>
            <a:ext cx="213480" cy="213480"/>
          </a:xfrm>
          <a:custGeom>
            <a:avLst/>
            <a:gdLst/>
            <a:ahLst/>
            <a:rect l="0" t="0" r="r" b="b"/>
            <a:pathLst>
              <a:path w="593" h="593">
                <a:moveTo>
                  <a:pt x="593" y="296"/>
                </a:moveTo>
                <a:cubicBezTo>
                  <a:pt x="593" y="460"/>
                  <a:pt x="460" y="593"/>
                  <a:pt x="296" y="593"/>
                </a:cubicBezTo>
                <a:cubicBezTo>
                  <a:pt x="132" y="593"/>
                  <a:pt x="0" y="460"/>
                  <a:pt x="0" y="296"/>
                </a:cubicBezTo>
                <a:cubicBezTo>
                  <a:pt x="0" y="133"/>
                  <a:pt x="132" y="0"/>
                  <a:pt x="296" y="0"/>
                </a:cubicBezTo>
                <a:cubicBezTo>
                  <a:pt x="460" y="0"/>
                  <a:pt x="593" y="133"/>
                  <a:pt x="593" y="29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9224640" y="2326680"/>
            <a:ext cx="93240" cy="160560"/>
          </a:xfrm>
          <a:custGeom>
            <a:avLst/>
            <a:gdLst/>
            <a:ahLst/>
            <a:rect l="0" t="0" r="r" b="b"/>
            <a:pathLst>
              <a:path w="259" h="446">
                <a:moveTo>
                  <a:pt x="191" y="12"/>
                </a:moveTo>
                <a:cubicBezTo>
                  <a:pt x="191" y="11"/>
                  <a:pt x="193" y="6"/>
                  <a:pt x="193" y="6"/>
                </a:cubicBezTo>
                <a:cubicBezTo>
                  <a:pt x="193" y="5"/>
                  <a:pt x="193" y="0"/>
                  <a:pt x="187" y="0"/>
                </a:cubicBezTo>
                <a:cubicBezTo>
                  <a:pt x="182" y="0"/>
                  <a:pt x="182" y="2"/>
                  <a:pt x="179" y="10"/>
                </a:cubicBezTo>
                <a:lnTo>
                  <a:pt x="151" y="124"/>
                </a:lnTo>
                <a:cubicBezTo>
                  <a:pt x="73" y="128"/>
                  <a:pt x="0" y="193"/>
                  <a:pt x="0" y="260"/>
                </a:cubicBezTo>
                <a:cubicBezTo>
                  <a:pt x="0" y="308"/>
                  <a:pt x="35" y="346"/>
                  <a:pt x="95" y="350"/>
                </a:cubicBezTo>
                <a:cubicBezTo>
                  <a:pt x="91" y="365"/>
                  <a:pt x="87" y="382"/>
                  <a:pt x="83" y="397"/>
                </a:cubicBezTo>
                <a:cubicBezTo>
                  <a:pt x="77" y="420"/>
                  <a:pt x="73" y="439"/>
                  <a:pt x="73" y="441"/>
                </a:cubicBezTo>
                <a:cubicBezTo>
                  <a:pt x="73" y="445"/>
                  <a:pt x="76" y="446"/>
                  <a:pt x="79" y="446"/>
                </a:cubicBezTo>
                <a:cubicBezTo>
                  <a:pt x="81" y="446"/>
                  <a:pt x="82" y="445"/>
                  <a:pt x="83" y="443"/>
                </a:cubicBezTo>
                <a:cubicBezTo>
                  <a:pt x="83" y="443"/>
                  <a:pt x="87" y="431"/>
                  <a:pt x="89" y="424"/>
                </a:cubicBezTo>
                <a:lnTo>
                  <a:pt x="107" y="350"/>
                </a:lnTo>
                <a:cubicBezTo>
                  <a:pt x="187" y="347"/>
                  <a:pt x="259" y="280"/>
                  <a:pt x="259" y="214"/>
                </a:cubicBezTo>
                <a:cubicBezTo>
                  <a:pt x="259" y="175"/>
                  <a:pt x="233" y="130"/>
                  <a:pt x="164" y="124"/>
                </a:cubicBezTo>
                <a:lnTo>
                  <a:pt x="191" y="12"/>
                </a:lnTo>
                <a:moveTo>
                  <a:pt x="97" y="339"/>
                </a:moveTo>
                <a:cubicBezTo>
                  <a:pt x="68" y="338"/>
                  <a:pt x="32" y="320"/>
                  <a:pt x="32" y="271"/>
                </a:cubicBezTo>
                <a:cubicBezTo>
                  <a:pt x="32" y="211"/>
                  <a:pt x="75" y="142"/>
                  <a:pt x="148" y="135"/>
                </a:cubicBezTo>
                <a:lnTo>
                  <a:pt x="97" y="339"/>
                </a:lnTo>
                <a:moveTo>
                  <a:pt x="161" y="135"/>
                </a:moveTo>
                <a:cubicBezTo>
                  <a:pt x="198" y="138"/>
                  <a:pt x="226" y="160"/>
                  <a:pt x="226" y="204"/>
                </a:cubicBezTo>
                <a:cubicBezTo>
                  <a:pt x="226" y="263"/>
                  <a:pt x="184" y="333"/>
                  <a:pt x="110" y="339"/>
                </a:cubicBezTo>
                <a:lnTo>
                  <a:pt x="161" y="13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9224640" y="2567520"/>
            <a:ext cx="93240" cy="160200"/>
          </a:xfrm>
          <a:custGeom>
            <a:avLst/>
            <a:gdLst/>
            <a:ahLst/>
            <a:rect l="0" t="0" r="r" b="b"/>
            <a:pathLst>
              <a:path w="259" h="445">
                <a:moveTo>
                  <a:pt x="191" y="12"/>
                </a:moveTo>
                <a:cubicBezTo>
                  <a:pt x="191" y="11"/>
                  <a:pt x="193" y="5"/>
                  <a:pt x="193" y="5"/>
                </a:cubicBezTo>
                <a:cubicBezTo>
                  <a:pt x="193" y="4"/>
                  <a:pt x="193" y="0"/>
                  <a:pt x="187" y="0"/>
                </a:cubicBezTo>
                <a:cubicBezTo>
                  <a:pt x="182" y="0"/>
                  <a:pt x="182" y="1"/>
                  <a:pt x="179" y="10"/>
                </a:cubicBezTo>
                <a:lnTo>
                  <a:pt x="151" y="124"/>
                </a:lnTo>
                <a:cubicBezTo>
                  <a:pt x="73" y="127"/>
                  <a:pt x="0" y="192"/>
                  <a:pt x="0" y="260"/>
                </a:cubicBezTo>
                <a:cubicBezTo>
                  <a:pt x="0" y="307"/>
                  <a:pt x="35" y="346"/>
                  <a:pt x="95" y="350"/>
                </a:cubicBezTo>
                <a:cubicBezTo>
                  <a:pt x="91" y="365"/>
                  <a:pt x="87" y="381"/>
                  <a:pt x="83" y="397"/>
                </a:cubicBezTo>
                <a:cubicBezTo>
                  <a:pt x="77" y="420"/>
                  <a:pt x="73" y="438"/>
                  <a:pt x="73" y="440"/>
                </a:cubicBezTo>
                <a:cubicBezTo>
                  <a:pt x="73" y="445"/>
                  <a:pt x="76" y="445"/>
                  <a:pt x="79" y="445"/>
                </a:cubicBezTo>
                <a:cubicBezTo>
                  <a:pt x="81" y="445"/>
                  <a:pt x="82" y="445"/>
                  <a:pt x="83" y="443"/>
                </a:cubicBezTo>
                <a:cubicBezTo>
                  <a:pt x="83" y="442"/>
                  <a:pt x="87" y="431"/>
                  <a:pt x="89" y="424"/>
                </a:cubicBezTo>
                <a:lnTo>
                  <a:pt x="107" y="350"/>
                </a:lnTo>
                <a:cubicBezTo>
                  <a:pt x="187" y="347"/>
                  <a:pt x="259" y="280"/>
                  <a:pt x="259" y="214"/>
                </a:cubicBezTo>
                <a:cubicBezTo>
                  <a:pt x="259" y="174"/>
                  <a:pt x="232" y="129"/>
                  <a:pt x="164" y="124"/>
                </a:cubicBezTo>
                <a:lnTo>
                  <a:pt x="191" y="12"/>
                </a:lnTo>
                <a:moveTo>
                  <a:pt x="97" y="339"/>
                </a:moveTo>
                <a:cubicBezTo>
                  <a:pt x="68" y="338"/>
                  <a:pt x="32" y="319"/>
                  <a:pt x="32" y="271"/>
                </a:cubicBezTo>
                <a:cubicBezTo>
                  <a:pt x="32" y="211"/>
                  <a:pt x="75" y="142"/>
                  <a:pt x="148" y="135"/>
                </a:cubicBezTo>
                <a:lnTo>
                  <a:pt x="97" y="339"/>
                </a:lnTo>
                <a:moveTo>
                  <a:pt x="161" y="135"/>
                </a:moveTo>
                <a:cubicBezTo>
                  <a:pt x="198" y="137"/>
                  <a:pt x="226" y="160"/>
                  <a:pt x="226" y="203"/>
                </a:cubicBezTo>
                <a:cubicBezTo>
                  <a:pt x="226" y="262"/>
                  <a:pt x="184" y="333"/>
                  <a:pt x="110" y="339"/>
                </a:cubicBezTo>
                <a:lnTo>
                  <a:pt x="161" y="13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9224640" y="2808000"/>
            <a:ext cx="93240" cy="160200"/>
          </a:xfrm>
          <a:custGeom>
            <a:avLst/>
            <a:gdLst/>
            <a:ahLst/>
            <a:rect l="0" t="0" r="r" b="b"/>
            <a:pathLst>
              <a:path w="259" h="445">
                <a:moveTo>
                  <a:pt x="191" y="13"/>
                </a:moveTo>
                <a:cubicBezTo>
                  <a:pt x="191" y="11"/>
                  <a:pt x="193" y="6"/>
                  <a:pt x="193" y="6"/>
                </a:cubicBezTo>
                <a:cubicBezTo>
                  <a:pt x="193" y="5"/>
                  <a:pt x="193" y="0"/>
                  <a:pt x="187" y="0"/>
                </a:cubicBezTo>
                <a:cubicBezTo>
                  <a:pt x="182" y="0"/>
                  <a:pt x="182" y="2"/>
                  <a:pt x="179" y="10"/>
                </a:cubicBezTo>
                <a:lnTo>
                  <a:pt x="151" y="124"/>
                </a:lnTo>
                <a:cubicBezTo>
                  <a:pt x="73" y="127"/>
                  <a:pt x="0" y="192"/>
                  <a:pt x="0" y="259"/>
                </a:cubicBezTo>
                <a:cubicBezTo>
                  <a:pt x="0" y="307"/>
                  <a:pt x="35" y="345"/>
                  <a:pt x="95" y="350"/>
                </a:cubicBezTo>
                <a:cubicBezTo>
                  <a:pt x="91" y="364"/>
                  <a:pt x="87" y="381"/>
                  <a:pt x="83" y="396"/>
                </a:cubicBezTo>
                <a:cubicBezTo>
                  <a:pt x="77" y="419"/>
                  <a:pt x="73" y="438"/>
                  <a:pt x="73" y="440"/>
                </a:cubicBezTo>
                <a:cubicBezTo>
                  <a:pt x="73" y="444"/>
                  <a:pt x="76" y="445"/>
                  <a:pt x="79" y="445"/>
                </a:cubicBezTo>
                <a:cubicBezTo>
                  <a:pt x="81" y="445"/>
                  <a:pt x="82" y="444"/>
                  <a:pt x="83" y="443"/>
                </a:cubicBezTo>
                <a:cubicBezTo>
                  <a:pt x="83" y="442"/>
                  <a:pt x="87" y="430"/>
                  <a:pt x="89" y="423"/>
                </a:cubicBezTo>
                <a:lnTo>
                  <a:pt x="107" y="350"/>
                </a:lnTo>
                <a:cubicBezTo>
                  <a:pt x="187" y="346"/>
                  <a:pt x="259" y="280"/>
                  <a:pt x="259" y="214"/>
                </a:cubicBezTo>
                <a:cubicBezTo>
                  <a:pt x="259" y="174"/>
                  <a:pt x="233" y="129"/>
                  <a:pt x="164" y="123"/>
                </a:cubicBezTo>
                <a:lnTo>
                  <a:pt x="191" y="13"/>
                </a:lnTo>
                <a:moveTo>
                  <a:pt x="97" y="339"/>
                </a:moveTo>
                <a:cubicBezTo>
                  <a:pt x="68" y="337"/>
                  <a:pt x="32" y="319"/>
                  <a:pt x="32" y="270"/>
                </a:cubicBezTo>
                <a:cubicBezTo>
                  <a:pt x="32" y="210"/>
                  <a:pt x="75" y="141"/>
                  <a:pt x="148" y="134"/>
                </a:cubicBezTo>
                <a:lnTo>
                  <a:pt x="97" y="339"/>
                </a:lnTo>
                <a:moveTo>
                  <a:pt x="161" y="134"/>
                </a:moveTo>
                <a:cubicBezTo>
                  <a:pt x="198" y="137"/>
                  <a:pt x="226" y="159"/>
                  <a:pt x="226" y="203"/>
                </a:cubicBezTo>
                <a:cubicBezTo>
                  <a:pt x="226" y="262"/>
                  <a:pt x="184" y="332"/>
                  <a:pt x="110" y="339"/>
                </a:cubicBezTo>
                <a:lnTo>
                  <a:pt x="161" y="13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3962520" y="2201040"/>
            <a:ext cx="92160" cy="76680"/>
          </a:xfrm>
          <a:custGeom>
            <a:avLst/>
            <a:gdLst/>
            <a:ahLst/>
            <a:rect l="0" t="0" r="r" b="b"/>
            <a:pathLst>
              <a:path w="256" h="213">
                <a:moveTo>
                  <a:pt x="123" y="200"/>
                </a:moveTo>
                <a:lnTo>
                  <a:pt x="6" y="43"/>
                </a:lnTo>
                <a:cubicBezTo>
                  <a:pt x="-7" y="26"/>
                  <a:pt x="6" y="0"/>
                  <a:pt x="28" y="0"/>
                </a:cubicBezTo>
                <a:lnTo>
                  <a:pt x="223" y="0"/>
                </a:lnTo>
                <a:cubicBezTo>
                  <a:pt x="248" y="0"/>
                  <a:pt x="264" y="26"/>
                  <a:pt x="253" y="48"/>
                </a:cubicBezTo>
                <a:lnTo>
                  <a:pt x="180" y="194"/>
                </a:lnTo>
                <a:cubicBezTo>
                  <a:pt x="169" y="217"/>
                  <a:pt x="138" y="219"/>
                  <a:pt x="123" y="20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1680" bIns="3168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 flipH="1" flipV="1">
            <a:off x="4023000" y="2235960"/>
            <a:ext cx="213840" cy="107280"/>
          </a:xfrm>
          <a:prstGeom prst="line">
            <a:avLst/>
          </a:prstGeom>
          <a:ln cap="sq" w="21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0440" rIns="100440" tIns="51840" bIns="51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2891160" y="2426400"/>
            <a:ext cx="69120" cy="50760"/>
          </a:xfrm>
          <a:custGeom>
            <a:avLst/>
            <a:gdLst/>
            <a:ahLst/>
            <a:rect l="0" t="0" r="r" b="b"/>
            <a:pathLst>
              <a:path w="192" h="141">
                <a:moveTo>
                  <a:pt x="86" y="22"/>
                </a:moveTo>
                <a:lnTo>
                  <a:pt x="124" y="22"/>
                </a:lnTo>
                <a:cubicBezTo>
                  <a:pt x="119" y="41"/>
                  <a:pt x="112" y="70"/>
                  <a:pt x="112" y="96"/>
                </a:cubicBezTo>
                <a:cubicBezTo>
                  <a:pt x="112" y="109"/>
                  <a:pt x="114" y="118"/>
                  <a:pt x="115" y="124"/>
                </a:cubicBezTo>
                <a:cubicBezTo>
                  <a:pt x="120" y="141"/>
                  <a:pt x="124" y="141"/>
                  <a:pt x="129" y="141"/>
                </a:cubicBezTo>
                <a:cubicBezTo>
                  <a:pt x="137" y="141"/>
                  <a:pt x="145" y="135"/>
                  <a:pt x="145" y="127"/>
                </a:cubicBezTo>
                <a:cubicBezTo>
                  <a:pt x="145" y="125"/>
                  <a:pt x="145" y="123"/>
                  <a:pt x="143" y="121"/>
                </a:cubicBezTo>
                <a:cubicBezTo>
                  <a:pt x="136" y="108"/>
                  <a:pt x="130" y="90"/>
                  <a:pt x="130" y="64"/>
                </a:cubicBezTo>
                <a:cubicBezTo>
                  <a:pt x="130" y="58"/>
                  <a:pt x="130" y="45"/>
                  <a:pt x="134" y="22"/>
                </a:cubicBezTo>
                <a:lnTo>
                  <a:pt x="175" y="22"/>
                </a:lnTo>
                <a:cubicBezTo>
                  <a:pt x="180" y="22"/>
                  <a:pt x="183" y="22"/>
                  <a:pt x="187" y="20"/>
                </a:cubicBezTo>
                <a:cubicBezTo>
                  <a:pt x="191" y="16"/>
                  <a:pt x="192" y="11"/>
                  <a:pt x="192" y="10"/>
                </a:cubicBezTo>
                <a:cubicBezTo>
                  <a:pt x="192" y="0"/>
                  <a:pt x="184" y="0"/>
                  <a:pt x="178" y="0"/>
                </a:cubicBezTo>
                <a:lnTo>
                  <a:pt x="57" y="0"/>
                </a:lnTo>
                <a:cubicBezTo>
                  <a:pt x="45" y="0"/>
                  <a:pt x="35" y="3"/>
                  <a:pt x="21" y="17"/>
                </a:cubicBezTo>
                <a:cubicBezTo>
                  <a:pt x="12" y="24"/>
                  <a:pt x="0" y="41"/>
                  <a:pt x="0" y="44"/>
                </a:cubicBezTo>
                <a:cubicBezTo>
                  <a:pt x="0" y="48"/>
                  <a:pt x="4" y="48"/>
                  <a:pt x="6" y="48"/>
                </a:cubicBezTo>
                <a:cubicBezTo>
                  <a:pt x="9" y="48"/>
                  <a:pt x="9" y="47"/>
                  <a:pt x="11" y="44"/>
                </a:cubicBezTo>
                <a:cubicBezTo>
                  <a:pt x="27" y="22"/>
                  <a:pt x="47" y="22"/>
                  <a:pt x="54" y="22"/>
                </a:cubicBezTo>
                <a:lnTo>
                  <a:pt x="74" y="22"/>
                </a:lnTo>
                <a:cubicBezTo>
                  <a:pt x="63" y="57"/>
                  <a:pt x="46" y="96"/>
                  <a:pt x="37" y="115"/>
                </a:cubicBezTo>
                <a:cubicBezTo>
                  <a:pt x="35" y="118"/>
                  <a:pt x="32" y="126"/>
                  <a:pt x="30" y="126"/>
                </a:cubicBezTo>
                <a:cubicBezTo>
                  <a:pt x="30" y="128"/>
                  <a:pt x="30" y="129"/>
                  <a:pt x="30" y="131"/>
                </a:cubicBezTo>
                <a:cubicBezTo>
                  <a:pt x="30" y="137"/>
                  <a:pt x="34" y="141"/>
                  <a:pt x="42" y="141"/>
                </a:cubicBezTo>
                <a:cubicBezTo>
                  <a:pt x="54" y="141"/>
                  <a:pt x="58" y="127"/>
                  <a:pt x="66" y="98"/>
                </a:cubicBezTo>
                <a:lnTo>
                  <a:pt x="86" y="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5760" bIns="5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2886120" y="2500200"/>
            <a:ext cx="8100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2900880" y="2521800"/>
            <a:ext cx="51120" cy="76320"/>
          </a:xfrm>
          <a:custGeom>
            <a:avLst/>
            <a:gdLst/>
            <a:ahLst/>
            <a:rect l="0" t="0" r="r" b="b"/>
            <a:pathLst>
              <a:path w="142" h="212">
                <a:moveTo>
                  <a:pt x="142" y="154"/>
                </a:moveTo>
                <a:lnTo>
                  <a:pt x="131" y="154"/>
                </a:lnTo>
                <a:cubicBezTo>
                  <a:pt x="131" y="161"/>
                  <a:pt x="127" y="180"/>
                  <a:pt x="123" y="183"/>
                </a:cubicBezTo>
                <a:cubicBezTo>
                  <a:pt x="120" y="185"/>
                  <a:pt x="96" y="185"/>
                  <a:pt x="91" y="185"/>
                </a:cubicBezTo>
                <a:lnTo>
                  <a:pt x="32" y="185"/>
                </a:lnTo>
                <a:cubicBezTo>
                  <a:pt x="66" y="156"/>
                  <a:pt x="77" y="146"/>
                  <a:pt x="96" y="131"/>
                </a:cubicBezTo>
                <a:cubicBezTo>
                  <a:pt x="120" y="113"/>
                  <a:pt x="142" y="93"/>
                  <a:pt x="142" y="62"/>
                </a:cubicBezTo>
                <a:cubicBezTo>
                  <a:pt x="142" y="23"/>
                  <a:pt x="108" y="0"/>
                  <a:pt x="67" y="0"/>
                </a:cubicBezTo>
                <a:cubicBezTo>
                  <a:pt x="28" y="0"/>
                  <a:pt x="0" y="28"/>
                  <a:pt x="0" y="57"/>
                </a:cubicBezTo>
                <a:cubicBezTo>
                  <a:pt x="0" y="73"/>
                  <a:pt x="14" y="75"/>
                  <a:pt x="18" y="75"/>
                </a:cubicBezTo>
                <a:cubicBezTo>
                  <a:pt x="25" y="75"/>
                  <a:pt x="34" y="69"/>
                  <a:pt x="34" y="58"/>
                </a:cubicBezTo>
                <a:cubicBezTo>
                  <a:pt x="34" y="52"/>
                  <a:pt x="32" y="41"/>
                  <a:pt x="16" y="41"/>
                </a:cubicBezTo>
                <a:cubicBezTo>
                  <a:pt x="25" y="18"/>
                  <a:pt x="47" y="11"/>
                  <a:pt x="62" y="11"/>
                </a:cubicBezTo>
                <a:cubicBezTo>
                  <a:pt x="95" y="11"/>
                  <a:pt x="111" y="36"/>
                  <a:pt x="111" y="62"/>
                </a:cubicBezTo>
                <a:cubicBezTo>
                  <a:pt x="111" y="90"/>
                  <a:pt x="91" y="112"/>
                  <a:pt x="81" y="123"/>
                </a:cubicBezTo>
                <a:lnTo>
                  <a:pt x="4" y="200"/>
                </a:lnTo>
                <a:cubicBezTo>
                  <a:pt x="0" y="203"/>
                  <a:pt x="0" y="204"/>
                  <a:pt x="0" y="212"/>
                </a:cubicBezTo>
                <a:lnTo>
                  <a:pt x="132" y="212"/>
                </a:lnTo>
                <a:lnTo>
                  <a:pt x="142" y="15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1320" bIns="313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3521880" y="3189240"/>
            <a:ext cx="69120" cy="50760"/>
          </a:xfrm>
          <a:custGeom>
            <a:avLst/>
            <a:gdLst/>
            <a:ahLst/>
            <a:rect l="0" t="0" r="r" b="b"/>
            <a:pathLst>
              <a:path w="192" h="141">
                <a:moveTo>
                  <a:pt x="86" y="22"/>
                </a:moveTo>
                <a:lnTo>
                  <a:pt x="124" y="22"/>
                </a:lnTo>
                <a:cubicBezTo>
                  <a:pt x="119" y="41"/>
                  <a:pt x="112" y="70"/>
                  <a:pt x="112" y="96"/>
                </a:cubicBezTo>
                <a:cubicBezTo>
                  <a:pt x="112" y="109"/>
                  <a:pt x="114" y="118"/>
                  <a:pt x="115" y="124"/>
                </a:cubicBezTo>
                <a:cubicBezTo>
                  <a:pt x="120" y="141"/>
                  <a:pt x="125" y="141"/>
                  <a:pt x="129" y="141"/>
                </a:cubicBezTo>
                <a:cubicBezTo>
                  <a:pt x="137" y="141"/>
                  <a:pt x="145" y="135"/>
                  <a:pt x="145" y="127"/>
                </a:cubicBezTo>
                <a:cubicBezTo>
                  <a:pt x="145" y="125"/>
                  <a:pt x="145" y="123"/>
                  <a:pt x="142" y="121"/>
                </a:cubicBezTo>
                <a:cubicBezTo>
                  <a:pt x="136" y="108"/>
                  <a:pt x="130" y="90"/>
                  <a:pt x="130" y="63"/>
                </a:cubicBezTo>
                <a:cubicBezTo>
                  <a:pt x="130" y="58"/>
                  <a:pt x="130" y="45"/>
                  <a:pt x="134" y="22"/>
                </a:cubicBezTo>
                <a:lnTo>
                  <a:pt x="175" y="22"/>
                </a:lnTo>
                <a:cubicBezTo>
                  <a:pt x="180" y="22"/>
                  <a:pt x="183" y="22"/>
                  <a:pt x="187" y="20"/>
                </a:cubicBezTo>
                <a:cubicBezTo>
                  <a:pt x="191" y="16"/>
                  <a:pt x="192" y="11"/>
                  <a:pt x="192" y="10"/>
                </a:cubicBezTo>
                <a:cubicBezTo>
                  <a:pt x="192" y="0"/>
                  <a:pt x="184" y="0"/>
                  <a:pt x="178" y="0"/>
                </a:cubicBezTo>
                <a:lnTo>
                  <a:pt x="57" y="0"/>
                </a:lnTo>
                <a:cubicBezTo>
                  <a:pt x="45" y="0"/>
                  <a:pt x="35" y="3"/>
                  <a:pt x="21" y="17"/>
                </a:cubicBezTo>
                <a:cubicBezTo>
                  <a:pt x="12" y="24"/>
                  <a:pt x="0" y="41"/>
                  <a:pt x="0" y="44"/>
                </a:cubicBezTo>
                <a:cubicBezTo>
                  <a:pt x="0" y="48"/>
                  <a:pt x="4" y="48"/>
                  <a:pt x="6" y="48"/>
                </a:cubicBezTo>
                <a:cubicBezTo>
                  <a:pt x="9" y="48"/>
                  <a:pt x="9" y="47"/>
                  <a:pt x="11" y="44"/>
                </a:cubicBezTo>
                <a:cubicBezTo>
                  <a:pt x="27" y="22"/>
                  <a:pt x="47" y="22"/>
                  <a:pt x="54" y="22"/>
                </a:cubicBezTo>
                <a:lnTo>
                  <a:pt x="73" y="22"/>
                </a:lnTo>
                <a:cubicBezTo>
                  <a:pt x="63" y="57"/>
                  <a:pt x="46" y="95"/>
                  <a:pt x="37" y="115"/>
                </a:cubicBezTo>
                <a:cubicBezTo>
                  <a:pt x="35" y="118"/>
                  <a:pt x="32" y="125"/>
                  <a:pt x="30" y="126"/>
                </a:cubicBezTo>
                <a:cubicBezTo>
                  <a:pt x="30" y="128"/>
                  <a:pt x="30" y="129"/>
                  <a:pt x="30" y="131"/>
                </a:cubicBezTo>
                <a:cubicBezTo>
                  <a:pt x="30" y="136"/>
                  <a:pt x="34" y="141"/>
                  <a:pt x="42" y="141"/>
                </a:cubicBezTo>
                <a:cubicBezTo>
                  <a:pt x="54" y="141"/>
                  <a:pt x="58" y="127"/>
                  <a:pt x="66" y="98"/>
                </a:cubicBezTo>
                <a:lnTo>
                  <a:pt x="86" y="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5760" bIns="5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3516840" y="3263040"/>
            <a:ext cx="8100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3531600" y="3284640"/>
            <a:ext cx="51120" cy="76320"/>
          </a:xfrm>
          <a:custGeom>
            <a:avLst/>
            <a:gdLst/>
            <a:ahLst/>
            <a:rect l="0" t="0" r="r" b="b"/>
            <a:pathLst>
              <a:path w="142" h="212">
                <a:moveTo>
                  <a:pt x="142" y="154"/>
                </a:moveTo>
                <a:lnTo>
                  <a:pt x="131" y="154"/>
                </a:lnTo>
                <a:cubicBezTo>
                  <a:pt x="131" y="161"/>
                  <a:pt x="127" y="180"/>
                  <a:pt x="123" y="183"/>
                </a:cubicBezTo>
                <a:cubicBezTo>
                  <a:pt x="120" y="185"/>
                  <a:pt x="96" y="185"/>
                  <a:pt x="91" y="185"/>
                </a:cubicBezTo>
                <a:lnTo>
                  <a:pt x="32" y="185"/>
                </a:lnTo>
                <a:cubicBezTo>
                  <a:pt x="66" y="155"/>
                  <a:pt x="77" y="146"/>
                  <a:pt x="96" y="131"/>
                </a:cubicBezTo>
                <a:cubicBezTo>
                  <a:pt x="120" y="113"/>
                  <a:pt x="142" y="92"/>
                  <a:pt x="142" y="62"/>
                </a:cubicBezTo>
                <a:cubicBezTo>
                  <a:pt x="142" y="23"/>
                  <a:pt x="108" y="0"/>
                  <a:pt x="67" y="0"/>
                </a:cubicBezTo>
                <a:cubicBezTo>
                  <a:pt x="28" y="0"/>
                  <a:pt x="0" y="27"/>
                  <a:pt x="0" y="57"/>
                </a:cubicBezTo>
                <a:cubicBezTo>
                  <a:pt x="0" y="73"/>
                  <a:pt x="14" y="75"/>
                  <a:pt x="18" y="75"/>
                </a:cubicBezTo>
                <a:cubicBezTo>
                  <a:pt x="25" y="75"/>
                  <a:pt x="34" y="69"/>
                  <a:pt x="34" y="58"/>
                </a:cubicBezTo>
                <a:cubicBezTo>
                  <a:pt x="34" y="52"/>
                  <a:pt x="32" y="41"/>
                  <a:pt x="16" y="41"/>
                </a:cubicBezTo>
                <a:cubicBezTo>
                  <a:pt x="25" y="18"/>
                  <a:pt x="47" y="11"/>
                  <a:pt x="62" y="11"/>
                </a:cubicBezTo>
                <a:cubicBezTo>
                  <a:pt x="94" y="11"/>
                  <a:pt x="111" y="36"/>
                  <a:pt x="111" y="62"/>
                </a:cubicBezTo>
                <a:cubicBezTo>
                  <a:pt x="111" y="90"/>
                  <a:pt x="91" y="112"/>
                  <a:pt x="81" y="123"/>
                </a:cubicBezTo>
                <a:lnTo>
                  <a:pt x="4" y="200"/>
                </a:lnTo>
                <a:cubicBezTo>
                  <a:pt x="0" y="203"/>
                  <a:pt x="0" y="204"/>
                  <a:pt x="0" y="212"/>
                </a:cubicBezTo>
                <a:lnTo>
                  <a:pt x="132" y="212"/>
                </a:lnTo>
                <a:lnTo>
                  <a:pt x="142" y="15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1320" bIns="313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3724920" y="1591200"/>
            <a:ext cx="69120" cy="50760"/>
          </a:xfrm>
          <a:custGeom>
            <a:avLst/>
            <a:gdLst/>
            <a:ahLst/>
            <a:rect l="0" t="0" r="r" b="b"/>
            <a:pathLst>
              <a:path w="192" h="141">
                <a:moveTo>
                  <a:pt x="85" y="22"/>
                </a:moveTo>
                <a:lnTo>
                  <a:pt x="124" y="22"/>
                </a:lnTo>
                <a:cubicBezTo>
                  <a:pt x="119" y="41"/>
                  <a:pt x="112" y="70"/>
                  <a:pt x="112" y="96"/>
                </a:cubicBezTo>
                <a:cubicBezTo>
                  <a:pt x="112" y="109"/>
                  <a:pt x="114" y="118"/>
                  <a:pt x="115" y="124"/>
                </a:cubicBezTo>
                <a:cubicBezTo>
                  <a:pt x="120" y="141"/>
                  <a:pt x="124" y="141"/>
                  <a:pt x="129" y="141"/>
                </a:cubicBezTo>
                <a:cubicBezTo>
                  <a:pt x="137" y="141"/>
                  <a:pt x="144" y="135"/>
                  <a:pt x="144" y="127"/>
                </a:cubicBezTo>
                <a:cubicBezTo>
                  <a:pt x="144" y="125"/>
                  <a:pt x="144" y="123"/>
                  <a:pt x="142" y="121"/>
                </a:cubicBezTo>
                <a:cubicBezTo>
                  <a:pt x="136" y="108"/>
                  <a:pt x="130" y="90"/>
                  <a:pt x="130" y="64"/>
                </a:cubicBezTo>
                <a:cubicBezTo>
                  <a:pt x="130" y="58"/>
                  <a:pt x="130" y="45"/>
                  <a:pt x="134" y="22"/>
                </a:cubicBezTo>
                <a:lnTo>
                  <a:pt x="174" y="22"/>
                </a:lnTo>
                <a:cubicBezTo>
                  <a:pt x="180" y="22"/>
                  <a:pt x="183" y="22"/>
                  <a:pt x="186" y="20"/>
                </a:cubicBezTo>
                <a:cubicBezTo>
                  <a:pt x="191" y="16"/>
                  <a:pt x="192" y="11"/>
                  <a:pt x="192" y="10"/>
                </a:cubicBezTo>
                <a:cubicBezTo>
                  <a:pt x="192" y="0"/>
                  <a:pt x="184" y="0"/>
                  <a:pt x="178" y="0"/>
                </a:cubicBezTo>
                <a:lnTo>
                  <a:pt x="57" y="0"/>
                </a:lnTo>
                <a:cubicBezTo>
                  <a:pt x="44" y="0"/>
                  <a:pt x="35" y="3"/>
                  <a:pt x="21" y="17"/>
                </a:cubicBezTo>
                <a:cubicBezTo>
                  <a:pt x="12" y="24"/>
                  <a:pt x="0" y="41"/>
                  <a:pt x="0" y="44"/>
                </a:cubicBezTo>
                <a:cubicBezTo>
                  <a:pt x="0" y="48"/>
                  <a:pt x="4" y="48"/>
                  <a:pt x="5" y="48"/>
                </a:cubicBezTo>
                <a:cubicBezTo>
                  <a:pt x="9" y="48"/>
                  <a:pt x="9" y="47"/>
                  <a:pt x="11" y="44"/>
                </a:cubicBezTo>
                <a:cubicBezTo>
                  <a:pt x="27" y="22"/>
                  <a:pt x="47" y="22"/>
                  <a:pt x="54" y="22"/>
                </a:cubicBezTo>
                <a:lnTo>
                  <a:pt x="73" y="22"/>
                </a:lnTo>
                <a:cubicBezTo>
                  <a:pt x="63" y="57"/>
                  <a:pt x="46" y="95"/>
                  <a:pt x="37" y="115"/>
                </a:cubicBezTo>
                <a:cubicBezTo>
                  <a:pt x="34" y="118"/>
                  <a:pt x="32" y="125"/>
                  <a:pt x="30" y="126"/>
                </a:cubicBezTo>
                <a:cubicBezTo>
                  <a:pt x="30" y="128"/>
                  <a:pt x="30" y="129"/>
                  <a:pt x="30" y="131"/>
                </a:cubicBezTo>
                <a:cubicBezTo>
                  <a:pt x="30" y="136"/>
                  <a:pt x="33" y="141"/>
                  <a:pt x="41" y="141"/>
                </a:cubicBezTo>
                <a:cubicBezTo>
                  <a:pt x="54" y="141"/>
                  <a:pt x="57" y="127"/>
                  <a:pt x="65" y="98"/>
                </a:cubicBezTo>
                <a:lnTo>
                  <a:pt x="85" y="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5760" bIns="5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3719520" y="1665000"/>
            <a:ext cx="813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3734640" y="1686600"/>
            <a:ext cx="51120" cy="76320"/>
          </a:xfrm>
          <a:custGeom>
            <a:avLst/>
            <a:gdLst/>
            <a:ahLst/>
            <a:rect l="0" t="0" r="r" b="b"/>
            <a:pathLst>
              <a:path w="142" h="212">
                <a:moveTo>
                  <a:pt x="142" y="154"/>
                </a:moveTo>
                <a:lnTo>
                  <a:pt x="131" y="154"/>
                </a:lnTo>
                <a:cubicBezTo>
                  <a:pt x="131" y="161"/>
                  <a:pt x="127" y="180"/>
                  <a:pt x="122" y="183"/>
                </a:cubicBezTo>
                <a:cubicBezTo>
                  <a:pt x="120" y="185"/>
                  <a:pt x="96" y="185"/>
                  <a:pt x="91" y="185"/>
                </a:cubicBezTo>
                <a:lnTo>
                  <a:pt x="32" y="185"/>
                </a:lnTo>
                <a:cubicBezTo>
                  <a:pt x="66" y="155"/>
                  <a:pt x="77" y="146"/>
                  <a:pt x="96" y="131"/>
                </a:cubicBezTo>
                <a:cubicBezTo>
                  <a:pt x="119" y="113"/>
                  <a:pt x="142" y="92"/>
                  <a:pt x="142" y="62"/>
                </a:cubicBezTo>
                <a:cubicBezTo>
                  <a:pt x="142" y="23"/>
                  <a:pt x="108" y="0"/>
                  <a:pt x="67" y="0"/>
                </a:cubicBezTo>
                <a:cubicBezTo>
                  <a:pt x="28" y="0"/>
                  <a:pt x="0" y="27"/>
                  <a:pt x="0" y="57"/>
                </a:cubicBezTo>
                <a:cubicBezTo>
                  <a:pt x="0" y="73"/>
                  <a:pt x="14" y="75"/>
                  <a:pt x="17" y="75"/>
                </a:cubicBezTo>
                <a:cubicBezTo>
                  <a:pt x="24" y="75"/>
                  <a:pt x="34" y="69"/>
                  <a:pt x="34" y="58"/>
                </a:cubicBezTo>
                <a:cubicBezTo>
                  <a:pt x="34" y="52"/>
                  <a:pt x="32" y="41"/>
                  <a:pt x="15" y="41"/>
                </a:cubicBezTo>
                <a:cubicBezTo>
                  <a:pt x="25" y="18"/>
                  <a:pt x="47" y="11"/>
                  <a:pt x="62" y="11"/>
                </a:cubicBezTo>
                <a:cubicBezTo>
                  <a:pt x="94" y="11"/>
                  <a:pt x="111" y="36"/>
                  <a:pt x="111" y="62"/>
                </a:cubicBezTo>
                <a:cubicBezTo>
                  <a:pt x="111" y="90"/>
                  <a:pt x="90" y="112"/>
                  <a:pt x="80" y="123"/>
                </a:cubicBezTo>
                <a:lnTo>
                  <a:pt x="4" y="200"/>
                </a:lnTo>
                <a:cubicBezTo>
                  <a:pt x="0" y="203"/>
                  <a:pt x="0" y="204"/>
                  <a:pt x="0" y="212"/>
                </a:cubicBezTo>
                <a:lnTo>
                  <a:pt x="132" y="212"/>
                </a:lnTo>
                <a:lnTo>
                  <a:pt x="142" y="15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1320" bIns="313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7287480" y="2539800"/>
            <a:ext cx="213840" cy="214200"/>
          </a:xfrm>
          <a:custGeom>
            <a:avLst/>
            <a:gdLst/>
            <a:ahLst/>
            <a:rect l="0" t="0" r="r" b="b"/>
            <a:pathLst>
              <a:path w="594" h="595">
                <a:moveTo>
                  <a:pt x="594" y="297"/>
                </a:moveTo>
                <a:cubicBezTo>
                  <a:pt x="594" y="461"/>
                  <a:pt x="461" y="595"/>
                  <a:pt x="297" y="595"/>
                </a:cubicBezTo>
                <a:cubicBezTo>
                  <a:pt x="133" y="595"/>
                  <a:pt x="0" y="461"/>
                  <a:pt x="0" y="297"/>
                </a:cubicBezTo>
                <a:cubicBezTo>
                  <a:pt x="0" y="133"/>
                  <a:pt x="133" y="0"/>
                  <a:pt x="297" y="0"/>
                </a:cubicBezTo>
                <a:cubicBezTo>
                  <a:pt x="461" y="0"/>
                  <a:pt x="594" y="133"/>
                  <a:pt x="594" y="297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8274600" y="2780640"/>
            <a:ext cx="213840" cy="213480"/>
          </a:xfrm>
          <a:custGeom>
            <a:avLst/>
            <a:gdLst/>
            <a:ahLst/>
            <a:rect l="0" t="0" r="r" b="b"/>
            <a:pathLst>
              <a:path w="594" h="593">
                <a:moveTo>
                  <a:pt x="594" y="296"/>
                </a:moveTo>
                <a:cubicBezTo>
                  <a:pt x="594" y="460"/>
                  <a:pt x="461" y="593"/>
                  <a:pt x="297" y="593"/>
                </a:cubicBezTo>
                <a:cubicBezTo>
                  <a:pt x="133" y="593"/>
                  <a:pt x="0" y="460"/>
                  <a:pt x="0" y="296"/>
                </a:cubicBezTo>
                <a:cubicBezTo>
                  <a:pt x="0" y="133"/>
                  <a:pt x="133" y="0"/>
                  <a:pt x="297" y="0"/>
                </a:cubicBezTo>
                <a:cubicBezTo>
                  <a:pt x="461" y="0"/>
                  <a:pt x="594" y="133"/>
                  <a:pt x="594" y="29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6758280" y="2539800"/>
            <a:ext cx="213840" cy="214200"/>
          </a:xfrm>
          <a:custGeom>
            <a:avLst/>
            <a:gdLst/>
            <a:ahLst/>
            <a:rect l="0" t="0" r="r" b="b"/>
            <a:pathLst>
              <a:path w="594" h="595">
                <a:moveTo>
                  <a:pt x="594" y="297"/>
                </a:moveTo>
                <a:cubicBezTo>
                  <a:pt x="594" y="461"/>
                  <a:pt x="461" y="595"/>
                  <a:pt x="297" y="595"/>
                </a:cubicBezTo>
                <a:cubicBezTo>
                  <a:pt x="133" y="595"/>
                  <a:pt x="0" y="461"/>
                  <a:pt x="0" y="297"/>
                </a:cubicBezTo>
                <a:cubicBezTo>
                  <a:pt x="0" y="133"/>
                  <a:pt x="133" y="0"/>
                  <a:pt x="297" y="0"/>
                </a:cubicBezTo>
                <a:cubicBezTo>
                  <a:pt x="461" y="0"/>
                  <a:pt x="594" y="133"/>
                  <a:pt x="594" y="297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6831360" y="2564640"/>
            <a:ext cx="65880" cy="48600"/>
          </a:xfrm>
          <a:custGeom>
            <a:avLst/>
            <a:gdLst/>
            <a:ahLst/>
            <a:rect l="0" t="0" r="r" b="b"/>
            <a:pathLst>
              <a:path w="183" h="135">
                <a:moveTo>
                  <a:pt x="82" y="21"/>
                </a:moveTo>
                <a:lnTo>
                  <a:pt x="118" y="21"/>
                </a:lnTo>
                <a:cubicBezTo>
                  <a:pt x="113" y="40"/>
                  <a:pt x="106" y="67"/>
                  <a:pt x="106" y="92"/>
                </a:cubicBezTo>
                <a:cubicBezTo>
                  <a:pt x="106" y="104"/>
                  <a:pt x="108" y="112"/>
                  <a:pt x="110" y="119"/>
                </a:cubicBezTo>
                <a:cubicBezTo>
                  <a:pt x="115" y="134"/>
                  <a:pt x="119" y="135"/>
                  <a:pt x="124" y="135"/>
                </a:cubicBezTo>
                <a:cubicBezTo>
                  <a:pt x="131" y="135"/>
                  <a:pt x="138" y="129"/>
                  <a:pt x="138" y="121"/>
                </a:cubicBezTo>
                <a:cubicBezTo>
                  <a:pt x="138" y="119"/>
                  <a:pt x="138" y="118"/>
                  <a:pt x="136" y="115"/>
                </a:cubicBezTo>
                <a:cubicBezTo>
                  <a:pt x="130" y="103"/>
                  <a:pt x="124" y="86"/>
                  <a:pt x="124" y="61"/>
                </a:cubicBezTo>
                <a:cubicBezTo>
                  <a:pt x="124" y="55"/>
                  <a:pt x="124" y="43"/>
                  <a:pt x="129" y="21"/>
                </a:cubicBezTo>
                <a:lnTo>
                  <a:pt x="167" y="21"/>
                </a:lnTo>
                <a:cubicBezTo>
                  <a:pt x="172" y="21"/>
                  <a:pt x="175" y="21"/>
                  <a:pt x="178" y="19"/>
                </a:cubicBezTo>
                <a:cubicBezTo>
                  <a:pt x="183" y="15"/>
                  <a:pt x="183" y="11"/>
                  <a:pt x="183" y="9"/>
                </a:cubicBezTo>
                <a:cubicBezTo>
                  <a:pt x="183" y="0"/>
                  <a:pt x="175" y="0"/>
                  <a:pt x="170" y="0"/>
                </a:cubicBezTo>
                <a:lnTo>
                  <a:pt x="55" y="0"/>
                </a:lnTo>
                <a:cubicBezTo>
                  <a:pt x="42" y="0"/>
                  <a:pt x="34" y="3"/>
                  <a:pt x="20" y="16"/>
                </a:cubicBezTo>
                <a:cubicBezTo>
                  <a:pt x="12" y="23"/>
                  <a:pt x="0" y="40"/>
                  <a:pt x="0" y="42"/>
                </a:cubicBezTo>
                <a:cubicBezTo>
                  <a:pt x="0" y="46"/>
                  <a:pt x="4" y="46"/>
                  <a:pt x="6" y="46"/>
                </a:cubicBezTo>
                <a:cubicBezTo>
                  <a:pt x="9" y="46"/>
                  <a:pt x="9" y="45"/>
                  <a:pt x="11" y="42"/>
                </a:cubicBezTo>
                <a:cubicBezTo>
                  <a:pt x="26" y="21"/>
                  <a:pt x="45" y="21"/>
                  <a:pt x="52" y="21"/>
                </a:cubicBezTo>
                <a:lnTo>
                  <a:pt x="71" y="21"/>
                </a:lnTo>
                <a:cubicBezTo>
                  <a:pt x="61" y="54"/>
                  <a:pt x="45" y="91"/>
                  <a:pt x="36" y="109"/>
                </a:cubicBezTo>
                <a:cubicBezTo>
                  <a:pt x="34" y="113"/>
                  <a:pt x="31" y="120"/>
                  <a:pt x="30" y="121"/>
                </a:cubicBezTo>
                <a:cubicBezTo>
                  <a:pt x="30" y="122"/>
                  <a:pt x="30" y="123"/>
                  <a:pt x="30" y="125"/>
                </a:cubicBezTo>
                <a:cubicBezTo>
                  <a:pt x="30" y="130"/>
                  <a:pt x="33" y="135"/>
                  <a:pt x="41" y="135"/>
                </a:cubicBezTo>
                <a:cubicBezTo>
                  <a:pt x="52" y="135"/>
                  <a:pt x="56" y="121"/>
                  <a:pt x="63" y="94"/>
                </a:cubicBezTo>
                <a:lnTo>
                  <a:pt x="82" y="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600" bIns="36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6826320" y="2634840"/>
            <a:ext cx="777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840720" y="2655720"/>
            <a:ext cx="48600" cy="73080"/>
          </a:xfrm>
          <a:custGeom>
            <a:avLst/>
            <a:gdLst/>
            <a:ahLst/>
            <a:rect l="0" t="0" r="r" b="b"/>
            <a:pathLst>
              <a:path w="135" h="203">
                <a:moveTo>
                  <a:pt x="135" y="148"/>
                </a:moveTo>
                <a:lnTo>
                  <a:pt x="125" y="148"/>
                </a:lnTo>
                <a:cubicBezTo>
                  <a:pt x="125" y="155"/>
                  <a:pt x="121" y="173"/>
                  <a:pt x="117" y="175"/>
                </a:cubicBezTo>
                <a:cubicBezTo>
                  <a:pt x="115" y="177"/>
                  <a:pt x="91" y="177"/>
                  <a:pt x="87" y="177"/>
                </a:cubicBezTo>
                <a:lnTo>
                  <a:pt x="30" y="177"/>
                </a:lnTo>
                <a:cubicBezTo>
                  <a:pt x="63" y="149"/>
                  <a:pt x="73" y="140"/>
                  <a:pt x="91" y="126"/>
                </a:cubicBezTo>
                <a:cubicBezTo>
                  <a:pt x="114" y="108"/>
                  <a:pt x="135" y="89"/>
                  <a:pt x="135" y="60"/>
                </a:cubicBezTo>
                <a:cubicBezTo>
                  <a:pt x="135" y="22"/>
                  <a:pt x="103" y="0"/>
                  <a:pt x="64" y="0"/>
                </a:cubicBezTo>
                <a:cubicBezTo>
                  <a:pt x="26" y="0"/>
                  <a:pt x="0" y="27"/>
                  <a:pt x="0" y="55"/>
                </a:cubicBezTo>
                <a:cubicBezTo>
                  <a:pt x="0" y="70"/>
                  <a:pt x="13" y="72"/>
                  <a:pt x="16" y="72"/>
                </a:cubicBezTo>
                <a:cubicBezTo>
                  <a:pt x="23" y="72"/>
                  <a:pt x="32" y="66"/>
                  <a:pt x="32" y="55"/>
                </a:cubicBezTo>
                <a:cubicBezTo>
                  <a:pt x="32" y="50"/>
                  <a:pt x="30" y="39"/>
                  <a:pt x="14" y="39"/>
                </a:cubicBezTo>
                <a:cubicBezTo>
                  <a:pt x="24" y="18"/>
                  <a:pt x="45" y="11"/>
                  <a:pt x="59" y="11"/>
                </a:cubicBezTo>
                <a:cubicBezTo>
                  <a:pt x="90" y="11"/>
                  <a:pt x="106" y="35"/>
                  <a:pt x="106" y="60"/>
                </a:cubicBezTo>
                <a:cubicBezTo>
                  <a:pt x="106" y="87"/>
                  <a:pt x="87" y="107"/>
                  <a:pt x="77" y="118"/>
                </a:cubicBezTo>
                <a:lnTo>
                  <a:pt x="3" y="192"/>
                </a:lnTo>
                <a:cubicBezTo>
                  <a:pt x="0" y="195"/>
                  <a:pt x="0" y="195"/>
                  <a:pt x="0" y="203"/>
                </a:cubicBezTo>
                <a:lnTo>
                  <a:pt x="126" y="203"/>
                </a:lnTo>
                <a:lnTo>
                  <a:pt x="135" y="1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7373160" y="2555640"/>
            <a:ext cx="72000" cy="52920"/>
          </a:xfrm>
          <a:custGeom>
            <a:avLst/>
            <a:gdLst/>
            <a:ahLst/>
            <a:rect l="0" t="0" r="r" b="b"/>
            <a:pathLst>
              <a:path w="200" h="147">
                <a:moveTo>
                  <a:pt x="89" y="22"/>
                </a:moveTo>
                <a:lnTo>
                  <a:pt x="129" y="22"/>
                </a:lnTo>
                <a:cubicBezTo>
                  <a:pt x="124" y="42"/>
                  <a:pt x="116" y="73"/>
                  <a:pt x="116" y="99"/>
                </a:cubicBezTo>
                <a:cubicBezTo>
                  <a:pt x="116" y="113"/>
                  <a:pt x="119" y="122"/>
                  <a:pt x="120" y="129"/>
                </a:cubicBezTo>
                <a:cubicBezTo>
                  <a:pt x="125" y="146"/>
                  <a:pt x="130" y="147"/>
                  <a:pt x="135" y="147"/>
                </a:cubicBezTo>
                <a:cubicBezTo>
                  <a:pt x="143" y="147"/>
                  <a:pt x="151" y="140"/>
                  <a:pt x="151" y="132"/>
                </a:cubicBezTo>
                <a:cubicBezTo>
                  <a:pt x="151" y="130"/>
                  <a:pt x="151" y="128"/>
                  <a:pt x="148" y="125"/>
                </a:cubicBezTo>
                <a:cubicBezTo>
                  <a:pt x="142" y="112"/>
                  <a:pt x="136" y="93"/>
                  <a:pt x="136" y="66"/>
                </a:cubicBezTo>
                <a:cubicBezTo>
                  <a:pt x="136" y="60"/>
                  <a:pt x="136" y="46"/>
                  <a:pt x="141" y="22"/>
                </a:cubicBezTo>
                <a:lnTo>
                  <a:pt x="183" y="22"/>
                </a:lnTo>
                <a:cubicBezTo>
                  <a:pt x="188" y="22"/>
                  <a:pt x="191" y="22"/>
                  <a:pt x="195" y="20"/>
                </a:cubicBezTo>
                <a:cubicBezTo>
                  <a:pt x="200" y="16"/>
                  <a:pt x="200" y="11"/>
                  <a:pt x="200" y="9"/>
                </a:cubicBezTo>
                <a:cubicBezTo>
                  <a:pt x="200" y="0"/>
                  <a:pt x="192" y="0"/>
                  <a:pt x="186" y="0"/>
                </a:cubicBezTo>
                <a:lnTo>
                  <a:pt x="60" y="0"/>
                </a:lnTo>
                <a:cubicBezTo>
                  <a:pt x="46" y="0"/>
                  <a:pt x="37" y="2"/>
                  <a:pt x="22" y="17"/>
                </a:cubicBezTo>
                <a:cubicBezTo>
                  <a:pt x="13" y="24"/>
                  <a:pt x="0" y="42"/>
                  <a:pt x="0" y="45"/>
                </a:cubicBezTo>
                <a:cubicBezTo>
                  <a:pt x="0" y="49"/>
                  <a:pt x="5" y="49"/>
                  <a:pt x="6" y="49"/>
                </a:cubicBezTo>
                <a:cubicBezTo>
                  <a:pt x="10" y="49"/>
                  <a:pt x="10" y="48"/>
                  <a:pt x="12" y="45"/>
                </a:cubicBezTo>
                <a:cubicBezTo>
                  <a:pt x="29" y="22"/>
                  <a:pt x="50" y="22"/>
                  <a:pt x="57" y="22"/>
                </a:cubicBezTo>
                <a:lnTo>
                  <a:pt x="77" y="22"/>
                </a:lnTo>
                <a:cubicBezTo>
                  <a:pt x="67" y="59"/>
                  <a:pt x="49" y="99"/>
                  <a:pt x="39" y="119"/>
                </a:cubicBezTo>
                <a:cubicBezTo>
                  <a:pt x="37" y="123"/>
                  <a:pt x="34" y="130"/>
                  <a:pt x="32" y="131"/>
                </a:cubicBezTo>
                <a:cubicBezTo>
                  <a:pt x="32" y="133"/>
                  <a:pt x="32" y="134"/>
                  <a:pt x="32" y="136"/>
                </a:cubicBezTo>
                <a:cubicBezTo>
                  <a:pt x="32" y="142"/>
                  <a:pt x="36" y="147"/>
                  <a:pt x="44" y="147"/>
                </a:cubicBezTo>
                <a:cubicBezTo>
                  <a:pt x="57" y="147"/>
                  <a:pt x="61" y="132"/>
                  <a:pt x="69" y="102"/>
                </a:cubicBezTo>
                <a:lnTo>
                  <a:pt x="89" y="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7920" bIns="79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7367760" y="2632320"/>
            <a:ext cx="849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7383240" y="2655000"/>
            <a:ext cx="53280" cy="79920"/>
          </a:xfrm>
          <a:custGeom>
            <a:avLst/>
            <a:gdLst/>
            <a:ahLst/>
            <a:rect l="0" t="0" r="r" b="b"/>
            <a:pathLst>
              <a:path w="148" h="222">
                <a:moveTo>
                  <a:pt x="148" y="161"/>
                </a:moveTo>
                <a:lnTo>
                  <a:pt x="137" y="161"/>
                </a:lnTo>
                <a:cubicBezTo>
                  <a:pt x="137" y="169"/>
                  <a:pt x="133" y="189"/>
                  <a:pt x="128" y="191"/>
                </a:cubicBezTo>
                <a:cubicBezTo>
                  <a:pt x="126" y="194"/>
                  <a:pt x="100" y="194"/>
                  <a:pt x="95" y="194"/>
                </a:cubicBezTo>
                <a:lnTo>
                  <a:pt x="33" y="194"/>
                </a:lnTo>
                <a:cubicBezTo>
                  <a:pt x="69" y="163"/>
                  <a:pt x="81" y="153"/>
                  <a:pt x="100" y="137"/>
                </a:cubicBezTo>
                <a:cubicBezTo>
                  <a:pt x="125" y="118"/>
                  <a:pt x="148" y="97"/>
                  <a:pt x="148" y="65"/>
                </a:cubicBezTo>
                <a:cubicBezTo>
                  <a:pt x="148" y="24"/>
                  <a:pt x="113" y="0"/>
                  <a:pt x="70" y="0"/>
                </a:cubicBezTo>
                <a:cubicBezTo>
                  <a:pt x="29" y="0"/>
                  <a:pt x="1" y="29"/>
                  <a:pt x="1" y="60"/>
                </a:cubicBezTo>
                <a:cubicBezTo>
                  <a:pt x="1" y="76"/>
                  <a:pt x="15" y="79"/>
                  <a:pt x="18" y="79"/>
                </a:cubicBezTo>
                <a:cubicBezTo>
                  <a:pt x="26" y="79"/>
                  <a:pt x="35" y="73"/>
                  <a:pt x="35" y="61"/>
                </a:cubicBezTo>
                <a:cubicBezTo>
                  <a:pt x="35" y="54"/>
                  <a:pt x="33" y="43"/>
                  <a:pt x="16" y="43"/>
                </a:cubicBezTo>
                <a:cubicBezTo>
                  <a:pt x="27" y="19"/>
                  <a:pt x="49" y="12"/>
                  <a:pt x="65" y="12"/>
                </a:cubicBezTo>
                <a:cubicBezTo>
                  <a:pt x="99" y="12"/>
                  <a:pt x="116" y="38"/>
                  <a:pt x="116" y="65"/>
                </a:cubicBezTo>
                <a:cubicBezTo>
                  <a:pt x="116" y="94"/>
                  <a:pt x="95" y="117"/>
                  <a:pt x="85" y="129"/>
                </a:cubicBezTo>
                <a:lnTo>
                  <a:pt x="4" y="210"/>
                </a:lnTo>
                <a:cubicBezTo>
                  <a:pt x="0" y="212"/>
                  <a:pt x="0" y="213"/>
                  <a:pt x="0" y="222"/>
                </a:cubicBezTo>
                <a:lnTo>
                  <a:pt x="138" y="222"/>
                </a:lnTo>
                <a:lnTo>
                  <a:pt x="148" y="1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4920" bIns="349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3210840" y="2424240"/>
            <a:ext cx="69120" cy="50760"/>
          </a:xfrm>
          <a:custGeom>
            <a:avLst/>
            <a:gdLst/>
            <a:ahLst/>
            <a:rect l="0" t="0" r="r" b="b"/>
            <a:pathLst>
              <a:path w="192" h="141">
                <a:moveTo>
                  <a:pt x="85" y="21"/>
                </a:moveTo>
                <a:lnTo>
                  <a:pt x="124" y="21"/>
                </a:lnTo>
                <a:cubicBezTo>
                  <a:pt x="118" y="41"/>
                  <a:pt x="111" y="69"/>
                  <a:pt x="111" y="95"/>
                </a:cubicBezTo>
                <a:cubicBezTo>
                  <a:pt x="111" y="109"/>
                  <a:pt x="113" y="117"/>
                  <a:pt x="115" y="123"/>
                </a:cubicBezTo>
                <a:cubicBezTo>
                  <a:pt x="120" y="140"/>
                  <a:pt x="124" y="141"/>
                  <a:pt x="129" y="141"/>
                </a:cubicBezTo>
                <a:cubicBezTo>
                  <a:pt x="137" y="141"/>
                  <a:pt x="144" y="134"/>
                  <a:pt x="144" y="126"/>
                </a:cubicBezTo>
                <a:cubicBezTo>
                  <a:pt x="144" y="124"/>
                  <a:pt x="144" y="123"/>
                  <a:pt x="142" y="120"/>
                </a:cubicBezTo>
                <a:cubicBezTo>
                  <a:pt x="136" y="108"/>
                  <a:pt x="130" y="90"/>
                  <a:pt x="130" y="63"/>
                </a:cubicBezTo>
                <a:cubicBezTo>
                  <a:pt x="130" y="57"/>
                  <a:pt x="130" y="44"/>
                  <a:pt x="134" y="21"/>
                </a:cubicBezTo>
                <a:lnTo>
                  <a:pt x="175" y="21"/>
                </a:lnTo>
                <a:cubicBezTo>
                  <a:pt x="180" y="21"/>
                  <a:pt x="183" y="21"/>
                  <a:pt x="187" y="19"/>
                </a:cubicBezTo>
                <a:cubicBezTo>
                  <a:pt x="191" y="15"/>
                  <a:pt x="192" y="10"/>
                  <a:pt x="192" y="9"/>
                </a:cubicBezTo>
                <a:cubicBezTo>
                  <a:pt x="192" y="0"/>
                  <a:pt x="184" y="0"/>
                  <a:pt x="178" y="0"/>
                </a:cubicBezTo>
                <a:lnTo>
                  <a:pt x="58" y="0"/>
                </a:lnTo>
                <a:cubicBezTo>
                  <a:pt x="44" y="0"/>
                  <a:pt x="35" y="3"/>
                  <a:pt x="21" y="16"/>
                </a:cubicBezTo>
                <a:cubicBezTo>
                  <a:pt x="13" y="24"/>
                  <a:pt x="0" y="41"/>
                  <a:pt x="0" y="44"/>
                </a:cubicBezTo>
                <a:cubicBezTo>
                  <a:pt x="0" y="47"/>
                  <a:pt x="5" y="47"/>
                  <a:pt x="6" y="47"/>
                </a:cubicBezTo>
                <a:cubicBezTo>
                  <a:pt x="9" y="47"/>
                  <a:pt x="9" y="46"/>
                  <a:pt x="12" y="44"/>
                </a:cubicBezTo>
                <a:cubicBezTo>
                  <a:pt x="28" y="21"/>
                  <a:pt x="48" y="21"/>
                  <a:pt x="55" y="21"/>
                </a:cubicBezTo>
                <a:lnTo>
                  <a:pt x="74" y="21"/>
                </a:lnTo>
                <a:cubicBezTo>
                  <a:pt x="64" y="56"/>
                  <a:pt x="47" y="95"/>
                  <a:pt x="38" y="114"/>
                </a:cubicBezTo>
                <a:cubicBezTo>
                  <a:pt x="36" y="118"/>
                  <a:pt x="33" y="125"/>
                  <a:pt x="31" y="126"/>
                </a:cubicBezTo>
                <a:cubicBezTo>
                  <a:pt x="31" y="127"/>
                  <a:pt x="31" y="128"/>
                  <a:pt x="31" y="131"/>
                </a:cubicBezTo>
                <a:cubicBezTo>
                  <a:pt x="31" y="136"/>
                  <a:pt x="35" y="141"/>
                  <a:pt x="43" y="141"/>
                </a:cubicBezTo>
                <a:cubicBezTo>
                  <a:pt x="55" y="141"/>
                  <a:pt x="58" y="126"/>
                  <a:pt x="66" y="98"/>
                </a:cubicBezTo>
                <a:lnTo>
                  <a:pt x="85" y="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5760" bIns="5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3205800" y="2497680"/>
            <a:ext cx="8100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3219840" y="2519280"/>
            <a:ext cx="52920" cy="78840"/>
          </a:xfrm>
          <a:custGeom>
            <a:avLst/>
            <a:gdLst/>
            <a:ahLst/>
            <a:rect l="0" t="0" r="r" b="b"/>
            <a:pathLst>
              <a:path w="147" h="219">
                <a:moveTo>
                  <a:pt x="70" y="106"/>
                </a:moveTo>
                <a:cubicBezTo>
                  <a:pt x="95" y="106"/>
                  <a:pt x="113" y="123"/>
                  <a:pt x="113" y="158"/>
                </a:cubicBezTo>
                <a:cubicBezTo>
                  <a:pt x="113" y="197"/>
                  <a:pt x="89" y="209"/>
                  <a:pt x="71" y="209"/>
                </a:cubicBezTo>
                <a:cubicBezTo>
                  <a:pt x="59" y="209"/>
                  <a:pt x="30" y="206"/>
                  <a:pt x="17" y="187"/>
                </a:cubicBezTo>
                <a:cubicBezTo>
                  <a:pt x="32" y="187"/>
                  <a:pt x="36" y="176"/>
                  <a:pt x="36" y="168"/>
                </a:cubicBezTo>
                <a:cubicBezTo>
                  <a:pt x="36" y="159"/>
                  <a:pt x="28" y="151"/>
                  <a:pt x="18" y="151"/>
                </a:cubicBezTo>
                <a:cubicBezTo>
                  <a:pt x="9" y="151"/>
                  <a:pt x="0" y="157"/>
                  <a:pt x="0" y="170"/>
                </a:cubicBezTo>
                <a:cubicBezTo>
                  <a:pt x="0" y="200"/>
                  <a:pt x="33" y="219"/>
                  <a:pt x="71" y="219"/>
                </a:cubicBezTo>
                <a:cubicBezTo>
                  <a:pt x="116" y="219"/>
                  <a:pt x="147" y="189"/>
                  <a:pt x="147" y="158"/>
                </a:cubicBezTo>
                <a:cubicBezTo>
                  <a:pt x="147" y="132"/>
                  <a:pt x="126" y="107"/>
                  <a:pt x="91" y="100"/>
                </a:cubicBezTo>
                <a:cubicBezTo>
                  <a:pt x="124" y="88"/>
                  <a:pt x="137" y="64"/>
                  <a:pt x="137" y="44"/>
                </a:cubicBezTo>
                <a:cubicBezTo>
                  <a:pt x="137" y="19"/>
                  <a:pt x="108" y="0"/>
                  <a:pt x="72" y="0"/>
                </a:cubicBezTo>
                <a:cubicBezTo>
                  <a:pt x="37" y="0"/>
                  <a:pt x="10" y="17"/>
                  <a:pt x="10" y="43"/>
                </a:cubicBezTo>
                <a:cubicBezTo>
                  <a:pt x="10" y="54"/>
                  <a:pt x="17" y="60"/>
                  <a:pt x="26" y="60"/>
                </a:cubicBezTo>
                <a:cubicBezTo>
                  <a:pt x="36" y="60"/>
                  <a:pt x="43" y="53"/>
                  <a:pt x="43" y="44"/>
                </a:cubicBezTo>
                <a:cubicBezTo>
                  <a:pt x="43" y="34"/>
                  <a:pt x="36" y="27"/>
                  <a:pt x="26" y="27"/>
                </a:cubicBezTo>
                <a:cubicBezTo>
                  <a:pt x="38" y="13"/>
                  <a:pt x="59" y="9"/>
                  <a:pt x="71" y="9"/>
                </a:cubicBezTo>
                <a:cubicBezTo>
                  <a:pt x="86" y="9"/>
                  <a:pt x="106" y="17"/>
                  <a:pt x="106" y="44"/>
                </a:cubicBezTo>
                <a:cubicBezTo>
                  <a:pt x="106" y="58"/>
                  <a:pt x="101" y="73"/>
                  <a:pt x="93" y="82"/>
                </a:cubicBezTo>
                <a:cubicBezTo>
                  <a:pt x="82" y="94"/>
                  <a:pt x="73" y="95"/>
                  <a:pt x="57" y="96"/>
                </a:cubicBezTo>
                <a:cubicBezTo>
                  <a:pt x="50" y="97"/>
                  <a:pt x="49" y="97"/>
                  <a:pt x="47" y="97"/>
                </a:cubicBezTo>
                <a:cubicBezTo>
                  <a:pt x="47" y="97"/>
                  <a:pt x="44" y="98"/>
                  <a:pt x="44" y="101"/>
                </a:cubicBezTo>
                <a:cubicBezTo>
                  <a:pt x="44" y="106"/>
                  <a:pt x="47" y="106"/>
                  <a:pt x="52" y="106"/>
                </a:cubicBezTo>
                <a:lnTo>
                  <a:pt x="70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3840" bIns="338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3206160" y="3187080"/>
            <a:ext cx="69120" cy="50760"/>
          </a:xfrm>
          <a:custGeom>
            <a:avLst/>
            <a:gdLst/>
            <a:ahLst/>
            <a:rect l="0" t="0" r="r" b="b"/>
            <a:pathLst>
              <a:path w="192" h="141">
                <a:moveTo>
                  <a:pt x="85" y="21"/>
                </a:moveTo>
                <a:lnTo>
                  <a:pt x="123" y="21"/>
                </a:lnTo>
                <a:cubicBezTo>
                  <a:pt x="118" y="41"/>
                  <a:pt x="111" y="69"/>
                  <a:pt x="111" y="95"/>
                </a:cubicBezTo>
                <a:cubicBezTo>
                  <a:pt x="111" y="108"/>
                  <a:pt x="113" y="117"/>
                  <a:pt x="115" y="123"/>
                </a:cubicBezTo>
                <a:cubicBezTo>
                  <a:pt x="120" y="140"/>
                  <a:pt x="124" y="141"/>
                  <a:pt x="129" y="141"/>
                </a:cubicBezTo>
                <a:cubicBezTo>
                  <a:pt x="137" y="141"/>
                  <a:pt x="144" y="134"/>
                  <a:pt x="144" y="126"/>
                </a:cubicBezTo>
                <a:cubicBezTo>
                  <a:pt x="144" y="124"/>
                  <a:pt x="144" y="123"/>
                  <a:pt x="142" y="120"/>
                </a:cubicBezTo>
                <a:cubicBezTo>
                  <a:pt x="136" y="108"/>
                  <a:pt x="130" y="90"/>
                  <a:pt x="130" y="63"/>
                </a:cubicBezTo>
                <a:cubicBezTo>
                  <a:pt x="130" y="57"/>
                  <a:pt x="130" y="44"/>
                  <a:pt x="134" y="21"/>
                </a:cubicBezTo>
                <a:lnTo>
                  <a:pt x="174" y="21"/>
                </a:lnTo>
                <a:cubicBezTo>
                  <a:pt x="180" y="21"/>
                  <a:pt x="183" y="21"/>
                  <a:pt x="187" y="19"/>
                </a:cubicBezTo>
                <a:cubicBezTo>
                  <a:pt x="191" y="15"/>
                  <a:pt x="192" y="10"/>
                  <a:pt x="192" y="9"/>
                </a:cubicBezTo>
                <a:cubicBezTo>
                  <a:pt x="192" y="0"/>
                  <a:pt x="184" y="0"/>
                  <a:pt x="178" y="0"/>
                </a:cubicBezTo>
                <a:lnTo>
                  <a:pt x="57" y="0"/>
                </a:lnTo>
                <a:cubicBezTo>
                  <a:pt x="44" y="0"/>
                  <a:pt x="35" y="2"/>
                  <a:pt x="21" y="16"/>
                </a:cubicBezTo>
                <a:cubicBezTo>
                  <a:pt x="12" y="23"/>
                  <a:pt x="0" y="41"/>
                  <a:pt x="0" y="44"/>
                </a:cubicBezTo>
                <a:cubicBezTo>
                  <a:pt x="0" y="47"/>
                  <a:pt x="4" y="47"/>
                  <a:pt x="6" y="47"/>
                </a:cubicBezTo>
                <a:cubicBezTo>
                  <a:pt x="9" y="47"/>
                  <a:pt x="9" y="46"/>
                  <a:pt x="12" y="44"/>
                </a:cubicBezTo>
                <a:cubicBezTo>
                  <a:pt x="27" y="21"/>
                  <a:pt x="47" y="21"/>
                  <a:pt x="55" y="21"/>
                </a:cubicBezTo>
                <a:lnTo>
                  <a:pt x="74" y="21"/>
                </a:lnTo>
                <a:cubicBezTo>
                  <a:pt x="64" y="56"/>
                  <a:pt x="47" y="95"/>
                  <a:pt x="37" y="114"/>
                </a:cubicBezTo>
                <a:cubicBezTo>
                  <a:pt x="35" y="118"/>
                  <a:pt x="32" y="125"/>
                  <a:pt x="31" y="126"/>
                </a:cubicBezTo>
                <a:cubicBezTo>
                  <a:pt x="31" y="127"/>
                  <a:pt x="31" y="129"/>
                  <a:pt x="31" y="131"/>
                </a:cubicBezTo>
                <a:cubicBezTo>
                  <a:pt x="31" y="136"/>
                  <a:pt x="35" y="141"/>
                  <a:pt x="43" y="141"/>
                </a:cubicBezTo>
                <a:cubicBezTo>
                  <a:pt x="55" y="141"/>
                  <a:pt x="58" y="126"/>
                  <a:pt x="66" y="97"/>
                </a:cubicBezTo>
                <a:lnTo>
                  <a:pt x="85" y="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5760" bIns="5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3200760" y="3260520"/>
            <a:ext cx="813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3214800" y="3282120"/>
            <a:ext cx="53280" cy="78840"/>
          </a:xfrm>
          <a:custGeom>
            <a:avLst/>
            <a:gdLst/>
            <a:ahLst/>
            <a:rect l="0" t="0" r="r" b="b"/>
            <a:pathLst>
              <a:path w="148" h="219">
                <a:moveTo>
                  <a:pt x="71" y="106"/>
                </a:moveTo>
                <a:cubicBezTo>
                  <a:pt x="96" y="106"/>
                  <a:pt x="114" y="123"/>
                  <a:pt x="114" y="158"/>
                </a:cubicBezTo>
                <a:cubicBezTo>
                  <a:pt x="114" y="197"/>
                  <a:pt x="90" y="209"/>
                  <a:pt x="72" y="209"/>
                </a:cubicBezTo>
                <a:cubicBezTo>
                  <a:pt x="59" y="209"/>
                  <a:pt x="30" y="206"/>
                  <a:pt x="18" y="186"/>
                </a:cubicBezTo>
                <a:cubicBezTo>
                  <a:pt x="33" y="186"/>
                  <a:pt x="36" y="176"/>
                  <a:pt x="36" y="168"/>
                </a:cubicBezTo>
                <a:cubicBezTo>
                  <a:pt x="36" y="158"/>
                  <a:pt x="29" y="151"/>
                  <a:pt x="18" y="151"/>
                </a:cubicBezTo>
                <a:cubicBezTo>
                  <a:pt x="10" y="151"/>
                  <a:pt x="0" y="157"/>
                  <a:pt x="0" y="170"/>
                </a:cubicBezTo>
                <a:cubicBezTo>
                  <a:pt x="0" y="200"/>
                  <a:pt x="33" y="219"/>
                  <a:pt x="72" y="219"/>
                </a:cubicBezTo>
                <a:cubicBezTo>
                  <a:pt x="117" y="219"/>
                  <a:pt x="148" y="189"/>
                  <a:pt x="148" y="158"/>
                </a:cubicBezTo>
                <a:cubicBezTo>
                  <a:pt x="148" y="132"/>
                  <a:pt x="127" y="107"/>
                  <a:pt x="92" y="100"/>
                </a:cubicBezTo>
                <a:cubicBezTo>
                  <a:pt x="125" y="88"/>
                  <a:pt x="137" y="64"/>
                  <a:pt x="137" y="44"/>
                </a:cubicBezTo>
                <a:cubicBezTo>
                  <a:pt x="137" y="18"/>
                  <a:pt x="109" y="0"/>
                  <a:pt x="73" y="0"/>
                </a:cubicBezTo>
                <a:cubicBezTo>
                  <a:pt x="38" y="0"/>
                  <a:pt x="10" y="17"/>
                  <a:pt x="10" y="43"/>
                </a:cubicBezTo>
                <a:cubicBezTo>
                  <a:pt x="10" y="54"/>
                  <a:pt x="18" y="60"/>
                  <a:pt x="27" y="60"/>
                </a:cubicBezTo>
                <a:cubicBezTo>
                  <a:pt x="37" y="60"/>
                  <a:pt x="43" y="53"/>
                  <a:pt x="43" y="44"/>
                </a:cubicBezTo>
                <a:cubicBezTo>
                  <a:pt x="43" y="34"/>
                  <a:pt x="37" y="27"/>
                  <a:pt x="27" y="27"/>
                </a:cubicBezTo>
                <a:cubicBezTo>
                  <a:pt x="38" y="13"/>
                  <a:pt x="60" y="9"/>
                  <a:pt x="72" y="9"/>
                </a:cubicBezTo>
                <a:cubicBezTo>
                  <a:pt x="87" y="9"/>
                  <a:pt x="106" y="16"/>
                  <a:pt x="106" y="44"/>
                </a:cubicBezTo>
                <a:cubicBezTo>
                  <a:pt x="106" y="57"/>
                  <a:pt x="102" y="73"/>
                  <a:pt x="93" y="82"/>
                </a:cubicBezTo>
                <a:cubicBezTo>
                  <a:pt x="83" y="94"/>
                  <a:pt x="74" y="95"/>
                  <a:pt x="58" y="96"/>
                </a:cubicBezTo>
                <a:cubicBezTo>
                  <a:pt x="50" y="97"/>
                  <a:pt x="49" y="97"/>
                  <a:pt x="48" y="97"/>
                </a:cubicBezTo>
                <a:cubicBezTo>
                  <a:pt x="48" y="97"/>
                  <a:pt x="45" y="98"/>
                  <a:pt x="45" y="101"/>
                </a:cubicBezTo>
                <a:cubicBezTo>
                  <a:pt x="45" y="106"/>
                  <a:pt x="47" y="106"/>
                  <a:pt x="53" y="106"/>
                </a:cubicBezTo>
                <a:lnTo>
                  <a:pt x="71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3840" bIns="338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3187800" y="1589040"/>
            <a:ext cx="69120" cy="50760"/>
          </a:xfrm>
          <a:custGeom>
            <a:avLst/>
            <a:gdLst/>
            <a:ahLst/>
            <a:rect l="0" t="0" r="r" b="b"/>
            <a:pathLst>
              <a:path w="192" h="141">
                <a:moveTo>
                  <a:pt x="85" y="21"/>
                </a:moveTo>
                <a:lnTo>
                  <a:pt x="123" y="21"/>
                </a:lnTo>
                <a:cubicBezTo>
                  <a:pt x="119" y="41"/>
                  <a:pt x="111" y="70"/>
                  <a:pt x="111" y="95"/>
                </a:cubicBezTo>
                <a:cubicBezTo>
                  <a:pt x="111" y="109"/>
                  <a:pt x="113" y="117"/>
                  <a:pt x="115" y="123"/>
                </a:cubicBezTo>
                <a:cubicBezTo>
                  <a:pt x="120" y="140"/>
                  <a:pt x="124" y="141"/>
                  <a:pt x="129" y="141"/>
                </a:cubicBezTo>
                <a:cubicBezTo>
                  <a:pt x="137" y="141"/>
                  <a:pt x="144" y="134"/>
                  <a:pt x="144" y="126"/>
                </a:cubicBezTo>
                <a:cubicBezTo>
                  <a:pt x="144" y="124"/>
                  <a:pt x="144" y="123"/>
                  <a:pt x="142" y="120"/>
                </a:cubicBezTo>
                <a:cubicBezTo>
                  <a:pt x="136" y="107"/>
                  <a:pt x="130" y="90"/>
                  <a:pt x="130" y="63"/>
                </a:cubicBezTo>
                <a:cubicBezTo>
                  <a:pt x="130" y="57"/>
                  <a:pt x="130" y="44"/>
                  <a:pt x="134" y="21"/>
                </a:cubicBezTo>
                <a:lnTo>
                  <a:pt x="175" y="21"/>
                </a:lnTo>
                <a:cubicBezTo>
                  <a:pt x="180" y="21"/>
                  <a:pt x="183" y="21"/>
                  <a:pt x="187" y="19"/>
                </a:cubicBezTo>
                <a:cubicBezTo>
                  <a:pt x="191" y="15"/>
                  <a:pt x="192" y="10"/>
                  <a:pt x="192" y="9"/>
                </a:cubicBezTo>
                <a:cubicBezTo>
                  <a:pt x="192" y="0"/>
                  <a:pt x="184" y="0"/>
                  <a:pt x="178" y="0"/>
                </a:cubicBezTo>
                <a:lnTo>
                  <a:pt x="57" y="0"/>
                </a:lnTo>
                <a:cubicBezTo>
                  <a:pt x="44" y="0"/>
                  <a:pt x="35" y="3"/>
                  <a:pt x="21" y="16"/>
                </a:cubicBezTo>
                <a:cubicBezTo>
                  <a:pt x="12" y="23"/>
                  <a:pt x="0" y="41"/>
                  <a:pt x="0" y="44"/>
                </a:cubicBezTo>
                <a:cubicBezTo>
                  <a:pt x="0" y="47"/>
                  <a:pt x="5" y="47"/>
                  <a:pt x="6" y="47"/>
                </a:cubicBezTo>
                <a:cubicBezTo>
                  <a:pt x="9" y="47"/>
                  <a:pt x="9" y="46"/>
                  <a:pt x="12" y="44"/>
                </a:cubicBezTo>
                <a:cubicBezTo>
                  <a:pt x="27" y="21"/>
                  <a:pt x="48" y="21"/>
                  <a:pt x="55" y="21"/>
                </a:cubicBezTo>
                <a:lnTo>
                  <a:pt x="74" y="21"/>
                </a:lnTo>
                <a:cubicBezTo>
                  <a:pt x="64" y="56"/>
                  <a:pt x="47" y="95"/>
                  <a:pt x="38" y="114"/>
                </a:cubicBezTo>
                <a:cubicBezTo>
                  <a:pt x="36" y="118"/>
                  <a:pt x="33" y="125"/>
                  <a:pt x="31" y="126"/>
                </a:cubicBezTo>
                <a:cubicBezTo>
                  <a:pt x="31" y="127"/>
                  <a:pt x="31" y="129"/>
                  <a:pt x="31" y="131"/>
                </a:cubicBezTo>
                <a:cubicBezTo>
                  <a:pt x="31" y="136"/>
                  <a:pt x="35" y="141"/>
                  <a:pt x="43" y="141"/>
                </a:cubicBezTo>
                <a:cubicBezTo>
                  <a:pt x="55" y="141"/>
                  <a:pt x="59" y="126"/>
                  <a:pt x="66" y="97"/>
                </a:cubicBezTo>
                <a:lnTo>
                  <a:pt x="85" y="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5760" bIns="5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3182760" y="1662480"/>
            <a:ext cx="8100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3196800" y="1684080"/>
            <a:ext cx="52920" cy="78840"/>
          </a:xfrm>
          <a:custGeom>
            <a:avLst/>
            <a:gdLst/>
            <a:ahLst/>
            <a:rect l="0" t="0" r="r" b="b"/>
            <a:pathLst>
              <a:path w="147" h="219">
                <a:moveTo>
                  <a:pt x="70" y="106"/>
                </a:moveTo>
                <a:cubicBezTo>
                  <a:pt x="95" y="106"/>
                  <a:pt x="113" y="123"/>
                  <a:pt x="113" y="158"/>
                </a:cubicBezTo>
                <a:cubicBezTo>
                  <a:pt x="113" y="197"/>
                  <a:pt x="89" y="209"/>
                  <a:pt x="71" y="209"/>
                </a:cubicBezTo>
                <a:cubicBezTo>
                  <a:pt x="58" y="209"/>
                  <a:pt x="30" y="206"/>
                  <a:pt x="17" y="186"/>
                </a:cubicBezTo>
                <a:cubicBezTo>
                  <a:pt x="32" y="186"/>
                  <a:pt x="36" y="176"/>
                  <a:pt x="36" y="168"/>
                </a:cubicBezTo>
                <a:cubicBezTo>
                  <a:pt x="36" y="158"/>
                  <a:pt x="28" y="151"/>
                  <a:pt x="18" y="151"/>
                </a:cubicBezTo>
                <a:cubicBezTo>
                  <a:pt x="9" y="151"/>
                  <a:pt x="0" y="157"/>
                  <a:pt x="0" y="170"/>
                </a:cubicBezTo>
                <a:cubicBezTo>
                  <a:pt x="0" y="200"/>
                  <a:pt x="32" y="219"/>
                  <a:pt x="71" y="219"/>
                </a:cubicBezTo>
                <a:cubicBezTo>
                  <a:pt x="116" y="219"/>
                  <a:pt x="147" y="189"/>
                  <a:pt x="147" y="158"/>
                </a:cubicBezTo>
                <a:cubicBezTo>
                  <a:pt x="147" y="132"/>
                  <a:pt x="126" y="107"/>
                  <a:pt x="91" y="100"/>
                </a:cubicBezTo>
                <a:cubicBezTo>
                  <a:pt x="124" y="88"/>
                  <a:pt x="137" y="64"/>
                  <a:pt x="137" y="44"/>
                </a:cubicBezTo>
                <a:cubicBezTo>
                  <a:pt x="137" y="19"/>
                  <a:pt x="108" y="0"/>
                  <a:pt x="72" y="0"/>
                </a:cubicBezTo>
                <a:cubicBezTo>
                  <a:pt x="37" y="0"/>
                  <a:pt x="10" y="17"/>
                  <a:pt x="10" y="43"/>
                </a:cubicBezTo>
                <a:cubicBezTo>
                  <a:pt x="10" y="54"/>
                  <a:pt x="17" y="60"/>
                  <a:pt x="26" y="60"/>
                </a:cubicBezTo>
                <a:cubicBezTo>
                  <a:pt x="36" y="60"/>
                  <a:pt x="43" y="53"/>
                  <a:pt x="43" y="44"/>
                </a:cubicBezTo>
                <a:cubicBezTo>
                  <a:pt x="43" y="34"/>
                  <a:pt x="36" y="27"/>
                  <a:pt x="26" y="27"/>
                </a:cubicBezTo>
                <a:cubicBezTo>
                  <a:pt x="38" y="13"/>
                  <a:pt x="59" y="9"/>
                  <a:pt x="71" y="9"/>
                </a:cubicBezTo>
                <a:cubicBezTo>
                  <a:pt x="86" y="9"/>
                  <a:pt x="106" y="16"/>
                  <a:pt x="106" y="44"/>
                </a:cubicBezTo>
                <a:cubicBezTo>
                  <a:pt x="106" y="58"/>
                  <a:pt x="101" y="73"/>
                  <a:pt x="93" y="82"/>
                </a:cubicBezTo>
                <a:cubicBezTo>
                  <a:pt x="83" y="94"/>
                  <a:pt x="73" y="95"/>
                  <a:pt x="57" y="96"/>
                </a:cubicBezTo>
                <a:cubicBezTo>
                  <a:pt x="50" y="97"/>
                  <a:pt x="49" y="97"/>
                  <a:pt x="47" y="97"/>
                </a:cubicBezTo>
                <a:cubicBezTo>
                  <a:pt x="47" y="97"/>
                  <a:pt x="44" y="98"/>
                  <a:pt x="44" y="101"/>
                </a:cubicBezTo>
                <a:cubicBezTo>
                  <a:pt x="44" y="106"/>
                  <a:pt x="47" y="106"/>
                  <a:pt x="52" y="106"/>
                </a:cubicBezTo>
                <a:lnTo>
                  <a:pt x="70" y="10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3840" bIns="338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6463080" y="2539800"/>
            <a:ext cx="213840" cy="214200"/>
          </a:xfrm>
          <a:custGeom>
            <a:avLst/>
            <a:gdLst/>
            <a:ahLst/>
            <a:rect l="0" t="0" r="r" b="b"/>
            <a:pathLst>
              <a:path w="594" h="595">
                <a:moveTo>
                  <a:pt x="594" y="297"/>
                </a:moveTo>
                <a:cubicBezTo>
                  <a:pt x="594" y="461"/>
                  <a:pt x="461" y="595"/>
                  <a:pt x="297" y="595"/>
                </a:cubicBezTo>
                <a:cubicBezTo>
                  <a:pt x="133" y="595"/>
                  <a:pt x="0" y="461"/>
                  <a:pt x="0" y="297"/>
                </a:cubicBezTo>
                <a:cubicBezTo>
                  <a:pt x="0" y="133"/>
                  <a:pt x="133" y="0"/>
                  <a:pt x="297" y="0"/>
                </a:cubicBezTo>
                <a:cubicBezTo>
                  <a:pt x="461" y="0"/>
                  <a:pt x="594" y="133"/>
                  <a:pt x="594" y="297"/>
                </a:cubicBezTo>
                <a:close/>
              </a:path>
            </a:pathLst>
          </a:custGeom>
          <a:solidFill>
            <a:srgbClr val="cd7d7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7893000" y="2539800"/>
            <a:ext cx="213840" cy="214200"/>
          </a:xfrm>
          <a:custGeom>
            <a:avLst/>
            <a:gdLst/>
            <a:ahLst/>
            <a:rect l="0" t="0" r="r" b="b"/>
            <a:pathLst>
              <a:path w="594" h="595">
                <a:moveTo>
                  <a:pt x="594" y="297"/>
                </a:moveTo>
                <a:cubicBezTo>
                  <a:pt x="594" y="461"/>
                  <a:pt x="461" y="595"/>
                  <a:pt x="297" y="595"/>
                </a:cubicBezTo>
                <a:cubicBezTo>
                  <a:pt x="133" y="595"/>
                  <a:pt x="0" y="461"/>
                  <a:pt x="0" y="297"/>
                </a:cubicBezTo>
                <a:cubicBezTo>
                  <a:pt x="0" y="133"/>
                  <a:pt x="133" y="0"/>
                  <a:pt x="297" y="0"/>
                </a:cubicBezTo>
                <a:cubicBezTo>
                  <a:pt x="461" y="0"/>
                  <a:pt x="594" y="133"/>
                  <a:pt x="594" y="297"/>
                </a:cubicBezTo>
                <a:close/>
              </a:path>
            </a:pathLst>
          </a:custGeom>
          <a:solidFill>
            <a:srgbClr val="cd7d7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6535800" y="2563200"/>
            <a:ext cx="66240" cy="48960"/>
          </a:xfrm>
          <a:custGeom>
            <a:avLst/>
            <a:gdLst/>
            <a:ahLst/>
            <a:rect l="0" t="0" r="r" b="b"/>
            <a:pathLst>
              <a:path w="184" h="136">
                <a:moveTo>
                  <a:pt x="82" y="21"/>
                </a:moveTo>
                <a:lnTo>
                  <a:pt x="119" y="21"/>
                </a:lnTo>
                <a:cubicBezTo>
                  <a:pt x="114" y="39"/>
                  <a:pt x="107" y="67"/>
                  <a:pt x="107" y="92"/>
                </a:cubicBezTo>
                <a:cubicBezTo>
                  <a:pt x="107" y="104"/>
                  <a:pt x="109" y="113"/>
                  <a:pt x="111" y="119"/>
                </a:cubicBezTo>
                <a:cubicBezTo>
                  <a:pt x="115" y="135"/>
                  <a:pt x="119" y="136"/>
                  <a:pt x="124" y="136"/>
                </a:cubicBezTo>
                <a:cubicBezTo>
                  <a:pt x="132" y="136"/>
                  <a:pt x="139" y="129"/>
                  <a:pt x="139" y="122"/>
                </a:cubicBezTo>
                <a:cubicBezTo>
                  <a:pt x="139" y="119"/>
                  <a:pt x="139" y="118"/>
                  <a:pt x="137" y="116"/>
                </a:cubicBezTo>
                <a:cubicBezTo>
                  <a:pt x="131" y="104"/>
                  <a:pt x="125" y="86"/>
                  <a:pt x="125" y="61"/>
                </a:cubicBezTo>
                <a:cubicBezTo>
                  <a:pt x="125" y="55"/>
                  <a:pt x="125" y="43"/>
                  <a:pt x="129" y="21"/>
                </a:cubicBezTo>
                <a:lnTo>
                  <a:pt x="167" y="21"/>
                </a:lnTo>
                <a:cubicBezTo>
                  <a:pt x="173" y="21"/>
                  <a:pt x="176" y="21"/>
                  <a:pt x="179" y="19"/>
                </a:cubicBezTo>
                <a:cubicBezTo>
                  <a:pt x="183" y="15"/>
                  <a:pt x="184" y="10"/>
                  <a:pt x="184" y="9"/>
                </a:cubicBezTo>
                <a:cubicBezTo>
                  <a:pt x="184" y="0"/>
                  <a:pt x="176" y="0"/>
                  <a:pt x="171" y="0"/>
                </a:cubicBezTo>
                <a:lnTo>
                  <a:pt x="55" y="0"/>
                </a:lnTo>
                <a:cubicBezTo>
                  <a:pt x="43" y="0"/>
                  <a:pt x="34" y="3"/>
                  <a:pt x="20" y="16"/>
                </a:cubicBezTo>
                <a:cubicBezTo>
                  <a:pt x="12" y="23"/>
                  <a:pt x="0" y="39"/>
                  <a:pt x="0" y="42"/>
                </a:cubicBezTo>
                <a:cubicBezTo>
                  <a:pt x="0" y="46"/>
                  <a:pt x="4" y="46"/>
                  <a:pt x="6" y="46"/>
                </a:cubicBezTo>
                <a:cubicBezTo>
                  <a:pt x="9" y="46"/>
                  <a:pt x="9" y="45"/>
                  <a:pt x="11" y="42"/>
                </a:cubicBezTo>
                <a:cubicBezTo>
                  <a:pt x="26" y="21"/>
                  <a:pt x="46" y="21"/>
                  <a:pt x="53" y="21"/>
                </a:cubicBezTo>
                <a:lnTo>
                  <a:pt x="71" y="21"/>
                </a:lnTo>
                <a:cubicBezTo>
                  <a:pt x="61" y="55"/>
                  <a:pt x="45" y="91"/>
                  <a:pt x="36" y="110"/>
                </a:cubicBezTo>
                <a:cubicBezTo>
                  <a:pt x="34" y="113"/>
                  <a:pt x="31" y="120"/>
                  <a:pt x="30" y="121"/>
                </a:cubicBezTo>
                <a:cubicBezTo>
                  <a:pt x="30" y="123"/>
                  <a:pt x="30" y="124"/>
                  <a:pt x="30" y="126"/>
                </a:cubicBezTo>
                <a:cubicBezTo>
                  <a:pt x="30" y="131"/>
                  <a:pt x="34" y="136"/>
                  <a:pt x="41" y="136"/>
                </a:cubicBezTo>
                <a:cubicBezTo>
                  <a:pt x="53" y="136"/>
                  <a:pt x="56" y="122"/>
                  <a:pt x="64" y="94"/>
                </a:cubicBezTo>
                <a:lnTo>
                  <a:pt x="82" y="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960" bIns="39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6531120" y="2633760"/>
            <a:ext cx="777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6544440" y="2654640"/>
            <a:ext cx="50760" cy="75600"/>
          </a:xfrm>
          <a:custGeom>
            <a:avLst/>
            <a:gdLst/>
            <a:ahLst/>
            <a:rect l="0" t="0" r="r" b="b"/>
            <a:pathLst>
              <a:path w="141" h="210">
                <a:moveTo>
                  <a:pt x="67" y="101"/>
                </a:moveTo>
                <a:cubicBezTo>
                  <a:pt x="91" y="101"/>
                  <a:pt x="109" y="118"/>
                  <a:pt x="109" y="151"/>
                </a:cubicBezTo>
                <a:cubicBezTo>
                  <a:pt x="109" y="189"/>
                  <a:pt x="86" y="201"/>
                  <a:pt x="69" y="201"/>
                </a:cubicBezTo>
                <a:cubicBezTo>
                  <a:pt x="56" y="201"/>
                  <a:pt x="29" y="197"/>
                  <a:pt x="16" y="178"/>
                </a:cubicBezTo>
                <a:cubicBezTo>
                  <a:pt x="31" y="178"/>
                  <a:pt x="34" y="168"/>
                  <a:pt x="34" y="161"/>
                </a:cubicBezTo>
                <a:cubicBezTo>
                  <a:pt x="34" y="152"/>
                  <a:pt x="26" y="145"/>
                  <a:pt x="17" y="145"/>
                </a:cubicBezTo>
                <a:cubicBezTo>
                  <a:pt x="9" y="145"/>
                  <a:pt x="0" y="150"/>
                  <a:pt x="0" y="163"/>
                </a:cubicBezTo>
                <a:cubicBezTo>
                  <a:pt x="0" y="191"/>
                  <a:pt x="31" y="210"/>
                  <a:pt x="69" y="210"/>
                </a:cubicBezTo>
                <a:cubicBezTo>
                  <a:pt x="111" y="210"/>
                  <a:pt x="141" y="181"/>
                  <a:pt x="141" y="151"/>
                </a:cubicBezTo>
                <a:cubicBezTo>
                  <a:pt x="141" y="127"/>
                  <a:pt x="122" y="103"/>
                  <a:pt x="88" y="96"/>
                </a:cubicBezTo>
                <a:cubicBezTo>
                  <a:pt x="120" y="84"/>
                  <a:pt x="131" y="61"/>
                  <a:pt x="131" y="42"/>
                </a:cubicBezTo>
                <a:cubicBezTo>
                  <a:pt x="131" y="17"/>
                  <a:pt x="104" y="0"/>
                  <a:pt x="69" y="0"/>
                </a:cubicBezTo>
                <a:cubicBezTo>
                  <a:pt x="36" y="0"/>
                  <a:pt x="9" y="16"/>
                  <a:pt x="9" y="41"/>
                </a:cubicBezTo>
                <a:cubicBezTo>
                  <a:pt x="9" y="51"/>
                  <a:pt x="16" y="57"/>
                  <a:pt x="25" y="57"/>
                </a:cubicBezTo>
                <a:cubicBezTo>
                  <a:pt x="35" y="57"/>
                  <a:pt x="41" y="50"/>
                  <a:pt x="41" y="42"/>
                </a:cubicBezTo>
                <a:cubicBezTo>
                  <a:pt x="41" y="33"/>
                  <a:pt x="35" y="26"/>
                  <a:pt x="25" y="25"/>
                </a:cubicBezTo>
                <a:cubicBezTo>
                  <a:pt x="36" y="12"/>
                  <a:pt x="57" y="8"/>
                  <a:pt x="69" y="8"/>
                </a:cubicBezTo>
                <a:cubicBezTo>
                  <a:pt x="82" y="8"/>
                  <a:pt x="102" y="15"/>
                  <a:pt x="102" y="42"/>
                </a:cubicBezTo>
                <a:cubicBezTo>
                  <a:pt x="102" y="55"/>
                  <a:pt x="97" y="69"/>
                  <a:pt x="89" y="78"/>
                </a:cubicBezTo>
                <a:cubicBezTo>
                  <a:pt x="79" y="90"/>
                  <a:pt x="71" y="91"/>
                  <a:pt x="55" y="92"/>
                </a:cubicBezTo>
                <a:cubicBezTo>
                  <a:pt x="48" y="93"/>
                  <a:pt x="47" y="93"/>
                  <a:pt x="46" y="93"/>
                </a:cubicBezTo>
                <a:cubicBezTo>
                  <a:pt x="46" y="93"/>
                  <a:pt x="42" y="94"/>
                  <a:pt x="42" y="97"/>
                </a:cubicBezTo>
                <a:cubicBezTo>
                  <a:pt x="42" y="101"/>
                  <a:pt x="45" y="101"/>
                  <a:pt x="50" y="101"/>
                </a:cubicBezTo>
                <a:lnTo>
                  <a:pt x="67" y="1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0600" bIns="306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7979760" y="2556720"/>
            <a:ext cx="73800" cy="54360"/>
          </a:xfrm>
          <a:custGeom>
            <a:avLst/>
            <a:gdLst/>
            <a:ahLst/>
            <a:rect l="0" t="0" r="r" b="b"/>
            <a:pathLst>
              <a:path w="205" h="151">
                <a:moveTo>
                  <a:pt x="92" y="23"/>
                </a:moveTo>
                <a:lnTo>
                  <a:pt x="133" y="23"/>
                </a:lnTo>
                <a:cubicBezTo>
                  <a:pt x="127" y="44"/>
                  <a:pt x="119" y="75"/>
                  <a:pt x="119" y="102"/>
                </a:cubicBezTo>
                <a:cubicBezTo>
                  <a:pt x="119" y="116"/>
                  <a:pt x="122" y="126"/>
                  <a:pt x="123" y="133"/>
                </a:cubicBezTo>
                <a:cubicBezTo>
                  <a:pt x="129" y="150"/>
                  <a:pt x="133" y="151"/>
                  <a:pt x="139" y="151"/>
                </a:cubicBezTo>
                <a:cubicBezTo>
                  <a:pt x="147" y="151"/>
                  <a:pt x="155" y="144"/>
                  <a:pt x="155" y="136"/>
                </a:cubicBezTo>
                <a:cubicBezTo>
                  <a:pt x="155" y="133"/>
                  <a:pt x="155" y="132"/>
                  <a:pt x="152" y="129"/>
                </a:cubicBezTo>
                <a:cubicBezTo>
                  <a:pt x="145" y="116"/>
                  <a:pt x="139" y="96"/>
                  <a:pt x="139" y="68"/>
                </a:cubicBezTo>
                <a:cubicBezTo>
                  <a:pt x="139" y="62"/>
                  <a:pt x="139" y="48"/>
                  <a:pt x="144" y="23"/>
                </a:cubicBezTo>
                <a:lnTo>
                  <a:pt x="187" y="23"/>
                </a:lnTo>
                <a:cubicBezTo>
                  <a:pt x="193" y="23"/>
                  <a:pt x="196" y="23"/>
                  <a:pt x="200" y="21"/>
                </a:cubicBezTo>
                <a:cubicBezTo>
                  <a:pt x="205" y="17"/>
                  <a:pt x="205" y="11"/>
                  <a:pt x="205" y="10"/>
                </a:cubicBezTo>
                <a:cubicBezTo>
                  <a:pt x="205" y="0"/>
                  <a:pt x="197" y="0"/>
                  <a:pt x="191" y="0"/>
                </a:cubicBezTo>
                <a:lnTo>
                  <a:pt x="61" y="0"/>
                </a:lnTo>
                <a:cubicBezTo>
                  <a:pt x="48" y="0"/>
                  <a:pt x="38" y="3"/>
                  <a:pt x="22" y="18"/>
                </a:cubicBezTo>
                <a:cubicBezTo>
                  <a:pt x="13" y="25"/>
                  <a:pt x="0" y="44"/>
                  <a:pt x="0" y="47"/>
                </a:cubicBezTo>
                <a:cubicBezTo>
                  <a:pt x="0" y="51"/>
                  <a:pt x="4" y="51"/>
                  <a:pt x="6" y="51"/>
                </a:cubicBezTo>
                <a:cubicBezTo>
                  <a:pt x="10" y="51"/>
                  <a:pt x="10" y="50"/>
                  <a:pt x="12" y="47"/>
                </a:cubicBezTo>
                <a:cubicBezTo>
                  <a:pt x="29" y="23"/>
                  <a:pt x="51" y="23"/>
                  <a:pt x="59" y="23"/>
                </a:cubicBezTo>
                <a:lnTo>
                  <a:pt x="79" y="23"/>
                </a:lnTo>
                <a:cubicBezTo>
                  <a:pt x="69" y="61"/>
                  <a:pt x="50" y="102"/>
                  <a:pt x="40" y="122"/>
                </a:cubicBezTo>
                <a:cubicBezTo>
                  <a:pt x="38" y="126"/>
                  <a:pt x="35" y="134"/>
                  <a:pt x="33" y="135"/>
                </a:cubicBezTo>
                <a:cubicBezTo>
                  <a:pt x="33" y="137"/>
                  <a:pt x="33" y="138"/>
                  <a:pt x="33" y="140"/>
                </a:cubicBezTo>
                <a:cubicBezTo>
                  <a:pt x="33" y="146"/>
                  <a:pt x="37" y="151"/>
                  <a:pt x="46" y="151"/>
                </a:cubicBezTo>
                <a:cubicBezTo>
                  <a:pt x="59" y="151"/>
                  <a:pt x="63" y="136"/>
                  <a:pt x="71" y="105"/>
                </a:cubicBezTo>
                <a:lnTo>
                  <a:pt x="92" y="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9360" bIns="93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7974360" y="2635560"/>
            <a:ext cx="8712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7989120" y="2658600"/>
            <a:ext cx="56880" cy="84600"/>
          </a:xfrm>
          <a:custGeom>
            <a:avLst/>
            <a:gdLst/>
            <a:ahLst/>
            <a:rect l="0" t="0" r="r" b="b"/>
            <a:pathLst>
              <a:path w="158" h="235">
                <a:moveTo>
                  <a:pt x="76" y="113"/>
                </a:moveTo>
                <a:cubicBezTo>
                  <a:pt x="103" y="113"/>
                  <a:pt x="122" y="132"/>
                  <a:pt x="122" y="169"/>
                </a:cubicBezTo>
                <a:cubicBezTo>
                  <a:pt x="122" y="211"/>
                  <a:pt x="96" y="225"/>
                  <a:pt x="77" y="225"/>
                </a:cubicBezTo>
                <a:cubicBezTo>
                  <a:pt x="63" y="225"/>
                  <a:pt x="33" y="221"/>
                  <a:pt x="19" y="200"/>
                </a:cubicBezTo>
                <a:cubicBezTo>
                  <a:pt x="35" y="200"/>
                  <a:pt x="39" y="188"/>
                  <a:pt x="39" y="180"/>
                </a:cubicBezTo>
                <a:cubicBezTo>
                  <a:pt x="39" y="170"/>
                  <a:pt x="30" y="162"/>
                  <a:pt x="20" y="162"/>
                </a:cubicBezTo>
                <a:cubicBezTo>
                  <a:pt x="10" y="162"/>
                  <a:pt x="0" y="168"/>
                  <a:pt x="0" y="182"/>
                </a:cubicBezTo>
                <a:cubicBezTo>
                  <a:pt x="0" y="214"/>
                  <a:pt x="36" y="235"/>
                  <a:pt x="77" y="235"/>
                </a:cubicBezTo>
                <a:cubicBezTo>
                  <a:pt x="125" y="235"/>
                  <a:pt x="158" y="203"/>
                  <a:pt x="158" y="169"/>
                </a:cubicBezTo>
                <a:cubicBezTo>
                  <a:pt x="158" y="142"/>
                  <a:pt x="136" y="115"/>
                  <a:pt x="99" y="107"/>
                </a:cubicBezTo>
                <a:cubicBezTo>
                  <a:pt x="134" y="94"/>
                  <a:pt x="147" y="69"/>
                  <a:pt x="147" y="47"/>
                </a:cubicBezTo>
                <a:cubicBezTo>
                  <a:pt x="147" y="20"/>
                  <a:pt x="116" y="0"/>
                  <a:pt x="78" y="0"/>
                </a:cubicBezTo>
                <a:cubicBezTo>
                  <a:pt x="40" y="0"/>
                  <a:pt x="11" y="19"/>
                  <a:pt x="11" y="46"/>
                </a:cubicBezTo>
                <a:cubicBezTo>
                  <a:pt x="11" y="58"/>
                  <a:pt x="19" y="64"/>
                  <a:pt x="29" y="64"/>
                </a:cubicBezTo>
                <a:cubicBezTo>
                  <a:pt x="39" y="64"/>
                  <a:pt x="46" y="56"/>
                  <a:pt x="46" y="47"/>
                </a:cubicBezTo>
                <a:cubicBezTo>
                  <a:pt x="46" y="37"/>
                  <a:pt x="39" y="29"/>
                  <a:pt x="29" y="28"/>
                </a:cubicBezTo>
                <a:cubicBezTo>
                  <a:pt x="41" y="14"/>
                  <a:pt x="64" y="10"/>
                  <a:pt x="77" y="10"/>
                </a:cubicBezTo>
                <a:cubicBezTo>
                  <a:pt x="93" y="10"/>
                  <a:pt x="114" y="18"/>
                  <a:pt x="114" y="47"/>
                </a:cubicBezTo>
                <a:cubicBezTo>
                  <a:pt x="114" y="62"/>
                  <a:pt x="109" y="78"/>
                  <a:pt x="100" y="88"/>
                </a:cubicBezTo>
                <a:cubicBezTo>
                  <a:pt x="89" y="101"/>
                  <a:pt x="79" y="102"/>
                  <a:pt x="62" y="103"/>
                </a:cubicBezTo>
                <a:cubicBezTo>
                  <a:pt x="54" y="104"/>
                  <a:pt x="53" y="104"/>
                  <a:pt x="51" y="104"/>
                </a:cubicBezTo>
                <a:cubicBezTo>
                  <a:pt x="51" y="104"/>
                  <a:pt x="48" y="105"/>
                  <a:pt x="48" y="109"/>
                </a:cubicBezTo>
                <a:cubicBezTo>
                  <a:pt x="48" y="113"/>
                  <a:pt x="51" y="113"/>
                  <a:pt x="57" y="113"/>
                </a:cubicBezTo>
                <a:lnTo>
                  <a:pt x="76" y="11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9600" bIns="396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3728520" y="2426400"/>
            <a:ext cx="69120" cy="50760"/>
          </a:xfrm>
          <a:custGeom>
            <a:avLst/>
            <a:gdLst/>
            <a:ahLst/>
            <a:rect l="0" t="0" r="r" b="b"/>
            <a:pathLst>
              <a:path w="192" h="141">
                <a:moveTo>
                  <a:pt x="85" y="22"/>
                </a:moveTo>
                <a:lnTo>
                  <a:pt x="123" y="22"/>
                </a:lnTo>
                <a:cubicBezTo>
                  <a:pt x="118" y="41"/>
                  <a:pt x="111" y="70"/>
                  <a:pt x="111" y="96"/>
                </a:cubicBezTo>
                <a:cubicBezTo>
                  <a:pt x="111" y="109"/>
                  <a:pt x="113" y="118"/>
                  <a:pt x="115" y="124"/>
                </a:cubicBezTo>
                <a:cubicBezTo>
                  <a:pt x="120" y="141"/>
                  <a:pt x="124" y="141"/>
                  <a:pt x="129" y="141"/>
                </a:cubicBezTo>
                <a:cubicBezTo>
                  <a:pt x="137" y="141"/>
                  <a:pt x="144" y="135"/>
                  <a:pt x="144" y="127"/>
                </a:cubicBezTo>
                <a:cubicBezTo>
                  <a:pt x="144" y="125"/>
                  <a:pt x="144" y="123"/>
                  <a:pt x="142" y="120"/>
                </a:cubicBezTo>
                <a:cubicBezTo>
                  <a:pt x="136" y="108"/>
                  <a:pt x="130" y="90"/>
                  <a:pt x="130" y="64"/>
                </a:cubicBezTo>
                <a:cubicBezTo>
                  <a:pt x="130" y="58"/>
                  <a:pt x="130" y="45"/>
                  <a:pt x="134" y="22"/>
                </a:cubicBezTo>
                <a:lnTo>
                  <a:pt x="174" y="22"/>
                </a:lnTo>
                <a:cubicBezTo>
                  <a:pt x="180" y="22"/>
                  <a:pt x="183" y="22"/>
                  <a:pt x="186" y="20"/>
                </a:cubicBezTo>
                <a:cubicBezTo>
                  <a:pt x="191" y="16"/>
                  <a:pt x="192" y="11"/>
                  <a:pt x="192" y="10"/>
                </a:cubicBezTo>
                <a:cubicBezTo>
                  <a:pt x="192" y="0"/>
                  <a:pt x="184" y="0"/>
                  <a:pt x="178" y="0"/>
                </a:cubicBezTo>
                <a:lnTo>
                  <a:pt x="57" y="0"/>
                </a:lnTo>
                <a:cubicBezTo>
                  <a:pt x="45" y="0"/>
                  <a:pt x="35" y="3"/>
                  <a:pt x="21" y="17"/>
                </a:cubicBezTo>
                <a:cubicBezTo>
                  <a:pt x="12" y="24"/>
                  <a:pt x="0" y="41"/>
                  <a:pt x="0" y="44"/>
                </a:cubicBezTo>
                <a:cubicBezTo>
                  <a:pt x="0" y="48"/>
                  <a:pt x="4" y="48"/>
                  <a:pt x="6" y="48"/>
                </a:cubicBezTo>
                <a:cubicBezTo>
                  <a:pt x="9" y="48"/>
                  <a:pt x="9" y="47"/>
                  <a:pt x="11" y="44"/>
                </a:cubicBezTo>
                <a:cubicBezTo>
                  <a:pt x="27" y="22"/>
                  <a:pt x="47" y="22"/>
                  <a:pt x="54" y="22"/>
                </a:cubicBezTo>
                <a:lnTo>
                  <a:pt x="74" y="22"/>
                </a:lnTo>
                <a:cubicBezTo>
                  <a:pt x="64" y="57"/>
                  <a:pt x="46" y="95"/>
                  <a:pt x="37" y="114"/>
                </a:cubicBezTo>
                <a:cubicBezTo>
                  <a:pt x="35" y="118"/>
                  <a:pt x="32" y="126"/>
                  <a:pt x="31" y="126"/>
                </a:cubicBezTo>
                <a:cubicBezTo>
                  <a:pt x="31" y="128"/>
                  <a:pt x="31" y="129"/>
                  <a:pt x="31" y="131"/>
                </a:cubicBezTo>
                <a:cubicBezTo>
                  <a:pt x="31" y="136"/>
                  <a:pt x="34" y="141"/>
                  <a:pt x="42" y="141"/>
                </a:cubicBezTo>
                <a:cubicBezTo>
                  <a:pt x="54" y="141"/>
                  <a:pt x="58" y="127"/>
                  <a:pt x="66" y="98"/>
                </a:cubicBezTo>
                <a:lnTo>
                  <a:pt x="85" y="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5760" bIns="5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3723120" y="2499120"/>
            <a:ext cx="813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3735360" y="2520360"/>
            <a:ext cx="56520" cy="77760"/>
          </a:xfrm>
          <a:custGeom>
            <a:avLst/>
            <a:gdLst/>
            <a:ahLst/>
            <a:rect l="0" t="0" r="r" b="b"/>
            <a:pathLst>
              <a:path w="157" h="216">
                <a:moveTo>
                  <a:pt x="157" y="164"/>
                </a:moveTo>
                <a:lnTo>
                  <a:pt x="157" y="152"/>
                </a:lnTo>
                <a:lnTo>
                  <a:pt x="121" y="152"/>
                </a:lnTo>
                <a:lnTo>
                  <a:pt x="121" y="9"/>
                </a:lnTo>
                <a:cubicBezTo>
                  <a:pt x="121" y="3"/>
                  <a:pt x="121" y="0"/>
                  <a:pt x="115" y="0"/>
                </a:cubicBezTo>
                <a:cubicBezTo>
                  <a:pt x="110" y="0"/>
                  <a:pt x="109" y="0"/>
                  <a:pt x="106" y="5"/>
                </a:cubicBezTo>
                <a:lnTo>
                  <a:pt x="0" y="152"/>
                </a:lnTo>
                <a:lnTo>
                  <a:pt x="0" y="164"/>
                </a:lnTo>
                <a:lnTo>
                  <a:pt x="95" y="164"/>
                </a:lnTo>
                <a:lnTo>
                  <a:pt x="95" y="190"/>
                </a:lnTo>
                <a:cubicBezTo>
                  <a:pt x="95" y="201"/>
                  <a:pt x="95" y="205"/>
                  <a:pt x="68" y="205"/>
                </a:cubicBezTo>
                <a:lnTo>
                  <a:pt x="59" y="205"/>
                </a:lnTo>
                <a:lnTo>
                  <a:pt x="59" y="216"/>
                </a:lnTo>
                <a:cubicBezTo>
                  <a:pt x="76" y="216"/>
                  <a:pt x="96" y="215"/>
                  <a:pt x="107" y="215"/>
                </a:cubicBezTo>
                <a:cubicBezTo>
                  <a:pt x="120" y="215"/>
                  <a:pt x="140" y="216"/>
                  <a:pt x="156" y="216"/>
                </a:cubicBezTo>
                <a:lnTo>
                  <a:pt x="156" y="205"/>
                </a:lnTo>
                <a:lnTo>
                  <a:pt x="148" y="205"/>
                </a:lnTo>
                <a:cubicBezTo>
                  <a:pt x="121" y="205"/>
                  <a:pt x="121" y="201"/>
                  <a:pt x="121" y="190"/>
                </a:cubicBezTo>
                <a:lnTo>
                  <a:pt x="121" y="164"/>
                </a:lnTo>
                <a:lnTo>
                  <a:pt x="157" y="164"/>
                </a:lnTo>
                <a:moveTo>
                  <a:pt x="97" y="35"/>
                </a:moveTo>
                <a:lnTo>
                  <a:pt x="97" y="152"/>
                </a:lnTo>
                <a:lnTo>
                  <a:pt x="12" y="152"/>
                </a:lnTo>
                <a:lnTo>
                  <a:pt x="97" y="3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2760" bIns="32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2897640" y="3457080"/>
            <a:ext cx="69120" cy="50760"/>
          </a:xfrm>
          <a:custGeom>
            <a:avLst/>
            <a:gdLst/>
            <a:ahLst/>
            <a:rect l="0" t="0" r="r" b="b"/>
            <a:pathLst>
              <a:path w="192" h="141">
                <a:moveTo>
                  <a:pt x="85" y="21"/>
                </a:moveTo>
                <a:lnTo>
                  <a:pt x="123" y="21"/>
                </a:lnTo>
                <a:cubicBezTo>
                  <a:pt x="118" y="41"/>
                  <a:pt x="111" y="70"/>
                  <a:pt x="111" y="95"/>
                </a:cubicBezTo>
                <a:cubicBezTo>
                  <a:pt x="111" y="109"/>
                  <a:pt x="113" y="117"/>
                  <a:pt x="115" y="123"/>
                </a:cubicBezTo>
                <a:cubicBezTo>
                  <a:pt x="120" y="140"/>
                  <a:pt x="124" y="141"/>
                  <a:pt x="129" y="141"/>
                </a:cubicBezTo>
                <a:cubicBezTo>
                  <a:pt x="137" y="141"/>
                  <a:pt x="144" y="134"/>
                  <a:pt x="144" y="126"/>
                </a:cubicBezTo>
                <a:cubicBezTo>
                  <a:pt x="144" y="124"/>
                  <a:pt x="144" y="123"/>
                  <a:pt x="142" y="120"/>
                </a:cubicBezTo>
                <a:cubicBezTo>
                  <a:pt x="136" y="108"/>
                  <a:pt x="130" y="90"/>
                  <a:pt x="130" y="63"/>
                </a:cubicBezTo>
                <a:cubicBezTo>
                  <a:pt x="130" y="57"/>
                  <a:pt x="130" y="44"/>
                  <a:pt x="134" y="21"/>
                </a:cubicBezTo>
                <a:lnTo>
                  <a:pt x="174" y="21"/>
                </a:lnTo>
                <a:cubicBezTo>
                  <a:pt x="180" y="21"/>
                  <a:pt x="183" y="21"/>
                  <a:pt x="186" y="19"/>
                </a:cubicBezTo>
                <a:cubicBezTo>
                  <a:pt x="191" y="16"/>
                  <a:pt x="192" y="11"/>
                  <a:pt x="192" y="9"/>
                </a:cubicBezTo>
                <a:cubicBezTo>
                  <a:pt x="192" y="0"/>
                  <a:pt x="184" y="0"/>
                  <a:pt x="178" y="0"/>
                </a:cubicBezTo>
                <a:lnTo>
                  <a:pt x="57" y="0"/>
                </a:lnTo>
                <a:cubicBezTo>
                  <a:pt x="45" y="0"/>
                  <a:pt x="35" y="3"/>
                  <a:pt x="21" y="16"/>
                </a:cubicBezTo>
                <a:cubicBezTo>
                  <a:pt x="12" y="23"/>
                  <a:pt x="0" y="41"/>
                  <a:pt x="0" y="44"/>
                </a:cubicBezTo>
                <a:cubicBezTo>
                  <a:pt x="0" y="47"/>
                  <a:pt x="4" y="47"/>
                  <a:pt x="6" y="47"/>
                </a:cubicBezTo>
                <a:cubicBezTo>
                  <a:pt x="9" y="47"/>
                  <a:pt x="9" y="46"/>
                  <a:pt x="11" y="44"/>
                </a:cubicBezTo>
                <a:cubicBezTo>
                  <a:pt x="27" y="21"/>
                  <a:pt x="47" y="21"/>
                  <a:pt x="54" y="21"/>
                </a:cubicBezTo>
                <a:lnTo>
                  <a:pt x="74" y="21"/>
                </a:lnTo>
                <a:cubicBezTo>
                  <a:pt x="64" y="56"/>
                  <a:pt x="46" y="95"/>
                  <a:pt x="37" y="114"/>
                </a:cubicBezTo>
                <a:cubicBezTo>
                  <a:pt x="35" y="118"/>
                  <a:pt x="32" y="125"/>
                  <a:pt x="31" y="126"/>
                </a:cubicBezTo>
                <a:cubicBezTo>
                  <a:pt x="31" y="127"/>
                  <a:pt x="31" y="129"/>
                  <a:pt x="31" y="131"/>
                </a:cubicBezTo>
                <a:cubicBezTo>
                  <a:pt x="31" y="136"/>
                  <a:pt x="34" y="141"/>
                  <a:pt x="42" y="141"/>
                </a:cubicBezTo>
                <a:cubicBezTo>
                  <a:pt x="54" y="141"/>
                  <a:pt x="58" y="126"/>
                  <a:pt x="66" y="98"/>
                </a:cubicBezTo>
                <a:lnTo>
                  <a:pt x="85" y="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5760" bIns="5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2892240" y="3529440"/>
            <a:ext cx="813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2904480" y="3550680"/>
            <a:ext cx="56520" cy="78120"/>
          </a:xfrm>
          <a:custGeom>
            <a:avLst/>
            <a:gdLst/>
            <a:ahLst/>
            <a:rect l="0" t="0" r="r" b="b"/>
            <a:pathLst>
              <a:path w="157" h="217">
                <a:moveTo>
                  <a:pt x="157" y="164"/>
                </a:moveTo>
                <a:lnTo>
                  <a:pt x="157" y="153"/>
                </a:lnTo>
                <a:lnTo>
                  <a:pt x="121" y="153"/>
                </a:lnTo>
                <a:lnTo>
                  <a:pt x="121" y="10"/>
                </a:lnTo>
                <a:cubicBezTo>
                  <a:pt x="121" y="3"/>
                  <a:pt x="121" y="0"/>
                  <a:pt x="115" y="0"/>
                </a:cubicBezTo>
                <a:cubicBezTo>
                  <a:pt x="110" y="0"/>
                  <a:pt x="109" y="0"/>
                  <a:pt x="106" y="5"/>
                </a:cubicBezTo>
                <a:lnTo>
                  <a:pt x="0" y="153"/>
                </a:lnTo>
                <a:lnTo>
                  <a:pt x="0" y="164"/>
                </a:lnTo>
                <a:lnTo>
                  <a:pt x="95" y="164"/>
                </a:lnTo>
                <a:lnTo>
                  <a:pt x="95" y="190"/>
                </a:lnTo>
                <a:cubicBezTo>
                  <a:pt x="95" y="202"/>
                  <a:pt x="95" y="205"/>
                  <a:pt x="68" y="205"/>
                </a:cubicBezTo>
                <a:lnTo>
                  <a:pt x="59" y="205"/>
                </a:lnTo>
                <a:lnTo>
                  <a:pt x="59" y="217"/>
                </a:lnTo>
                <a:cubicBezTo>
                  <a:pt x="76" y="216"/>
                  <a:pt x="96" y="215"/>
                  <a:pt x="107" y="215"/>
                </a:cubicBezTo>
                <a:cubicBezTo>
                  <a:pt x="120" y="215"/>
                  <a:pt x="140" y="216"/>
                  <a:pt x="156" y="217"/>
                </a:cubicBezTo>
                <a:lnTo>
                  <a:pt x="156" y="205"/>
                </a:lnTo>
                <a:lnTo>
                  <a:pt x="148" y="205"/>
                </a:lnTo>
                <a:cubicBezTo>
                  <a:pt x="121" y="205"/>
                  <a:pt x="121" y="202"/>
                  <a:pt x="121" y="190"/>
                </a:cubicBezTo>
                <a:lnTo>
                  <a:pt x="121" y="164"/>
                </a:lnTo>
                <a:lnTo>
                  <a:pt x="157" y="164"/>
                </a:lnTo>
                <a:moveTo>
                  <a:pt x="97" y="35"/>
                </a:moveTo>
                <a:lnTo>
                  <a:pt x="97" y="153"/>
                </a:lnTo>
                <a:lnTo>
                  <a:pt x="12" y="153"/>
                </a:lnTo>
                <a:lnTo>
                  <a:pt x="97" y="3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3120" bIns="331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3728520" y="2153160"/>
            <a:ext cx="69120" cy="50760"/>
          </a:xfrm>
          <a:custGeom>
            <a:avLst/>
            <a:gdLst/>
            <a:ahLst/>
            <a:rect l="0" t="0" r="r" b="b"/>
            <a:pathLst>
              <a:path w="192" h="141">
                <a:moveTo>
                  <a:pt x="85" y="22"/>
                </a:moveTo>
                <a:lnTo>
                  <a:pt x="123" y="22"/>
                </a:lnTo>
                <a:cubicBezTo>
                  <a:pt x="118" y="41"/>
                  <a:pt x="111" y="70"/>
                  <a:pt x="111" y="95"/>
                </a:cubicBezTo>
                <a:cubicBezTo>
                  <a:pt x="111" y="109"/>
                  <a:pt x="113" y="117"/>
                  <a:pt x="115" y="123"/>
                </a:cubicBezTo>
                <a:cubicBezTo>
                  <a:pt x="120" y="140"/>
                  <a:pt x="124" y="141"/>
                  <a:pt x="129" y="141"/>
                </a:cubicBezTo>
                <a:cubicBezTo>
                  <a:pt x="137" y="141"/>
                  <a:pt x="144" y="134"/>
                  <a:pt x="144" y="126"/>
                </a:cubicBezTo>
                <a:cubicBezTo>
                  <a:pt x="144" y="124"/>
                  <a:pt x="144" y="123"/>
                  <a:pt x="142" y="120"/>
                </a:cubicBezTo>
                <a:cubicBezTo>
                  <a:pt x="136" y="108"/>
                  <a:pt x="130" y="90"/>
                  <a:pt x="130" y="63"/>
                </a:cubicBezTo>
                <a:cubicBezTo>
                  <a:pt x="130" y="57"/>
                  <a:pt x="130" y="44"/>
                  <a:pt x="134" y="22"/>
                </a:cubicBezTo>
                <a:lnTo>
                  <a:pt x="174" y="22"/>
                </a:lnTo>
                <a:cubicBezTo>
                  <a:pt x="180" y="22"/>
                  <a:pt x="183" y="22"/>
                  <a:pt x="186" y="19"/>
                </a:cubicBezTo>
                <a:cubicBezTo>
                  <a:pt x="191" y="16"/>
                  <a:pt x="192" y="11"/>
                  <a:pt x="192" y="9"/>
                </a:cubicBezTo>
                <a:cubicBezTo>
                  <a:pt x="192" y="0"/>
                  <a:pt x="184" y="0"/>
                  <a:pt x="178" y="0"/>
                </a:cubicBezTo>
                <a:lnTo>
                  <a:pt x="57" y="0"/>
                </a:lnTo>
                <a:cubicBezTo>
                  <a:pt x="45" y="0"/>
                  <a:pt x="35" y="3"/>
                  <a:pt x="21" y="16"/>
                </a:cubicBezTo>
                <a:cubicBezTo>
                  <a:pt x="12" y="24"/>
                  <a:pt x="0" y="41"/>
                  <a:pt x="0" y="44"/>
                </a:cubicBezTo>
                <a:cubicBezTo>
                  <a:pt x="0" y="47"/>
                  <a:pt x="4" y="47"/>
                  <a:pt x="6" y="47"/>
                </a:cubicBezTo>
                <a:cubicBezTo>
                  <a:pt x="9" y="47"/>
                  <a:pt x="9" y="46"/>
                  <a:pt x="11" y="44"/>
                </a:cubicBezTo>
                <a:cubicBezTo>
                  <a:pt x="27" y="22"/>
                  <a:pt x="47" y="22"/>
                  <a:pt x="54" y="22"/>
                </a:cubicBezTo>
                <a:lnTo>
                  <a:pt x="74" y="22"/>
                </a:lnTo>
                <a:cubicBezTo>
                  <a:pt x="64" y="57"/>
                  <a:pt x="46" y="95"/>
                  <a:pt x="37" y="114"/>
                </a:cubicBezTo>
                <a:cubicBezTo>
                  <a:pt x="35" y="118"/>
                  <a:pt x="32" y="125"/>
                  <a:pt x="31" y="126"/>
                </a:cubicBezTo>
                <a:cubicBezTo>
                  <a:pt x="31" y="127"/>
                  <a:pt x="31" y="129"/>
                  <a:pt x="31" y="131"/>
                </a:cubicBezTo>
                <a:cubicBezTo>
                  <a:pt x="31" y="136"/>
                  <a:pt x="34" y="141"/>
                  <a:pt x="42" y="141"/>
                </a:cubicBezTo>
                <a:cubicBezTo>
                  <a:pt x="54" y="141"/>
                  <a:pt x="58" y="126"/>
                  <a:pt x="66" y="98"/>
                </a:cubicBezTo>
                <a:lnTo>
                  <a:pt x="85" y="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5760" bIns="5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3723120" y="2225520"/>
            <a:ext cx="813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3735360" y="2246760"/>
            <a:ext cx="56520" cy="78120"/>
          </a:xfrm>
          <a:custGeom>
            <a:avLst/>
            <a:gdLst/>
            <a:ahLst/>
            <a:rect l="0" t="0" r="r" b="b"/>
            <a:pathLst>
              <a:path w="157" h="217">
                <a:moveTo>
                  <a:pt x="157" y="164"/>
                </a:moveTo>
                <a:lnTo>
                  <a:pt x="157" y="153"/>
                </a:lnTo>
                <a:lnTo>
                  <a:pt x="121" y="153"/>
                </a:lnTo>
                <a:lnTo>
                  <a:pt x="121" y="9"/>
                </a:lnTo>
                <a:cubicBezTo>
                  <a:pt x="121" y="3"/>
                  <a:pt x="121" y="0"/>
                  <a:pt x="115" y="0"/>
                </a:cubicBezTo>
                <a:cubicBezTo>
                  <a:pt x="110" y="0"/>
                  <a:pt x="109" y="0"/>
                  <a:pt x="106" y="5"/>
                </a:cubicBezTo>
                <a:lnTo>
                  <a:pt x="0" y="153"/>
                </a:lnTo>
                <a:lnTo>
                  <a:pt x="0" y="164"/>
                </a:lnTo>
                <a:lnTo>
                  <a:pt x="95" y="164"/>
                </a:lnTo>
                <a:lnTo>
                  <a:pt x="95" y="190"/>
                </a:lnTo>
                <a:cubicBezTo>
                  <a:pt x="95" y="202"/>
                  <a:pt x="95" y="205"/>
                  <a:pt x="68" y="205"/>
                </a:cubicBezTo>
                <a:lnTo>
                  <a:pt x="59" y="205"/>
                </a:lnTo>
                <a:lnTo>
                  <a:pt x="59" y="217"/>
                </a:lnTo>
                <a:cubicBezTo>
                  <a:pt x="76" y="216"/>
                  <a:pt x="96" y="215"/>
                  <a:pt x="107" y="215"/>
                </a:cubicBezTo>
                <a:cubicBezTo>
                  <a:pt x="120" y="215"/>
                  <a:pt x="140" y="216"/>
                  <a:pt x="156" y="217"/>
                </a:cubicBezTo>
                <a:lnTo>
                  <a:pt x="156" y="205"/>
                </a:lnTo>
                <a:lnTo>
                  <a:pt x="148" y="205"/>
                </a:lnTo>
                <a:cubicBezTo>
                  <a:pt x="121" y="205"/>
                  <a:pt x="121" y="202"/>
                  <a:pt x="121" y="190"/>
                </a:cubicBezTo>
                <a:lnTo>
                  <a:pt x="121" y="164"/>
                </a:lnTo>
                <a:lnTo>
                  <a:pt x="157" y="164"/>
                </a:lnTo>
                <a:moveTo>
                  <a:pt x="97" y="36"/>
                </a:moveTo>
                <a:lnTo>
                  <a:pt x="97" y="153"/>
                </a:lnTo>
                <a:lnTo>
                  <a:pt x="12" y="153"/>
                </a:lnTo>
                <a:lnTo>
                  <a:pt x="97" y="3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3120" bIns="331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2897640" y="1874880"/>
            <a:ext cx="69120" cy="50760"/>
          </a:xfrm>
          <a:custGeom>
            <a:avLst/>
            <a:gdLst/>
            <a:ahLst/>
            <a:rect l="0" t="0" r="r" b="b"/>
            <a:pathLst>
              <a:path w="192" h="141">
                <a:moveTo>
                  <a:pt x="85" y="22"/>
                </a:moveTo>
                <a:lnTo>
                  <a:pt x="123" y="22"/>
                </a:lnTo>
                <a:cubicBezTo>
                  <a:pt x="118" y="41"/>
                  <a:pt x="111" y="70"/>
                  <a:pt x="111" y="96"/>
                </a:cubicBezTo>
                <a:cubicBezTo>
                  <a:pt x="111" y="109"/>
                  <a:pt x="113" y="117"/>
                  <a:pt x="115" y="124"/>
                </a:cubicBezTo>
                <a:cubicBezTo>
                  <a:pt x="120" y="140"/>
                  <a:pt x="124" y="141"/>
                  <a:pt x="129" y="141"/>
                </a:cubicBezTo>
                <a:cubicBezTo>
                  <a:pt x="137" y="141"/>
                  <a:pt x="144" y="134"/>
                  <a:pt x="144" y="126"/>
                </a:cubicBezTo>
                <a:cubicBezTo>
                  <a:pt x="144" y="124"/>
                  <a:pt x="144" y="123"/>
                  <a:pt x="142" y="120"/>
                </a:cubicBezTo>
                <a:cubicBezTo>
                  <a:pt x="136" y="108"/>
                  <a:pt x="130" y="90"/>
                  <a:pt x="130" y="63"/>
                </a:cubicBezTo>
                <a:cubicBezTo>
                  <a:pt x="130" y="58"/>
                  <a:pt x="130" y="44"/>
                  <a:pt x="134" y="22"/>
                </a:cubicBezTo>
                <a:lnTo>
                  <a:pt x="174" y="22"/>
                </a:lnTo>
                <a:cubicBezTo>
                  <a:pt x="180" y="22"/>
                  <a:pt x="183" y="22"/>
                  <a:pt x="186" y="19"/>
                </a:cubicBezTo>
                <a:cubicBezTo>
                  <a:pt x="191" y="16"/>
                  <a:pt x="192" y="11"/>
                  <a:pt x="192" y="9"/>
                </a:cubicBezTo>
                <a:cubicBezTo>
                  <a:pt x="192" y="0"/>
                  <a:pt x="184" y="0"/>
                  <a:pt x="178" y="0"/>
                </a:cubicBezTo>
                <a:lnTo>
                  <a:pt x="57" y="0"/>
                </a:lnTo>
                <a:cubicBezTo>
                  <a:pt x="45" y="0"/>
                  <a:pt x="35" y="3"/>
                  <a:pt x="21" y="16"/>
                </a:cubicBezTo>
                <a:cubicBezTo>
                  <a:pt x="12" y="24"/>
                  <a:pt x="0" y="41"/>
                  <a:pt x="0" y="44"/>
                </a:cubicBezTo>
                <a:cubicBezTo>
                  <a:pt x="0" y="47"/>
                  <a:pt x="4" y="47"/>
                  <a:pt x="6" y="47"/>
                </a:cubicBezTo>
                <a:cubicBezTo>
                  <a:pt x="9" y="47"/>
                  <a:pt x="9" y="47"/>
                  <a:pt x="11" y="44"/>
                </a:cubicBezTo>
                <a:cubicBezTo>
                  <a:pt x="27" y="22"/>
                  <a:pt x="47" y="22"/>
                  <a:pt x="54" y="22"/>
                </a:cubicBezTo>
                <a:lnTo>
                  <a:pt x="74" y="22"/>
                </a:lnTo>
                <a:cubicBezTo>
                  <a:pt x="64" y="57"/>
                  <a:pt x="46" y="95"/>
                  <a:pt x="37" y="114"/>
                </a:cubicBezTo>
                <a:cubicBezTo>
                  <a:pt x="35" y="118"/>
                  <a:pt x="32" y="125"/>
                  <a:pt x="31" y="126"/>
                </a:cubicBezTo>
                <a:cubicBezTo>
                  <a:pt x="31" y="128"/>
                  <a:pt x="31" y="129"/>
                  <a:pt x="31" y="131"/>
                </a:cubicBezTo>
                <a:cubicBezTo>
                  <a:pt x="31" y="136"/>
                  <a:pt x="34" y="141"/>
                  <a:pt x="42" y="141"/>
                </a:cubicBezTo>
                <a:cubicBezTo>
                  <a:pt x="54" y="141"/>
                  <a:pt x="58" y="126"/>
                  <a:pt x="66" y="98"/>
                </a:cubicBezTo>
                <a:lnTo>
                  <a:pt x="85" y="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5760" bIns="5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2892240" y="1947240"/>
            <a:ext cx="813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2904480" y="1968480"/>
            <a:ext cx="56520" cy="78120"/>
          </a:xfrm>
          <a:custGeom>
            <a:avLst/>
            <a:gdLst/>
            <a:ahLst/>
            <a:rect l="0" t="0" r="r" b="b"/>
            <a:pathLst>
              <a:path w="157" h="217">
                <a:moveTo>
                  <a:pt x="157" y="165"/>
                </a:moveTo>
                <a:lnTo>
                  <a:pt x="157" y="153"/>
                </a:lnTo>
                <a:lnTo>
                  <a:pt x="121" y="153"/>
                </a:lnTo>
                <a:lnTo>
                  <a:pt x="121" y="10"/>
                </a:lnTo>
                <a:cubicBezTo>
                  <a:pt x="121" y="3"/>
                  <a:pt x="121" y="0"/>
                  <a:pt x="115" y="0"/>
                </a:cubicBezTo>
                <a:cubicBezTo>
                  <a:pt x="110" y="0"/>
                  <a:pt x="109" y="0"/>
                  <a:pt x="106" y="5"/>
                </a:cubicBezTo>
                <a:lnTo>
                  <a:pt x="0" y="153"/>
                </a:lnTo>
                <a:lnTo>
                  <a:pt x="0" y="165"/>
                </a:lnTo>
                <a:lnTo>
                  <a:pt x="95" y="165"/>
                </a:lnTo>
                <a:lnTo>
                  <a:pt x="95" y="191"/>
                </a:lnTo>
                <a:cubicBezTo>
                  <a:pt x="95" y="202"/>
                  <a:pt x="95" y="206"/>
                  <a:pt x="68" y="206"/>
                </a:cubicBezTo>
                <a:lnTo>
                  <a:pt x="59" y="206"/>
                </a:lnTo>
                <a:lnTo>
                  <a:pt x="59" y="217"/>
                </a:lnTo>
                <a:cubicBezTo>
                  <a:pt x="76" y="216"/>
                  <a:pt x="96" y="216"/>
                  <a:pt x="107" y="216"/>
                </a:cubicBezTo>
                <a:cubicBezTo>
                  <a:pt x="120" y="216"/>
                  <a:pt x="140" y="216"/>
                  <a:pt x="156" y="217"/>
                </a:cubicBezTo>
                <a:lnTo>
                  <a:pt x="156" y="206"/>
                </a:lnTo>
                <a:lnTo>
                  <a:pt x="148" y="206"/>
                </a:lnTo>
                <a:cubicBezTo>
                  <a:pt x="121" y="206"/>
                  <a:pt x="121" y="202"/>
                  <a:pt x="121" y="191"/>
                </a:cubicBezTo>
                <a:lnTo>
                  <a:pt x="121" y="165"/>
                </a:lnTo>
                <a:lnTo>
                  <a:pt x="157" y="165"/>
                </a:lnTo>
                <a:moveTo>
                  <a:pt x="97" y="36"/>
                </a:moveTo>
                <a:lnTo>
                  <a:pt x="97" y="153"/>
                </a:lnTo>
                <a:lnTo>
                  <a:pt x="12" y="153"/>
                </a:lnTo>
                <a:lnTo>
                  <a:pt x="97" y="3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3120" bIns="331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6069600" y="2780640"/>
            <a:ext cx="213480" cy="213480"/>
          </a:xfrm>
          <a:custGeom>
            <a:avLst/>
            <a:gdLst/>
            <a:ahLst/>
            <a:rect l="0" t="0" r="r" b="b"/>
            <a:pathLst>
              <a:path w="593" h="593">
                <a:moveTo>
                  <a:pt x="593" y="296"/>
                </a:moveTo>
                <a:cubicBezTo>
                  <a:pt x="593" y="460"/>
                  <a:pt x="460" y="593"/>
                  <a:pt x="296" y="593"/>
                </a:cubicBezTo>
                <a:cubicBezTo>
                  <a:pt x="133" y="593"/>
                  <a:pt x="0" y="460"/>
                  <a:pt x="0" y="296"/>
                </a:cubicBezTo>
                <a:cubicBezTo>
                  <a:pt x="0" y="133"/>
                  <a:pt x="133" y="0"/>
                  <a:pt x="296" y="0"/>
                </a:cubicBezTo>
                <a:cubicBezTo>
                  <a:pt x="460" y="0"/>
                  <a:pt x="593" y="133"/>
                  <a:pt x="593" y="29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6142680" y="2805840"/>
            <a:ext cx="65520" cy="47880"/>
          </a:xfrm>
          <a:custGeom>
            <a:avLst/>
            <a:gdLst/>
            <a:ahLst/>
            <a:rect l="0" t="0" r="r" b="b"/>
            <a:pathLst>
              <a:path w="182" h="133">
                <a:moveTo>
                  <a:pt x="81" y="20"/>
                </a:moveTo>
                <a:lnTo>
                  <a:pt x="117" y="20"/>
                </a:lnTo>
                <a:cubicBezTo>
                  <a:pt x="112" y="39"/>
                  <a:pt x="105" y="66"/>
                  <a:pt x="105" y="90"/>
                </a:cubicBezTo>
                <a:cubicBezTo>
                  <a:pt x="105" y="102"/>
                  <a:pt x="107" y="111"/>
                  <a:pt x="109" y="117"/>
                </a:cubicBezTo>
                <a:cubicBezTo>
                  <a:pt x="114" y="132"/>
                  <a:pt x="118" y="133"/>
                  <a:pt x="123" y="133"/>
                </a:cubicBezTo>
                <a:cubicBezTo>
                  <a:pt x="130" y="133"/>
                  <a:pt x="137" y="127"/>
                  <a:pt x="137" y="119"/>
                </a:cubicBezTo>
                <a:cubicBezTo>
                  <a:pt x="137" y="117"/>
                  <a:pt x="137" y="116"/>
                  <a:pt x="135" y="113"/>
                </a:cubicBezTo>
                <a:cubicBezTo>
                  <a:pt x="129" y="102"/>
                  <a:pt x="123" y="84"/>
                  <a:pt x="123" y="60"/>
                </a:cubicBezTo>
                <a:cubicBezTo>
                  <a:pt x="123" y="55"/>
                  <a:pt x="123" y="42"/>
                  <a:pt x="127" y="20"/>
                </a:cubicBezTo>
                <a:lnTo>
                  <a:pt x="165" y="20"/>
                </a:lnTo>
                <a:cubicBezTo>
                  <a:pt x="171" y="20"/>
                  <a:pt x="174" y="20"/>
                  <a:pt x="177" y="18"/>
                </a:cubicBezTo>
                <a:cubicBezTo>
                  <a:pt x="181" y="15"/>
                  <a:pt x="182" y="10"/>
                  <a:pt x="182" y="9"/>
                </a:cubicBezTo>
                <a:cubicBezTo>
                  <a:pt x="182" y="0"/>
                  <a:pt x="175" y="0"/>
                  <a:pt x="169" y="0"/>
                </a:cubicBezTo>
                <a:lnTo>
                  <a:pt x="55" y="0"/>
                </a:lnTo>
                <a:cubicBezTo>
                  <a:pt x="42" y="0"/>
                  <a:pt x="33" y="3"/>
                  <a:pt x="20" y="16"/>
                </a:cubicBezTo>
                <a:cubicBezTo>
                  <a:pt x="11" y="22"/>
                  <a:pt x="0" y="39"/>
                  <a:pt x="0" y="42"/>
                </a:cubicBezTo>
                <a:cubicBezTo>
                  <a:pt x="0" y="45"/>
                  <a:pt x="4" y="45"/>
                  <a:pt x="5" y="45"/>
                </a:cubicBezTo>
                <a:cubicBezTo>
                  <a:pt x="9" y="45"/>
                  <a:pt x="9" y="44"/>
                  <a:pt x="11" y="42"/>
                </a:cubicBezTo>
                <a:cubicBezTo>
                  <a:pt x="26" y="20"/>
                  <a:pt x="45" y="20"/>
                  <a:pt x="52" y="20"/>
                </a:cubicBezTo>
                <a:lnTo>
                  <a:pt x="70" y="20"/>
                </a:lnTo>
                <a:cubicBezTo>
                  <a:pt x="61" y="54"/>
                  <a:pt x="44" y="89"/>
                  <a:pt x="35" y="108"/>
                </a:cubicBezTo>
                <a:cubicBezTo>
                  <a:pt x="33" y="111"/>
                  <a:pt x="31" y="118"/>
                  <a:pt x="29" y="119"/>
                </a:cubicBezTo>
                <a:cubicBezTo>
                  <a:pt x="29" y="120"/>
                  <a:pt x="29" y="121"/>
                  <a:pt x="29" y="123"/>
                </a:cubicBezTo>
                <a:cubicBezTo>
                  <a:pt x="29" y="128"/>
                  <a:pt x="33" y="133"/>
                  <a:pt x="40" y="133"/>
                </a:cubicBezTo>
                <a:cubicBezTo>
                  <a:pt x="51" y="133"/>
                  <a:pt x="55" y="119"/>
                  <a:pt x="63" y="92"/>
                </a:cubicBezTo>
                <a:lnTo>
                  <a:pt x="81" y="2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880" bIns="288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137640" y="2875320"/>
            <a:ext cx="7740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6149160" y="2894760"/>
            <a:ext cx="54000" cy="74160"/>
          </a:xfrm>
          <a:custGeom>
            <a:avLst/>
            <a:gdLst/>
            <a:ahLst/>
            <a:rect l="0" t="0" r="r" b="b"/>
            <a:pathLst>
              <a:path w="150" h="206">
                <a:moveTo>
                  <a:pt x="150" y="156"/>
                </a:moveTo>
                <a:lnTo>
                  <a:pt x="150" y="145"/>
                </a:lnTo>
                <a:lnTo>
                  <a:pt x="116" y="145"/>
                </a:lnTo>
                <a:lnTo>
                  <a:pt x="116" y="9"/>
                </a:lnTo>
                <a:cubicBezTo>
                  <a:pt x="116" y="2"/>
                  <a:pt x="116" y="0"/>
                  <a:pt x="110" y="0"/>
                </a:cubicBezTo>
                <a:cubicBezTo>
                  <a:pt x="105" y="0"/>
                  <a:pt x="104" y="0"/>
                  <a:pt x="101" y="5"/>
                </a:cubicBezTo>
                <a:lnTo>
                  <a:pt x="0" y="145"/>
                </a:lnTo>
                <a:lnTo>
                  <a:pt x="0" y="156"/>
                </a:lnTo>
                <a:lnTo>
                  <a:pt x="90" y="156"/>
                </a:lnTo>
                <a:lnTo>
                  <a:pt x="90" y="181"/>
                </a:lnTo>
                <a:cubicBezTo>
                  <a:pt x="90" y="191"/>
                  <a:pt x="90" y="195"/>
                  <a:pt x="65" y="195"/>
                </a:cubicBezTo>
                <a:lnTo>
                  <a:pt x="57" y="195"/>
                </a:lnTo>
                <a:lnTo>
                  <a:pt x="57" y="206"/>
                </a:lnTo>
                <a:cubicBezTo>
                  <a:pt x="73" y="205"/>
                  <a:pt x="92" y="204"/>
                  <a:pt x="103" y="204"/>
                </a:cubicBezTo>
                <a:cubicBezTo>
                  <a:pt x="114" y="204"/>
                  <a:pt x="133" y="205"/>
                  <a:pt x="149" y="206"/>
                </a:cubicBezTo>
                <a:lnTo>
                  <a:pt x="149" y="195"/>
                </a:lnTo>
                <a:lnTo>
                  <a:pt x="141" y="195"/>
                </a:lnTo>
                <a:cubicBezTo>
                  <a:pt x="116" y="195"/>
                  <a:pt x="116" y="191"/>
                  <a:pt x="116" y="181"/>
                </a:cubicBezTo>
                <a:lnTo>
                  <a:pt x="116" y="156"/>
                </a:lnTo>
                <a:lnTo>
                  <a:pt x="150" y="156"/>
                </a:lnTo>
                <a:moveTo>
                  <a:pt x="92" y="33"/>
                </a:moveTo>
                <a:lnTo>
                  <a:pt x="92" y="145"/>
                </a:lnTo>
                <a:lnTo>
                  <a:pt x="12" y="145"/>
                </a:lnTo>
                <a:lnTo>
                  <a:pt x="92" y="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29160" bIns="291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4401360" y="1585440"/>
            <a:ext cx="125244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4544640" y="1652040"/>
            <a:ext cx="76320" cy="154080"/>
          </a:xfrm>
          <a:custGeom>
            <a:avLst/>
            <a:gdLst/>
            <a:ahLst/>
            <a:rect l="0" t="0" r="r" b="b"/>
            <a:pathLst>
              <a:path fill="none" w="212" h="428">
                <a:moveTo>
                  <a:pt x="2" y="0"/>
                </a:moveTo>
                <a:cubicBezTo>
                  <a:pt x="2" y="0"/>
                  <a:pt x="-28" y="227"/>
                  <a:pt x="212" y="428"/>
                </a:cubicBezTo>
              </a:path>
            </a:pathLst>
          </a:custGeom>
          <a:ln cap="rnd" w="34560">
            <a:solidFill>
              <a:srgbClr val="666666"/>
            </a:solidFill>
            <a:miter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4478760" y="1518480"/>
            <a:ext cx="133200" cy="133560"/>
          </a:xfrm>
          <a:custGeom>
            <a:avLst/>
            <a:gdLst/>
            <a:ahLst/>
            <a:rect l="0" t="0" r="r" b="b"/>
            <a:pathLst>
              <a:path w="370" h="371">
                <a:moveTo>
                  <a:pt x="370" y="186"/>
                </a:moveTo>
                <a:cubicBezTo>
                  <a:pt x="370" y="288"/>
                  <a:pt x="287" y="371"/>
                  <a:pt x="185" y="371"/>
                </a:cubicBezTo>
                <a:cubicBezTo>
                  <a:pt x="82" y="371"/>
                  <a:pt x="0" y="288"/>
                  <a:pt x="0" y="186"/>
                </a:cubicBezTo>
                <a:cubicBezTo>
                  <a:pt x="0" y="83"/>
                  <a:pt x="82" y="0"/>
                  <a:pt x="185" y="0"/>
                </a:cubicBezTo>
                <a:cubicBezTo>
                  <a:pt x="287" y="0"/>
                  <a:pt x="370" y="83"/>
                  <a:pt x="370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6080760" y="233496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288"/>
                  <a:pt x="288" y="371"/>
                  <a:pt x="185" y="371"/>
                </a:cubicBezTo>
                <a:cubicBezTo>
                  <a:pt x="83" y="371"/>
                  <a:pt x="0" y="288"/>
                  <a:pt x="0" y="186"/>
                </a:cubicBezTo>
                <a:cubicBezTo>
                  <a:pt x="0" y="83"/>
                  <a:pt x="83" y="0"/>
                  <a:pt x="185" y="0"/>
                </a:cubicBezTo>
                <a:cubicBezTo>
                  <a:pt x="288" y="0"/>
                  <a:pt x="371" y="83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6230880" y="25772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288"/>
                  <a:pt x="288" y="371"/>
                  <a:pt x="186" y="371"/>
                </a:cubicBezTo>
                <a:cubicBezTo>
                  <a:pt x="83" y="371"/>
                  <a:pt x="0" y="288"/>
                  <a:pt x="0" y="186"/>
                </a:cubicBezTo>
                <a:cubicBezTo>
                  <a:pt x="0" y="83"/>
                  <a:pt x="83" y="0"/>
                  <a:pt x="186" y="0"/>
                </a:cubicBezTo>
                <a:cubicBezTo>
                  <a:pt x="288" y="0"/>
                  <a:pt x="371" y="83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7035480" y="25772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288"/>
                  <a:pt x="289" y="371"/>
                  <a:pt x="186" y="371"/>
                </a:cubicBezTo>
                <a:cubicBezTo>
                  <a:pt x="84" y="371"/>
                  <a:pt x="0" y="288"/>
                  <a:pt x="0" y="186"/>
                </a:cubicBezTo>
                <a:cubicBezTo>
                  <a:pt x="0" y="83"/>
                  <a:pt x="84" y="0"/>
                  <a:pt x="186" y="0"/>
                </a:cubicBezTo>
                <a:cubicBezTo>
                  <a:pt x="289" y="0"/>
                  <a:pt x="371" y="83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6793560" y="281952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287"/>
                  <a:pt x="288" y="371"/>
                  <a:pt x="185" y="371"/>
                </a:cubicBezTo>
                <a:cubicBezTo>
                  <a:pt x="83" y="371"/>
                  <a:pt x="0" y="287"/>
                  <a:pt x="0" y="185"/>
                </a:cubicBezTo>
                <a:cubicBezTo>
                  <a:pt x="0" y="82"/>
                  <a:pt x="83" y="0"/>
                  <a:pt x="185" y="0"/>
                </a:cubicBezTo>
                <a:cubicBezTo>
                  <a:pt x="288" y="0"/>
                  <a:pt x="371" y="82"/>
                  <a:pt x="371" y="185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7627320" y="25772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288"/>
                  <a:pt x="288" y="371"/>
                  <a:pt x="186" y="371"/>
                </a:cubicBezTo>
                <a:cubicBezTo>
                  <a:pt x="84" y="371"/>
                  <a:pt x="0" y="288"/>
                  <a:pt x="0" y="186"/>
                </a:cubicBezTo>
                <a:cubicBezTo>
                  <a:pt x="0" y="83"/>
                  <a:pt x="84" y="0"/>
                  <a:pt x="186" y="0"/>
                </a:cubicBezTo>
                <a:cubicBezTo>
                  <a:pt x="288" y="0"/>
                  <a:pt x="371" y="83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7896600" y="281952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5"/>
                </a:moveTo>
                <a:cubicBezTo>
                  <a:pt x="371" y="287"/>
                  <a:pt x="288" y="371"/>
                  <a:pt x="185" y="371"/>
                </a:cubicBezTo>
                <a:cubicBezTo>
                  <a:pt x="83" y="371"/>
                  <a:pt x="0" y="287"/>
                  <a:pt x="0" y="185"/>
                </a:cubicBezTo>
                <a:cubicBezTo>
                  <a:pt x="0" y="82"/>
                  <a:pt x="83" y="0"/>
                  <a:pt x="185" y="0"/>
                </a:cubicBezTo>
                <a:cubicBezTo>
                  <a:pt x="288" y="0"/>
                  <a:pt x="371" y="82"/>
                  <a:pt x="371" y="185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8217720" y="25772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288"/>
                  <a:pt x="289" y="371"/>
                  <a:pt x="186" y="371"/>
                </a:cubicBezTo>
                <a:cubicBezTo>
                  <a:pt x="84" y="371"/>
                  <a:pt x="0" y="288"/>
                  <a:pt x="0" y="186"/>
                </a:cubicBezTo>
                <a:cubicBezTo>
                  <a:pt x="0" y="83"/>
                  <a:pt x="84" y="0"/>
                  <a:pt x="186" y="0"/>
                </a:cubicBezTo>
                <a:cubicBezTo>
                  <a:pt x="289" y="0"/>
                  <a:pt x="371" y="83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8352360" y="233496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288"/>
                  <a:pt x="288" y="371"/>
                  <a:pt x="185" y="371"/>
                </a:cubicBezTo>
                <a:cubicBezTo>
                  <a:pt x="83" y="371"/>
                  <a:pt x="0" y="288"/>
                  <a:pt x="0" y="186"/>
                </a:cubicBezTo>
                <a:cubicBezTo>
                  <a:pt x="0" y="83"/>
                  <a:pt x="83" y="0"/>
                  <a:pt x="185" y="0"/>
                </a:cubicBezTo>
                <a:cubicBezTo>
                  <a:pt x="288" y="0"/>
                  <a:pt x="371" y="83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5307480" y="1882800"/>
            <a:ext cx="214200" cy="167040"/>
          </a:xfrm>
          <a:custGeom>
            <a:avLst/>
            <a:gdLst/>
            <a:ahLst/>
            <a:rect l="0" t="0" r="r" b="b"/>
            <a:pathLst>
              <a:path fill="none" w="595" h="464">
                <a:moveTo>
                  <a:pt x="0" y="463"/>
                </a:moveTo>
                <a:cubicBezTo>
                  <a:pt x="0" y="463"/>
                  <a:pt x="535" y="511"/>
                  <a:pt x="595" y="0"/>
                </a:cubicBezTo>
              </a:path>
            </a:pathLst>
          </a:custGeom>
          <a:ln cap="sq" w="34920">
            <a:solidFill>
              <a:srgbClr val="666666"/>
            </a:solidFill>
            <a:miter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4306680" y="153180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297" y="149"/>
                </a:moveTo>
                <a:cubicBezTo>
                  <a:pt x="297" y="231"/>
                  <a:pt x="230" y="298"/>
                  <a:pt x="148" y="298"/>
                </a:cubicBezTo>
                <a:cubicBezTo>
                  <a:pt x="66" y="298"/>
                  <a:pt x="0" y="231"/>
                  <a:pt x="0" y="149"/>
                </a:cubicBezTo>
                <a:cubicBezTo>
                  <a:pt x="0" y="66"/>
                  <a:pt x="66" y="0"/>
                  <a:pt x="148" y="0"/>
                </a:cubicBezTo>
                <a:cubicBezTo>
                  <a:pt x="230" y="0"/>
                  <a:pt x="297" y="66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4401360" y="1825920"/>
            <a:ext cx="124668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5474520" y="175896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6"/>
                </a:moveTo>
                <a:cubicBezTo>
                  <a:pt x="371" y="289"/>
                  <a:pt x="288" y="372"/>
                  <a:pt x="185" y="372"/>
                </a:cubicBezTo>
                <a:cubicBezTo>
                  <a:pt x="83" y="372"/>
                  <a:pt x="0" y="289"/>
                  <a:pt x="0" y="186"/>
                </a:cubicBezTo>
                <a:cubicBezTo>
                  <a:pt x="0" y="84"/>
                  <a:pt x="83" y="0"/>
                  <a:pt x="185" y="0"/>
                </a:cubicBezTo>
                <a:cubicBezTo>
                  <a:pt x="288" y="0"/>
                  <a:pt x="371" y="84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4585320" y="175896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6"/>
                </a:moveTo>
                <a:cubicBezTo>
                  <a:pt x="371" y="289"/>
                  <a:pt x="288" y="372"/>
                  <a:pt x="186" y="372"/>
                </a:cubicBezTo>
                <a:cubicBezTo>
                  <a:pt x="83" y="372"/>
                  <a:pt x="0" y="289"/>
                  <a:pt x="0" y="186"/>
                </a:cubicBezTo>
                <a:cubicBezTo>
                  <a:pt x="0" y="84"/>
                  <a:pt x="83" y="0"/>
                  <a:pt x="186" y="0"/>
                </a:cubicBezTo>
                <a:cubicBezTo>
                  <a:pt x="288" y="0"/>
                  <a:pt x="371" y="84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5648040" y="153180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297" y="149"/>
                </a:moveTo>
                <a:cubicBezTo>
                  <a:pt x="297" y="231"/>
                  <a:pt x="231" y="298"/>
                  <a:pt x="149" y="298"/>
                </a:cubicBezTo>
                <a:cubicBezTo>
                  <a:pt x="67" y="298"/>
                  <a:pt x="0" y="231"/>
                  <a:pt x="0" y="149"/>
                </a:cubicBezTo>
                <a:cubicBezTo>
                  <a:pt x="0" y="66"/>
                  <a:pt x="67" y="0"/>
                  <a:pt x="149" y="0"/>
                </a:cubicBezTo>
                <a:cubicBezTo>
                  <a:pt x="231" y="0"/>
                  <a:pt x="297" y="66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4401360" y="2066760"/>
            <a:ext cx="1246680" cy="0"/>
          </a:xfrm>
          <a:prstGeom prst="line">
            <a:avLst/>
          </a:prstGeom>
          <a:ln cap="sq" w="349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7280" rIns="107280" tIns="-62280" bIns="-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5214960" y="201312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288"/>
                  <a:pt x="288" y="371"/>
                  <a:pt x="185" y="371"/>
                </a:cubicBezTo>
                <a:cubicBezTo>
                  <a:pt x="83" y="371"/>
                  <a:pt x="0" y="288"/>
                  <a:pt x="0" y="186"/>
                </a:cubicBezTo>
                <a:cubicBezTo>
                  <a:pt x="0" y="83"/>
                  <a:pt x="83" y="0"/>
                  <a:pt x="185" y="0"/>
                </a:cubicBezTo>
                <a:cubicBezTo>
                  <a:pt x="288" y="0"/>
                  <a:pt x="371" y="83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5648040" y="177228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297" y="149"/>
                </a:moveTo>
                <a:cubicBezTo>
                  <a:pt x="297" y="231"/>
                  <a:pt x="231" y="298"/>
                  <a:pt x="149" y="298"/>
                </a:cubicBezTo>
                <a:cubicBezTo>
                  <a:pt x="67" y="298"/>
                  <a:pt x="0" y="231"/>
                  <a:pt x="0" y="149"/>
                </a:cubicBezTo>
                <a:cubicBezTo>
                  <a:pt x="0" y="67"/>
                  <a:pt x="67" y="0"/>
                  <a:pt x="149" y="0"/>
                </a:cubicBezTo>
                <a:cubicBezTo>
                  <a:pt x="231" y="0"/>
                  <a:pt x="297" y="67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5648040" y="201312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297" y="149"/>
                </a:moveTo>
                <a:cubicBezTo>
                  <a:pt x="297" y="231"/>
                  <a:pt x="231" y="298"/>
                  <a:pt x="149" y="298"/>
                </a:cubicBezTo>
                <a:cubicBezTo>
                  <a:pt x="67" y="298"/>
                  <a:pt x="0" y="231"/>
                  <a:pt x="0" y="149"/>
                </a:cubicBezTo>
                <a:cubicBezTo>
                  <a:pt x="0" y="66"/>
                  <a:pt x="67" y="0"/>
                  <a:pt x="149" y="0"/>
                </a:cubicBezTo>
                <a:cubicBezTo>
                  <a:pt x="231" y="0"/>
                  <a:pt x="297" y="66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4306680" y="177228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297" y="149"/>
                </a:moveTo>
                <a:cubicBezTo>
                  <a:pt x="297" y="231"/>
                  <a:pt x="230" y="298"/>
                  <a:pt x="148" y="298"/>
                </a:cubicBezTo>
                <a:cubicBezTo>
                  <a:pt x="66" y="298"/>
                  <a:pt x="0" y="231"/>
                  <a:pt x="0" y="149"/>
                </a:cubicBezTo>
                <a:cubicBezTo>
                  <a:pt x="0" y="67"/>
                  <a:pt x="66" y="0"/>
                  <a:pt x="148" y="0"/>
                </a:cubicBezTo>
                <a:cubicBezTo>
                  <a:pt x="230" y="0"/>
                  <a:pt x="297" y="67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4306680" y="201312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297" y="149"/>
                </a:moveTo>
                <a:cubicBezTo>
                  <a:pt x="297" y="231"/>
                  <a:pt x="230" y="298"/>
                  <a:pt x="148" y="298"/>
                </a:cubicBezTo>
                <a:cubicBezTo>
                  <a:pt x="66" y="298"/>
                  <a:pt x="0" y="231"/>
                  <a:pt x="0" y="149"/>
                </a:cubicBezTo>
                <a:cubicBezTo>
                  <a:pt x="0" y="66"/>
                  <a:pt x="66" y="0"/>
                  <a:pt x="148" y="0"/>
                </a:cubicBezTo>
                <a:cubicBezTo>
                  <a:pt x="230" y="0"/>
                  <a:pt x="297" y="66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4848480" y="1745640"/>
            <a:ext cx="160560" cy="160560"/>
          </a:xfrm>
          <a:custGeom>
            <a:avLst/>
            <a:gdLst/>
            <a:ahLst/>
            <a:rect l="0" t="0" r="r" b="b"/>
            <a:pathLst>
              <a:path w="446" h="446">
                <a:moveTo>
                  <a:pt x="446" y="223"/>
                </a:moveTo>
                <a:cubicBezTo>
                  <a:pt x="446" y="346"/>
                  <a:pt x="346" y="446"/>
                  <a:pt x="223" y="446"/>
                </a:cubicBezTo>
                <a:cubicBezTo>
                  <a:pt x="100" y="446"/>
                  <a:pt x="0" y="346"/>
                  <a:pt x="0" y="223"/>
                </a:cubicBezTo>
                <a:cubicBezTo>
                  <a:pt x="0" y="100"/>
                  <a:pt x="100" y="0"/>
                  <a:pt x="223" y="0"/>
                </a:cubicBezTo>
                <a:cubicBezTo>
                  <a:pt x="346" y="0"/>
                  <a:pt x="446" y="100"/>
                  <a:pt x="446" y="223"/>
                </a:cubicBezTo>
                <a:close/>
              </a:path>
            </a:pathLst>
          </a:custGeom>
          <a:solidFill>
            <a:srgbClr val="b8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5159160" y="1719000"/>
            <a:ext cx="213840" cy="213840"/>
          </a:xfrm>
          <a:custGeom>
            <a:avLst/>
            <a:gdLst/>
            <a:ahLst/>
            <a:rect l="0" t="0" r="r" b="b"/>
            <a:pathLst>
              <a:path w="594" h="594">
                <a:moveTo>
                  <a:pt x="594" y="297"/>
                </a:moveTo>
                <a:cubicBezTo>
                  <a:pt x="594" y="461"/>
                  <a:pt x="461" y="594"/>
                  <a:pt x="297" y="594"/>
                </a:cubicBezTo>
                <a:cubicBezTo>
                  <a:pt x="133" y="594"/>
                  <a:pt x="0" y="461"/>
                  <a:pt x="0" y="297"/>
                </a:cubicBezTo>
                <a:cubicBezTo>
                  <a:pt x="0" y="133"/>
                  <a:pt x="133" y="0"/>
                  <a:pt x="297" y="0"/>
                </a:cubicBezTo>
                <a:cubicBezTo>
                  <a:pt x="461" y="0"/>
                  <a:pt x="594" y="133"/>
                  <a:pt x="594" y="297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4456440" y="1970280"/>
            <a:ext cx="213840" cy="213840"/>
          </a:xfrm>
          <a:custGeom>
            <a:avLst/>
            <a:gdLst/>
            <a:ahLst/>
            <a:rect l="0" t="0" r="r" b="b"/>
            <a:pathLst>
              <a:path w="594" h="594">
                <a:moveTo>
                  <a:pt x="594" y="297"/>
                </a:moveTo>
                <a:cubicBezTo>
                  <a:pt x="594" y="461"/>
                  <a:pt x="461" y="594"/>
                  <a:pt x="297" y="594"/>
                </a:cubicBezTo>
                <a:cubicBezTo>
                  <a:pt x="133" y="594"/>
                  <a:pt x="0" y="461"/>
                  <a:pt x="0" y="297"/>
                </a:cubicBezTo>
                <a:cubicBezTo>
                  <a:pt x="0" y="133"/>
                  <a:pt x="133" y="0"/>
                  <a:pt x="297" y="0"/>
                </a:cubicBezTo>
                <a:cubicBezTo>
                  <a:pt x="461" y="0"/>
                  <a:pt x="594" y="133"/>
                  <a:pt x="594" y="297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5373000" y="3315240"/>
            <a:ext cx="213480" cy="213840"/>
          </a:xfrm>
          <a:custGeom>
            <a:avLst/>
            <a:gdLst/>
            <a:ahLst/>
            <a:rect l="0" t="0" r="r" b="b"/>
            <a:pathLst>
              <a:path w="593" h="594">
                <a:moveTo>
                  <a:pt x="593" y="297"/>
                </a:moveTo>
                <a:cubicBezTo>
                  <a:pt x="593" y="461"/>
                  <a:pt x="461" y="594"/>
                  <a:pt x="296" y="594"/>
                </a:cubicBezTo>
                <a:cubicBezTo>
                  <a:pt x="133" y="594"/>
                  <a:pt x="0" y="461"/>
                  <a:pt x="0" y="297"/>
                </a:cubicBezTo>
                <a:cubicBezTo>
                  <a:pt x="0" y="133"/>
                  <a:pt x="133" y="0"/>
                  <a:pt x="296" y="0"/>
                </a:cubicBezTo>
                <a:cubicBezTo>
                  <a:pt x="461" y="0"/>
                  <a:pt x="593" y="133"/>
                  <a:pt x="593" y="297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4452840" y="3555720"/>
            <a:ext cx="213840" cy="214200"/>
          </a:xfrm>
          <a:custGeom>
            <a:avLst/>
            <a:gdLst/>
            <a:ahLst/>
            <a:rect l="0" t="0" r="r" b="b"/>
            <a:pathLst>
              <a:path w="594" h="595">
                <a:moveTo>
                  <a:pt x="297" y="595"/>
                </a:moveTo>
                <a:cubicBezTo>
                  <a:pt x="133" y="595"/>
                  <a:pt x="0" y="462"/>
                  <a:pt x="0" y="298"/>
                </a:cubicBezTo>
                <a:cubicBezTo>
                  <a:pt x="0" y="133"/>
                  <a:pt x="133" y="0"/>
                  <a:pt x="297" y="0"/>
                </a:cubicBezTo>
                <a:cubicBezTo>
                  <a:pt x="461" y="0"/>
                  <a:pt x="594" y="133"/>
                  <a:pt x="594" y="298"/>
                </a:cubicBezTo>
                <a:cubicBezTo>
                  <a:pt x="594" y="462"/>
                  <a:pt x="461" y="595"/>
                  <a:pt x="297" y="595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5227560" y="1732320"/>
            <a:ext cx="75240" cy="55440"/>
          </a:xfrm>
          <a:custGeom>
            <a:avLst/>
            <a:gdLst/>
            <a:ahLst/>
            <a:rect l="0" t="0" r="r" b="b"/>
            <a:pathLst>
              <a:path w="209" h="154">
                <a:moveTo>
                  <a:pt x="93" y="24"/>
                </a:moveTo>
                <a:lnTo>
                  <a:pt x="134" y="24"/>
                </a:lnTo>
                <a:cubicBezTo>
                  <a:pt x="129" y="45"/>
                  <a:pt x="121" y="76"/>
                  <a:pt x="121" y="104"/>
                </a:cubicBezTo>
                <a:cubicBezTo>
                  <a:pt x="121" y="119"/>
                  <a:pt x="124" y="128"/>
                  <a:pt x="125" y="135"/>
                </a:cubicBezTo>
                <a:cubicBezTo>
                  <a:pt x="131" y="153"/>
                  <a:pt x="136" y="154"/>
                  <a:pt x="141" y="154"/>
                </a:cubicBezTo>
                <a:cubicBezTo>
                  <a:pt x="150" y="154"/>
                  <a:pt x="157" y="147"/>
                  <a:pt x="157" y="138"/>
                </a:cubicBezTo>
                <a:cubicBezTo>
                  <a:pt x="157" y="136"/>
                  <a:pt x="157" y="134"/>
                  <a:pt x="155" y="131"/>
                </a:cubicBezTo>
                <a:cubicBezTo>
                  <a:pt x="148" y="118"/>
                  <a:pt x="142" y="98"/>
                  <a:pt x="142" y="69"/>
                </a:cubicBezTo>
                <a:cubicBezTo>
                  <a:pt x="142" y="63"/>
                  <a:pt x="142" y="49"/>
                  <a:pt x="147" y="24"/>
                </a:cubicBezTo>
                <a:lnTo>
                  <a:pt x="190" y="24"/>
                </a:lnTo>
                <a:cubicBezTo>
                  <a:pt x="196" y="24"/>
                  <a:pt x="200" y="24"/>
                  <a:pt x="204" y="21"/>
                </a:cubicBezTo>
                <a:cubicBezTo>
                  <a:pt x="208" y="17"/>
                  <a:pt x="209" y="12"/>
                  <a:pt x="209" y="10"/>
                </a:cubicBezTo>
                <a:cubicBezTo>
                  <a:pt x="209" y="0"/>
                  <a:pt x="200" y="0"/>
                  <a:pt x="194" y="0"/>
                </a:cubicBezTo>
                <a:lnTo>
                  <a:pt x="63" y="0"/>
                </a:lnTo>
                <a:cubicBezTo>
                  <a:pt x="48" y="0"/>
                  <a:pt x="38" y="3"/>
                  <a:pt x="22" y="18"/>
                </a:cubicBezTo>
                <a:cubicBezTo>
                  <a:pt x="13" y="26"/>
                  <a:pt x="0" y="45"/>
                  <a:pt x="0" y="48"/>
                </a:cubicBezTo>
                <a:cubicBezTo>
                  <a:pt x="0" y="52"/>
                  <a:pt x="5" y="52"/>
                  <a:pt x="6" y="52"/>
                </a:cubicBezTo>
                <a:cubicBezTo>
                  <a:pt x="10" y="52"/>
                  <a:pt x="10" y="51"/>
                  <a:pt x="12" y="48"/>
                </a:cubicBezTo>
                <a:cubicBezTo>
                  <a:pt x="30" y="24"/>
                  <a:pt x="52" y="24"/>
                  <a:pt x="59" y="24"/>
                </a:cubicBezTo>
                <a:lnTo>
                  <a:pt x="80" y="24"/>
                </a:lnTo>
                <a:cubicBezTo>
                  <a:pt x="70" y="62"/>
                  <a:pt x="51" y="104"/>
                  <a:pt x="41" y="125"/>
                </a:cubicBezTo>
                <a:cubicBezTo>
                  <a:pt x="38" y="129"/>
                  <a:pt x="35" y="137"/>
                  <a:pt x="34" y="138"/>
                </a:cubicBezTo>
                <a:cubicBezTo>
                  <a:pt x="34" y="139"/>
                  <a:pt x="34" y="140"/>
                  <a:pt x="34" y="143"/>
                </a:cubicBezTo>
                <a:cubicBezTo>
                  <a:pt x="34" y="149"/>
                  <a:pt x="38" y="154"/>
                  <a:pt x="46" y="154"/>
                </a:cubicBezTo>
                <a:cubicBezTo>
                  <a:pt x="59" y="154"/>
                  <a:pt x="64" y="138"/>
                  <a:pt x="72" y="107"/>
                </a:cubicBezTo>
                <a:lnTo>
                  <a:pt x="93" y="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10440" bIns="104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5221800" y="1812600"/>
            <a:ext cx="885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5238000" y="1836000"/>
            <a:ext cx="55800" cy="83520"/>
          </a:xfrm>
          <a:custGeom>
            <a:avLst/>
            <a:gdLst/>
            <a:ahLst/>
            <a:rect l="0" t="0" r="r" b="b"/>
            <a:pathLst>
              <a:path w="155" h="232">
                <a:moveTo>
                  <a:pt x="155" y="169"/>
                </a:moveTo>
                <a:lnTo>
                  <a:pt x="143" y="169"/>
                </a:lnTo>
                <a:cubicBezTo>
                  <a:pt x="143" y="177"/>
                  <a:pt x="138" y="197"/>
                  <a:pt x="134" y="200"/>
                </a:cubicBezTo>
                <a:cubicBezTo>
                  <a:pt x="131" y="203"/>
                  <a:pt x="105" y="203"/>
                  <a:pt x="99" y="203"/>
                </a:cubicBezTo>
                <a:lnTo>
                  <a:pt x="35" y="203"/>
                </a:lnTo>
                <a:cubicBezTo>
                  <a:pt x="72" y="171"/>
                  <a:pt x="84" y="160"/>
                  <a:pt x="105" y="144"/>
                </a:cubicBezTo>
                <a:cubicBezTo>
                  <a:pt x="130" y="123"/>
                  <a:pt x="155" y="101"/>
                  <a:pt x="155" y="68"/>
                </a:cubicBezTo>
                <a:cubicBezTo>
                  <a:pt x="155" y="26"/>
                  <a:pt x="118" y="0"/>
                  <a:pt x="73" y="0"/>
                </a:cubicBezTo>
                <a:cubicBezTo>
                  <a:pt x="30" y="0"/>
                  <a:pt x="1" y="31"/>
                  <a:pt x="1" y="63"/>
                </a:cubicBezTo>
                <a:cubicBezTo>
                  <a:pt x="1" y="80"/>
                  <a:pt x="16" y="83"/>
                  <a:pt x="19" y="83"/>
                </a:cubicBezTo>
                <a:cubicBezTo>
                  <a:pt x="27" y="83"/>
                  <a:pt x="37" y="76"/>
                  <a:pt x="37" y="64"/>
                </a:cubicBezTo>
                <a:cubicBezTo>
                  <a:pt x="37" y="57"/>
                  <a:pt x="35" y="45"/>
                  <a:pt x="17" y="45"/>
                </a:cubicBezTo>
                <a:cubicBezTo>
                  <a:pt x="28" y="20"/>
                  <a:pt x="51" y="13"/>
                  <a:pt x="68" y="13"/>
                </a:cubicBezTo>
                <a:cubicBezTo>
                  <a:pt x="103" y="13"/>
                  <a:pt x="121" y="40"/>
                  <a:pt x="121" y="68"/>
                </a:cubicBezTo>
                <a:cubicBezTo>
                  <a:pt x="121" y="99"/>
                  <a:pt x="99" y="122"/>
                  <a:pt x="88" y="135"/>
                </a:cubicBezTo>
                <a:lnTo>
                  <a:pt x="4" y="219"/>
                </a:lnTo>
                <a:cubicBezTo>
                  <a:pt x="0" y="222"/>
                  <a:pt x="0" y="223"/>
                  <a:pt x="0" y="232"/>
                </a:cubicBezTo>
                <a:lnTo>
                  <a:pt x="145" y="232"/>
                </a:lnTo>
                <a:lnTo>
                  <a:pt x="155" y="16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8520" bIns="385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4832280" y="1719000"/>
            <a:ext cx="213480" cy="214200"/>
          </a:xfrm>
          <a:custGeom>
            <a:avLst/>
            <a:gdLst/>
            <a:ahLst/>
            <a:rect l="0" t="0" r="r" b="b"/>
            <a:pathLst>
              <a:path w="593" h="595">
                <a:moveTo>
                  <a:pt x="593" y="297"/>
                </a:moveTo>
                <a:cubicBezTo>
                  <a:pt x="593" y="462"/>
                  <a:pt x="461" y="595"/>
                  <a:pt x="297" y="595"/>
                </a:cubicBezTo>
                <a:cubicBezTo>
                  <a:pt x="133" y="595"/>
                  <a:pt x="0" y="462"/>
                  <a:pt x="0" y="297"/>
                </a:cubicBezTo>
                <a:cubicBezTo>
                  <a:pt x="0" y="133"/>
                  <a:pt x="133" y="0"/>
                  <a:pt x="297" y="0"/>
                </a:cubicBezTo>
                <a:cubicBezTo>
                  <a:pt x="461" y="0"/>
                  <a:pt x="593" y="133"/>
                  <a:pt x="593" y="297"/>
                </a:cubicBezTo>
                <a:close/>
              </a:path>
            </a:pathLst>
          </a:custGeom>
          <a:solidFill>
            <a:srgbClr val="cd7d7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4824360" y="3314880"/>
            <a:ext cx="213480" cy="214560"/>
          </a:xfrm>
          <a:custGeom>
            <a:avLst/>
            <a:gdLst/>
            <a:ahLst/>
            <a:rect l="0" t="0" r="r" b="b"/>
            <a:pathLst>
              <a:path w="593" h="596">
                <a:moveTo>
                  <a:pt x="593" y="298"/>
                </a:moveTo>
                <a:cubicBezTo>
                  <a:pt x="593" y="463"/>
                  <a:pt x="461" y="596"/>
                  <a:pt x="297" y="596"/>
                </a:cubicBezTo>
                <a:cubicBezTo>
                  <a:pt x="133" y="596"/>
                  <a:pt x="0" y="463"/>
                  <a:pt x="0" y="298"/>
                </a:cubicBezTo>
                <a:cubicBezTo>
                  <a:pt x="0" y="134"/>
                  <a:pt x="133" y="0"/>
                  <a:pt x="297" y="0"/>
                </a:cubicBezTo>
                <a:cubicBezTo>
                  <a:pt x="461" y="0"/>
                  <a:pt x="593" y="134"/>
                  <a:pt x="593" y="298"/>
                </a:cubicBezTo>
                <a:close/>
              </a:path>
            </a:pathLst>
          </a:custGeom>
          <a:solidFill>
            <a:srgbClr val="cd7d7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4901040" y="1732320"/>
            <a:ext cx="74160" cy="54720"/>
          </a:xfrm>
          <a:custGeom>
            <a:avLst/>
            <a:gdLst/>
            <a:ahLst/>
            <a:rect l="0" t="0" r="r" b="b"/>
            <a:pathLst>
              <a:path w="206" h="152">
                <a:moveTo>
                  <a:pt x="92" y="23"/>
                </a:moveTo>
                <a:lnTo>
                  <a:pt x="133" y="23"/>
                </a:lnTo>
                <a:cubicBezTo>
                  <a:pt x="127" y="44"/>
                  <a:pt x="119" y="75"/>
                  <a:pt x="119" y="103"/>
                </a:cubicBezTo>
                <a:cubicBezTo>
                  <a:pt x="119" y="117"/>
                  <a:pt x="122" y="126"/>
                  <a:pt x="124" y="133"/>
                </a:cubicBezTo>
                <a:cubicBezTo>
                  <a:pt x="129" y="151"/>
                  <a:pt x="134" y="152"/>
                  <a:pt x="139" y="152"/>
                </a:cubicBezTo>
                <a:cubicBezTo>
                  <a:pt x="147" y="152"/>
                  <a:pt x="155" y="145"/>
                  <a:pt x="155" y="136"/>
                </a:cubicBezTo>
                <a:cubicBezTo>
                  <a:pt x="155" y="134"/>
                  <a:pt x="155" y="132"/>
                  <a:pt x="153" y="129"/>
                </a:cubicBezTo>
                <a:cubicBezTo>
                  <a:pt x="146" y="116"/>
                  <a:pt x="139" y="97"/>
                  <a:pt x="139" y="68"/>
                </a:cubicBezTo>
                <a:cubicBezTo>
                  <a:pt x="139" y="62"/>
                  <a:pt x="139" y="48"/>
                  <a:pt x="144" y="23"/>
                </a:cubicBezTo>
                <a:lnTo>
                  <a:pt x="187" y="23"/>
                </a:lnTo>
                <a:cubicBezTo>
                  <a:pt x="193" y="23"/>
                  <a:pt x="197" y="23"/>
                  <a:pt x="200" y="21"/>
                </a:cubicBezTo>
                <a:cubicBezTo>
                  <a:pt x="205" y="17"/>
                  <a:pt x="206" y="12"/>
                  <a:pt x="206" y="10"/>
                </a:cubicBezTo>
                <a:cubicBezTo>
                  <a:pt x="206" y="0"/>
                  <a:pt x="197" y="0"/>
                  <a:pt x="191" y="0"/>
                </a:cubicBezTo>
                <a:lnTo>
                  <a:pt x="61" y="0"/>
                </a:lnTo>
                <a:cubicBezTo>
                  <a:pt x="48" y="0"/>
                  <a:pt x="38" y="3"/>
                  <a:pt x="22" y="18"/>
                </a:cubicBezTo>
                <a:cubicBezTo>
                  <a:pt x="13" y="25"/>
                  <a:pt x="0" y="44"/>
                  <a:pt x="0" y="47"/>
                </a:cubicBezTo>
                <a:cubicBezTo>
                  <a:pt x="0" y="51"/>
                  <a:pt x="4" y="51"/>
                  <a:pt x="6" y="51"/>
                </a:cubicBezTo>
                <a:cubicBezTo>
                  <a:pt x="10" y="51"/>
                  <a:pt x="10" y="51"/>
                  <a:pt x="12" y="47"/>
                </a:cubicBezTo>
                <a:cubicBezTo>
                  <a:pt x="29" y="23"/>
                  <a:pt x="51" y="23"/>
                  <a:pt x="59" y="23"/>
                </a:cubicBezTo>
                <a:lnTo>
                  <a:pt x="79" y="23"/>
                </a:lnTo>
                <a:cubicBezTo>
                  <a:pt x="69" y="61"/>
                  <a:pt x="50" y="102"/>
                  <a:pt x="40" y="123"/>
                </a:cubicBezTo>
                <a:cubicBezTo>
                  <a:pt x="38" y="127"/>
                  <a:pt x="35" y="135"/>
                  <a:pt x="33" y="136"/>
                </a:cubicBezTo>
                <a:cubicBezTo>
                  <a:pt x="33" y="137"/>
                  <a:pt x="33" y="139"/>
                  <a:pt x="33" y="141"/>
                </a:cubicBezTo>
                <a:cubicBezTo>
                  <a:pt x="33" y="146"/>
                  <a:pt x="37" y="152"/>
                  <a:pt x="46" y="152"/>
                </a:cubicBezTo>
                <a:cubicBezTo>
                  <a:pt x="59" y="152"/>
                  <a:pt x="63" y="136"/>
                  <a:pt x="71" y="106"/>
                </a:cubicBezTo>
                <a:lnTo>
                  <a:pt x="92" y="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9720" bIns="97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4895640" y="1811520"/>
            <a:ext cx="8712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4910400" y="1834560"/>
            <a:ext cx="56880" cy="84960"/>
          </a:xfrm>
          <a:custGeom>
            <a:avLst/>
            <a:gdLst/>
            <a:ahLst/>
            <a:rect l="0" t="0" r="r" b="b"/>
            <a:pathLst>
              <a:path w="158" h="236">
                <a:moveTo>
                  <a:pt x="76" y="114"/>
                </a:moveTo>
                <a:cubicBezTo>
                  <a:pt x="103" y="114"/>
                  <a:pt x="122" y="132"/>
                  <a:pt x="122" y="170"/>
                </a:cubicBezTo>
                <a:cubicBezTo>
                  <a:pt x="122" y="212"/>
                  <a:pt x="97" y="225"/>
                  <a:pt x="78" y="225"/>
                </a:cubicBezTo>
                <a:cubicBezTo>
                  <a:pt x="63" y="225"/>
                  <a:pt x="33" y="222"/>
                  <a:pt x="19" y="201"/>
                </a:cubicBezTo>
                <a:cubicBezTo>
                  <a:pt x="35" y="201"/>
                  <a:pt x="39" y="189"/>
                  <a:pt x="39" y="181"/>
                </a:cubicBezTo>
                <a:cubicBezTo>
                  <a:pt x="39" y="170"/>
                  <a:pt x="30" y="163"/>
                  <a:pt x="20" y="163"/>
                </a:cubicBezTo>
                <a:cubicBezTo>
                  <a:pt x="10" y="163"/>
                  <a:pt x="0" y="169"/>
                  <a:pt x="0" y="183"/>
                </a:cubicBezTo>
                <a:cubicBezTo>
                  <a:pt x="0" y="215"/>
                  <a:pt x="36" y="236"/>
                  <a:pt x="78" y="236"/>
                </a:cubicBezTo>
                <a:cubicBezTo>
                  <a:pt x="126" y="236"/>
                  <a:pt x="158" y="204"/>
                  <a:pt x="158" y="170"/>
                </a:cubicBezTo>
                <a:cubicBezTo>
                  <a:pt x="158" y="143"/>
                  <a:pt x="137" y="115"/>
                  <a:pt x="99" y="108"/>
                </a:cubicBezTo>
                <a:cubicBezTo>
                  <a:pt x="135" y="95"/>
                  <a:pt x="148" y="69"/>
                  <a:pt x="148" y="47"/>
                </a:cubicBezTo>
                <a:cubicBezTo>
                  <a:pt x="148" y="20"/>
                  <a:pt x="117" y="0"/>
                  <a:pt x="78" y="0"/>
                </a:cubicBezTo>
                <a:cubicBezTo>
                  <a:pt x="41" y="0"/>
                  <a:pt x="11" y="19"/>
                  <a:pt x="11" y="47"/>
                </a:cubicBezTo>
                <a:cubicBezTo>
                  <a:pt x="11" y="58"/>
                  <a:pt x="19" y="64"/>
                  <a:pt x="29" y="64"/>
                </a:cubicBezTo>
                <a:cubicBezTo>
                  <a:pt x="40" y="64"/>
                  <a:pt x="47" y="57"/>
                  <a:pt x="47" y="47"/>
                </a:cubicBezTo>
                <a:cubicBezTo>
                  <a:pt x="47" y="37"/>
                  <a:pt x="40" y="29"/>
                  <a:pt x="29" y="29"/>
                </a:cubicBezTo>
                <a:cubicBezTo>
                  <a:pt x="41" y="14"/>
                  <a:pt x="65" y="10"/>
                  <a:pt x="78" y="10"/>
                </a:cubicBezTo>
                <a:cubicBezTo>
                  <a:pt x="93" y="10"/>
                  <a:pt x="115" y="18"/>
                  <a:pt x="115" y="47"/>
                </a:cubicBezTo>
                <a:cubicBezTo>
                  <a:pt x="115" y="62"/>
                  <a:pt x="110" y="78"/>
                  <a:pt x="100" y="88"/>
                </a:cubicBezTo>
                <a:cubicBezTo>
                  <a:pt x="90" y="102"/>
                  <a:pt x="80" y="102"/>
                  <a:pt x="63" y="104"/>
                </a:cubicBezTo>
                <a:cubicBezTo>
                  <a:pt x="54" y="105"/>
                  <a:pt x="53" y="105"/>
                  <a:pt x="52" y="105"/>
                </a:cubicBezTo>
                <a:cubicBezTo>
                  <a:pt x="52" y="105"/>
                  <a:pt x="48" y="106"/>
                  <a:pt x="48" y="109"/>
                </a:cubicBezTo>
                <a:cubicBezTo>
                  <a:pt x="48" y="114"/>
                  <a:pt x="51" y="114"/>
                  <a:pt x="57" y="114"/>
                </a:cubicBezTo>
                <a:lnTo>
                  <a:pt x="76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9960" bIns="399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4524840" y="1983600"/>
            <a:ext cx="75240" cy="55440"/>
          </a:xfrm>
          <a:custGeom>
            <a:avLst/>
            <a:gdLst/>
            <a:ahLst/>
            <a:rect l="0" t="0" r="r" b="b"/>
            <a:pathLst>
              <a:path w="209" h="154">
                <a:moveTo>
                  <a:pt x="93" y="23"/>
                </a:moveTo>
                <a:lnTo>
                  <a:pt x="134" y="23"/>
                </a:lnTo>
                <a:cubicBezTo>
                  <a:pt x="129" y="45"/>
                  <a:pt x="121" y="76"/>
                  <a:pt x="121" y="104"/>
                </a:cubicBezTo>
                <a:cubicBezTo>
                  <a:pt x="121" y="118"/>
                  <a:pt x="123" y="128"/>
                  <a:pt x="125" y="135"/>
                </a:cubicBezTo>
                <a:cubicBezTo>
                  <a:pt x="130" y="153"/>
                  <a:pt x="135" y="154"/>
                  <a:pt x="141" y="154"/>
                </a:cubicBezTo>
                <a:cubicBezTo>
                  <a:pt x="149" y="154"/>
                  <a:pt x="157" y="147"/>
                  <a:pt x="157" y="138"/>
                </a:cubicBezTo>
                <a:cubicBezTo>
                  <a:pt x="157" y="136"/>
                  <a:pt x="157" y="134"/>
                  <a:pt x="155" y="131"/>
                </a:cubicBezTo>
                <a:cubicBezTo>
                  <a:pt x="148" y="118"/>
                  <a:pt x="141" y="98"/>
                  <a:pt x="141" y="69"/>
                </a:cubicBezTo>
                <a:cubicBezTo>
                  <a:pt x="141" y="62"/>
                  <a:pt x="141" y="49"/>
                  <a:pt x="146" y="23"/>
                </a:cubicBezTo>
                <a:lnTo>
                  <a:pt x="190" y="23"/>
                </a:lnTo>
                <a:cubicBezTo>
                  <a:pt x="196" y="23"/>
                  <a:pt x="199" y="23"/>
                  <a:pt x="203" y="21"/>
                </a:cubicBezTo>
                <a:cubicBezTo>
                  <a:pt x="208" y="17"/>
                  <a:pt x="209" y="11"/>
                  <a:pt x="209" y="10"/>
                </a:cubicBezTo>
                <a:cubicBezTo>
                  <a:pt x="209" y="0"/>
                  <a:pt x="200" y="0"/>
                  <a:pt x="194" y="0"/>
                </a:cubicBezTo>
                <a:lnTo>
                  <a:pt x="63" y="0"/>
                </a:lnTo>
                <a:cubicBezTo>
                  <a:pt x="49" y="0"/>
                  <a:pt x="38" y="3"/>
                  <a:pt x="23" y="18"/>
                </a:cubicBezTo>
                <a:cubicBezTo>
                  <a:pt x="13" y="25"/>
                  <a:pt x="0" y="45"/>
                  <a:pt x="0" y="48"/>
                </a:cubicBezTo>
                <a:cubicBezTo>
                  <a:pt x="0" y="52"/>
                  <a:pt x="5" y="52"/>
                  <a:pt x="6" y="52"/>
                </a:cubicBezTo>
                <a:cubicBezTo>
                  <a:pt x="10" y="52"/>
                  <a:pt x="10" y="51"/>
                  <a:pt x="12" y="48"/>
                </a:cubicBezTo>
                <a:cubicBezTo>
                  <a:pt x="29" y="23"/>
                  <a:pt x="51" y="23"/>
                  <a:pt x="59" y="23"/>
                </a:cubicBezTo>
                <a:lnTo>
                  <a:pt x="80" y="23"/>
                </a:lnTo>
                <a:cubicBezTo>
                  <a:pt x="70" y="62"/>
                  <a:pt x="51" y="103"/>
                  <a:pt x="41" y="125"/>
                </a:cubicBezTo>
                <a:cubicBezTo>
                  <a:pt x="38" y="128"/>
                  <a:pt x="35" y="136"/>
                  <a:pt x="34" y="137"/>
                </a:cubicBezTo>
                <a:cubicBezTo>
                  <a:pt x="34" y="139"/>
                  <a:pt x="34" y="140"/>
                  <a:pt x="34" y="142"/>
                </a:cubicBezTo>
                <a:cubicBezTo>
                  <a:pt x="34" y="148"/>
                  <a:pt x="38" y="153"/>
                  <a:pt x="47" y="153"/>
                </a:cubicBezTo>
                <a:cubicBezTo>
                  <a:pt x="59" y="153"/>
                  <a:pt x="64" y="138"/>
                  <a:pt x="72" y="106"/>
                </a:cubicBezTo>
                <a:lnTo>
                  <a:pt x="93" y="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10440" bIns="104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4519080" y="2063520"/>
            <a:ext cx="885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4532400" y="2085840"/>
            <a:ext cx="61560" cy="84960"/>
          </a:xfrm>
          <a:custGeom>
            <a:avLst/>
            <a:gdLst/>
            <a:ahLst/>
            <a:rect l="0" t="0" r="r" b="b"/>
            <a:pathLst>
              <a:path w="171" h="236">
                <a:moveTo>
                  <a:pt x="171" y="178"/>
                </a:moveTo>
                <a:lnTo>
                  <a:pt x="171" y="166"/>
                </a:lnTo>
                <a:lnTo>
                  <a:pt x="132" y="166"/>
                </a:lnTo>
                <a:lnTo>
                  <a:pt x="132" y="10"/>
                </a:lnTo>
                <a:cubicBezTo>
                  <a:pt x="132" y="3"/>
                  <a:pt x="132" y="0"/>
                  <a:pt x="125" y="0"/>
                </a:cubicBezTo>
                <a:cubicBezTo>
                  <a:pt x="121" y="0"/>
                  <a:pt x="119" y="0"/>
                  <a:pt x="116" y="5"/>
                </a:cubicBezTo>
                <a:lnTo>
                  <a:pt x="0" y="166"/>
                </a:lnTo>
                <a:lnTo>
                  <a:pt x="0" y="178"/>
                </a:lnTo>
                <a:lnTo>
                  <a:pt x="103" y="178"/>
                </a:lnTo>
                <a:lnTo>
                  <a:pt x="103" y="207"/>
                </a:lnTo>
                <a:cubicBezTo>
                  <a:pt x="103" y="219"/>
                  <a:pt x="103" y="223"/>
                  <a:pt x="75" y="223"/>
                </a:cubicBezTo>
                <a:lnTo>
                  <a:pt x="65" y="223"/>
                </a:lnTo>
                <a:lnTo>
                  <a:pt x="65" y="236"/>
                </a:lnTo>
                <a:cubicBezTo>
                  <a:pt x="83" y="235"/>
                  <a:pt x="105" y="234"/>
                  <a:pt x="117" y="234"/>
                </a:cubicBezTo>
                <a:cubicBezTo>
                  <a:pt x="131" y="234"/>
                  <a:pt x="153" y="235"/>
                  <a:pt x="171" y="236"/>
                </a:cubicBezTo>
                <a:lnTo>
                  <a:pt x="171" y="223"/>
                </a:lnTo>
                <a:lnTo>
                  <a:pt x="161" y="223"/>
                </a:lnTo>
                <a:cubicBezTo>
                  <a:pt x="132" y="223"/>
                  <a:pt x="132" y="219"/>
                  <a:pt x="132" y="207"/>
                </a:cubicBezTo>
                <a:lnTo>
                  <a:pt x="132" y="178"/>
                </a:lnTo>
                <a:lnTo>
                  <a:pt x="171" y="178"/>
                </a:lnTo>
                <a:moveTo>
                  <a:pt x="106" y="38"/>
                </a:moveTo>
                <a:lnTo>
                  <a:pt x="106" y="166"/>
                </a:lnTo>
                <a:lnTo>
                  <a:pt x="13" y="166"/>
                </a:lnTo>
                <a:lnTo>
                  <a:pt x="106" y="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9960" bIns="399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8362440" y="2796840"/>
            <a:ext cx="74880" cy="55080"/>
          </a:xfrm>
          <a:custGeom>
            <a:avLst/>
            <a:gdLst/>
            <a:ahLst/>
            <a:rect l="0" t="0" r="r" b="b"/>
            <a:pathLst>
              <a:path w="208" h="153">
                <a:moveTo>
                  <a:pt x="93" y="24"/>
                </a:moveTo>
                <a:lnTo>
                  <a:pt x="134" y="24"/>
                </a:lnTo>
                <a:cubicBezTo>
                  <a:pt x="129" y="45"/>
                  <a:pt x="121" y="76"/>
                  <a:pt x="121" y="105"/>
                </a:cubicBezTo>
                <a:cubicBezTo>
                  <a:pt x="121" y="117"/>
                  <a:pt x="123" y="127"/>
                  <a:pt x="124" y="134"/>
                </a:cubicBezTo>
                <a:cubicBezTo>
                  <a:pt x="130" y="152"/>
                  <a:pt x="135" y="153"/>
                  <a:pt x="140" y="153"/>
                </a:cubicBezTo>
                <a:cubicBezTo>
                  <a:pt x="149" y="153"/>
                  <a:pt x="157" y="146"/>
                  <a:pt x="157" y="137"/>
                </a:cubicBezTo>
                <a:cubicBezTo>
                  <a:pt x="157" y="135"/>
                  <a:pt x="157" y="133"/>
                  <a:pt x="154" y="130"/>
                </a:cubicBezTo>
                <a:cubicBezTo>
                  <a:pt x="148" y="117"/>
                  <a:pt x="141" y="98"/>
                  <a:pt x="141" y="69"/>
                </a:cubicBezTo>
                <a:cubicBezTo>
                  <a:pt x="141" y="63"/>
                  <a:pt x="141" y="49"/>
                  <a:pt x="146" y="24"/>
                </a:cubicBezTo>
                <a:lnTo>
                  <a:pt x="190" y="24"/>
                </a:lnTo>
                <a:cubicBezTo>
                  <a:pt x="196" y="24"/>
                  <a:pt x="199" y="24"/>
                  <a:pt x="203" y="21"/>
                </a:cubicBezTo>
                <a:cubicBezTo>
                  <a:pt x="208" y="17"/>
                  <a:pt x="208" y="12"/>
                  <a:pt x="208" y="10"/>
                </a:cubicBezTo>
                <a:cubicBezTo>
                  <a:pt x="208" y="0"/>
                  <a:pt x="200" y="0"/>
                  <a:pt x="194" y="0"/>
                </a:cubicBezTo>
                <a:lnTo>
                  <a:pt x="63" y="0"/>
                </a:lnTo>
                <a:cubicBezTo>
                  <a:pt x="48" y="0"/>
                  <a:pt x="38" y="3"/>
                  <a:pt x="23" y="18"/>
                </a:cubicBezTo>
                <a:cubicBezTo>
                  <a:pt x="13" y="26"/>
                  <a:pt x="0" y="45"/>
                  <a:pt x="0" y="48"/>
                </a:cubicBezTo>
                <a:cubicBezTo>
                  <a:pt x="0" y="52"/>
                  <a:pt x="5" y="52"/>
                  <a:pt x="6" y="52"/>
                </a:cubicBezTo>
                <a:cubicBezTo>
                  <a:pt x="10" y="52"/>
                  <a:pt x="10" y="51"/>
                  <a:pt x="12" y="48"/>
                </a:cubicBezTo>
                <a:cubicBezTo>
                  <a:pt x="29" y="24"/>
                  <a:pt x="51" y="24"/>
                  <a:pt x="59" y="24"/>
                </a:cubicBezTo>
                <a:lnTo>
                  <a:pt x="80" y="24"/>
                </a:lnTo>
                <a:cubicBezTo>
                  <a:pt x="69" y="62"/>
                  <a:pt x="51" y="104"/>
                  <a:pt x="40" y="124"/>
                </a:cubicBezTo>
                <a:cubicBezTo>
                  <a:pt x="38" y="128"/>
                  <a:pt x="35" y="136"/>
                  <a:pt x="34" y="136"/>
                </a:cubicBezTo>
                <a:cubicBezTo>
                  <a:pt x="34" y="138"/>
                  <a:pt x="34" y="140"/>
                  <a:pt x="34" y="142"/>
                </a:cubicBezTo>
                <a:cubicBezTo>
                  <a:pt x="34" y="147"/>
                  <a:pt x="38" y="153"/>
                  <a:pt x="46" y="153"/>
                </a:cubicBezTo>
                <a:cubicBezTo>
                  <a:pt x="59" y="153"/>
                  <a:pt x="64" y="137"/>
                  <a:pt x="72" y="106"/>
                </a:cubicBezTo>
                <a:lnTo>
                  <a:pt x="93" y="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10080" bIns="1008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8356680" y="2876760"/>
            <a:ext cx="885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8370000" y="2898720"/>
            <a:ext cx="61560" cy="84960"/>
          </a:xfrm>
          <a:custGeom>
            <a:avLst/>
            <a:gdLst/>
            <a:ahLst/>
            <a:rect l="0" t="0" r="r" b="b"/>
            <a:pathLst>
              <a:path w="171" h="236">
                <a:moveTo>
                  <a:pt x="171" y="179"/>
                </a:moveTo>
                <a:lnTo>
                  <a:pt x="171" y="166"/>
                </a:lnTo>
                <a:lnTo>
                  <a:pt x="132" y="166"/>
                </a:lnTo>
                <a:lnTo>
                  <a:pt x="132" y="10"/>
                </a:lnTo>
                <a:cubicBezTo>
                  <a:pt x="132" y="3"/>
                  <a:pt x="132" y="0"/>
                  <a:pt x="125" y="0"/>
                </a:cubicBezTo>
                <a:cubicBezTo>
                  <a:pt x="120" y="0"/>
                  <a:pt x="119" y="0"/>
                  <a:pt x="116" y="6"/>
                </a:cubicBezTo>
                <a:lnTo>
                  <a:pt x="0" y="166"/>
                </a:lnTo>
                <a:lnTo>
                  <a:pt x="0" y="179"/>
                </a:lnTo>
                <a:lnTo>
                  <a:pt x="103" y="179"/>
                </a:lnTo>
                <a:lnTo>
                  <a:pt x="103" y="207"/>
                </a:lnTo>
                <a:cubicBezTo>
                  <a:pt x="103" y="220"/>
                  <a:pt x="103" y="224"/>
                  <a:pt x="74" y="224"/>
                </a:cubicBezTo>
                <a:lnTo>
                  <a:pt x="65" y="224"/>
                </a:lnTo>
                <a:lnTo>
                  <a:pt x="65" y="236"/>
                </a:lnTo>
                <a:cubicBezTo>
                  <a:pt x="83" y="236"/>
                  <a:pt x="105" y="234"/>
                  <a:pt x="117" y="234"/>
                </a:cubicBezTo>
                <a:cubicBezTo>
                  <a:pt x="131" y="234"/>
                  <a:pt x="152" y="235"/>
                  <a:pt x="170" y="236"/>
                </a:cubicBezTo>
                <a:lnTo>
                  <a:pt x="170" y="224"/>
                </a:lnTo>
                <a:lnTo>
                  <a:pt x="161" y="224"/>
                </a:lnTo>
                <a:cubicBezTo>
                  <a:pt x="132" y="224"/>
                  <a:pt x="132" y="220"/>
                  <a:pt x="132" y="207"/>
                </a:cubicBezTo>
                <a:lnTo>
                  <a:pt x="132" y="179"/>
                </a:lnTo>
                <a:lnTo>
                  <a:pt x="171" y="179"/>
                </a:lnTo>
                <a:moveTo>
                  <a:pt x="105" y="38"/>
                </a:moveTo>
                <a:lnTo>
                  <a:pt x="105" y="166"/>
                </a:lnTo>
                <a:lnTo>
                  <a:pt x="13" y="166"/>
                </a:lnTo>
                <a:lnTo>
                  <a:pt x="105" y="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9960" bIns="399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9072360" y="3401640"/>
            <a:ext cx="30600" cy="132840"/>
          </a:xfrm>
          <a:custGeom>
            <a:avLst/>
            <a:gdLst/>
            <a:ahLst/>
            <a:rect l="0" t="0" r="r" b="b"/>
            <a:pathLst>
              <a:path w="85" h="369">
                <a:moveTo>
                  <a:pt x="85" y="365"/>
                </a:moveTo>
                <a:cubicBezTo>
                  <a:pt x="85" y="364"/>
                  <a:pt x="85" y="363"/>
                  <a:pt x="79" y="357"/>
                </a:cubicBezTo>
                <a:cubicBezTo>
                  <a:pt x="34" y="311"/>
                  <a:pt x="22" y="241"/>
                  <a:pt x="22" y="184"/>
                </a:cubicBezTo>
                <a:cubicBezTo>
                  <a:pt x="22" y="120"/>
                  <a:pt x="35" y="56"/>
                  <a:pt x="81" y="10"/>
                </a:cubicBezTo>
                <a:cubicBezTo>
                  <a:pt x="85" y="6"/>
                  <a:pt x="85" y="5"/>
                  <a:pt x="85" y="4"/>
                </a:cubicBezTo>
                <a:cubicBezTo>
                  <a:pt x="85" y="1"/>
                  <a:pt x="84" y="0"/>
                  <a:pt x="82" y="0"/>
                </a:cubicBezTo>
                <a:cubicBezTo>
                  <a:pt x="78" y="0"/>
                  <a:pt x="45" y="25"/>
                  <a:pt x="23" y="72"/>
                </a:cubicBezTo>
                <a:cubicBezTo>
                  <a:pt x="5" y="112"/>
                  <a:pt x="0" y="154"/>
                  <a:pt x="0" y="184"/>
                </a:cubicBezTo>
                <a:cubicBezTo>
                  <a:pt x="0" y="213"/>
                  <a:pt x="4" y="257"/>
                  <a:pt x="24" y="300"/>
                </a:cubicBezTo>
                <a:cubicBezTo>
                  <a:pt x="47" y="345"/>
                  <a:pt x="78" y="369"/>
                  <a:pt x="82" y="369"/>
                </a:cubicBezTo>
                <a:cubicBezTo>
                  <a:pt x="84" y="369"/>
                  <a:pt x="85" y="368"/>
                  <a:pt x="85" y="3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9117360" y="3409200"/>
            <a:ext cx="69480" cy="119160"/>
          </a:xfrm>
          <a:custGeom>
            <a:avLst/>
            <a:gdLst/>
            <a:ahLst/>
            <a:rect l="0" t="0" r="r" b="b"/>
            <a:pathLst>
              <a:path w="193" h="331">
                <a:moveTo>
                  <a:pt x="142" y="9"/>
                </a:moveTo>
                <a:cubicBezTo>
                  <a:pt x="142" y="8"/>
                  <a:pt x="144" y="4"/>
                  <a:pt x="144" y="4"/>
                </a:cubicBezTo>
                <a:cubicBezTo>
                  <a:pt x="144" y="3"/>
                  <a:pt x="144" y="0"/>
                  <a:pt x="139" y="0"/>
                </a:cubicBezTo>
                <a:cubicBezTo>
                  <a:pt x="136" y="0"/>
                  <a:pt x="135" y="1"/>
                  <a:pt x="133" y="7"/>
                </a:cubicBezTo>
                <a:lnTo>
                  <a:pt x="112" y="92"/>
                </a:lnTo>
                <a:cubicBezTo>
                  <a:pt x="54" y="94"/>
                  <a:pt x="0" y="143"/>
                  <a:pt x="0" y="193"/>
                </a:cubicBezTo>
                <a:cubicBezTo>
                  <a:pt x="0" y="228"/>
                  <a:pt x="26" y="257"/>
                  <a:pt x="71" y="260"/>
                </a:cubicBezTo>
                <a:cubicBezTo>
                  <a:pt x="68" y="271"/>
                  <a:pt x="65" y="283"/>
                  <a:pt x="62" y="295"/>
                </a:cubicBezTo>
                <a:cubicBezTo>
                  <a:pt x="57" y="312"/>
                  <a:pt x="54" y="326"/>
                  <a:pt x="54" y="327"/>
                </a:cubicBezTo>
                <a:cubicBezTo>
                  <a:pt x="54" y="331"/>
                  <a:pt x="57" y="331"/>
                  <a:pt x="59" y="331"/>
                </a:cubicBezTo>
                <a:cubicBezTo>
                  <a:pt x="60" y="331"/>
                  <a:pt x="61" y="331"/>
                  <a:pt x="62" y="329"/>
                </a:cubicBezTo>
                <a:cubicBezTo>
                  <a:pt x="62" y="329"/>
                  <a:pt x="65" y="320"/>
                  <a:pt x="66" y="315"/>
                </a:cubicBezTo>
                <a:lnTo>
                  <a:pt x="80" y="260"/>
                </a:lnTo>
                <a:cubicBezTo>
                  <a:pt x="139" y="258"/>
                  <a:pt x="193" y="208"/>
                  <a:pt x="193" y="159"/>
                </a:cubicBezTo>
                <a:cubicBezTo>
                  <a:pt x="193" y="130"/>
                  <a:pt x="173" y="96"/>
                  <a:pt x="122" y="92"/>
                </a:cubicBezTo>
                <a:lnTo>
                  <a:pt x="142" y="9"/>
                </a:lnTo>
                <a:moveTo>
                  <a:pt x="72" y="252"/>
                </a:moveTo>
                <a:cubicBezTo>
                  <a:pt x="50" y="251"/>
                  <a:pt x="24" y="238"/>
                  <a:pt x="24" y="201"/>
                </a:cubicBezTo>
                <a:cubicBezTo>
                  <a:pt x="24" y="157"/>
                  <a:pt x="56" y="106"/>
                  <a:pt x="110" y="100"/>
                </a:cubicBezTo>
                <a:lnTo>
                  <a:pt x="72" y="252"/>
                </a:lnTo>
                <a:moveTo>
                  <a:pt x="119" y="100"/>
                </a:moveTo>
                <a:cubicBezTo>
                  <a:pt x="148" y="102"/>
                  <a:pt x="168" y="119"/>
                  <a:pt x="168" y="151"/>
                </a:cubicBezTo>
                <a:cubicBezTo>
                  <a:pt x="168" y="195"/>
                  <a:pt x="136" y="247"/>
                  <a:pt x="82" y="252"/>
                </a:cubicBezTo>
                <a:lnTo>
                  <a:pt x="119" y="1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9233640" y="3452400"/>
            <a:ext cx="87840" cy="30960"/>
          </a:xfrm>
          <a:custGeom>
            <a:avLst/>
            <a:gdLst/>
            <a:ahLst/>
            <a:rect l="0" t="0" r="r" b="b"/>
            <a:pathLst>
              <a:path w="244" h="86">
                <a:moveTo>
                  <a:pt x="232" y="15"/>
                </a:moveTo>
                <a:cubicBezTo>
                  <a:pt x="237" y="15"/>
                  <a:pt x="244" y="15"/>
                  <a:pt x="244" y="8"/>
                </a:cubicBezTo>
                <a:cubicBezTo>
                  <a:pt x="244" y="0"/>
                  <a:pt x="237" y="0"/>
                  <a:pt x="232" y="0"/>
                </a:cubicBezTo>
                <a:lnTo>
                  <a:pt x="12" y="0"/>
                </a:lnTo>
                <a:cubicBezTo>
                  <a:pt x="7" y="0"/>
                  <a:pt x="0" y="0"/>
                  <a:pt x="0" y="8"/>
                </a:cubicBezTo>
                <a:cubicBezTo>
                  <a:pt x="0" y="15"/>
                  <a:pt x="7" y="15"/>
                  <a:pt x="12" y="15"/>
                </a:cubicBezTo>
                <a:lnTo>
                  <a:pt x="232" y="15"/>
                </a:lnTo>
                <a:moveTo>
                  <a:pt x="232" y="86"/>
                </a:moveTo>
                <a:cubicBezTo>
                  <a:pt x="237" y="86"/>
                  <a:pt x="244" y="86"/>
                  <a:pt x="244" y="79"/>
                </a:cubicBezTo>
                <a:cubicBezTo>
                  <a:pt x="244" y="72"/>
                  <a:pt x="237" y="72"/>
                  <a:pt x="231" y="72"/>
                </a:cubicBezTo>
                <a:lnTo>
                  <a:pt x="12" y="72"/>
                </a:lnTo>
                <a:cubicBezTo>
                  <a:pt x="6" y="72"/>
                  <a:pt x="0" y="72"/>
                  <a:pt x="0" y="79"/>
                </a:cubicBezTo>
                <a:cubicBezTo>
                  <a:pt x="0" y="86"/>
                  <a:pt x="6" y="86"/>
                  <a:pt x="12" y="86"/>
                </a:cubicBezTo>
                <a:lnTo>
                  <a:pt x="232" y="8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-14040" bIns="-140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9370800" y="3412800"/>
            <a:ext cx="55440" cy="91440"/>
          </a:xfrm>
          <a:custGeom>
            <a:avLst/>
            <a:gdLst/>
            <a:ahLst/>
            <a:rect l="0" t="0" r="r" b="b"/>
            <a:pathLst>
              <a:path w="154" h="254">
                <a:moveTo>
                  <a:pt x="140" y="42"/>
                </a:moveTo>
                <a:cubicBezTo>
                  <a:pt x="123" y="6"/>
                  <a:pt x="93" y="0"/>
                  <a:pt x="78" y="0"/>
                </a:cubicBezTo>
                <a:cubicBezTo>
                  <a:pt x="55" y="0"/>
                  <a:pt x="29" y="10"/>
                  <a:pt x="14" y="44"/>
                </a:cubicBezTo>
                <a:cubicBezTo>
                  <a:pt x="2" y="69"/>
                  <a:pt x="0" y="98"/>
                  <a:pt x="0" y="128"/>
                </a:cubicBezTo>
                <a:cubicBezTo>
                  <a:pt x="0" y="155"/>
                  <a:pt x="2" y="188"/>
                  <a:pt x="17" y="217"/>
                </a:cubicBezTo>
                <a:cubicBezTo>
                  <a:pt x="32" y="246"/>
                  <a:pt x="59" y="254"/>
                  <a:pt x="77" y="254"/>
                </a:cubicBezTo>
                <a:cubicBezTo>
                  <a:pt x="97" y="254"/>
                  <a:pt x="125" y="246"/>
                  <a:pt x="141" y="211"/>
                </a:cubicBezTo>
                <a:cubicBezTo>
                  <a:pt x="153" y="186"/>
                  <a:pt x="154" y="157"/>
                  <a:pt x="154" y="128"/>
                </a:cubicBezTo>
                <a:cubicBezTo>
                  <a:pt x="154" y="98"/>
                  <a:pt x="153" y="69"/>
                  <a:pt x="140" y="42"/>
                </a:cubicBezTo>
                <a:moveTo>
                  <a:pt x="35" y="201"/>
                </a:moveTo>
                <a:cubicBezTo>
                  <a:pt x="31" y="179"/>
                  <a:pt x="31" y="145"/>
                  <a:pt x="31" y="123"/>
                </a:cubicBezTo>
                <a:cubicBezTo>
                  <a:pt x="31" y="100"/>
                  <a:pt x="31" y="75"/>
                  <a:pt x="34" y="56"/>
                </a:cubicBezTo>
                <a:cubicBezTo>
                  <a:pt x="40" y="12"/>
                  <a:pt x="68" y="8"/>
                  <a:pt x="77" y="8"/>
                </a:cubicBezTo>
                <a:cubicBezTo>
                  <a:pt x="89" y="8"/>
                  <a:pt x="114" y="15"/>
                  <a:pt x="120" y="52"/>
                </a:cubicBezTo>
                <a:cubicBezTo>
                  <a:pt x="125" y="72"/>
                  <a:pt x="125" y="100"/>
                  <a:pt x="125" y="123"/>
                </a:cubicBezTo>
                <a:cubicBezTo>
                  <a:pt x="125" y="151"/>
                  <a:pt x="125" y="176"/>
                  <a:pt x="120" y="199"/>
                </a:cubicBezTo>
                <a:cubicBezTo>
                  <a:pt x="115" y="234"/>
                  <a:pt x="94" y="245"/>
                  <a:pt x="77" y="245"/>
                </a:cubicBezTo>
                <a:cubicBezTo>
                  <a:pt x="63" y="245"/>
                  <a:pt x="41" y="236"/>
                  <a:pt x="35" y="20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9439200" y="3401640"/>
            <a:ext cx="30600" cy="132840"/>
          </a:xfrm>
          <a:custGeom>
            <a:avLst/>
            <a:gdLst/>
            <a:ahLst/>
            <a:rect l="0" t="0" r="r" b="b"/>
            <a:pathLst>
              <a:path w="85" h="369">
                <a:moveTo>
                  <a:pt x="85" y="184"/>
                </a:moveTo>
                <a:cubicBezTo>
                  <a:pt x="85" y="156"/>
                  <a:pt x="81" y="111"/>
                  <a:pt x="61" y="69"/>
                </a:cubicBezTo>
                <a:cubicBezTo>
                  <a:pt x="39" y="24"/>
                  <a:pt x="8" y="0"/>
                  <a:pt x="4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5"/>
                  <a:pt x="0" y="6"/>
                  <a:pt x="7" y="13"/>
                </a:cubicBezTo>
                <a:cubicBezTo>
                  <a:pt x="43" y="49"/>
                  <a:pt x="64" y="107"/>
                  <a:pt x="64" y="184"/>
                </a:cubicBezTo>
                <a:cubicBezTo>
                  <a:pt x="64" y="248"/>
                  <a:pt x="51" y="312"/>
                  <a:pt x="5" y="359"/>
                </a:cubicBezTo>
                <a:cubicBezTo>
                  <a:pt x="0" y="363"/>
                  <a:pt x="0" y="364"/>
                  <a:pt x="0" y="365"/>
                </a:cubicBezTo>
                <a:cubicBezTo>
                  <a:pt x="0" y="367"/>
                  <a:pt x="2" y="369"/>
                  <a:pt x="4" y="369"/>
                </a:cubicBezTo>
                <a:cubicBezTo>
                  <a:pt x="8" y="369"/>
                  <a:pt x="41" y="344"/>
                  <a:pt x="62" y="297"/>
                </a:cubicBezTo>
                <a:cubicBezTo>
                  <a:pt x="81" y="256"/>
                  <a:pt x="85" y="215"/>
                  <a:pt x="85" y="18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7297560" y="2628360"/>
            <a:ext cx="54360" cy="7920"/>
          </a:xfrm>
          <a:custGeom>
            <a:avLst/>
            <a:gdLst/>
            <a:ahLst/>
            <a:rect l="0" t="0" r="r" b="b"/>
            <a:pathLst>
              <a:path w="151" h="22">
                <a:moveTo>
                  <a:pt x="142" y="22"/>
                </a:moveTo>
                <a:cubicBezTo>
                  <a:pt x="146" y="22"/>
                  <a:pt x="151" y="22"/>
                  <a:pt x="151" y="11"/>
                </a:cubicBezTo>
                <a:cubicBezTo>
                  <a:pt x="151" y="0"/>
                  <a:pt x="146" y="0"/>
                  <a:pt x="142" y="0"/>
                </a:cubicBezTo>
                <a:lnTo>
                  <a:pt x="8" y="0"/>
                </a:lnTo>
                <a:cubicBezTo>
                  <a:pt x="4" y="0"/>
                  <a:pt x="0" y="0"/>
                  <a:pt x="0" y="11"/>
                </a:cubicBezTo>
                <a:cubicBezTo>
                  <a:pt x="0" y="22"/>
                  <a:pt x="4" y="22"/>
                  <a:pt x="8" y="22"/>
                </a:cubicBezTo>
                <a:lnTo>
                  <a:pt x="142" y="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-37080" bIns="-3708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7906320" y="2632680"/>
            <a:ext cx="57960" cy="8280"/>
          </a:xfrm>
          <a:custGeom>
            <a:avLst/>
            <a:gdLst/>
            <a:ahLst/>
            <a:rect l="0" t="0" r="r" b="b"/>
            <a:pathLst>
              <a:path w="161" h="23">
                <a:moveTo>
                  <a:pt x="151" y="23"/>
                </a:moveTo>
                <a:cubicBezTo>
                  <a:pt x="156" y="23"/>
                  <a:pt x="161" y="23"/>
                  <a:pt x="161" y="11"/>
                </a:cubicBezTo>
                <a:cubicBezTo>
                  <a:pt x="161" y="0"/>
                  <a:pt x="156" y="0"/>
                  <a:pt x="151" y="0"/>
                </a:cubicBezTo>
                <a:lnTo>
                  <a:pt x="9" y="0"/>
                </a:lnTo>
                <a:cubicBezTo>
                  <a:pt x="5" y="0"/>
                  <a:pt x="0" y="0"/>
                  <a:pt x="0" y="11"/>
                </a:cubicBezTo>
                <a:cubicBezTo>
                  <a:pt x="0" y="23"/>
                  <a:pt x="5" y="23"/>
                  <a:pt x="9" y="23"/>
                </a:cubicBezTo>
                <a:lnTo>
                  <a:pt x="151" y="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-36720" bIns="-367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8285760" y="2872440"/>
            <a:ext cx="51480" cy="8280"/>
          </a:xfrm>
          <a:custGeom>
            <a:avLst/>
            <a:gdLst/>
            <a:ahLst/>
            <a:rect l="0" t="0" r="r" b="b"/>
            <a:pathLst>
              <a:path w="143" h="23">
                <a:moveTo>
                  <a:pt x="134" y="23"/>
                </a:moveTo>
                <a:cubicBezTo>
                  <a:pt x="138" y="23"/>
                  <a:pt x="143" y="23"/>
                  <a:pt x="143" y="11"/>
                </a:cubicBezTo>
                <a:cubicBezTo>
                  <a:pt x="143" y="0"/>
                  <a:pt x="138" y="0"/>
                  <a:pt x="134" y="0"/>
                </a:cubicBezTo>
                <a:lnTo>
                  <a:pt x="8" y="0"/>
                </a:lnTo>
                <a:cubicBezTo>
                  <a:pt x="5" y="0"/>
                  <a:pt x="0" y="0"/>
                  <a:pt x="0" y="11"/>
                </a:cubicBezTo>
                <a:cubicBezTo>
                  <a:pt x="0" y="23"/>
                  <a:pt x="4" y="23"/>
                  <a:pt x="8" y="23"/>
                </a:cubicBezTo>
                <a:lnTo>
                  <a:pt x="134" y="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-36720" bIns="-367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4520880" y="3248280"/>
            <a:ext cx="79920" cy="153360"/>
          </a:xfrm>
          <a:custGeom>
            <a:avLst/>
            <a:gdLst/>
            <a:ahLst/>
            <a:rect l="0" t="0" r="r" b="b"/>
            <a:pathLst>
              <a:path fill="none" w="222" h="426">
                <a:moveTo>
                  <a:pt x="1" y="0"/>
                </a:moveTo>
                <a:cubicBezTo>
                  <a:pt x="1" y="0"/>
                  <a:pt x="-21" y="273"/>
                  <a:pt x="222" y="426"/>
                </a:cubicBezTo>
              </a:path>
            </a:pathLst>
          </a:custGeom>
          <a:ln cap="sq" w="34920">
            <a:solidFill>
              <a:srgbClr val="666666"/>
            </a:solidFill>
            <a:miter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4585320" y="335520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6"/>
                </a:moveTo>
                <a:cubicBezTo>
                  <a:pt x="371" y="289"/>
                  <a:pt x="288" y="372"/>
                  <a:pt x="186" y="372"/>
                </a:cubicBezTo>
                <a:cubicBezTo>
                  <a:pt x="83" y="372"/>
                  <a:pt x="0" y="289"/>
                  <a:pt x="0" y="186"/>
                </a:cubicBezTo>
                <a:cubicBezTo>
                  <a:pt x="0" y="83"/>
                  <a:pt x="83" y="0"/>
                  <a:pt x="186" y="0"/>
                </a:cubicBezTo>
                <a:cubicBezTo>
                  <a:pt x="288" y="0"/>
                  <a:pt x="371" y="83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4453200" y="3114720"/>
            <a:ext cx="133920" cy="133560"/>
          </a:xfrm>
          <a:custGeom>
            <a:avLst/>
            <a:gdLst/>
            <a:ahLst/>
            <a:rect l="0" t="0" r="r" b="b"/>
            <a:pathLst>
              <a:path w="372" h="371">
                <a:moveTo>
                  <a:pt x="372" y="186"/>
                </a:moveTo>
                <a:cubicBezTo>
                  <a:pt x="372" y="288"/>
                  <a:pt x="289" y="371"/>
                  <a:pt x="186" y="371"/>
                </a:cubicBezTo>
                <a:cubicBezTo>
                  <a:pt x="84" y="371"/>
                  <a:pt x="0" y="289"/>
                  <a:pt x="0" y="186"/>
                </a:cubicBezTo>
                <a:cubicBezTo>
                  <a:pt x="0" y="84"/>
                  <a:pt x="84" y="0"/>
                  <a:pt x="186" y="0"/>
                </a:cubicBezTo>
                <a:cubicBezTo>
                  <a:pt x="289" y="0"/>
                  <a:pt x="372" y="83"/>
                  <a:pt x="372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4986360" y="3485160"/>
            <a:ext cx="213480" cy="166680"/>
          </a:xfrm>
          <a:custGeom>
            <a:avLst/>
            <a:gdLst/>
            <a:ahLst/>
            <a:rect l="0" t="0" r="r" b="b"/>
            <a:pathLst>
              <a:path fill="none" w="593" h="463">
                <a:moveTo>
                  <a:pt x="0" y="462"/>
                </a:moveTo>
                <a:cubicBezTo>
                  <a:pt x="0" y="462"/>
                  <a:pt x="533" y="511"/>
                  <a:pt x="593" y="0"/>
                </a:cubicBezTo>
              </a:path>
            </a:pathLst>
          </a:custGeom>
          <a:ln cap="sq" w="34920">
            <a:solidFill>
              <a:srgbClr val="666666"/>
            </a:solidFill>
            <a:miter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4906080" y="3596040"/>
            <a:ext cx="133560" cy="133560"/>
          </a:xfrm>
          <a:custGeom>
            <a:avLst/>
            <a:gdLst/>
            <a:ahLst/>
            <a:rect l="0" t="0" r="r" b="b"/>
            <a:pathLst>
              <a:path w="371" h="371">
                <a:moveTo>
                  <a:pt x="371" y="186"/>
                </a:moveTo>
                <a:cubicBezTo>
                  <a:pt x="371" y="288"/>
                  <a:pt x="287" y="371"/>
                  <a:pt x="185" y="371"/>
                </a:cubicBezTo>
                <a:cubicBezTo>
                  <a:pt x="82" y="371"/>
                  <a:pt x="0" y="288"/>
                  <a:pt x="0" y="186"/>
                </a:cubicBezTo>
                <a:cubicBezTo>
                  <a:pt x="0" y="83"/>
                  <a:pt x="83" y="0"/>
                  <a:pt x="185" y="0"/>
                </a:cubicBezTo>
                <a:cubicBezTo>
                  <a:pt x="288" y="0"/>
                  <a:pt x="371" y="83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5147640" y="3355200"/>
            <a:ext cx="133560" cy="133920"/>
          </a:xfrm>
          <a:custGeom>
            <a:avLst/>
            <a:gdLst/>
            <a:ahLst/>
            <a:rect l="0" t="0" r="r" b="b"/>
            <a:pathLst>
              <a:path w="371" h="372">
                <a:moveTo>
                  <a:pt x="371" y="186"/>
                </a:moveTo>
                <a:cubicBezTo>
                  <a:pt x="371" y="289"/>
                  <a:pt x="288" y="372"/>
                  <a:pt x="186" y="372"/>
                </a:cubicBezTo>
                <a:cubicBezTo>
                  <a:pt x="83" y="372"/>
                  <a:pt x="0" y="289"/>
                  <a:pt x="0" y="186"/>
                </a:cubicBezTo>
                <a:cubicBezTo>
                  <a:pt x="0" y="83"/>
                  <a:pt x="83" y="0"/>
                  <a:pt x="186" y="0"/>
                </a:cubicBezTo>
                <a:cubicBezTo>
                  <a:pt x="288" y="0"/>
                  <a:pt x="371" y="83"/>
                  <a:pt x="371" y="186"/>
                </a:cubicBezTo>
                <a:close/>
              </a:path>
            </a:pathLst>
          </a:custGeom>
          <a:solidFill>
            <a:srgbClr val="9ec58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4278240" y="312804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297" y="149"/>
                </a:moveTo>
                <a:cubicBezTo>
                  <a:pt x="297" y="231"/>
                  <a:pt x="231" y="298"/>
                  <a:pt x="149" y="298"/>
                </a:cubicBezTo>
                <a:cubicBezTo>
                  <a:pt x="67" y="298"/>
                  <a:pt x="0" y="231"/>
                  <a:pt x="0" y="149"/>
                </a:cubicBezTo>
                <a:cubicBezTo>
                  <a:pt x="0" y="67"/>
                  <a:pt x="67" y="0"/>
                  <a:pt x="149" y="0"/>
                </a:cubicBezTo>
                <a:cubicBezTo>
                  <a:pt x="231" y="0"/>
                  <a:pt x="297" y="67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4278240" y="336888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297" y="149"/>
                </a:moveTo>
                <a:cubicBezTo>
                  <a:pt x="297" y="231"/>
                  <a:pt x="231" y="298"/>
                  <a:pt x="149" y="298"/>
                </a:cubicBezTo>
                <a:cubicBezTo>
                  <a:pt x="67" y="298"/>
                  <a:pt x="0" y="231"/>
                  <a:pt x="0" y="149"/>
                </a:cubicBezTo>
                <a:cubicBezTo>
                  <a:pt x="0" y="66"/>
                  <a:pt x="67" y="0"/>
                  <a:pt x="149" y="0"/>
                </a:cubicBezTo>
                <a:cubicBezTo>
                  <a:pt x="231" y="0"/>
                  <a:pt x="297" y="66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4278240" y="3609360"/>
            <a:ext cx="106920" cy="107280"/>
          </a:xfrm>
          <a:custGeom>
            <a:avLst/>
            <a:gdLst/>
            <a:ahLst/>
            <a:rect l="0" t="0" r="r" b="b"/>
            <a:pathLst>
              <a:path w="297" h="298">
                <a:moveTo>
                  <a:pt x="297" y="149"/>
                </a:moveTo>
                <a:cubicBezTo>
                  <a:pt x="297" y="231"/>
                  <a:pt x="231" y="298"/>
                  <a:pt x="149" y="298"/>
                </a:cubicBezTo>
                <a:cubicBezTo>
                  <a:pt x="67" y="298"/>
                  <a:pt x="0" y="231"/>
                  <a:pt x="0" y="149"/>
                </a:cubicBezTo>
                <a:cubicBezTo>
                  <a:pt x="0" y="67"/>
                  <a:pt x="67" y="0"/>
                  <a:pt x="149" y="0"/>
                </a:cubicBezTo>
                <a:cubicBezTo>
                  <a:pt x="231" y="0"/>
                  <a:pt x="297" y="67"/>
                  <a:pt x="297" y="14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5441040" y="3328560"/>
            <a:ext cx="75240" cy="55440"/>
          </a:xfrm>
          <a:custGeom>
            <a:avLst/>
            <a:gdLst/>
            <a:ahLst/>
            <a:rect l="0" t="0" r="r" b="b"/>
            <a:pathLst>
              <a:path w="209" h="154">
                <a:moveTo>
                  <a:pt x="93" y="23"/>
                </a:moveTo>
                <a:lnTo>
                  <a:pt x="135" y="23"/>
                </a:lnTo>
                <a:cubicBezTo>
                  <a:pt x="130" y="45"/>
                  <a:pt x="121" y="76"/>
                  <a:pt x="121" y="104"/>
                </a:cubicBezTo>
                <a:cubicBezTo>
                  <a:pt x="121" y="119"/>
                  <a:pt x="124" y="128"/>
                  <a:pt x="125" y="135"/>
                </a:cubicBezTo>
                <a:cubicBezTo>
                  <a:pt x="131" y="153"/>
                  <a:pt x="136" y="154"/>
                  <a:pt x="141" y="154"/>
                </a:cubicBezTo>
                <a:cubicBezTo>
                  <a:pt x="150" y="154"/>
                  <a:pt x="158" y="147"/>
                  <a:pt x="158" y="138"/>
                </a:cubicBezTo>
                <a:cubicBezTo>
                  <a:pt x="158" y="136"/>
                  <a:pt x="158" y="134"/>
                  <a:pt x="155" y="131"/>
                </a:cubicBezTo>
                <a:cubicBezTo>
                  <a:pt x="148" y="118"/>
                  <a:pt x="142" y="98"/>
                  <a:pt x="142" y="69"/>
                </a:cubicBezTo>
                <a:cubicBezTo>
                  <a:pt x="142" y="63"/>
                  <a:pt x="142" y="49"/>
                  <a:pt x="147" y="23"/>
                </a:cubicBezTo>
                <a:lnTo>
                  <a:pt x="190" y="23"/>
                </a:lnTo>
                <a:cubicBezTo>
                  <a:pt x="197" y="23"/>
                  <a:pt x="200" y="23"/>
                  <a:pt x="204" y="21"/>
                </a:cubicBezTo>
                <a:cubicBezTo>
                  <a:pt x="208" y="17"/>
                  <a:pt x="209" y="12"/>
                  <a:pt x="209" y="10"/>
                </a:cubicBezTo>
                <a:cubicBezTo>
                  <a:pt x="209" y="0"/>
                  <a:pt x="200" y="0"/>
                  <a:pt x="194" y="0"/>
                </a:cubicBezTo>
                <a:lnTo>
                  <a:pt x="63" y="0"/>
                </a:lnTo>
                <a:cubicBezTo>
                  <a:pt x="48" y="0"/>
                  <a:pt x="39" y="3"/>
                  <a:pt x="23" y="18"/>
                </a:cubicBezTo>
                <a:cubicBezTo>
                  <a:pt x="14" y="26"/>
                  <a:pt x="0" y="45"/>
                  <a:pt x="0" y="48"/>
                </a:cubicBezTo>
                <a:cubicBezTo>
                  <a:pt x="0" y="52"/>
                  <a:pt x="5" y="52"/>
                  <a:pt x="7" y="52"/>
                </a:cubicBezTo>
                <a:cubicBezTo>
                  <a:pt x="10" y="52"/>
                  <a:pt x="10" y="51"/>
                  <a:pt x="13" y="48"/>
                </a:cubicBezTo>
                <a:cubicBezTo>
                  <a:pt x="30" y="23"/>
                  <a:pt x="52" y="23"/>
                  <a:pt x="60" y="23"/>
                </a:cubicBezTo>
                <a:lnTo>
                  <a:pt x="81" y="23"/>
                </a:lnTo>
                <a:cubicBezTo>
                  <a:pt x="70" y="62"/>
                  <a:pt x="51" y="104"/>
                  <a:pt x="41" y="125"/>
                </a:cubicBezTo>
                <a:cubicBezTo>
                  <a:pt x="38" y="129"/>
                  <a:pt x="35" y="137"/>
                  <a:pt x="34" y="137"/>
                </a:cubicBezTo>
                <a:cubicBezTo>
                  <a:pt x="34" y="139"/>
                  <a:pt x="34" y="140"/>
                  <a:pt x="34" y="143"/>
                </a:cubicBezTo>
                <a:cubicBezTo>
                  <a:pt x="34" y="148"/>
                  <a:pt x="38" y="154"/>
                  <a:pt x="46" y="154"/>
                </a:cubicBezTo>
                <a:cubicBezTo>
                  <a:pt x="60" y="154"/>
                  <a:pt x="64" y="138"/>
                  <a:pt x="72" y="107"/>
                </a:cubicBezTo>
                <a:lnTo>
                  <a:pt x="93" y="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10440" bIns="104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5435640" y="3408840"/>
            <a:ext cx="8820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5451840" y="3432240"/>
            <a:ext cx="55440" cy="83520"/>
          </a:xfrm>
          <a:custGeom>
            <a:avLst/>
            <a:gdLst/>
            <a:ahLst/>
            <a:rect l="0" t="0" r="r" b="b"/>
            <a:pathLst>
              <a:path w="154" h="232">
                <a:moveTo>
                  <a:pt x="154" y="169"/>
                </a:moveTo>
                <a:lnTo>
                  <a:pt x="142" y="169"/>
                </a:lnTo>
                <a:cubicBezTo>
                  <a:pt x="142" y="177"/>
                  <a:pt x="138" y="197"/>
                  <a:pt x="133" y="200"/>
                </a:cubicBezTo>
                <a:cubicBezTo>
                  <a:pt x="131" y="202"/>
                  <a:pt x="104" y="202"/>
                  <a:pt x="99" y="202"/>
                </a:cubicBezTo>
                <a:lnTo>
                  <a:pt x="34" y="202"/>
                </a:lnTo>
                <a:cubicBezTo>
                  <a:pt x="71" y="170"/>
                  <a:pt x="84" y="160"/>
                  <a:pt x="104" y="144"/>
                </a:cubicBezTo>
                <a:cubicBezTo>
                  <a:pt x="130" y="123"/>
                  <a:pt x="154" y="101"/>
                  <a:pt x="154" y="68"/>
                </a:cubicBezTo>
                <a:cubicBezTo>
                  <a:pt x="154" y="26"/>
                  <a:pt x="117" y="0"/>
                  <a:pt x="73" y="0"/>
                </a:cubicBezTo>
                <a:cubicBezTo>
                  <a:pt x="30" y="0"/>
                  <a:pt x="0" y="31"/>
                  <a:pt x="0" y="63"/>
                </a:cubicBezTo>
                <a:cubicBezTo>
                  <a:pt x="0" y="80"/>
                  <a:pt x="15" y="82"/>
                  <a:pt x="18" y="82"/>
                </a:cubicBezTo>
                <a:cubicBezTo>
                  <a:pt x="26" y="82"/>
                  <a:pt x="36" y="76"/>
                  <a:pt x="36" y="63"/>
                </a:cubicBezTo>
                <a:cubicBezTo>
                  <a:pt x="36" y="57"/>
                  <a:pt x="34" y="45"/>
                  <a:pt x="16" y="45"/>
                </a:cubicBezTo>
                <a:cubicBezTo>
                  <a:pt x="27" y="20"/>
                  <a:pt x="51" y="13"/>
                  <a:pt x="67" y="13"/>
                </a:cubicBezTo>
                <a:cubicBezTo>
                  <a:pt x="102" y="13"/>
                  <a:pt x="120" y="40"/>
                  <a:pt x="120" y="68"/>
                </a:cubicBezTo>
                <a:cubicBezTo>
                  <a:pt x="120" y="99"/>
                  <a:pt x="99" y="122"/>
                  <a:pt x="87" y="135"/>
                </a:cubicBezTo>
                <a:lnTo>
                  <a:pt x="4" y="219"/>
                </a:lnTo>
                <a:cubicBezTo>
                  <a:pt x="0" y="222"/>
                  <a:pt x="0" y="223"/>
                  <a:pt x="0" y="232"/>
                </a:cubicBezTo>
                <a:lnTo>
                  <a:pt x="144" y="232"/>
                </a:lnTo>
                <a:lnTo>
                  <a:pt x="154" y="16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8520" bIns="385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4892760" y="3328560"/>
            <a:ext cx="74160" cy="54720"/>
          </a:xfrm>
          <a:custGeom>
            <a:avLst/>
            <a:gdLst/>
            <a:ahLst/>
            <a:rect l="0" t="0" r="r" b="b"/>
            <a:pathLst>
              <a:path w="206" h="152">
                <a:moveTo>
                  <a:pt x="92" y="23"/>
                </a:moveTo>
                <a:lnTo>
                  <a:pt x="133" y="23"/>
                </a:lnTo>
                <a:cubicBezTo>
                  <a:pt x="128" y="44"/>
                  <a:pt x="120" y="75"/>
                  <a:pt x="120" y="103"/>
                </a:cubicBezTo>
                <a:cubicBezTo>
                  <a:pt x="120" y="117"/>
                  <a:pt x="123" y="126"/>
                  <a:pt x="124" y="133"/>
                </a:cubicBezTo>
                <a:cubicBezTo>
                  <a:pt x="129" y="151"/>
                  <a:pt x="134" y="152"/>
                  <a:pt x="139" y="152"/>
                </a:cubicBezTo>
                <a:cubicBezTo>
                  <a:pt x="148" y="152"/>
                  <a:pt x="156" y="145"/>
                  <a:pt x="156" y="136"/>
                </a:cubicBezTo>
                <a:cubicBezTo>
                  <a:pt x="156" y="134"/>
                  <a:pt x="156" y="132"/>
                  <a:pt x="153" y="129"/>
                </a:cubicBezTo>
                <a:cubicBezTo>
                  <a:pt x="147" y="116"/>
                  <a:pt x="140" y="97"/>
                  <a:pt x="140" y="68"/>
                </a:cubicBezTo>
                <a:cubicBezTo>
                  <a:pt x="140" y="62"/>
                  <a:pt x="140" y="48"/>
                  <a:pt x="145" y="23"/>
                </a:cubicBezTo>
                <a:lnTo>
                  <a:pt x="188" y="23"/>
                </a:lnTo>
                <a:cubicBezTo>
                  <a:pt x="194" y="23"/>
                  <a:pt x="197" y="23"/>
                  <a:pt x="201" y="21"/>
                </a:cubicBezTo>
                <a:cubicBezTo>
                  <a:pt x="206" y="17"/>
                  <a:pt x="206" y="12"/>
                  <a:pt x="206" y="10"/>
                </a:cubicBezTo>
                <a:cubicBezTo>
                  <a:pt x="206" y="0"/>
                  <a:pt x="198" y="0"/>
                  <a:pt x="192" y="0"/>
                </a:cubicBezTo>
                <a:lnTo>
                  <a:pt x="62" y="0"/>
                </a:lnTo>
                <a:cubicBezTo>
                  <a:pt x="48" y="0"/>
                  <a:pt x="38" y="3"/>
                  <a:pt x="23" y="18"/>
                </a:cubicBezTo>
                <a:cubicBezTo>
                  <a:pt x="13" y="25"/>
                  <a:pt x="0" y="44"/>
                  <a:pt x="0" y="47"/>
                </a:cubicBezTo>
                <a:cubicBezTo>
                  <a:pt x="0" y="51"/>
                  <a:pt x="5" y="51"/>
                  <a:pt x="6" y="51"/>
                </a:cubicBezTo>
                <a:cubicBezTo>
                  <a:pt x="10" y="51"/>
                  <a:pt x="10" y="50"/>
                  <a:pt x="13" y="47"/>
                </a:cubicBezTo>
                <a:cubicBezTo>
                  <a:pt x="30" y="23"/>
                  <a:pt x="51" y="23"/>
                  <a:pt x="59" y="23"/>
                </a:cubicBezTo>
                <a:lnTo>
                  <a:pt x="80" y="23"/>
                </a:lnTo>
                <a:cubicBezTo>
                  <a:pt x="69" y="61"/>
                  <a:pt x="51" y="102"/>
                  <a:pt x="41" y="123"/>
                </a:cubicBezTo>
                <a:cubicBezTo>
                  <a:pt x="38" y="127"/>
                  <a:pt x="35" y="135"/>
                  <a:pt x="34" y="135"/>
                </a:cubicBezTo>
                <a:cubicBezTo>
                  <a:pt x="34" y="137"/>
                  <a:pt x="34" y="139"/>
                  <a:pt x="34" y="141"/>
                </a:cubicBezTo>
                <a:cubicBezTo>
                  <a:pt x="34" y="146"/>
                  <a:pt x="38" y="152"/>
                  <a:pt x="46" y="152"/>
                </a:cubicBezTo>
                <a:cubicBezTo>
                  <a:pt x="60" y="152"/>
                  <a:pt x="63" y="136"/>
                  <a:pt x="72" y="105"/>
                </a:cubicBezTo>
                <a:lnTo>
                  <a:pt x="92" y="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9720" bIns="97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4887360" y="3407400"/>
            <a:ext cx="8748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4902480" y="3430800"/>
            <a:ext cx="56880" cy="84960"/>
          </a:xfrm>
          <a:custGeom>
            <a:avLst/>
            <a:gdLst/>
            <a:ahLst/>
            <a:rect l="0" t="0" r="r" b="b"/>
            <a:pathLst>
              <a:path w="158" h="236">
                <a:moveTo>
                  <a:pt x="76" y="114"/>
                </a:moveTo>
                <a:cubicBezTo>
                  <a:pt x="102" y="114"/>
                  <a:pt x="122" y="132"/>
                  <a:pt x="122" y="170"/>
                </a:cubicBezTo>
                <a:cubicBezTo>
                  <a:pt x="122" y="212"/>
                  <a:pt x="96" y="225"/>
                  <a:pt x="77" y="225"/>
                </a:cubicBezTo>
                <a:cubicBezTo>
                  <a:pt x="63" y="225"/>
                  <a:pt x="32" y="221"/>
                  <a:pt x="18" y="200"/>
                </a:cubicBezTo>
                <a:cubicBezTo>
                  <a:pt x="35" y="200"/>
                  <a:pt x="39" y="189"/>
                  <a:pt x="39" y="181"/>
                </a:cubicBezTo>
                <a:cubicBezTo>
                  <a:pt x="39" y="170"/>
                  <a:pt x="30" y="163"/>
                  <a:pt x="19" y="163"/>
                </a:cubicBezTo>
                <a:cubicBezTo>
                  <a:pt x="10" y="163"/>
                  <a:pt x="0" y="169"/>
                  <a:pt x="0" y="183"/>
                </a:cubicBezTo>
                <a:cubicBezTo>
                  <a:pt x="0" y="215"/>
                  <a:pt x="35" y="236"/>
                  <a:pt x="77" y="236"/>
                </a:cubicBezTo>
                <a:cubicBezTo>
                  <a:pt x="125" y="236"/>
                  <a:pt x="158" y="203"/>
                  <a:pt x="158" y="170"/>
                </a:cubicBezTo>
                <a:cubicBezTo>
                  <a:pt x="158" y="142"/>
                  <a:pt x="137" y="115"/>
                  <a:pt x="99" y="108"/>
                </a:cubicBezTo>
                <a:cubicBezTo>
                  <a:pt x="134" y="95"/>
                  <a:pt x="147" y="69"/>
                  <a:pt x="147" y="47"/>
                </a:cubicBezTo>
                <a:cubicBezTo>
                  <a:pt x="147" y="20"/>
                  <a:pt x="117" y="0"/>
                  <a:pt x="78" y="0"/>
                </a:cubicBezTo>
                <a:cubicBezTo>
                  <a:pt x="40" y="0"/>
                  <a:pt x="11" y="19"/>
                  <a:pt x="11" y="47"/>
                </a:cubicBezTo>
                <a:cubicBezTo>
                  <a:pt x="11" y="58"/>
                  <a:pt x="18" y="64"/>
                  <a:pt x="28" y="64"/>
                </a:cubicBezTo>
                <a:cubicBezTo>
                  <a:pt x="39" y="64"/>
                  <a:pt x="46" y="56"/>
                  <a:pt x="46" y="47"/>
                </a:cubicBezTo>
                <a:cubicBezTo>
                  <a:pt x="46" y="37"/>
                  <a:pt x="39" y="29"/>
                  <a:pt x="28" y="29"/>
                </a:cubicBezTo>
                <a:cubicBezTo>
                  <a:pt x="41" y="14"/>
                  <a:pt x="64" y="10"/>
                  <a:pt x="77" y="10"/>
                </a:cubicBezTo>
                <a:cubicBezTo>
                  <a:pt x="92" y="10"/>
                  <a:pt x="114" y="18"/>
                  <a:pt x="114" y="47"/>
                </a:cubicBezTo>
                <a:cubicBezTo>
                  <a:pt x="114" y="62"/>
                  <a:pt x="109" y="78"/>
                  <a:pt x="100" y="88"/>
                </a:cubicBezTo>
                <a:cubicBezTo>
                  <a:pt x="89" y="102"/>
                  <a:pt x="79" y="102"/>
                  <a:pt x="62" y="104"/>
                </a:cubicBezTo>
                <a:cubicBezTo>
                  <a:pt x="54" y="104"/>
                  <a:pt x="53" y="104"/>
                  <a:pt x="51" y="104"/>
                </a:cubicBezTo>
                <a:cubicBezTo>
                  <a:pt x="51" y="104"/>
                  <a:pt x="47" y="105"/>
                  <a:pt x="47" y="109"/>
                </a:cubicBezTo>
                <a:cubicBezTo>
                  <a:pt x="47" y="114"/>
                  <a:pt x="51" y="114"/>
                  <a:pt x="57" y="114"/>
                </a:cubicBezTo>
                <a:lnTo>
                  <a:pt x="76" y="1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9960" bIns="399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4521240" y="3569400"/>
            <a:ext cx="74880" cy="55440"/>
          </a:xfrm>
          <a:custGeom>
            <a:avLst/>
            <a:gdLst/>
            <a:ahLst/>
            <a:rect l="0" t="0" r="r" b="b"/>
            <a:pathLst>
              <a:path w="208" h="154">
                <a:moveTo>
                  <a:pt x="93" y="23"/>
                </a:moveTo>
                <a:lnTo>
                  <a:pt x="134" y="23"/>
                </a:lnTo>
                <a:cubicBezTo>
                  <a:pt x="129" y="45"/>
                  <a:pt x="121" y="76"/>
                  <a:pt x="121" y="104"/>
                </a:cubicBezTo>
                <a:cubicBezTo>
                  <a:pt x="121" y="118"/>
                  <a:pt x="123" y="128"/>
                  <a:pt x="125" y="135"/>
                </a:cubicBezTo>
                <a:cubicBezTo>
                  <a:pt x="130" y="153"/>
                  <a:pt x="135" y="154"/>
                  <a:pt x="141" y="154"/>
                </a:cubicBezTo>
                <a:cubicBezTo>
                  <a:pt x="149" y="154"/>
                  <a:pt x="157" y="146"/>
                  <a:pt x="157" y="138"/>
                </a:cubicBezTo>
                <a:cubicBezTo>
                  <a:pt x="157" y="135"/>
                  <a:pt x="157" y="134"/>
                  <a:pt x="155" y="130"/>
                </a:cubicBezTo>
                <a:cubicBezTo>
                  <a:pt x="148" y="117"/>
                  <a:pt x="141" y="98"/>
                  <a:pt x="141" y="69"/>
                </a:cubicBezTo>
                <a:cubicBezTo>
                  <a:pt x="141" y="62"/>
                  <a:pt x="141" y="48"/>
                  <a:pt x="146" y="23"/>
                </a:cubicBezTo>
                <a:lnTo>
                  <a:pt x="190" y="23"/>
                </a:lnTo>
                <a:cubicBezTo>
                  <a:pt x="196" y="23"/>
                  <a:pt x="199" y="23"/>
                  <a:pt x="203" y="21"/>
                </a:cubicBezTo>
                <a:cubicBezTo>
                  <a:pt x="208" y="17"/>
                  <a:pt x="208" y="11"/>
                  <a:pt x="208" y="10"/>
                </a:cubicBezTo>
                <a:cubicBezTo>
                  <a:pt x="208" y="0"/>
                  <a:pt x="200" y="0"/>
                  <a:pt x="194" y="0"/>
                </a:cubicBezTo>
                <a:lnTo>
                  <a:pt x="63" y="0"/>
                </a:lnTo>
                <a:cubicBezTo>
                  <a:pt x="49" y="0"/>
                  <a:pt x="38" y="3"/>
                  <a:pt x="23" y="18"/>
                </a:cubicBezTo>
                <a:cubicBezTo>
                  <a:pt x="13" y="25"/>
                  <a:pt x="0" y="45"/>
                  <a:pt x="0" y="47"/>
                </a:cubicBezTo>
                <a:cubicBezTo>
                  <a:pt x="0" y="51"/>
                  <a:pt x="5" y="51"/>
                  <a:pt x="6" y="51"/>
                </a:cubicBezTo>
                <a:cubicBezTo>
                  <a:pt x="10" y="51"/>
                  <a:pt x="10" y="51"/>
                  <a:pt x="12" y="47"/>
                </a:cubicBezTo>
                <a:cubicBezTo>
                  <a:pt x="29" y="23"/>
                  <a:pt x="51" y="23"/>
                  <a:pt x="59" y="23"/>
                </a:cubicBezTo>
                <a:lnTo>
                  <a:pt x="80" y="23"/>
                </a:lnTo>
                <a:cubicBezTo>
                  <a:pt x="69" y="62"/>
                  <a:pt x="51" y="103"/>
                  <a:pt x="41" y="124"/>
                </a:cubicBezTo>
                <a:cubicBezTo>
                  <a:pt x="38" y="128"/>
                  <a:pt x="35" y="136"/>
                  <a:pt x="34" y="137"/>
                </a:cubicBezTo>
                <a:cubicBezTo>
                  <a:pt x="34" y="138"/>
                  <a:pt x="34" y="140"/>
                  <a:pt x="34" y="142"/>
                </a:cubicBezTo>
                <a:cubicBezTo>
                  <a:pt x="34" y="148"/>
                  <a:pt x="38" y="153"/>
                  <a:pt x="46" y="153"/>
                </a:cubicBezTo>
                <a:cubicBezTo>
                  <a:pt x="59" y="153"/>
                  <a:pt x="63" y="138"/>
                  <a:pt x="72" y="106"/>
                </a:cubicBezTo>
                <a:lnTo>
                  <a:pt x="93" y="2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10440" bIns="1044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4515480" y="3649320"/>
            <a:ext cx="88560" cy="0"/>
          </a:xfrm>
          <a:prstGeom prst="line">
            <a:avLst/>
          </a:prstGeom>
          <a:ln w="7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4528800" y="3671640"/>
            <a:ext cx="61560" cy="84960"/>
          </a:xfrm>
          <a:custGeom>
            <a:avLst/>
            <a:gdLst/>
            <a:ahLst/>
            <a:rect l="0" t="0" r="r" b="b"/>
            <a:pathLst>
              <a:path w="171" h="236">
                <a:moveTo>
                  <a:pt x="171" y="178"/>
                </a:moveTo>
                <a:lnTo>
                  <a:pt x="171" y="166"/>
                </a:lnTo>
                <a:lnTo>
                  <a:pt x="132" y="166"/>
                </a:lnTo>
                <a:lnTo>
                  <a:pt x="132" y="10"/>
                </a:lnTo>
                <a:cubicBezTo>
                  <a:pt x="132" y="3"/>
                  <a:pt x="132" y="0"/>
                  <a:pt x="125" y="0"/>
                </a:cubicBezTo>
                <a:cubicBezTo>
                  <a:pt x="121" y="0"/>
                  <a:pt x="119" y="0"/>
                  <a:pt x="116" y="5"/>
                </a:cubicBezTo>
                <a:lnTo>
                  <a:pt x="0" y="166"/>
                </a:lnTo>
                <a:lnTo>
                  <a:pt x="0" y="178"/>
                </a:lnTo>
                <a:lnTo>
                  <a:pt x="103" y="178"/>
                </a:lnTo>
                <a:lnTo>
                  <a:pt x="103" y="207"/>
                </a:lnTo>
                <a:cubicBezTo>
                  <a:pt x="103" y="219"/>
                  <a:pt x="103" y="223"/>
                  <a:pt x="74" y="223"/>
                </a:cubicBezTo>
                <a:lnTo>
                  <a:pt x="65" y="223"/>
                </a:lnTo>
                <a:lnTo>
                  <a:pt x="65" y="236"/>
                </a:lnTo>
                <a:cubicBezTo>
                  <a:pt x="83" y="235"/>
                  <a:pt x="105" y="234"/>
                  <a:pt x="117" y="234"/>
                </a:cubicBezTo>
                <a:cubicBezTo>
                  <a:pt x="131" y="234"/>
                  <a:pt x="153" y="235"/>
                  <a:pt x="171" y="236"/>
                </a:cubicBezTo>
                <a:lnTo>
                  <a:pt x="171" y="223"/>
                </a:lnTo>
                <a:lnTo>
                  <a:pt x="161" y="223"/>
                </a:lnTo>
                <a:cubicBezTo>
                  <a:pt x="132" y="223"/>
                  <a:pt x="132" y="219"/>
                  <a:pt x="132" y="207"/>
                </a:cubicBezTo>
                <a:lnTo>
                  <a:pt x="132" y="178"/>
                </a:lnTo>
                <a:lnTo>
                  <a:pt x="171" y="178"/>
                </a:lnTo>
                <a:moveTo>
                  <a:pt x="105" y="38"/>
                </a:moveTo>
                <a:lnTo>
                  <a:pt x="105" y="166"/>
                </a:lnTo>
                <a:lnTo>
                  <a:pt x="13" y="166"/>
                </a:lnTo>
                <a:lnTo>
                  <a:pt x="105" y="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39960" bIns="399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8966880" y="3052440"/>
            <a:ext cx="160200" cy="86760"/>
          </a:xfrm>
          <a:custGeom>
            <a:avLst/>
            <a:gdLst/>
            <a:ahLst/>
            <a:rect l="0" t="0" r="r" b="b"/>
            <a:pathLst>
              <a:path w="445" h="241">
                <a:moveTo>
                  <a:pt x="51" y="224"/>
                </a:moveTo>
                <a:cubicBezTo>
                  <a:pt x="33" y="212"/>
                  <a:pt x="20" y="197"/>
                  <a:pt x="12" y="180"/>
                </a:cubicBezTo>
                <a:cubicBezTo>
                  <a:pt x="4" y="163"/>
                  <a:pt x="0" y="144"/>
                  <a:pt x="0" y="123"/>
                </a:cubicBezTo>
                <a:cubicBezTo>
                  <a:pt x="0" y="85"/>
                  <a:pt x="12" y="54"/>
                  <a:pt x="38" y="30"/>
                </a:cubicBezTo>
                <a:cubicBezTo>
                  <a:pt x="60" y="10"/>
                  <a:pt x="86" y="0"/>
                  <a:pt x="115" y="0"/>
                </a:cubicBezTo>
                <a:cubicBezTo>
                  <a:pt x="132" y="0"/>
                  <a:pt x="149" y="2"/>
                  <a:pt x="166" y="8"/>
                </a:cubicBezTo>
                <a:cubicBezTo>
                  <a:pt x="182" y="13"/>
                  <a:pt x="192" y="16"/>
                  <a:pt x="194" y="16"/>
                </a:cubicBezTo>
                <a:cubicBezTo>
                  <a:pt x="198" y="42"/>
                  <a:pt x="201" y="60"/>
                  <a:pt x="202" y="72"/>
                </a:cubicBezTo>
                <a:cubicBezTo>
                  <a:pt x="197" y="74"/>
                  <a:pt x="194" y="75"/>
                  <a:pt x="190" y="74"/>
                </a:cubicBezTo>
                <a:cubicBezTo>
                  <a:pt x="178" y="33"/>
                  <a:pt x="152" y="13"/>
                  <a:pt x="111" y="13"/>
                </a:cubicBezTo>
                <a:cubicBezTo>
                  <a:pt x="90" y="13"/>
                  <a:pt x="71" y="24"/>
                  <a:pt x="54" y="46"/>
                </a:cubicBezTo>
                <a:cubicBezTo>
                  <a:pt x="47" y="54"/>
                  <a:pt x="42" y="64"/>
                  <a:pt x="38" y="76"/>
                </a:cubicBezTo>
                <a:cubicBezTo>
                  <a:pt x="34" y="88"/>
                  <a:pt x="32" y="102"/>
                  <a:pt x="32" y="117"/>
                </a:cubicBezTo>
                <a:cubicBezTo>
                  <a:pt x="32" y="135"/>
                  <a:pt x="35" y="153"/>
                  <a:pt x="41" y="169"/>
                </a:cubicBezTo>
                <a:cubicBezTo>
                  <a:pt x="46" y="185"/>
                  <a:pt x="56" y="199"/>
                  <a:pt x="68" y="210"/>
                </a:cubicBezTo>
                <a:cubicBezTo>
                  <a:pt x="81" y="221"/>
                  <a:pt x="97" y="226"/>
                  <a:pt x="114" y="226"/>
                </a:cubicBezTo>
                <a:cubicBezTo>
                  <a:pt x="131" y="226"/>
                  <a:pt x="146" y="223"/>
                  <a:pt x="159" y="217"/>
                </a:cubicBezTo>
                <a:cubicBezTo>
                  <a:pt x="173" y="211"/>
                  <a:pt x="186" y="201"/>
                  <a:pt x="198" y="186"/>
                </a:cubicBezTo>
                <a:cubicBezTo>
                  <a:pt x="202" y="186"/>
                  <a:pt x="205" y="188"/>
                  <a:pt x="206" y="192"/>
                </a:cubicBezTo>
                <a:cubicBezTo>
                  <a:pt x="182" y="225"/>
                  <a:pt x="151" y="241"/>
                  <a:pt x="115" y="241"/>
                </a:cubicBezTo>
                <a:cubicBezTo>
                  <a:pt x="90" y="241"/>
                  <a:pt x="69" y="235"/>
                  <a:pt x="51" y="224"/>
                </a:cubicBezTo>
                <a:moveTo>
                  <a:pt x="258" y="9"/>
                </a:moveTo>
                <a:cubicBezTo>
                  <a:pt x="262" y="6"/>
                  <a:pt x="266" y="4"/>
                  <a:pt x="270" y="4"/>
                </a:cubicBezTo>
                <a:cubicBezTo>
                  <a:pt x="275" y="4"/>
                  <a:pt x="279" y="6"/>
                  <a:pt x="282" y="10"/>
                </a:cubicBezTo>
                <a:cubicBezTo>
                  <a:pt x="286" y="14"/>
                  <a:pt x="288" y="18"/>
                  <a:pt x="288" y="22"/>
                </a:cubicBezTo>
                <a:cubicBezTo>
                  <a:pt x="288" y="26"/>
                  <a:pt x="285" y="31"/>
                  <a:pt x="281" y="35"/>
                </a:cubicBezTo>
                <a:cubicBezTo>
                  <a:pt x="278" y="38"/>
                  <a:pt x="273" y="40"/>
                  <a:pt x="269" y="40"/>
                </a:cubicBezTo>
                <a:cubicBezTo>
                  <a:pt x="264" y="40"/>
                  <a:pt x="261" y="38"/>
                  <a:pt x="257" y="34"/>
                </a:cubicBezTo>
                <a:cubicBezTo>
                  <a:pt x="253" y="30"/>
                  <a:pt x="251" y="26"/>
                  <a:pt x="251" y="21"/>
                </a:cubicBezTo>
                <a:cubicBezTo>
                  <a:pt x="251" y="17"/>
                  <a:pt x="253" y="13"/>
                  <a:pt x="258" y="9"/>
                </a:cubicBezTo>
                <a:moveTo>
                  <a:pt x="284" y="193"/>
                </a:moveTo>
                <a:cubicBezTo>
                  <a:pt x="284" y="208"/>
                  <a:pt x="286" y="216"/>
                  <a:pt x="289" y="220"/>
                </a:cubicBezTo>
                <a:cubicBezTo>
                  <a:pt x="292" y="224"/>
                  <a:pt x="299" y="226"/>
                  <a:pt x="310" y="226"/>
                </a:cubicBezTo>
                <a:cubicBezTo>
                  <a:pt x="311" y="228"/>
                  <a:pt x="312" y="230"/>
                  <a:pt x="312" y="232"/>
                </a:cubicBezTo>
                <a:cubicBezTo>
                  <a:pt x="312" y="235"/>
                  <a:pt x="311" y="237"/>
                  <a:pt x="310" y="238"/>
                </a:cubicBezTo>
                <a:cubicBezTo>
                  <a:pt x="289" y="237"/>
                  <a:pt x="276" y="237"/>
                  <a:pt x="270" y="237"/>
                </a:cubicBezTo>
                <a:cubicBezTo>
                  <a:pt x="263" y="237"/>
                  <a:pt x="250" y="237"/>
                  <a:pt x="230" y="238"/>
                </a:cubicBezTo>
                <a:cubicBezTo>
                  <a:pt x="229" y="237"/>
                  <a:pt x="228" y="235"/>
                  <a:pt x="228" y="232"/>
                </a:cubicBezTo>
                <a:cubicBezTo>
                  <a:pt x="228" y="230"/>
                  <a:pt x="229" y="228"/>
                  <a:pt x="230" y="226"/>
                </a:cubicBezTo>
                <a:cubicBezTo>
                  <a:pt x="241" y="226"/>
                  <a:pt x="248" y="224"/>
                  <a:pt x="251" y="220"/>
                </a:cubicBezTo>
                <a:cubicBezTo>
                  <a:pt x="254" y="216"/>
                  <a:pt x="256" y="208"/>
                  <a:pt x="256" y="193"/>
                </a:cubicBezTo>
                <a:lnTo>
                  <a:pt x="256" y="123"/>
                </a:lnTo>
                <a:cubicBezTo>
                  <a:pt x="256" y="113"/>
                  <a:pt x="254" y="107"/>
                  <a:pt x="251" y="104"/>
                </a:cubicBezTo>
                <a:cubicBezTo>
                  <a:pt x="249" y="102"/>
                  <a:pt x="243" y="99"/>
                  <a:pt x="232" y="98"/>
                </a:cubicBezTo>
                <a:cubicBezTo>
                  <a:pt x="231" y="94"/>
                  <a:pt x="231" y="91"/>
                  <a:pt x="232" y="88"/>
                </a:cubicBezTo>
                <a:cubicBezTo>
                  <a:pt x="254" y="86"/>
                  <a:pt x="270" y="82"/>
                  <a:pt x="281" y="78"/>
                </a:cubicBezTo>
                <a:cubicBezTo>
                  <a:pt x="284" y="78"/>
                  <a:pt x="286" y="79"/>
                  <a:pt x="286" y="80"/>
                </a:cubicBezTo>
                <a:cubicBezTo>
                  <a:pt x="286" y="81"/>
                  <a:pt x="285" y="82"/>
                  <a:pt x="285" y="83"/>
                </a:cubicBezTo>
                <a:lnTo>
                  <a:pt x="285" y="90"/>
                </a:lnTo>
                <a:cubicBezTo>
                  <a:pt x="285" y="93"/>
                  <a:pt x="285" y="96"/>
                  <a:pt x="284" y="99"/>
                </a:cubicBezTo>
                <a:lnTo>
                  <a:pt x="284" y="110"/>
                </a:lnTo>
                <a:lnTo>
                  <a:pt x="284" y="122"/>
                </a:lnTo>
                <a:lnTo>
                  <a:pt x="284" y="193"/>
                </a:lnTo>
                <a:moveTo>
                  <a:pt x="381" y="108"/>
                </a:moveTo>
                <a:cubicBezTo>
                  <a:pt x="381" y="109"/>
                  <a:pt x="381" y="110"/>
                  <a:pt x="381" y="110"/>
                </a:cubicBezTo>
                <a:cubicBezTo>
                  <a:pt x="382" y="111"/>
                  <a:pt x="383" y="110"/>
                  <a:pt x="384" y="109"/>
                </a:cubicBezTo>
                <a:cubicBezTo>
                  <a:pt x="389" y="101"/>
                  <a:pt x="395" y="94"/>
                  <a:pt x="402" y="88"/>
                </a:cubicBezTo>
                <a:cubicBezTo>
                  <a:pt x="409" y="82"/>
                  <a:pt x="416" y="79"/>
                  <a:pt x="424" y="79"/>
                </a:cubicBezTo>
                <a:cubicBezTo>
                  <a:pt x="431" y="79"/>
                  <a:pt x="436" y="81"/>
                  <a:pt x="440" y="85"/>
                </a:cubicBezTo>
                <a:cubicBezTo>
                  <a:pt x="443" y="88"/>
                  <a:pt x="445" y="92"/>
                  <a:pt x="445" y="96"/>
                </a:cubicBezTo>
                <a:cubicBezTo>
                  <a:pt x="445" y="101"/>
                  <a:pt x="443" y="105"/>
                  <a:pt x="440" y="109"/>
                </a:cubicBezTo>
                <a:cubicBezTo>
                  <a:pt x="437" y="112"/>
                  <a:pt x="433" y="114"/>
                  <a:pt x="429" y="114"/>
                </a:cubicBezTo>
                <a:cubicBezTo>
                  <a:pt x="427" y="114"/>
                  <a:pt x="425" y="114"/>
                  <a:pt x="424" y="113"/>
                </a:cubicBezTo>
                <a:cubicBezTo>
                  <a:pt x="422" y="112"/>
                  <a:pt x="421" y="111"/>
                  <a:pt x="420" y="110"/>
                </a:cubicBezTo>
                <a:cubicBezTo>
                  <a:pt x="419" y="110"/>
                  <a:pt x="418" y="108"/>
                  <a:pt x="416" y="107"/>
                </a:cubicBezTo>
                <a:cubicBezTo>
                  <a:pt x="415" y="105"/>
                  <a:pt x="414" y="104"/>
                  <a:pt x="414" y="104"/>
                </a:cubicBezTo>
                <a:cubicBezTo>
                  <a:pt x="412" y="102"/>
                  <a:pt x="410" y="101"/>
                  <a:pt x="406" y="101"/>
                </a:cubicBezTo>
                <a:cubicBezTo>
                  <a:pt x="403" y="101"/>
                  <a:pt x="398" y="107"/>
                  <a:pt x="389" y="119"/>
                </a:cubicBezTo>
                <a:cubicBezTo>
                  <a:pt x="384" y="128"/>
                  <a:pt x="381" y="136"/>
                  <a:pt x="381" y="143"/>
                </a:cubicBezTo>
                <a:lnTo>
                  <a:pt x="381" y="193"/>
                </a:lnTo>
                <a:cubicBezTo>
                  <a:pt x="381" y="208"/>
                  <a:pt x="382" y="216"/>
                  <a:pt x="386" y="220"/>
                </a:cubicBezTo>
                <a:cubicBezTo>
                  <a:pt x="389" y="223"/>
                  <a:pt x="397" y="225"/>
                  <a:pt x="411" y="226"/>
                </a:cubicBezTo>
                <a:cubicBezTo>
                  <a:pt x="412" y="228"/>
                  <a:pt x="412" y="230"/>
                  <a:pt x="412" y="232"/>
                </a:cubicBezTo>
                <a:cubicBezTo>
                  <a:pt x="412" y="235"/>
                  <a:pt x="412" y="237"/>
                  <a:pt x="411" y="238"/>
                </a:cubicBezTo>
                <a:cubicBezTo>
                  <a:pt x="390" y="237"/>
                  <a:pt x="375" y="237"/>
                  <a:pt x="367" y="237"/>
                </a:cubicBezTo>
                <a:cubicBezTo>
                  <a:pt x="360" y="237"/>
                  <a:pt x="346" y="237"/>
                  <a:pt x="326" y="238"/>
                </a:cubicBezTo>
                <a:cubicBezTo>
                  <a:pt x="325" y="237"/>
                  <a:pt x="324" y="235"/>
                  <a:pt x="324" y="232"/>
                </a:cubicBezTo>
                <a:cubicBezTo>
                  <a:pt x="324" y="230"/>
                  <a:pt x="325" y="228"/>
                  <a:pt x="326" y="226"/>
                </a:cubicBezTo>
                <a:cubicBezTo>
                  <a:pt x="337" y="226"/>
                  <a:pt x="345" y="224"/>
                  <a:pt x="348" y="220"/>
                </a:cubicBezTo>
                <a:cubicBezTo>
                  <a:pt x="351" y="216"/>
                  <a:pt x="353" y="208"/>
                  <a:pt x="353" y="193"/>
                </a:cubicBezTo>
                <a:lnTo>
                  <a:pt x="353" y="123"/>
                </a:lnTo>
                <a:cubicBezTo>
                  <a:pt x="353" y="113"/>
                  <a:pt x="351" y="107"/>
                  <a:pt x="348" y="104"/>
                </a:cubicBezTo>
                <a:cubicBezTo>
                  <a:pt x="345" y="102"/>
                  <a:pt x="339" y="99"/>
                  <a:pt x="329" y="98"/>
                </a:cubicBezTo>
                <a:cubicBezTo>
                  <a:pt x="328" y="94"/>
                  <a:pt x="328" y="91"/>
                  <a:pt x="329" y="88"/>
                </a:cubicBezTo>
                <a:cubicBezTo>
                  <a:pt x="347" y="86"/>
                  <a:pt x="362" y="83"/>
                  <a:pt x="374" y="78"/>
                </a:cubicBezTo>
                <a:cubicBezTo>
                  <a:pt x="376" y="78"/>
                  <a:pt x="377" y="79"/>
                  <a:pt x="378" y="80"/>
                </a:cubicBezTo>
                <a:cubicBezTo>
                  <a:pt x="380" y="85"/>
                  <a:pt x="381" y="94"/>
                  <a:pt x="381" y="10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1760" bIns="41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8996040" y="3053880"/>
            <a:ext cx="574200" cy="276840"/>
          </a:xfrm>
          <a:custGeom>
            <a:avLst/>
            <a:gdLst/>
            <a:ahLst/>
            <a:rect l="0" t="0" r="r" b="b"/>
            <a:pathLst>
              <a:path w="1595" h="769">
                <a:moveTo>
                  <a:pt x="483" y="230"/>
                </a:moveTo>
                <a:cubicBezTo>
                  <a:pt x="474" y="235"/>
                  <a:pt x="463" y="237"/>
                  <a:pt x="451" y="237"/>
                </a:cubicBezTo>
                <a:cubicBezTo>
                  <a:pt x="429" y="237"/>
                  <a:pt x="411" y="230"/>
                  <a:pt x="399" y="216"/>
                </a:cubicBezTo>
                <a:cubicBezTo>
                  <a:pt x="386" y="201"/>
                  <a:pt x="380" y="182"/>
                  <a:pt x="380" y="158"/>
                </a:cubicBezTo>
                <a:cubicBezTo>
                  <a:pt x="380" y="134"/>
                  <a:pt x="387" y="114"/>
                  <a:pt x="403" y="99"/>
                </a:cubicBezTo>
                <a:cubicBezTo>
                  <a:pt x="418" y="83"/>
                  <a:pt x="435" y="75"/>
                  <a:pt x="453" y="75"/>
                </a:cubicBezTo>
                <a:cubicBezTo>
                  <a:pt x="471" y="75"/>
                  <a:pt x="484" y="78"/>
                  <a:pt x="494" y="84"/>
                </a:cubicBezTo>
                <a:cubicBezTo>
                  <a:pt x="504" y="91"/>
                  <a:pt x="509" y="99"/>
                  <a:pt x="509" y="109"/>
                </a:cubicBezTo>
                <a:cubicBezTo>
                  <a:pt x="509" y="114"/>
                  <a:pt x="507" y="118"/>
                  <a:pt x="503" y="121"/>
                </a:cubicBezTo>
                <a:cubicBezTo>
                  <a:pt x="499" y="124"/>
                  <a:pt x="495" y="125"/>
                  <a:pt x="491" y="125"/>
                </a:cubicBezTo>
                <a:cubicBezTo>
                  <a:pt x="483" y="125"/>
                  <a:pt x="478" y="121"/>
                  <a:pt x="477" y="112"/>
                </a:cubicBezTo>
                <a:cubicBezTo>
                  <a:pt x="477" y="107"/>
                  <a:pt x="476" y="103"/>
                  <a:pt x="475" y="100"/>
                </a:cubicBezTo>
                <a:cubicBezTo>
                  <a:pt x="474" y="97"/>
                  <a:pt x="472" y="94"/>
                  <a:pt x="468" y="91"/>
                </a:cubicBezTo>
                <a:cubicBezTo>
                  <a:pt x="464" y="88"/>
                  <a:pt x="459" y="87"/>
                  <a:pt x="452" y="87"/>
                </a:cubicBezTo>
                <a:cubicBezTo>
                  <a:pt x="440" y="87"/>
                  <a:pt x="430" y="93"/>
                  <a:pt x="422" y="104"/>
                </a:cubicBezTo>
                <a:cubicBezTo>
                  <a:pt x="414" y="116"/>
                  <a:pt x="411" y="131"/>
                  <a:pt x="411" y="151"/>
                </a:cubicBezTo>
                <a:cubicBezTo>
                  <a:pt x="411" y="171"/>
                  <a:pt x="415" y="188"/>
                  <a:pt x="425" y="200"/>
                </a:cubicBezTo>
                <a:cubicBezTo>
                  <a:pt x="434" y="213"/>
                  <a:pt x="445" y="219"/>
                  <a:pt x="459" y="219"/>
                </a:cubicBezTo>
                <a:cubicBezTo>
                  <a:pt x="476" y="219"/>
                  <a:pt x="490" y="211"/>
                  <a:pt x="502" y="195"/>
                </a:cubicBezTo>
                <a:cubicBezTo>
                  <a:pt x="506" y="196"/>
                  <a:pt x="509" y="198"/>
                  <a:pt x="510" y="201"/>
                </a:cubicBezTo>
                <a:cubicBezTo>
                  <a:pt x="501" y="215"/>
                  <a:pt x="492" y="224"/>
                  <a:pt x="483" y="230"/>
                </a:cubicBezTo>
                <a:moveTo>
                  <a:pt x="598" y="237"/>
                </a:moveTo>
                <a:cubicBezTo>
                  <a:pt x="582" y="237"/>
                  <a:pt x="570" y="233"/>
                  <a:pt x="563" y="224"/>
                </a:cubicBezTo>
                <a:cubicBezTo>
                  <a:pt x="556" y="214"/>
                  <a:pt x="552" y="202"/>
                  <a:pt x="552" y="188"/>
                </a:cubicBezTo>
                <a:lnTo>
                  <a:pt x="552" y="119"/>
                </a:lnTo>
                <a:cubicBezTo>
                  <a:pt x="552" y="107"/>
                  <a:pt x="551" y="100"/>
                  <a:pt x="548" y="96"/>
                </a:cubicBezTo>
                <a:cubicBezTo>
                  <a:pt x="545" y="92"/>
                  <a:pt x="539" y="90"/>
                  <a:pt x="530" y="90"/>
                </a:cubicBezTo>
                <a:cubicBezTo>
                  <a:pt x="529" y="89"/>
                  <a:pt x="529" y="87"/>
                  <a:pt x="529" y="84"/>
                </a:cubicBezTo>
                <a:cubicBezTo>
                  <a:pt x="529" y="81"/>
                  <a:pt x="529" y="79"/>
                  <a:pt x="530" y="78"/>
                </a:cubicBezTo>
                <a:cubicBezTo>
                  <a:pt x="548" y="78"/>
                  <a:pt x="560" y="78"/>
                  <a:pt x="567" y="78"/>
                </a:cubicBezTo>
                <a:cubicBezTo>
                  <a:pt x="573" y="78"/>
                  <a:pt x="577" y="78"/>
                  <a:pt x="579" y="78"/>
                </a:cubicBezTo>
                <a:cubicBezTo>
                  <a:pt x="581" y="78"/>
                  <a:pt x="582" y="79"/>
                  <a:pt x="582" y="80"/>
                </a:cubicBezTo>
                <a:cubicBezTo>
                  <a:pt x="581" y="98"/>
                  <a:pt x="581" y="110"/>
                  <a:pt x="581" y="117"/>
                </a:cubicBezTo>
                <a:lnTo>
                  <a:pt x="581" y="182"/>
                </a:lnTo>
                <a:cubicBezTo>
                  <a:pt x="581" y="197"/>
                  <a:pt x="583" y="207"/>
                  <a:pt x="589" y="212"/>
                </a:cubicBezTo>
                <a:cubicBezTo>
                  <a:pt x="595" y="217"/>
                  <a:pt x="602" y="220"/>
                  <a:pt x="609" y="220"/>
                </a:cubicBezTo>
                <a:cubicBezTo>
                  <a:pt x="620" y="220"/>
                  <a:pt x="632" y="214"/>
                  <a:pt x="646" y="203"/>
                </a:cubicBezTo>
                <a:cubicBezTo>
                  <a:pt x="650" y="199"/>
                  <a:pt x="651" y="195"/>
                  <a:pt x="651" y="189"/>
                </a:cubicBezTo>
                <a:lnTo>
                  <a:pt x="651" y="119"/>
                </a:lnTo>
                <a:cubicBezTo>
                  <a:pt x="651" y="107"/>
                  <a:pt x="650" y="100"/>
                  <a:pt x="647" y="96"/>
                </a:cubicBezTo>
                <a:cubicBezTo>
                  <a:pt x="644" y="92"/>
                  <a:pt x="638" y="90"/>
                  <a:pt x="629" y="90"/>
                </a:cubicBezTo>
                <a:cubicBezTo>
                  <a:pt x="628" y="89"/>
                  <a:pt x="627" y="87"/>
                  <a:pt x="627" y="84"/>
                </a:cubicBezTo>
                <a:cubicBezTo>
                  <a:pt x="627" y="81"/>
                  <a:pt x="628" y="79"/>
                  <a:pt x="629" y="78"/>
                </a:cubicBezTo>
                <a:cubicBezTo>
                  <a:pt x="647" y="78"/>
                  <a:pt x="659" y="78"/>
                  <a:pt x="666" y="78"/>
                </a:cubicBezTo>
                <a:cubicBezTo>
                  <a:pt x="672" y="78"/>
                  <a:pt x="676" y="78"/>
                  <a:pt x="679" y="78"/>
                </a:cubicBezTo>
                <a:cubicBezTo>
                  <a:pt x="680" y="78"/>
                  <a:pt x="681" y="79"/>
                  <a:pt x="681" y="80"/>
                </a:cubicBezTo>
                <a:cubicBezTo>
                  <a:pt x="680" y="98"/>
                  <a:pt x="680" y="110"/>
                  <a:pt x="680" y="117"/>
                </a:cubicBezTo>
                <a:lnTo>
                  <a:pt x="680" y="186"/>
                </a:lnTo>
                <a:cubicBezTo>
                  <a:pt x="680" y="196"/>
                  <a:pt x="681" y="203"/>
                  <a:pt x="685" y="206"/>
                </a:cubicBezTo>
                <a:cubicBezTo>
                  <a:pt x="688" y="210"/>
                  <a:pt x="695" y="212"/>
                  <a:pt x="706" y="212"/>
                </a:cubicBezTo>
                <a:cubicBezTo>
                  <a:pt x="707" y="214"/>
                  <a:pt x="708" y="216"/>
                  <a:pt x="708" y="218"/>
                </a:cubicBezTo>
                <a:cubicBezTo>
                  <a:pt x="708" y="220"/>
                  <a:pt x="707" y="222"/>
                  <a:pt x="706" y="222"/>
                </a:cubicBezTo>
                <a:cubicBezTo>
                  <a:pt x="686" y="225"/>
                  <a:pt x="672" y="230"/>
                  <a:pt x="663" y="237"/>
                </a:cubicBezTo>
                <a:cubicBezTo>
                  <a:pt x="660" y="237"/>
                  <a:pt x="657" y="237"/>
                  <a:pt x="656" y="237"/>
                </a:cubicBezTo>
                <a:cubicBezTo>
                  <a:pt x="653" y="228"/>
                  <a:pt x="652" y="221"/>
                  <a:pt x="652" y="216"/>
                </a:cubicBezTo>
                <a:cubicBezTo>
                  <a:pt x="652" y="213"/>
                  <a:pt x="650" y="213"/>
                  <a:pt x="647" y="216"/>
                </a:cubicBezTo>
                <a:cubicBezTo>
                  <a:pt x="630" y="230"/>
                  <a:pt x="613" y="237"/>
                  <a:pt x="598" y="237"/>
                </a:cubicBezTo>
                <a:moveTo>
                  <a:pt x="750" y="5"/>
                </a:moveTo>
                <a:cubicBezTo>
                  <a:pt x="754" y="2"/>
                  <a:pt x="759" y="0"/>
                  <a:pt x="763" y="0"/>
                </a:cubicBezTo>
                <a:cubicBezTo>
                  <a:pt x="768" y="0"/>
                  <a:pt x="771" y="2"/>
                  <a:pt x="775" y="6"/>
                </a:cubicBezTo>
                <a:cubicBezTo>
                  <a:pt x="778" y="10"/>
                  <a:pt x="780" y="14"/>
                  <a:pt x="780" y="18"/>
                </a:cubicBezTo>
                <a:cubicBezTo>
                  <a:pt x="780" y="22"/>
                  <a:pt x="778" y="27"/>
                  <a:pt x="774" y="31"/>
                </a:cubicBezTo>
                <a:cubicBezTo>
                  <a:pt x="771" y="34"/>
                  <a:pt x="766" y="36"/>
                  <a:pt x="761" y="36"/>
                </a:cubicBezTo>
                <a:cubicBezTo>
                  <a:pt x="757" y="36"/>
                  <a:pt x="753" y="34"/>
                  <a:pt x="750" y="30"/>
                </a:cubicBezTo>
                <a:cubicBezTo>
                  <a:pt x="746" y="26"/>
                  <a:pt x="744" y="22"/>
                  <a:pt x="744" y="17"/>
                </a:cubicBezTo>
                <a:cubicBezTo>
                  <a:pt x="744" y="13"/>
                  <a:pt x="746" y="9"/>
                  <a:pt x="750" y="5"/>
                </a:cubicBezTo>
                <a:moveTo>
                  <a:pt x="777" y="189"/>
                </a:moveTo>
                <a:cubicBezTo>
                  <a:pt x="777" y="204"/>
                  <a:pt x="779" y="212"/>
                  <a:pt x="782" y="216"/>
                </a:cubicBezTo>
                <a:cubicBezTo>
                  <a:pt x="784" y="220"/>
                  <a:pt x="792" y="222"/>
                  <a:pt x="803" y="222"/>
                </a:cubicBezTo>
                <a:cubicBezTo>
                  <a:pt x="804" y="224"/>
                  <a:pt x="805" y="226"/>
                  <a:pt x="805" y="228"/>
                </a:cubicBezTo>
                <a:cubicBezTo>
                  <a:pt x="805" y="231"/>
                  <a:pt x="804" y="233"/>
                  <a:pt x="803" y="234"/>
                </a:cubicBezTo>
                <a:cubicBezTo>
                  <a:pt x="782" y="233"/>
                  <a:pt x="769" y="233"/>
                  <a:pt x="763" y="233"/>
                </a:cubicBezTo>
                <a:cubicBezTo>
                  <a:pt x="756" y="233"/>
                  <a:pt x="743" y="233"/>
                  <a:pt x="723" y="234"/>
                </a:cubicBezTo>
                <a:cubicBezTo>
                  <a:pt x="722" y="233"/>
                  <a:pt x="721" y="231"/>
                  <a:pt x="721" y="228"/>
                </a:cubicBezTo>
                <a:cubicBezTo>
                  <a:pt x="721" y="226"/>
                  <a:pt x="722" y="224"/>
                  <a:pt x="723" y="222"/>
                </a:cubicBezTo>
                <a:cubicBezTo>
                  <a:pt x="734" y="222"/>
                  <a:pt x="741" y="220"/>
                  <a:pt x="744" y="216"/>
                </a:cubicBezTo>
                <a:cubicBezTo>
                  <a:pt x="747" y="212"/>
                  <a:pt x="748" y="204"/>
                  <a:pt x="748" y="189"/>
                </a:cubicBezTo>
                <a:lnTo>
                  <a:pt x="748" y="119"/>
                </a:lnTo>
                <a:cubicBezTo>
                  <a:pt x="748" y="109"/>
                  <a:pt x="747" y="103"/>
                  <a:pt x="744" y="100"/>
                </a:cubicBezTo>
                <a:cubicBezTo>
                  <a:pt x="742" y="98"/>
                  <a:pt x="735" y="95"/>
                  <a:pt x="725" y="94"/>
                </a:cubicBezTo>
                <a:cubicBezTo>
                  <a:pt x="723" y="90"/>
                  <a:pt x="723" y="87"/>
                  <a:pt x="725" y="84"/>
                </a:cubicBezTo>
                <a:cubicBezTo>
                  <a:pt x="747" y="82"/>
                  <a:pt x="763" y="78"/>
                  <a:pt x="774" y="74"/>
                </a:cubicBezTo>
                <a:cubicBezTo>
                  <a:pt x="777" y="74"/>
                  <a:pt x="778" y="75"/>
                  <a:pt x="778" y="76"/>
                </a:cubicBezTo>
                <a:cubicBezTo>
                  <a:pt x="778" y="77"/>
                  <a:pt x="778" y="78"/>
                  <a:pt x="778" y="79"/>
                </a:cubicBezTo>
                <a:lnTo>
                  <a:pt x="778" y="86"/>
                </a:lnTo>
                <a:cubicBezTo>
                  <a:pt x="778" y="89"/>
                  <a:pt x="778" y="92"/>
                  <a:pt x="777" y="95"/>
                </a:cubicBezTo>
                <a:lnTo>
                  <a:pt x="777" y="106"/>
                </a:lnTo>
                <a:lnTo>
                  <a:pt x="777" y="118"/>
                </a:lnTo>
                <a:lnTo>
                  <a:pt x="777" y="189"/>
                </a:lnTo>
                <a:moveTo>
                  <a:pt x="841" y="78"/>
                </a:moveTo>
                <a:lnTo>
                  <a:pt x="841" y="59"/>
                </a:lnTo>
                <a:cubicBezTo>
                  <a:pt x="841" y="54"/>
                  <a:pt x="841" y="50"/>
                  <a:pt x="841" y="48"/>
                </a:cubicBezTo>
                <a:lnTo>
                  <a:pt x="841" y="42"/>
                </a:lnTo>
                <a:lnTo>
                  <a:pt x="841" y="38"/>
                </a:lnTo>
                <a:lnTo>
                  <a:pt x="841" y="37"/>
                </a:lnTo>
                <a:cubicBezTo>
                  <a:pt x="841" y="36"/>
                  <a:pt x="841" y="35"/>
                  <a:pt x="842" y="35"/>
                </a:cubicBezTo>
                <a:cubicBezTo>
                  <a:pt x="843" y="34"/>
                  <a:pt x="844" y="33"/>
                  <a:pt x="845" y="33"/>
                </a:cubicBezTo>
                <a:cubicBezTo>
                  <a:pt x="846" y="33"/>
                  <a:pt x="847" y="32"/>
                  <a:pt x="849" y="32"/>
                </a:cubicBezTo>
                <a:cubicBezTo>
                  <a:pt x="851" y="31"/>
                  <a:pt x="853" y="30"/>
                  <a:pt x="854" y="30"/>
                </a:cubicBezTo>
                <a:cubicBezTo>
                  <a:pt x="855" y="29"/>
                  <a:pt x="857" y="28"/>
                  <a:pt x="859" y="27"/>
                </a:cubicBezTo>
                <a:cubicBezTo>
                  <a:pt x="861" y="26"/>
                  <a:pt x="863" y="25"/>
                  <a:pt x="865" y="24"/>
                </a:cubicBezTo>
                <a:cubicBezTo>
                  <a:pt x="867" y="24"/>
                  <a:pt x="868" y="23"/>
                  <a:pt x="868" y="23"/>
                </a:cubicBezTo>
                <a:cubicBezTo>
                  <a:pt x="870" y="23"/>
                  <a:pt x="871" y="24"/>
                  <a:pt x="871" y="26"/>
                </a:cubicBezTo>
                <a:cubicBezTo>
                  <a:pt x="870" y="36"/>
                  <a:pt x="870" y="49"/>
                  <a:pt x="870" y="64"/>
                </a:cubicBezTo>
                <a:lnTo>
                  <a:pt x="870" y="78"/>
                </a:lnTo>
                <a:lnTo>
                  <a:pt x="913" y="78"/>
                </a:lnTo>
                <a:cubicBezTo>
                  <a:pt x="915" y="78"/>
                  <a:pt x="916" y="79"/>
                  <a:pt x="916" y="81"/>
                </a:cubicBezTo>
                <a:lnTo>
                  <a:pt x="916" y="88"/>
                </a:lnTo>
                <a:cubicBezTo>
                  <a:pt x="916" y="91"/>
                  <a:pt x="913" y="92"/>
                  <a:pt x="907" y="92"/>
                </a:cubicBezTo>
                <a:lnTo>
                  <a:pt x="870" y="92"/>
                </a:lnTo>
                <a:lnTo>
                  <a:pt x="870" y="184"/>
                </a:lnTo>
                <a:cubicBezTo>
                  <a:pt x="870" y="196"/>
                  <a:pt x="871" y="204"/>
                  <a:pt x="872" y="209"/>
                </a:cubicBezTo>
                <a:cubicBezTo>
                  <a:pt x="874" y="215"/>
                  <a:pt x="877" y="217"/>
                  <a:pt x="882" y="217"/>
                </a:cubicBezTo>
                <a:cubicBezTo>
                  <a:pt x="893" y="217"/>
                  <a:pt x="903" y="214"/>
                  <a:pt x="912" y="207"/>
                </a:cubicBezTo>
                <a:cubicBezTo>
                  <a:pt x="915" y="207"/>
                  <a:pt x="917" y="209"/>
                  <a:pt x="918" y="213"/>
                </a:cubicBezTo>
                <a:cubicBezTo>
                  <a:pt x="903" y="229"/>
                  <a:pt x="887" y="237"/>
                  <a:pt x="869" y="237"/>
                </a:cubicBezTo>
                <a:cubicBezTo>
                  <a:pt x="850" y="237"/>
                  <a:pt x="841" y="225"/>
                  <a:pt x="841" y="201"/>
                </a:cubicBezTo>
                <a:lnTo>
                  <a:pt x="841" y="92"/>
                </a:lnTo>
                <a:lnTo>
                  <a:pt x="820" y="92"/>
                </a:lnTo>
                <a:cubicBezTo>
                  <a:pt x="819" y="92"/>
                  <a:pt x="818" y="92"/>
                  <a:pt x="818" y="91"/>
                </a:cubicBezTo>
                <a:lnTo>
                  <a:pt x="818" y="86"/>
                </a:lnTo>
                <a:cubicBezTo>
                  <a:pt x="818" y="81"/>
                  <a:pt x="820" y="78"/>
                  <a:pt x="825" y="78"/>
                </a:cubicBezTo>
                <a:lnTo>
                  <a:pt x="841" y="78"/>
                </a:lnTo>
                <a:moveTo>
                  <a:pt x="940" y="184"/>
                </a:moveTo>
                <a:cubicBezTo>
                  <a:pt x="941" y="182"/>
                  <a:pt x="943" y="182"/>
                  <a:pt x="946" y="182"/>
                </a:cubicBezTo>
                <a:cubicBezTo>
                  <a:pt x="949" y="182"/>
                  <a:pt x="951" y="182"/>
                  <a:pt x="952" y="183"/>
                </a:cubicBezTo>
                <a:cubicBezTo>
                  <a:pt x="956" y="200"/>
                  <a:pt x="960" y="211"/>
                  <a:pt x="965" y="216"/>
                </a:cubicBezTo>
                <a:cubicBezTo>
                  <a:pt x="971" y="222"/>
                  <a:pt x="979" y="225"/>
                  <a:pt x="991" y="225"/>
                </a:cubicBezTo>
                <a:cubicBezTo>
                  <a:pt x="999" y="225"/>
                  <a:pt x="1006" y="223"/>
                  <a:pt x="1012" y="219"/>
                </a:cubicBezTo>
                <a:cubicBezTo>
                  <a:pt x="1018" y="214"/>
                  <a:pt x="1022" y="208"/>
                  <a:pt x="1022" y="200"/>
                </a:cubicBezTo>
                <a:cubicBezTo>
                  <a:pt x="1022" y="192"/>
                  <a:pt x="1019" y="186"/>
                  <a:pt x="1014" y="181"/>
                </a:cubicBezTo>
                <a:cubicBezTo>
                  <a:pt x="1009" y="176"/>
                  <a:pt x="1000" y="171"/>
                  <a:pt x="985" y="165"/>
                </a:cubicBezTo>
                <a:cubicBezTo>
                  <a:pt x="971" y="159"/>
                  <a:pt x="960" y="152"/>
                  <a:pt x="954" y="145"/>
                </a:cubicBezTo>
                <a:cubicBezTo>
                  <a:pt x="948" y="138"/>
                  <a:pt x="945" y="128"/>
                  <a:pt x="945" y="115"/>
                </a:cubicBezTo>
                <a:cubicBezTo>
                  <a:pt x="945" y="104"/>
                  <a:pt x="950" y="95"/>
                  <a:pt x="960" y="87"/>
                </a:cubicBezTo>
                <a:cubicBezTo>
                  <a:pt x="971" y="79"/>
                  <a:pt x="983" y="75"/>
                  <a:pt x="996" y="75"/>
                </a:cubicBezTo>
                <a:cubicBezTo>
                  <a:pt x="1002" y="75"/>
                  <a:pt x="1007" y="75"/>
                  <a:pt x="1013" y="76"/>
                </a:cubicBezTo>
                <a:cubicBezTo>
                  <a:pt x="1019" y="77"/>
                  <a:pt x="1025" y="78"/>
                  <a:pt x="1031" y="80"/>
                </a:cubicBezTo>
                <a:cubicBezTo>
                  <a:pt x="1037" y="81"/>
                  <a:pt x="1041" y="82"/>
                  <a:pt x="1043" y="82"/>
                </a:cubicBezTo>
                <a:cubicBezTo>
                  <a:pt x="1043" y="85"/>
                  <a:pt x="1043" y="91"/>
                  <a:pt x="1042" y="100"/>
                </a:cubicBezTo>
                <a:cubicBezTo>
                  <a:pt x="1041" y="108"/>
                  <a:pt x="1041" y="115"/>
                  <a:pt x="1041" y="120"/>
                </a:cubicBezTo>
                <a:cubicBezTo>
                  <a:pt x="1040" y="121"/>
                  <a:pt x="1038" y="122"/>
                  <a:pt x="1035" y="122"/>
                </a:cubicBezTo>
                <a:cubicBezTo>
                  <a:pt x="1033" y="122"/>
                  <a:pt x="1031" y="121"/>
                  <a:pt x="1030" y="121"/>
                </a:cubicBezTo>
                <a:cubicBezTo>
                  <a:pt x="1028" y="113"/>
                  <a:pt x="1026" y="107"/>
                  <a:pt x="1024" y="103"/>
                </a:cubicBezTo>
                <a:cubicBezTo>
                  <a:pt x="1021" y="98"/>
                  <a:pt x="1018" y="95"/>
                  <a:pt x="1014" y="92"/>
                </a:cubicBezTo>
                <a:cubicBezTo>
                  <a:pt x="1010" y="90"/>
                  <a:pt x="1007" y="89"/>
                  <a:pt x="1004" y="88"/>
                </a:cubicBezTo>
                <a:cubicBezTo>
                  <a:pt x="1002" y="87"/>
                  <a:pt x="999" y="87"/>
                  <a:pt x="996" y="87"/>
                </a:cubicBezTo>
                <a:cubicBezTo>
                  <a:pt x="990" y="87"/>
                  <a:pt x="984" y="89"/>
                  <a:pt x="979" y="93"/>
                </a:cubicBezTo>
                <a:cubicBezTo>
                  <a:pt x="973" y="97"/>
                  <a:pt x="971" y="103"/>
                  <a:pt x="971" y="110"/>
                </a:cubicBezTo>
                <a:cubicBezTo>
                  <a:pt x="971" y="114"/>
                  <a:pt x="971" y="117"/>
                  <a:pt x="973" y="121"/>
                </a:cubicBezTo>
                <a:cubicBezTo>
                  <a:pt x="974" y="123"/>
                  <a:pt x="975" y="126"/>
                  <a:pt x="977" y="128"/>
                </a:cubicBezTo>
                <a:cubicBezTo>
                  <a:pt x="979" y="130"/>
                  <a:pt x="981" y="132"/>
                  <a:pt x="985" y="134"/>
                </a:cubicBezTo>
                <a:cubicBezTo>
                  <a:pt x="989" y="136"/>
                  <a:pt x="992" y="138"/>
                  <a:pt x="995" y="139"/>
                </a:cubicBezTo>
                <a:cubicBezTo>
                  <a:pt x="997" y="140"/>
                  <a:pt x="1001" y="141"/>
                  <a:pt x="1007" y="143"/>
                </a:cubicBezTo>
                <a:cubicBezTo>
                  <a:pt x="1035" y="154"/>
                  <a:pt x="1049" y="170"/>
                  <a:pt x="1049" y="192"/>
                </a:cubicBezTo>
                <a:cubicBezTo>
                  <a:pt x="1049" y="200"/>
                  <a:pt x="1047" y="207"/>
                  <a:pt x="1043" y="214"/>
                </a:cubicBezTo>
                <a:cubicBezTo>
                  <a:pt x="1039" y="220"/>
                  <a:pt x="1034" y="225"/>
                  <a:pt x="1028" y="228"/>
                </a:cubicBezTo>
                <a:cubicBezTo>
                  <a:pt x="1022" y="231"/>
                  <a:pt x="1016" y="233"/>
                  <a:pt x="1009" y="235"/>
                </a:cubicBezTo>
                <a:cubicBezTo>
                  <a:pt x="1003" y="236"/>
                  <a:pt x="997" y="237"/>
                  <a:pt x="992" y="237"/>
                </a:cubicBezTo>
                <a:cubicBezTo>
                  <a:pt x="980" y="237"/>
                  <a:pt x="969" y="235"/>
                  <a:pt x="959" y="233"/>
                </a:cubicBezTo>
                <a:cubicBezTo>
                  <a:pt x="958" y="232"/>
                  <a:pt x="955" y="232"/>
                  <a:pt x="952" y="232"/>
                </a:cubicBezTo>
                <a:cubicBezTo>
                  <a:pt x="949" y="232"/>
                  <a:pt x="946" y="233"/>
                  <a:pt x="943" y="233"/>
                </a:cubicBezTo>
                <a:cubicBezTo>
                  <a:pt x="943" y="221"/>
                  <a:pt x="942" y="204"/>
                  <a:pt x="940" y="184"/>
                </a:cubicBezTo>
                <a:moveTo>
                  <a:pt x="1259" y="149"/>
                </a:moveTo>
                <a:lnTo>
                  <a:pt x="1231" y="157"/>
                </a:lnTo>
                <a:cubicBezTo>
                  <a:pt x="1208" y="163"/>
                  <a:pt x="1196" y="176"/>
                  <a:pt x="1196" y="197"/>
                </a:cubicBezTo>
                <a:cubicBezTo>
                  <a:pt x="1196" y="203"/>
                  <a:pt x="1199" y="209"/>
                  <a:pt x="1203" y="214"/>
                </a:cubicBezTo>
                <a:cubicBezTo>
                  <a:pt x="1208" y="220"/>
                  <a:pt x="1214" y="222"/>
                  <a:pt x="1222" y="222"/>
                </a:cubicBezTo>
                <a:cubicBezTo>
                  <a:pt x="1231" y="222"/>
                  <a:pt x="1241" y="217"/>
                  <a:pt x="1254" y="206"/>
                </a:cubicBezTo>
                <a:cubicBezTo>
                  <a:pt x="1257" y="204"/>
                  <a:pt x="1259" y="201"/>
                  <a:pt x="1259" y="197"/>
                </a:cubicBezTo>
                <a:lnTo>
                  <a:pt x="1259" y="149"/>
                </a:lnTo>
                <a:moveTo>
                  <a:pt x="1259" y="216"/>
                </a:moveTo>
                <a:lnTo>
                  <a:pt x="1258" y="216"/>
                </a:lnTo>
                <a:lnTo>
                  <a:pt x="1251" y="222"/>
                </a:lnTo>
                <a:cubicBezTo>
                  <a:pt x="1243" y="228"/>
                  <a:pt x="1237" y="232"/>
                  <a:pt x="1231" y="234"/>
                </a:cubicBezTo>
                <a:cubicBezTo>
                  <a:pt x="1227" y="236"/>
                  <a:pt x="1220" y="237"/>
                  <a:pt x="1212" y="237"/>
                </a:cubicBezTo>
                <a:cubicBezTo>
                  <a:pt x="1198" y="237"/>
                  <a:pt x="1187" y="234"/>
                  <a:pt x="1179" y="228"/>
                </a:cubicBezTo>
                <a:cubicBezTo>
                  <a:pt x="1170" y="221"/>
                  <a:pt x="1166" y="211"/>
                  <a:pt x="1166" y="198"/>
                </a:cubicBezTo>
                <a:cubicBezTo>
                  <a:pt x="1166" y="186"/>
                  <a:pt x="1172" y="176"/>
                  <a:pt x="1183" y="167"/>
                </a:cubicBezTo>
                <a:cubicBezTo>
                  <a:pt x="1194" y="157"/>
                  <a:pt x="1208" y="150"/>
                  <a:pt x="1226" y="146"/>
                </a:cubicBezTo>
                <a:lnTo>
                  <a:pt x="1257" y="138"/>
                </a:lnTo>
                <a:cubicBezTo>
                  <a:pt x="1258" y="137"/>
                  <a:pt x="1259" y="136"/>
                  <a:pt x="1259" y="134"/>
                </a:cubicBezTo>
                <a:cubicBezTo>
                  <a:pt x="1259" y="103"/>
                  <a:pt x="1249" y="87"/>
                  <a:pt x="1230" y="87"/>
                </a:cubicBezTo>
                <a:cubicBezTo>
                  <a:pt x="1222" y="87"/>
                  <a:pt x="1215" y="88"/>
                  <a:pt x="1209" y="91"/>
                </a:cubicBezTo>
                <a:cubicBezTo>
                  <a:pt x="1203" y="93"/>
                  <a:pt x="1200" y="97"/>
                  <a:pt x="1200" y="102"/>
                </a:cubicBezTo>
                <a:cubicBezTo>
                  <a:pt x="1200" y="106"/>
                  <a:pt x="1200" y="108"/>
                  <a:pt x="1201" y="109"/>
                </a:cubicBezTo>
                <a:cubicBezTo>
                  <a:pt x="1202" y="111"/>
                  <a:pt x="1202" y="113"/>
                  <a:pt x="1202" y="116"/>
                </a:cubicBezTo>
                <a:cubicBezTo>
                  <a:pt x="1202" y="118"/>
                  <a:pt x="1200" y="121"/>
                  <a:pt x="1198" y="124"/>
                </a:cubicBezTo>
                <a:cubicBezTo>
                  <a:pt x="1195" y="126"/>
                  <a:pt x="1191" y="127"/>
                  <a:pt x="1186" y="127"/>
                </a:cubicBezTo>
                <a:cubicBezTo>
                  <a:pt x="1177" y="127"/>
                  <a:pt x="1173" y="123"/>
                  <a:pt x="1173" y="115"/>
                </a:cubicBezTo>
                <a:cubicBezTo>
                  <a:pt x="1173" y="105"/>
                  <a:pt x="1179" y="96"/>
                  <a:pt x="1192" y="87"/>
                </a:cubicBezTo>
                <a:cubicBezTo>
                  <a:pt x="1205" y="79"/>
                  <a:pt x="1218" y="75"/>
                  <a:pt x="1233" y="75"/>
                </a:cubicBezTo>
                <a:cubicBezTo>
                  <a:pt x="1269" y="75"/>
                  <a:pt x="1287" y="95"/>
                  <a:pt x="1287" y="136"/>
                </a:cubicBezTo>
                <a:lnTo>
                  <a:pt x="1287" y="190"/>
                </a:lnTo>
                <a:cubicBezTo>
                  <a:pt x="1287" y="197"/>
                  <a:pt x="1287" y="202"/>
                  <a:pt x="1288" y="206"/>
                </a:cubicBezTo>
                <a:cubicBezTo>
                  <a:pt x="1288" y="209"/>
                  <a:pt x="1289" y="212"/>
                  <a:pt x="1291" y="216"/>
                </a:cubicBezTo>
                <a:cubicBezTo>
                  <a:pt x="1294" y="219"/>
                  <a:pt x="1297" y="220"/>
                  <a:pt x="1302" y="220"/>
                </a:cubicBezTo>
                <a:cubicBezTo>
                  <a:pt x="1305" y="220"/>
                  <a:pt x="1307" y="220"/>
                  <a:pt x="1309" y="218"/>
                </a:cubicBezTo>
                <a:cubicBezTo>
                  <a:pt x="1311" y="216"/>
                  <a:pt x="1312" y="215"/>
                  <a:pt x="1313" y="215"/>
                </a:cubicBezTo>
                <a:cubicBezTo>
                  <a:pt x="1314" y="215"/>
                  <a:pt x="1315" y="216"/>
                  <a:pt x="1316" y="217"/>
                </a:cubicBezTo>
                <a:cubicBezTo>
                  <a:pt x="1317" y="218"/>
                  <a:pt x="1318" y="219"/>
                  <a:pt x="1318" y="220"/>
                </a:cubicBezTo>
                <a:cubicBezTo>
                  <a:pt x="1318" y="221"/>
                  <a:pt x="1316" y="223"/>
                  <a:pt x="1314" y="225"/>
                </a:cubicBezTo>
                <a:cubicBezTo>
                  <a:pt x="1311" y="228"/>
                  <a:pt x="1307" y="231"/>
                  <a:pt x="1302" y="233"/>
                </a:cubicBezTo>
                <a:cubicBezTo>
                  <a:pt x="1298" y="236"/>
                  <a:pt x="1292" y="237"/>
                  <a:pt x="1287" y="237"/>
                </a:cubicBezTo>
                <a:cubicBezTo>
                  <a:pt x="1272" y="237"/>
                  <a:pt x="1263" y="230"/>
                  <a:pt x="1259" y="216"/>
                </a:cubicBezTo>
                <a:moveTo>
                  <a:pt x="1383" y="106"/>
                </a:moveTo>
                <a:cubicBezTo>
                  <a:pt x="1383" y="107"/>
                  <a:pt x="1384" y="106"/>
                  <a:pt x="1385" y="105"/>
                </a:cubicBezTo>
                <a:cubicBezTo>
                  <a:pt x="1390" y="97"/>
                  <a:pt x="1396" y="90"/>
                  <a:pt x="1403" y="84"/>
                </a:cubicBezTo>
                <a:cubicBezTo>
                  <a:pt x="1410" y="78"/>
                  <a:pt x="1417" y="75"/>
                  <a:pt x="1425" y="75"/>
                </a:cubicBezTo>
                <a:cubicBezTo>
                  <a:pt x="1432" y="75"/>
                  <a:pt x="1437" y="77"/>
                  <a:pt x="1441" y="81"/>
                </a:cubicBezTo>
                <a:cubicBezTo>
                  <a:pt x="1445" y="84"/>
                  <a:pt x="1447" y="88"/>
                  <a:pt x="1447" y="92"/>
                </a:cubicBezTo>
                <a:cubicBezTo>
                  <a:pt x="1447" y="97"/>
                  <a:pt x="1445" y="101"/>
                  <a:pt x="1442" y="105"/>
                </a:cubicBezTo>
                <a:cubicBezTo>
                  <a:pt x="1438" y="108"/>
                  <a:pt x="1435" y="110"/>
                  <a:pt x="1430" y="110"/>
                </a:cubicBezTo>
                <a:cubicBezTo>
                  <a:pt x="1428" y="110"/>
                  <a:pt x="1427" y="110"/>
                  <a:pt x="1425" y="109"/>
                </a:cubicBezTo>
                <a:cubicBezTo>
                  <a:pt x="1423" y="108"/>
                  <a:pt x="1422" y="107"/>
                  <a:pt x="1421" y="106"/>
                </a:cubicBezTo>
                <a:cubicBezTo>
                  <a:pt x="1421" y="106"/>
                  <a:pt x="1419" y="104"/>
                  <a:pt x="1418" y="103"/>
                </a:cubicBezTo>
                <a:cubicBezTo>
                  <a:pt x="1417" y="101"/>
                  <a:pt x="1416" y="100"/>
                  <a:pt x="1415" y="100"/>
                </a:cubicBezTo>
                <a:cubicBezTo>
                  <a:pt x="1414" y="98"/>
                  <a:pt x="1411" y="97"/>
                  <a:pt x="1407" y="97"/>
                </a:cubicBezTo>
                <a:cubicBezTo>
                  <a:pt x="1404" y="97"/>
                  <a:pt x="1399" y="103"/>
                  <a:pt x="1391" y="115"/>
                </a:cubicBezTo>
                <a:cubicBezTo>
                  <a:pt x="1385" y="124"/>
                  <a:pt x="1382" y="132"/>
                  <a:pt x="1382" y="139"/>
                </a:cubicBezTo>
                <a:lnTo>
                  <a:pt x="1382" y="189"/>
                </a:lnTo>
                <a:cubicBezTo>
                  <a:pt x="1382" y="204"/>
                  <a:pt x="1384" y="212"/>
                  <a:pt x="1387" y="216"/>
                </a:cubicBezTo>
                <a:cubicBezTo>
                  <a:pt x="1390" y="219"/>
                  <a:pt x="1399" y="221"/>
                  <a:pt x="1412" y="222"/>
                </a:cubicBezTo>
                <a:cubicBezTo>
                  <a:pt x="1413" y="224"/>
                  <a:pt x="1414" y="226"/>
                  <a:pt x="1414" y="228"/>
                </a:cubicBezTo>
                <a:cubicBezTo>
                  <a:pt x="1414" y="231"/>
                  <a:pt x="1413" y="233"/>
                  <a:pt x="1412" y="234"/>
                </a:cubicBezTo>
                <a:cubicBezTo>
                  <a:pt x="1391" y="233"/>
                  <a:pt x="1377" y="233"/>
                  <a:pt x="1368" y="233"/>
                </a:cubicBezTo>
                <a:cubicBezTo>
                  <a:pt x="1361" y="233"/>
                  <a:pt x="1348" y="233"/>
                  <a:pt x="1327" y="234"/>
                </a:cubicBezTo>
                <a:cubicBezTo>
                  <a:pt x="1326" y="233"/>
                  <a:pt x="1326" y="231"/>
                  <a:pt x="1326" y="228"/>
                </a:cubicBezTo>
                <a:cubicBezTo>
                  <a:pt x="1326" y="226"/>
                  <a:pt x="1326" y="224"/>
                  <a:pt x="1327" y="222"/>
                </a:cubicBezTo>
                <a:cubicBezTo>
                  <a:pt x="1339" y="222"/>
                  <a:pt x="1346" y="220"/>
                  <a:pt x="1349" y="216"/>
                </a:cubicBezTo>
                <a:cubicBezTo>
                  <a:pt x="1352" y="212"/>
                  <a:pt x="1354" y="204"/>
                  <a:pt x="1354" y="189"/>
                </a:cubicBezTo>
                <a:lnTo>
                  <a:pt x="1354" y="119"/>
                </a:lnTo>
                <a:cubicBezTo>
                  <a:pt x="1354" y="109"/>
                  <a:pt x="1353" y="103"/>
                  <a:pt x="1350" y="100"/>
                </a:cubicBezTo>
                <a:cubicBezTo>
                  <a:pt x="1347" y="98"/>
                  <a:pt x="1341" y="95"/>
                  <a:pt x="1331" y="94"/>
                </a:cubicBezTo>
                <a:cubicBezTo>
                  <a:pt x="1329" y="90"/>
                  <a:pt x="1329" y="87"/>
                  <a:pt x="1330" y="84"/>
                </a:cubicBezTo>
                <a:cubicBezTo>
                  <a:pt x="1349" y="82"/>
                  <a:pt x="1364" y="79"/>
                  <a:pt x="1376" y="74"/>
                </a:cubicBezTo>
                <a:cubicBezTo>
                  <a:pt x="1377" y="74"/>
                  <a:pt x="1378" y="75"/>
                  <a:pt x="1379" y="76"/>
                </a:cubicBezTo>
                <a:cubicBezTo>
                  <a:pt x="1381" y="81"/>
                  <a:pt x="1382" y="90"/>
                  <a:pt x="1382" y="104"/>
                </a:cubicBezTo>
                <a:cubicBezTo>
                  <a:pt x="1382" y="105"/>
                  <a:pt x="1382" y="106"/>
                  <a:pt x="1383" y="106"/>
                </a:cubicBezTo>
                <a:moveTo>
                  <a:pt x="1559" y="130"/>
                </a:moveTo>
                <a:cubicBezTo>
                  <a:pt x="1562" y="130"/>
                  <a:pt x="1564" y="129"/>
                  <a:pt x="1564" y="125"/>
                </a:cubicBezTo>
                <a:cubicBezTo>
                  <a:pt x="1564" y="112"/>
                  <a:pt x="1561" y="102"/>
                  <a:pt x="1555" y="96"/>
                </a:cubicBezTo>
                <a:cubicBezTo>
                  <a:pt x="1549" y="90"/>
                  <a:pt x="1542" y="87"/>
                  <a:pt x="1534" y="87"/>
                </a:cubicBezTo>
                <a:cubicBezTo>
                  <a:pt x="1531" y="87"/>
                  <a:pt x="1528" y="88"/>
                  <a:pt x="1525" y="89"/>
                </a:cubicBezTo>
                <a:cubicBezTo>
                  <a:pt x="1522" y="90"/>
                  <a:pt x="1518" y="91"/>
                  <a:pt x="1514" y="94"/>
                </a:cubicBezTo>
                <a:cubicBezTo>
                  <a:pt x="1509" y="97"/>
                  <a:pt x="1505" y="101"/>
                  <a:pt x="1502" y="108"/>
                </a:cubicBezTo>
                <a:cubicBezTo>
                  <a:pt x="1498" y="114"/>
                  <a:pt x="1495" y="122"/>
                  <a:pt x="1494" y="132"/>
                </a:cubicBezTo>
                <a:lnTo>
                  <a:pt x="1559" y="130"/>
                </a:lnTo>
                <a:moveTo>
                  <a:pt x="1595" y="206"/>
                </a:moveTo>
                <a:cubicBezTo>
                  <a:pt x="1579" y="227"/>
                  <a:pt x="1559" y="237"/>
                  <a:pt x="1534" y="237"/>
                </a:cubicBezTo>
                <a:cubicBezTo>
                  <a:pt x="1510" y="237"/>
                  <a:pt x="1492" y="229"/>
                  <a:pt x="1479" y="214"/>
                </a:cubicBezTo>
                <a:cubicBezTo>
                  <a:pt x="1468" y="201"/>
                  <a:pt x="1462" y="183"/>
                  <a:pt x="1462" y="160"/>
                </a:cubicBezTo>
                <a:cubicBezTo>
                  <a:pt x="1462" y="135"/>
                  <a:pt x="1470" y="115"/>
                  <a:pt x="1485" y="99"/>
                </a:cubicBezTo>
                <a:cubicBezTo>
                  <a:pt x="1500" y="84"/>
                  <a:pt x="1516" y="76"/>
                  <a:pt x="1534" y="76"/>
                </a:cubicBezTo>
                <a:cubicBezTo>
                  <a:pt x="1575" y="76"/>
                  <a:pt x="1595" y="97"/>
                  <a:pt x="1595" y="138"/>
                </a:cubicBezTo>
                <a:cubicBezTo>
                  <a:pt x="1595" y="142"/>
                  <a:pt x="1593" y="144"/>
                  <a:pt x="1589" y="144"/>
                </a:cubicBezTo>
                <a:lnTo>
                  <a:pt x="1492" y="144"/>
                </a:lnTo>
                <a:cubicBezTo>
                  <a:pt x="1492" y="164"/>
                  <a:pt x="1496" y="180"/>
                  <a:pt x="1504" y="193"/>
                </a:cubicBezTo>
                <a:cubicBezTo>
                  <a:pt x="1515" y="211"/>
                  <a:pt x="1528" y="219"/>
                  <a:pt x="1543" y="219"/>
                </a:cubicBezTo>
                <a:cubicBezTo>
                  <a:pt x="1553" y="219"/>
                  <a:pt x="1562" y="218"/>
                  <a:pt x="1568" y="215"/>
                </a:cubicBezTo>
                <a:cubicBezTo>
                  <a:pt x="1574" y="212"/>
                  <a:pt x="1581" y="207"/>
                  <a:pt x="1588" y="200"/>
                </a:cubicBezTo>
                <a:cubicBezTo>
                  <a:pt x="1592" y="200"/>
                  <a:pt x="1594" y="202"/>
                  <a:pt x="1595" y="206"/>
                </a:cubicBezTo>
                <a:moveTo>
                  <a:pt x="32" y="582"/>
                </a:moveTo>
                <a:lnTo>
                  <a:pt x="97" y="581"/>
                </a:lnTo>
                <a:cubicBezTo>
                  <a:pt x="100" y="581"/>
                  <a:pt x="102" y="580"/>
                  <a:pt x="102" y="576"/>
                </a:cubicBezTo>
                <a:cubicBezTo>
                  <a:pt x="102" y="562"/>
                  <a:pt x="99" y="553"/>
                  <a:pt x="93" y="547"/>
                </a:cubicBezTo>
                <a:cubicBezTo>
                  <a:pt x="87" y="541"/>
                  <a:pt x="80" y="538"/>
                  <a:pt x="72" y="538"/>
                </a:cubicBezTo>
                <a:cubicBezTo>
                  <a:pt x="69" y="538"/>
                  <a:pt x="66" y="539"/>
                  <a:pt x="63" y="539"/>
                </a:cubicBezTo>
                <a:cubicBezTo>
                  <a:pt x="60" y="540"/>
                  <a:pt x="56" y="542"/>
                  <a:pt x="52" y="545"/>
                </a:cubicBezTo>
                <a:cubicBezTo>
                  <a:pt x="47" y="547"/>
                  <a:pt x="43" y="552"/>
                  <a:pt x="40" y="558"/>
                </a:cubicBezTo>
                <a:cubicBezTo>
                  <a:pt x="36" y="565"/>
                  <a:pt x="33" y="573"/>
                  <a:pt x="32" y="582"/>
                </a:cubicBezTo>
                <a:moveTo>
                  <a:pt x="133" y="656"/>
                </a:moveTo>
                <a:cubicBezTo>
                  <a:pt x="117" y="677"/>
                  <a:pt x="97" y="688"/>
                  <a:pt x="72" y="688"/>
                </a:cubicBezTo>
                <a:cubicBezTo>
                  <a:pt x="48" y="688"/>
                  <a:pt x="30" y="680"/>
                  <a:pt x="17" y="664"/>
                </a:cubicBezTo>
                <a:cubicBezTo>
                  <a:pt x="6" y="651"/>
                  <a:pt x="0" y="634"/>
                  <a:pt x="0" y="611"/>
                </a:cubicBezTo>
                <a:cubicBezTo>
                  <a:pt x="0" y="586"/>
                  <a:pt x="8" y="566"/>
                  <a:pt x="23" y="550"/>
                </a:cubicBezTo>
                <a:cubicBezTo>
                  <a:pt x="38" y="534"/>
                  <a:pt x="54" y="527"/>
                  <a:pt x="72" y="527"/>
                </a:cubicBezTo>
                <a:cubicBezTo>
                  <a:pt x="113" y="527"/>
                  <a:pt x="133" y="547"/>
                  <a:pt x="133" y="589"/>
                </a:cubicBezTo>
                <a:cubicBezTo>
                  <a:pt x="133" y="593"/>
                  <a:pt x="131" y="595"/>
                  <a:pt x="127" y="595"/>
                </a:cubicBezTo>
                <a:lnTo>
                  <a:pt x="30" y="595"/>
                </a:lnTo>
                <a:cubicBezTo>
                  <a:pt x="30" y="615"/>
                  <a:pt x="34" y="631"/>
                  <a:pt x="42" y="644"/>
                </a:cubicBezTo>
                <a:cubicBezTo>
                  <a:pt x="53" y="661"/>
                  <a:pt x="66" y="670"/>
                  <a:pt x="81" y="670"/>
                </a:cubicBezTo>
                <a:cubicBezTo>
                  <a:pt x="91" y="670"/>
                  <a:pt x="100" y="669"/>
                  <a:pt x="106" y="666"/>
                </a:cubicBezTo>
                <a:cubicBezTo>
                  <a:pt x="112" y="663"/>
                  <a:pt x="119" y="658"/>
                  <a:pt x="126" y="650"/>
                </a:cubicBezTo>
                <a:cubicBezTo>
                  <a:pt x="130" y="651"/>
                  <a:pt x="132" y="653"/>
                  <a:pt x="133" y="656"/>
                </a:cubicBezTo>
                <a:moveTo>
                  <a:pt x="238" y="538"/>
                </a:moveTo>
                <a:cubicBezTo>
                  <a:pt x="224" y="538"/>
                  <a:pt x="213" y="544"/>
                  <a:pt x="205" y="556"/>
                </a:cubicBezTo>
                <a:cubicBezTo>
                  <a:pt x="198" y="568"/>
                  <a:pt x="194" y="583"/>
                  <a:pt x="194" y="602"/>
                </a:cubicBezTo>
                <a:cubicBezTo>
                  <a:pt x="194" y="615"/>
                  <a:pt x="195" y="626"/>
                  <a:pt x="199" y="636"/>
                </a:cubicBezTo>
                <a:cubicBezTo>
                  <a:pt x="202" y="645"/>
                  <a:pt x="207" y="653"/>
                  <a:pt x="212" y="658"/>
                </a:cubicBezTo>
                <a:cubicBezTo>
                  <a:pt x="218" y="663"/>
                  <a:pt x="223" y="666"/>
                  <a:pt x="229" y="669"/>
                </a:cubicBezTo>
                <a:cubicBezTo>
                  <a:pt x="234" y="671"/>
                  <a:pt x="240" y="672"/>
                  <a:pt x="246" y="672"/>
                </a:cubicBezTo>
                <a:cubicBezTo>
                  <a:pt x="256" y="672"/>
                  <a:pt x="264" y="670"/>
                  <a:pt x="270" y="667"/>
                </a:cubicBezTo>
                <a:cubicBezTo>
                  <a:pt x="272" y="666"/>
                  <a:pt x="274" y="664"/>
                  <a:pt x="274" y="663"/>
                </a:cubicBezTo>
                <a:cubicBezTo>
                  <a:pt x="275" y="662"/>
                  <a:pt x="275" y="660"/>
                  <a:pt x="275" y="656"/>
                </a:cubicBezTo>
                <a:lnTo>
                  <a:pt x="275" y="573"/>
                </a:lnTo>
                <a:cubicBezTo>
                  <a:pt x="275" y="570"/>
                  <a:pt x="275" y="568"/>
                  <a:pt x="274" y="566"/>
                </a:cubicBezTo>
                <a:cubicBezTo>
                  <a:pt x="274" y="563"/>
                  <a:pt x="273" y="561"/>
                  <a:pt x="272" y="559"/>
                </a:cubicBezTo>
                <a:cubicBezTo>
                  <a:pt x="270" y="557"/>
                  <a:pt x="269" y="554"/>
                  <a:pt x="266" y="551"/>
                </a:cubicBezTo>
                <a:cubicBezTo>
                  <a:pt x="258" y="543"/>
                  <a:pt x="249" y="538"/>
                  <a:pt x="238" y="538"/>
                </a:cubicBezTo>
                <a:moveTo>
                  <a:pt x="275" y="724"/>
                </a:moveTo>
                <a:lnTo>
                  <a:pt x="275" y="684"/>
                </a:lnTo>
                <a:cubicBezTo>
                  <a:pt x="275" y="680"/>
                  <a:pt x="275" y="679"/>
                  <a:pt x="273" y="679"/>
                </a:cubicBezTo>
                <a:cubicBezTo>
                  <a:pt x="272" y="679"/>
                  <a:pt x="269" y="680"/>
                  <a:pt x="265" y="682"/>
                </a:cubicBezTo>
                <a:cubicBezTo>
                  <a:pt x="259" y="686"/>
                  <a:pt x="250" y="688"/>
                  <a:pt x="237" y="688"/>
                </a:cubicBezTo>
                <a:cubicBezTo>
                  <a:pt x="214" y="688"/>
                  <a:pt x="195" y="680"/>
                  <a:pt x="182" y="663"/>
                </a:cubicBezTo>
                <a:cubicBezTo>
                  <a:pt x="169" y="647"/>
                  <a:pt x="163" y="629"/>
                  <a:pt x="163" y="609"/>
                </a:cubicBezTo>
                <a:cubicBezTo>
                  <a:pt x="163" y="586"/>
                  <a:pt x="170" y="566"/>
                  <a:pt x="185" y="550"/>
                </a:cubicBezTo>
                <a:cubicBezTo>
                  <a:pt x="199" y="534"/>
                  <a:pt x="217" y="525"/>
                  <a:pt x="239" y="525"/>
                </a:cubicBezTo>
                <a:cubicBezTo>
                  <a:pt x="242" y="525"/>
                  <a:pt x="244" y="526"/>
                  <a:pt x="246" y="526"/>
                </a:cubicBezTo>
                <a:cubicBezTo>
                  <a:pt x="248" y="526"/>
                  <a:pt x="250" y="526"/>
                  <a:pt x="252" y="527"/>
                </a:cubicBezTo>
                <a:cubicBezTo>
                  <a:pt x="254" y="527"/>
                  <a:pt x="256" y="527"/>
                  <a:pt x="258" y="527"/>
                </a:cubicBezTo>
                <a:cubicBezTo>
                  <a:pt x="260" y="528"/>
                  <a:pt x="262" y="528"/>
                  <a:pt x="264" y="529"/>
                </a:cubicBezTo>
                <a:cubicBezTo>
                  <a:pt x="266" y="530"/>
                  <a:pt x="268" y="530"/>
                  <a:pt x="269" y="531"/>
                </a:cubicBezTo>
                <a:cubicBezTo>
                  <a:pt x="271" y="532"/>
                  <a:pt x="273" y="533"/>
                  <a:pt x="275" y="533"/>
                </a:cubicBezTo>
                <a:cubicBezTo>
                  <a:pt x="277" y="534"/>
                  <a:pt x="279" y="535"/>
                  <a:pt x="280" y="536"/>
                </a:cubicBezTo>
                <a:cubicBezTo>
                  <a:pt x="282" y="538"/>
                  <a:pt x="284" y="538"/>
                  <a:pt x="285" y="538"/>
                </a:cubicBezTo>
                <a:cubicBezTo>
                  <a:pt x="286" y="537"/>
                  <a:pt x="288" y="535"/>
                  <a:pt x="291" y="532"/>
                </a:cubicBezTo>
                <a:cubicBezTo>
                  <a:pt x="294" y="527"/>
                  <a:pt x="296" y="525"/>
                  <a:pt x="298" y="525"/>
                </a:cubicBezTo>
                <a:cubicBezTo>
                  <a:pt x="302" y="525"/>
                  <a:pt x="304" y="528"/>
                  <a:pt x="304" y="533"/>
                </a:cubicBezTo>
                <a:lnTo>
                  <a:pt x="304" y="724"/>
                </a:lnTo>
                <a:cubicBezTo>
                  <a:pt x="304" y="739"/>
                  <a:pt x="305" y="747"/>
                  <a:pt x="308" y="751"/>
                </a:cubicBezTo>
                <a:cubicBezTo>
                  <a:pt x="311" y="754"/>
                  <a:pt x="318" y="756"/>
                  <a:pt x="329" y="756"/>
                </a:cubicBezTo>
                <a:cubicBezTo>
                  <a:pt x="330" y="758"/>
                  <a:pt x="331" y="760"/>
                  <a:pt x="331" y="762"/>
                </a:cubicBezTo>
                <a:cubicBezTo>
                  <a:pt x="331" y="765"/>
                  <a:pt x="330" y="767"/>
                  <a:pt x="329" y="769"/>
                </a:cubicBezTo>
                <a:cubicBezTo>
                  <a:pt x="309" y="768"/>
                  <a:pt x="296" y="768"/>
                  <a:pt x="289" y="768"/>
                </a:cubicBezTo>
                <a:cubicBezTo>
                  <a:pt x="283" y="768"/>
                  <a:pt x="269" y="768"/>
                  <a:pt x="249" y="769"/>
                </a:cubicBezTo>
                <a:cubicBezTo>
                  <a:pt x="248" y="767"/>
                  <a:pt x="248" y="765"/>
                  <a:pt x="248" y="762"/>
                </a:cubicBezTo>
                <a:cubicBezTo>
                  <a:pt x="248" y="760"/>
                  <a:pt x="248" y="758"/>
                  <a:pt x="249" y="756"/>
                </a:cubicBezTo>
                <a:cubicBezTo>
                  <a:pt x="260" y="756"/>
                  <a:pt x="268" y="754"/>
                  <a:pt x="270" y="751"/>
                </a:cubicBezTo>
                <a:cubicBezTo>
                  <a:pt x="274" y="747"/>
                  <a:pt x="275" y="739"/>
                  <a:pt x="275" y="724"/>
                </a:cubicBezTo>
                <a:moveTo>
                  <a:pt x="409" y="688"/>
                </a:moveTo>
                <a:cubicBezTo>
                  <a:pt x="393" y="688"/>
                  <a:pt x="381" y="683"/>
                  <a:pt x="374" y="674"/>
                </a:cubicBezTo>
                <a:cubicBezTo>
                  <a:pt x="367" y="665"/>
                  <a:pt x="363" y="653"/>
                  <a:pt x="363" y="639"/>
                </a:cubicBezTo>
                <a:lnTo>
                  <a:pt x="363" y="570"/>
                </a:lnTo>
                <a:cubicBezTo>
                  <a:pt x="363" y="558"/>
                  <a:pt x="362" y="551"/>
                  <a:pt x="358" y="547"/>
                </a:cubicBezTo>
                <a:cubicBezTo>
                  <a:pt x="355" y="543"/>
                  <a:pt x="349" y="541"/>
                  <a:pt x="341" y="541"/>
                </a:cubicBezTo>
                <a:cubicBezTo>
                  <a:pt x="340" y="539"/>
                  <a:pt x="339" y="537"/>
                  <a:pt x="339" y="535"/>
                </a:cubicBezTo>
                <a:cubicBezTo>
                  <a:pt x="339" y="532"/>
                  <a:pt x="340" y="530"/>
                  <a:pt x="341" y="528"/>
                </a:cubicBezTo>
                <a:cubicBezTo>
                  <a:pt x="358" y="529"/>
                  <a:pt x="371" y="529"/>
                  <a:pt x="377" y="529"/>
                </a:cubicBezTo>
                <a:cubicBezTo>
                  <a:pt x="383" y="529"/>
                  <a:pt x="388" y="529"/>
                  <a:pt x="390" y="528"/>
                </a:cubicBezTo>
                <a:cubicBezTo>
                  <a:pt x="392" y="528"/>
                  <a:pt x="393" y="529"/>
                  <a:pt x="393" y="531"/>
                </a:cubicBezTo>
                <a:cubicBezTo>
                  <a:pt x="392" y="549"/>
                  <a:pt x="391" y="561"/>
                  <a:pt x="391" y="568"/>
                </a:cubicBezTo>
                <a:lnTo>
                  <a:pt x="391" y="633"/>
                </a:lnTo>
                <a:cubicBezTo>
                  <a:pt x="391" y="648"/>
                  <a:pt x="394" y="657"/>
                  <a:pt x="400" y="663"/>
                </a:cubicBezTo>
                <a:cubicBezTo>
                  <a:pt x="406" y="668"/>
                  <a:pt x="413" y="671"/>
                  <a:pt x="420" y="671"/>
                </a:cubicBezTo>
                <a:cubicBezTo>
                  <a:pt x="431" y="671"/>
                  <a:pt x="443" y="665"/>
                  <a:pt x="456" y="653"/>
                </a:cubicBezTo>
                <a:cubicBezTo>
                  <a:pt x="460" y="650"/>
                  <a:pt x="462" y="645"/>
                  <a:pt x="462" y="639"/>
                </a:cubicBezTo>
                <a:lnTo>
                  <a:pt x="462" y="570"/>
                </a:lnTo>
                <a:cubicBezTo>
                  <a:pt x="462" y="558"/>
                  <a:pt x="460" y="551"/>
                  <a:pt x="458" y="547"/>
                </a:cubicBezTo>
                <a:cubicBezTo>
                  <a:pt x="455" y="543"/>
                  <a:pt x="449" y="541"/>
                  <a:pt x="440" y="541"/>
                </a:cubicBezTo>
                <a:cubicBezTo>
                  <a:pt x="439" y="539"/>
                  <a:pt x="438" y="537"/>
                  <a:pt x="438" y="535"/>
                </a:cubicBezTo>
                <a:cubicBezTo>
                  <a:pt x="438" y="532"/>
                  <a:pt x="439" y="530"/>
                  <a:pt x="440" y="528"/>
                </a:cubicBezTo>
                <a:cubicBezTo>
                  <a:pt x="458" y="529"/>
                  <a:pt x="470" y="529"/>
                  <a:pt x="477" y="529"/>
                </a:cubicBezTo>
                <a:cubicBezTo>
                  <a:pt x="483" y="529"/>
                  <a:pt x="487" y="529"/>
                  <a:pt x="489" y="528"/>
                </a:cubicBezTo>
                <a:cubicBezTo>
                  <a:pt x="491" y="528"/>
                  <a:pt x="492" y="529"/>
                  <a:pt x="492" y="531"/>
                </a:cubicBezTo>
                <a:cubicBezTo>
                  <a:pt x="491" y="549"/>
                  <a:pt x="491" y="561"/>
                  <a:pt x="491" y="568"/>
                </a:cubicBezTo>
                <a:lnTo>
                  <a:pt x="491" y="637"/>
                </a:lnTo>
                <a:cubicBezTo>
                  <a:pt x="491" y="647"/>
                  <a:pt x="492" y="653"/>
                  <a:pt x="496" y="657"/>
                </a:cubicBezTo>
                <a:cubicBezTo>
                  <a:pt x="499" y="660"/>
                  <a:pt x="506" y="662"/>
                  <a:pt x="517" y="663"/>
                </a:cubicBezTo>
                <a:cubicBezTo>
                  <a:pt x="518" y="664"/>
                  <a:pt x="519" y="666"/>
                  <a:pt x="519" y="669"/>
                </a:cubicBezTo>
                <a:cubicBezTo>
                  <a:pt x="519" y="671"/>
                  <a:pt x="518" y="672"/>
                  <a:pt x="517" y="673"/>
                </a:cubicBezTo>
                <a:cubicBezTo>
                  <a:pt x="497" y="675"/>
                  <a:pt x="482" y="680"/>
                  <a:pt x="474" y="688"/>
                </a:cubicBezTo>
                <a:cubicBezTo>
                  <a:pt x="471" y="688"/>
                  <a:pt x="468" y="688"/>
                  <a:pt x="467" y="688"/>
                </a:cubicBezTo>
                <a:cubicBezTo>
                  <a:pt x="464" y="679"/>
                  <a:pt x="462" y="672"/>
                  <a:pt x="462" y="666"/>
                </a:cubicBezTo>
                <a:cubicBezTo>
                  <a:pt x="462" y="664"/>
                  <a:pt x="461" y="664"/>
                  <a:pt x="458" y="666"/>
                </a:cubicBezTo>
                <a:cubicBezTo>
                  <a:pt x="441" y="681"/>
                  <a:pt x="424" y="688"/>
                  <a:pt x="409" y="688"/>
                </a:cubicBezTo>
                <a:moveTo>
                  <a:pt x="555" y="468"/>
                </a:moveTo>
                <a:cubicBezTo>
                  <a:pt x="555" y="463"/>
                  <a:pt x="557" y="460"/>
                  <a:pt x="561" y="456"/>
                </a:cubicBezTo>
                <a:cubicBezTo>
                  <a:pt x="565" y="452"/>
                  <a:pt x="570" y="451"/>
                  <a:pt x="574" y="451"/>
                </a:cubicBezTo>
                <a:cubicBezTo>
                  <a:pt x="579" y="451"/>
                  <a:pt x="582" y="453"/>
                  <a:pt x="586" y="457"/>
                </a:cubicBezTo>
                <a:cubicBezTo>
                  <a:pt x="589" y="460"/>
                  <a:pt x="591" y="465"/>
                  <a:pt x="591" y="469"/>
                </a:cubicBezTo>
                <a:cubicBezTo>
                  <a:pt x="591" y="473"/>
                  <a:pt x="589" y="477"/>
                  <a:pt x="585" y="481"/>
                </a:cubicBezTo>
                <a:cubicBezTo>
                  <a:pt x="582" y="485"/>
                  <a:pt x="577" y="487"/>
                  <a:pt x="572" y="487"/>
                </a:cubicBezTo>
                <a:cubicBezTo>
                  <a:pt x="568" y="487"/>
                  <a:pt x="564" y="485"/>
                  <a:pt x="561" y="481"/>
                </a:cubicBezTo>
                <a:cubicBezTo>
                  <a:pt x="557" y="477"/>
                  <a:pt x="555" y="472"/>
                  <a:pt x="555" y="468"/>
                </a:cubicBezTo>
                <a:moveTo>
                  <a:pt x="588" y="640"/>
                </a:moveTo>
                <a:cubicBezTo>
                  <a:pt x="588" y="654"/>
                  <a:pt x="590" y="663"/>
                  <a:pt x="593" y="667"/>
                </a:cubicBezTo>
                <a:cubicBezTo>
                  <a:pt x="595" y="670"/>
                  <a:pt x="602" y="672"/>
                  <a:pt x="614" y="673"/>
                </a:cubicBezTo>
                <a:cubicBezTo>
                  <a:pt x="615" y="674"/>
                  <a:pt x="616" y="676"/>
                  <a:pt x="616" y="679"/>
                </a:cubicBezTo>
                <a:cubicBezTo>
                  <a:pt x="616" y="682"/>
                  <a:pt x="615" y="684"/>
                  <a:pt x="614" y="685"/>
                </a:cubicBezTo>
                <a:cubicBezTo>
                  <a:pt x="593" y="684"/>
                  <a:pt x="580" y="684"/>
                  <a:pt x="574" y="684"/>
                </a:cubicBezTo>
                <a:cubicBezTo>
                  <a:pt x="567" y="684"/>
                  <a:pt x="554" y="684"/>
                  <a:pt x="534" y="685"/>
                </a:cubicBezTo>
                <a:cubicBezTo>
                  <a:pt x="532" y="684"/>
                  <a:pt x="532" y="682"/>
                  <a:pt x="532" y="679"/>
                </a:cubicBezTo>
                <a:cubicBezTo>
                  <a:pt x="532" y="676"/>
                  <a:pt x="532" y="674"/>
                  <a:pt x="534" y="673"/>
                </a:cubicBezTo>
                <a:cubicBezTo>
                  <a:pt x="545" y="672"/>
                  <a:pt x="552" y="670"/>
                  <a:pt x="555" y="667"/>
                </a:cubicBezTo>
                <a:cubicBezTo>
                  <a:pt x="558" y="663"/>
                  <a:pt x="559" y="654"/>
                  <a:pt x="559" y="640"/>
                </a:cubicBezTo>
                <a:lnTo>
                  <a:pt x="559" y="570"/>
                </a:lnTo>
                <a:cubicBezTo>
                  <a:pt x="559" y="560"/>
                  <a:pt x="558" y="554"/>
                  <a:pt x="555" y="551"/>
                </a:cubicBezTo>
                <a:cubicBezTo>
                  <a:pt x="553" y="548"/>
                  <a:pt x="546" y="546"/>
                  <a:pt x="536" y="545"/>
                </a:cubicBezTo>
                <a:cubicBezTo>
                  <a:pt x="534" y="541"/>
                  <a:pt x="534" y="538"/>
                  <a:pt x="536" y="535"/>
                </a:cubicBezTo>
                <a:cubicBezTo>
                  <a:pt x="558" y="532"/>
                  <a:pt x="574" y="529"/>
                  <a:pt x="585" y="525"/>
                </a:cubicBezTo>
                <a:cubicBezTo>
                  <a:pt x="588" y="525"/>
                  <a:pt x="589" y="526"/>
                  <a:pt x="589" y="527"/>
                </a:cubicBezTo>
                <a:cubicBezTo>
                  <a:pt x="589" y="528"/>
                  <a:pt x="589" y="528"/>
                  <a:pt x="589" y="530"/>
                </a:cubicBezTo>
                <a:lnTo>
                  <a:pt x="589" y="536"/>
                </a:lnTo>
                <a:cubicBezTo>
                  <a:pt x="589" y="540"/>
                  <a:pt x="589" y="543"/>
                  <a:pt x="588" y="546"/>
                </a:cubicBezTo>
                <a:lnTo>
                  <a:pt x="588" y="557"/>
                </a:lnTo>
                <a:lnTo>
                  <a:pt x="588" y="568"/>
                </a:lnTo>
                <a:lnTo>
                  <a:pt x="588" y="640"/>
                </a:lnTo>
                <a:moveTo>
                  <a:pt x="737" y="541"/>
                </a:moveTo>
                <a:cubicBezTo>
                  <a:pt x="736" y="539"/>
                  <a:pt x="735" y="537"/>
                  <a:pt x="735" y="535"/>
                </a:cubicBezTo>
                <a:cubicBezTo>
                  <a:pt x="735" y="532"/>
                  <a:pt x="736" y="530"/>
                  <a:pt x="737" y="528"/>
                </a:cubicBezTo>
                <a:cubicBezTo>
                  <a:pt x="755" y="529"/>
                  <a:pt x="767" y="529"/>
                  <a:pt x="772" y="529"/>
                </a:cubicBezTo>
                <a:cubicBezTo>
                  <a:pt x="777" y="529"/>
                  <a:pt x="785" y="529"/>
                  <a:pt x="795" y="528"/>
                </a:cubicBezTo>
                <a:cubicBezTo>
                  <a:pt x="797" y="530"/>
                  <a:pt x="797" y="532"/>
                  <a:pt x="797" y="535"/>
                </a:cubicBezTo>
                <a:cubicBezTo>
                  <a:pt x="797" y="537"/>
                  <a:pt x="797" y="539"/>
                  <a:pt x="795" y="541"/>
                </a:cubicBezTo>
                <a:cubicBezTo>
                  <a:pt x="791" y="541"/>
                  <a:pt x="786" y="542"/>
                  <a:pt x="783" y="543"/>
                </a:cubicBezTo>
                <a:cubicBezTo>
                  <a:pt x="780" y="544"/>
                  <a:pt x="777" y="547"/>
                  <a:pt x="775" y="549"/>
                </a:cubicBezTo>
                <a:cubicBezTo>
                  <a:pt x="773" y="552"/>
                  <a:pt x="771" y="554"/>
                  <a:pt x="770" y="557"/>
                </a:cubicBezTo>
                <a:cubicBezTo>
                  <a:pt x="769" y="559"/>
                  <a:pt x="767" y="562"/>
                  <a:pt x="765" y="567"/>
                </a:cubicBezTo>
                <a:lnTo>
                  <a:pt x="717" y="680"/>
                </a:lnTo>
                <a:cubicBezTo>
                  <a:pt x="715" y="685"/>
                  <a:pt x="712" y="688"/>
                  <a:pt x="708" y="688"/>
                </a:cubicBezTo>
                <a:cubicBezTo>
                  <a:pt x="704" y="688"/>
                  <a:pt x="701" y="686"/>
                  <a:pt x="699" y="681"/>
                </a:cubicBezTo>
                <a:lnTo>
                  <a:pt x="653" y="566"/>
                </a:lnTo>
                <a:cubicBezTo>
                  <a:pt x="653" y="566"/>
                  <a:pt x="652" y="565"/>
                  <a:pt x="652" y="563"/>
                </a:cubicBezTo>
                <a:cubicBezTo>
                  <a:pt x="648" y="555"/>
                  <a:pt x="645" y="549"/>
                  <a:pt x="642" y="546"/>
                </a:cubicBezTo>
                <a:cubicBezTo>
                  <a:pt x="639" y="543"/>
                  <a:pt x="633" y="542"/>
                  <a:pt x="625" y="541"/>
                </a:cubicBezTo>
                <a:cubicBezTo>
                  <a:pt x="623" y="539"/>
                  <a:pt x="622" y="537"/>
                  <a:pt x="622" y="535"/>
                </a:cubicBezTo>
                <a:cubicBezTo>
                  <a:pt x="622" y="532"/>
                  <a:pt x="623" y="530"/>
                  <a:pt x="625" y="528"/>
                </a:cubicBezTo>
                <a:cubicBezTo>
                  <a:pt x="642" y="529"/>
                  <a:pt x="652" y="529"/>
                  <a:pt x="656" y="529"/>
                </a:cubicBezTo>
                <a:cubicBezTo>
                  <a:pt x="663" y="529"/>
                  <a:pt x="676" y="529"/>
                  <a:pt x="694" y="528"/>
                </a:cubicBezTo>
                <a:cubicBezTo>
                  <a:pt x="695" y="530"/>
                  <a:pt x="696" y="532"/>
                  <a:pt x="696" y="535"/>
                </a:cubicBezTo>
                <a:cubicBezTo>
                  <a:pt x="696" y="537"/>
                  <a:pt x="695" y="539"/>
                  <a:pt x="694" y="541"/>
                </a:cubicBezTo>
                <a:cubicBezTo>
                  <a:pt x="691" y="541"/>
                  <a:pt x="689" y="541"/>
                  <a:pt x="687" y="541"/>
                </a:cubicBezTo>
                <a:cubicBezTo>
                  <a:pt x="685" y="542"/>
                  <a:pt x="683" y="542"/>
                  <a:pt x="682" y="543"/>
                </a:cubicBezTo>
                <a:cubicBezTo>
                  <a:pt x="680" y="543"/>
                  <a:pt x="679" y="544"/>
                  <a:pt x="679" y="545"/>
                </a:cubicBezTo>
                <a:cubicBezTo>
                  <a:pt x="679" y="546"/>
                  <a:pt x="678" y="547"/>
                  <a:pt x="678" y="547"/>
                </a:cubicBezTo>
                <a:cubicBezTo>
                  <a:pt x="677" y="547"/>
                  <a:pt x="677" y="548"/>
                  <a:pt x="678" y="550"/>
                </a:cubicBezTo>
                <a:cubicBezTo>
                  <a:pt x="678" y="552"/>
                  <a:pt x="678" y="553"/>
                  <a:pt x="678" y="554"/>
                </a:cubicBezTo>
                <a:cubicBezTo>
                  <a:pt x="679" y="554"/>
                  <a:pt x="679" y="556"/>
                  <a:pt x="680" y="559"/>
                </a:cubicBezTo>
                <a:cubicBezTo>
                  <a:pt x="682" y="562"/>
                  <a:pt x="682" y="563"/>
                  <a:pt x="683" y="565"/>
                </a:cubicBezTo>
                <a:lnTo>
                  <a:pt x="709" y="634"/>
                </a:lnTo>
                <a:cubicBezTo>
                  <a:pt x="712" y="642"/>
                  <a:pt x="714" y="646"/>
                  <a:pt x="715" y="646"/>
                </a:cubicBezTo>
                <a:cubicBezTo>
                  <a:pt x="717" y="646"/>
                  <a:pt x="719" y="643"/>
                  <a:pt x="723" y="636"/>
                </a:cubicBezTo>
                <a:lnTo>
                  <a:pt x="751" y="565"/>
                </a:lnTo>
                <a:cubicBezTo>
                  <a:pt x="755" y="556"/>
                  <a:pt x="756" y="550"/>
                  <a:pt x="754" y="546"/>
                </a:cubicBezTo>
                <a:cubicBezTo>
                  <a:pt x="753" y="543"/>
                  <a:pt x="747" y="541"/>
                  <a:pt x="737" y="541"/>
                </a:cubicBezTo>
                <a:moveTo>
                  <a:pt x="905" y="600"/>
                </a:moveTo>
                <a:lnTo>
                  <a:pt x="876" y="607"/>
                </a:lnTo>
                <a:cubicBezTo>
                  <a:pt x="853" y="613"/>
                  <a:pt x="842" y="626"/>
                  <a:pt x="842" y="647"/>
                </a:cubicBezTo>
                <a:cubicBezTo>
                  <a:pt x="842" y="654"/>
                  <a:pt x="844" y="660"/>
                  <a:pt x="849" y="665"/>
                </a:cubicBezTo>
                <a:cubicBezTo>
                  <a:pt x="853" y="670"/>
                  <a:pt x="860" y="673"/>
                  <a:pt x="868" y="673"/>
                </a:cubicBezTo>
                <a:cubicBezTo>
                  <a:pt x="876" y="673"/>
                  <a:pt x="887" y="668"/>
                  <a:pt x="900" y="657"/>
                </a:cubicBezTo>
                <a:cubicBezTo>
                  <a:pt x="903" y="655"/>
                  <a:pt x="905" y="652"/>
                  <a:pt x="905" y="648"/>
                </a:cubicBezTo>
                <a:lnTo>
                  <a:pt x="905" y="600"/>
                </a:lnTo>
                <a:moveTo>
                  <a:pt x="905" y="667"/>
                </a:moveTo>
                <a:lnTo>
                  <a:pt x="904" y="667"/>
                </a:lnTo>
                <a:lnTo>
                  <a:pt x="897" y="672"/>
                </a:lnTo>
                <a:cubicBezTo>
                  <a:pt x="889" y="679"/>
                  <a:pt x="882" y="683"/>
                  <a:pt x="877" y="685"/>
                </a:cubicBezTo>
                <a:cubicBezTo>
                  <a:pt x="872" y="687"/>
                  <a:pt x="865" y="688"/>
                  <a:pt x="857" y="688"/>
                </a:cubicBezTo>
                <a:cubicBezTo>
                  <a:pt x="844" y="688"/>
                  <a:pt x="833" y="685"/>
                  <a:pt x="824" y="679"/>
                </a:cubicBezTo>
                <a:cubicBezTo>
                  <a:pt x="816" y="672"/>
                  <a:pt x="812" y="662"/>
                  <a:pt x="812" y="649"/>
                </a:cubicBezTo>
                <a:cubicBezTo>
                  <a:pt x="812" y="637"/>
                  <a:pt x="818" y="626"/>
                  <a:pt x="829" y="617"/>
                </a:cubicBezTo>
                <a:cubicBezTo>
                  <a:pt x="840" y="608"/>
                  <a:pt x="854" y="601"/>
                  <a:pt x="871" y="596"/>
                </a:cubicBezTo>
                <a:lnTo>
                  <a:pt x="903" y="588"/>
                </a:lnTo>
                <a:cubicBezTo>
                  <a:pt x="904" y="588"/>
                  <a:pt x="905" y="587"/>
                  <a:pt x="905" y="585"/>
                </a:cubicBezTo>
                <a:cubicBezTo>
                  <a:pt x="905" y="553"/>
                  <a:pt x="895" y="538"/>
                  <a:pt x="876" y="538"/>
                </a:cubicBezTo>
                <a:cubicBezTo>
                  <a:pt x="867" y="538"/>
                  <a:pt x="860" y="539"/>
                  <a:pt x="854" y="541"/>
                </a:cubicBezTo>
                <a:cubicBezTo>
                  <a:pt x="848" y="544"/>
                  <a:pt x="846" y="548"/>
                  <a:pt x="846" y="553"/>
                </a:cubicBezTo>
                <a:cubicBezTo>
                  <a:pt x="846" y="556"/>
                  <a:pt x="846" y="558"/>
                  <a:pt x="846" y="560"/>
                </a:cubicBezTo>
                <a:cubicBezTo>
                  <a:pt x="847" y="561"/>
                  <a:pt x="848" y="564"/>
                  <a:pt x="848" y="566"/>
                </a:cubicBezTo>
                <a:cubicBezTo>
                  <a:pt x="848" y="569"/>
                  <a:pt x="846" y="572"/>
                  <a:pt x="843" y="574"/>
                </a:cubicBezTo>
                <a:cubicBezTo>
                  <a:pt x="840" y="577"/>
                  <a:pt x="837" y="578"/>
                  <a:pt x="832" y="578"/>
                </a:cubicBezTo>
                <a:cubicBezTo>
                  <a:pt x="823" y="578"/>
                  <a:pt x="819" y="574"/>
                  <a:pt x="819" y="566"/>
                </a:cubicBezTo>
                <a:cubicBezTo>
                  <a:pt x="819" y="556"/>
                  <a:pt x="825" y="547"/>
                  <a:pt x="838" y="538"/>
                </a:cubicBezTo>
                <a:cubicBezTo>
                  <a:pt x="850" y="530"/>
                  <a:pt x="864" y="525"/>
                  <a:pt x="878" y="525"/>
                </a:cubicBezTo>
                <a:cubicBezTo>
                  <a:pt x="915" y="525"/>
                  <a:pt x="933" y="546"/>
                  <a:pt x="933" y="587"/>
                </a:cubicBezTo>
                <a:lnTo>
                  <a:pt x="933" y="641"/>
                </a:lnTo>
                <a:cubicBezTo>
                  <a:pt x="933" y="648"/>
                  <a:pt x="933" y="653"/>
                  <a:pt x="933" y="656"/>
                </a:cubicBezTo>
                <a:cubicBezTo>
                  <a:pt x="934" y="660"/>
                  <a:pt x="935" y="663"/>
                  <a:pt x="937" y="666"/>
                </a:cubicBezTo>
                <a:cubicBezTo>
                  <a:pt x="939" y="670"/>
                  <a:pt x="943" y="671"/>
                  <a:pt x="947" y="671"/>
                </a:cubicBezTo>
                <a:cubicBezTo>
                  <a:pt x="950" y="671"/>
                  <a:pt x="953" y="670"/>
                  <a:pt x="955" y="669"/>
                </a:cubicBezTo>
                <a:cubicBezTo>
                  <a:pt x="957" y="667"/>
                  <a:pt x="958" y="666"/>
                  <a:pt x="958" y="666"/>
                </a:cubicBezTo>
                <a:cubicBezTo>
                  <a:pt x="959" y="666"/>
                  <a:pt x="960" y="666"/>
                  <a:pt x="962" y="668"/>
                </a:cubicBezTo>
                <a:cubicBezTo>
                  <a:pt x="963" y="669"/>
                  <a:pt x="963" y="670"/>
                  <a:pt x="963" y="671"/>
                </a:cubicBezTo>
                <a:cubicBezTo>
                  <a:pt x="963" y="672"/>
                  <a:pt x="962" y="674"/>
                  <a:pt x="959" y="676"/>
                </a:cubicBezTo>
                <a:cubicBezTo>
                  <a:pt x="957" y="679"/>
                  <a:pt x="953" y="681"/>
                  <a:pt x="948" y="684"/>
                </a:cubicBezTo>
                <a:cubicBezTo>
                  <a:pt x="943" y="687"/>
                  <a:pt x="938" y="688"/>
                  <a:pt x="933" y="688"/>
                </a:cubicBezTo>
                <a:cubicBezTo>
                  <a:pt x="918" y="688"/>
                  <a:pt x="909" y="681"/>
                  <a:pt x="905" y="667"/>
                </a:cubicBezTo>
                <a:moveTo>
                  <a:pt x="998" y="640"/>
                </a:moveTo>
                <a:lnTo>
                  <a:pt x="998" y="483"/>
                </a:lnTo>
                <a:cubicBezTo>
                  <a:pt x="998" y="475"/>
                  <a:pt x="998" y="469"/>
                  <a:pt x="997" y="465"/>
                </a:cubicBezTo>
                <a:cubicBezTo>
                  <a:pt x="997" y="461"/>
                  <a:pt x="995" y="458"/>
                  <a:pt x="992" y="457"/>
                </a:cubicBezTo>
                <a:cubicBezTo>
                  <a:pt x="990" y="455"/>
                  <a:pt x="988" y="454"/>
                  <a:pt x="986" y="454"/>
                </a:cubicBezTo>
                <a:cubicBezTo>
                  <a:pt x="985" y="454"/>
                  <a:pt x="981" y="453"/>
                  <a:pt x="975" y="452"/>
                </a:cubicBezTo>
                <a:cubicBezTo>
                  <a:pt x="972" y="450"/>
                  <a:pt x="971" y="447"/>
                  <a:pt x="973" y="442"/>
                </a:cubicBezTo>
                <a:cubicBezTo>
                  <a:pt x="994" y="441"/>
                  <a:pt x="1011" y="437"/>
                  <a:pt x="1023" y="432"/>
                </a:cubicBezTo>
                <a:cubicBezTo>
                  <a:pt x="1026" y="432"/>
                  <a:pt x="1028" y="433"/>
                  <a:pt x="1028" y="436"/>
                </a:cubicBezTo>
                <a:cubicBezTo>
                  <a:pt x="1027" y="445"/>
                  <a:pt x="1026" y="458"/>
                  <a:pt x="1026" y="474"/>
                </a:cubicBezTo>
                <a:lnTo>
                  <a:pt x="1026" y="640"/>
                </a:lnTo>
                <a:cubicBezTo>
                  <a:pt x="1026" y="654"/>
                  <a:pt x="1027" y="663"/>
                  <a:pt x="1030" y="667"/>
                </a:cubicBezTo>
                <a:cubicBezTo>
                  <a:pt x="1034" y="670"/>
                  <a:pt x="1041" y="672"/>
                  <a:pt x="1052" y="673"/>
                </a:cubicBezTo>
                <a:cubicBezTo>
                  <a:pt x="1053" y="674"/>
                  <a:pt x="1054" y="676"/>
                  <a:pt x="1054" y="679"/>
                </a:cubicBezTo>
                <a:cubicBezTo>
                  <a:pt x="1054" y="682"/>
                  <a:pt x="1053" y="684"/>
                  <a:pt x="1052" y="685"/>
                </a:cubicBezTo>
                <a:cubicBezTo>
                  <a:pt x="1032" y="684"/>
                  <a:pt x="1018" y="684"/>
                  <a:pt x="1012" y="684"/>
                </a:cubicBezTo>
                <a:cubicBezTo>
                  <a:pt x="1005" y="684"/>
                  <a:pt x="992" y="684"/>
                  <a:pt x="971" y="685"/>
                </a:cubicBezTo>
                <a:cubicBezTo>
                  <a:pt x="971" y="684"/>
                  <a:pt x="970" y="682"/>
                  <a:pt x="970" y="679"/>
                </a:cubicBezTo>
                <a:cubicBezTo>
                  <a:pt x="970" y="676"/>
                  <a:pt x="971" y="674"/>
                  <a:pt x="971" y="673"/>
                </a:cubicBezTo>
                <a:cubicBezTo>
                  <a:pt x="983" y="673"/>
                  <a:pt x="990" y="671"/>
                  <a:pt x="993" y="667"/>
                </a:cubicBezTo>
                <a:cubicBezTo>
                  <a:pt x="996" y="663"/>
                  <a:pt x="998" y="654"/>
                  <a:pt x="998" y="640"/>
                </a:cubicBezTo>
                <a:moveTo>
                  <a:pt x="1168" y="581"/>
                </a:moveTo>
                <a:cubicBezTo>
                  <a:pt x="1172" y="581"/>
                  <a:pt x="1174" y="580"/>
                  <a:pt x="1174" y="576"/>
                </a:cubicBezTo>
                <a:cubicBezTo>
                  <a:pt x="1174" y="562"/>
                  <a:pt x="1171" y="553"/>
                  <a:pt x="1164" y="547"/>
                </a:cubicBezTo>
                <a:cubicBezTo>
                  <a:pt x="1159" y="541"/>
                  <a:pt x="1152" y="538"/>
                  <a:pt x="1144" y="538"/>
                </a:cubicBezTo>
                <a:cubicBezTo>
                  <a:pt x="1140" y="538"/>
                  <a:pt x="1137" y="539"/>
                  <a:pt x="1134" y="539"/>
                </a:cubicBezTo>
                <a:cubicBezTo>
                  <a:pt x="1132" y="540"/>
                  <a:pt x="1128" y="542"/>
                  <a:pt x="1123" y="545"/>
                </a:cubicBezTo>
                <a:cubicBezTo>
                  <a:pt x="1119" y="547"/>
                  <a:pt x="1115" y="552"/>
                  <a:pt x="1111" y="558"/>
                </a:cubicBezTo>
                <a:cubicBezTo>
                  <a:pt x="1107" y="565"/>
                  <a:pt x="1105" y="573"/>
                  <a:pt x="1103" y="582"/>
                </a:cubicBezTo>
                <a:lnTo>
                  <a:pt x="1168" y="581"/>
                </a:lnTo>
                <a:moveTo>
                  <a:pt x="1205" y="656"/>
                </a:moveTo>
                <a:cubicBezTo>
                  <a:pt x="1189" y="677"/>
                  <a:pt x="1168" y="688"/>
                  <a:pt x="1144" y="688"/>
                </a:cubicBezTo>
                <a:cubicBezTo>
                  <a:pt x="1120" y="688"/>
                  <a:pt x="1102" y="680"/>
                  <a:pt x="1089" y="664"/>
                </a:cubicBezTo>
                <a:cubicBezTo>
                  <a:pt x="1077" y="651"/>
                  <a:pt x="1072" y="634"/>
                  <a:pt x="1072" y="611"/>
                </a:cubicBezTo>
                <a:cubicBezTo>
                  <a:pt x="1072" y="586"/>
                  <a:pt x="1079" y="566"/>
                  <a:pt x="1095" y="550"/>
                </a:cubicBezTo>
                <a:cubicBezTo>
                  <a:pt x="1110" y="534"/>
                  <a:pt x="1126" y="527"/>
                  <a:pt x="1144" y="527"/>
                </a:cubicBezTo>
                <a:cubicBezTo>
                  <a:pt x="1184" y="527"/>
                  <a:pt x="1205" y="547"/>
                  <a:pt x="1205" y="589"/>
                </a:cubicBezTo>
                <a:cubicBezTo>
                  <a:pt x="1205" y="593"/>
                  <a:pt x="1203" y="595"/>
                  <a:pt x="1198" y="595"/>
                </a:cubicBezTo>
                <a:lnTo>
                  <a:pt x="1102" y="595"/>
                </a:lnTo>
                <a:cubicBezTo>
                  <a:pt x="1102" y="615"/>
                  <a:pt x="1106" y="631"/>
                  <a:pt x="1114" y="644"/>
                </a:cubicBezTo>
                <a:cubicBezTo>
                  <a:pt x="1124" y="661"/>
                  <a:pt x="1137" y="670"/>
                  <a:pt x="1153" y="670"/>
                </a:cubicBezTo>
                <a:cubicBezTo>
                  <a:pt x="1163" y="670"/>
                  <a:pt x="1171" y="669"/>
                  <a:pt x="1177" y="666"/>
                </a:cubicBezTo>
                <a:cubicBezTo>
                  <a:pt x="1184" y="663"/>
                  <a:pt x="1191" y="658"/>
                  <a:pt x="1198" y="650"/>
                </a:cubicBezTo>
                <a:cubicBezTo>
                  <a:pt x="1202" y="651"/>
                  <a:pt x="1204" y="653"/>
                  <a:pt x="1205" y="656"/>
                </a:cubicBezTo>
                <a:moveTo>
                  <a:pt x="1286" y="555"/>
                </a:moveTo>
                <a:cubicBezTo>
                  <a:pt x="1303" y="535"/>
                  <a:pt x="1323" y="525"/>
                  <a:pt x="1345" y="525"/>
                </a:cubicBezTo>
                <a:cubicBezTo>
                  <a:pt x="1359" y="525"/>
                  <a:pt x="1369" y="530"/>
                  <a:pt x="1375" y="538"/>
                </a:cubicBezTo>
                <a:cubicBezTo>
                  <a:pt x="1381" y="547"/>
                  <a:pt x="1384" y="563"/>
                  <a:pt x="1384" y="586"/>
                </a:cubicBezTo>
                <a:lnTo>
                  <a:pt x="1384" y="640"/>
                </a:lnTo>
                <a:cubicBezTo>
                  <a:pt x="1384" y="654"/>
                  <a:pt x="1386" y="663"/>
                  <a:pt x="1389" y="666"/>
                </a:cubicBezTo>
                <a:cubicBezTo>
                  <a:pt x="1391" y="670"/>
                  <a:pt x="1398" y="672"/>
                  <a:pt x="1409" y="673"/>
                </a:cubicBezTo>
                <a:cubicBezTo>
                  <a:pt x="1410" y="674"/>
                  <a:pt x="1410" y="676"/>
                  <a:pt x="1410" y="679"/>
                </a:cubicBezTo>
                <a:cubicBezTo>
                  <a:pt x="1410" y="681"/>
                  <a:pt x="1410" y="683"/>
                  <a:pt x="1409" y="685"/>
                </a:cubicBezTo>
                <a:cubicBezTo>
                  <a:pt x="1388" y="684"/>
                  <a:pt x="1375" y="684"/>
                  <a:pt x="1370" y="684"/>
                </a:cubicBezTo>
                <a:cubicBezTo>
                  <a:pt x="1366" y="684"/>
                  <a:pt x="1354" y="684"/>
                  <a:pt x="1333" y="685"/>
                </a:cubicBezTo>
                <a:cubicBezTo>
                  <a:pt x="1333" y="684"/>
                  <a:pt x="1332" y="682"/>
                  <a:pt x="1332" y="679"/>
                </a:cubicBezTo>
                <a:cubicBezTo>
                  <a:pt x="1332" y="676"/>
                  <a:pt x="1333" y="674"/>
                  <a:pt x="1333" y="673"/>
                </a:cubicBezTo>
                <a:cubicBezTo>
                  <a:pt x="1343" y="672"/>
                  <a:pt x="1349" y="670"/>
                  <a:pt x="1352" y="667"/>
                </a:cubicBezTo>
                <a:cubicBezTo>
                  <a:pt x="1355" y="663"/>
                  <a:pt x="1356" y="654"/>
                  <a:pt x="1356" y="640"/>
                </a:cubicBezTo>
                <a:lnTo>
                  <a:pt x="1356" y="585"/>
                </a:lnTo>
                <a:cubicBezTo>
                  <a:pt x="1356" y="572"/>
                  <a:pt x="1355" y="563"/>
                  <a:pt x="1352" y="557"/>
                </a:cubicBezTo>
                <a:cubicBezTo>
                  <a:pt x="1347" y="549"/>
                  <a:pt x="1341" y="544"/>
                  <a:pt x="1333" y="544"/>
                </a:cubicBezTo>
                <a:cubicBezTo>
                  <a:pt x="1318" y="544"/>
                  <a:pt x="1303" y="552"/>
                  <a:pt x="1289" y="566"/>
                </a:cubicBezTo>
                <a:cubicBezTo>
                  <a:pt x="1285" y="570"/>
                  <a:pt x="1283" y="575"/>
                  <a:pt x="1283" y="581"/>
                </a:cubicBezTo>
                <a:lnTo>
                  <a:pt x="1283" y="640"/>
                </a:lnTo>
                <a:cubicBezTo>
                  <a:pt x="1283" y="654"/>
                  <a:pt x="1284" y="663"/>
                  <a:pt x="1286" y="666"/>
                </a:cubicBezTo>
                <a:cubicBezTo>
                  <a:pt x="1289" y="670"/>
                  <a:pt x="1295" y="672"/>
                  <a:pt x="1304" y="673"/>
                </a:cubicBezTo>
                <a:cubicBezTo>
                  <a:pt x="1305" y="674"/>
                  <a:pt x="1306" y="676"/>
                  <a:pt x="1306" y="679"/>
                </a:cubicBezTo>
                <a:cubicBezTo>
                  <a:pt x="1306" y="682"/>
                  <a:pt x="1305" y="684"/>
                  <a:pt x="1304" y="685"/>
                </a:cubicBezTo>
                <a:cubicBezTo>
                  <a:pt x="1284" y="684"/>
                  <a:pt x="1272" y="684"/>
                  <a:pt x="1268" y="684"/>
                </a:cubicBezTo>
                <a:cubicBezTo>
                  <a:pt x="1262" y="684"/>
                  <a:pt x="1249" y="684"/>
                  <a:pt x="1229" y="685"/>
                </a:cubicBezTo>
                <a:cubicBezTo>
                  <a:pt x="1228" y="684"/>
                  <a:pt x="1227" y="682"/>
                  <a:pt x="1227" y="679"/>
                </a:cubicBezTo>
                <a:cubicBezTo>
                  <a:pt x="1227" y="676"/>
                  <a:pt x="1228" y="674"/>
                  <a:pt x="1229" y="673"/>
                </a:cubicBezTo>
                <a:cubicBezTo>
                  <a:pt x="1240" y="672"/>
                  <a:pt x="1247" y="670"/>
                  <a:pt x="1250" y="667"/>
                </a:cubicBezTo>
                <a:cubicBezTo>
                  <a:pt x="1253" y="663"/>
                  <a:pt x="1254" y="654"/>
                  <a:pt x="1254" y="640"/>
                </a:cubicBezTo>
                <a:lnTo>
                  <a:pt x="1254" y="570"/>
                </a:lnTo>
                <a:cubicBezTo>
                  <a:pt x="1254" y="560"/>
                  <a:pt x="1253" y="554"/>
                  <a:pt x="1250" y="551"/>
                </a:cubicBezTo>
                <a:cubicBezTo>
                  <a:pt x="1247" y="548"/>
                  <a:pt x="1241" y="546"/>
                  <a:pt x="1230" y="545"/>
                </a:cubicBezTo>
                <a:cubicBezTo>
                  <a:pt x="1229" y="541"/>
                  <a:pt x="1229" y="538"/>
                  <a:pt x="1230" y="535"/>
                </a:cubicBezTo>
                <a:cubicBezTo>
                  <a:pt x="1249" y="533"/>
                  <a:pt x="1264" y="529"/>
                  <a:pt x="1275" y="525"/>
                </a:cubicBezTo>
                <a:cubicBezTo>
                  <a:pt x="1277" y="525"/>
                  <a:pt x="1279" y="526"/>
                  <a:pt x="1280" y="527"/>
                </a:cubicBezTo>
                <a:cubicBezTo>
                  <a:pt x="1281" y="532"/>
                  <a:pt x="1283" y="541"/>
                  <a:pt x="1283" y="555"/>
                </a:cubicBezTo>
                <a:cubicBezTo>
                  <a:pt x="1283" y="558"/>
                  <a:pt x="1283" y="558"/>
                  <a:pt x="1286" y="555"/>
                </a:cubicBezTo>
                <a:moveTo>
                  <a:pt x="1430" y="529"/>
                </a:moveTo>
                <a:lnTo>
                  <a:pt x="1446" y="529"/>
                </a:lnTo>
                <a:lnTo>
                  <a:pt x="1446" y="510"/>
                </a:lnTo>
                <a:cubicBezTo>
                  <a:pt x="1446" y="505"/>
                  <a:pt x="1446" y="501"/>
                  <a:pt x="1446" y="498"/>
                </a:cubicBezTo>
                <a:lnTo>
                  <a:pt x="1446" y="493"/>
                </a:lnTo>
                <a:lnTo>
                  <a:pt x="1446" y="489"/>
                </a:lnTo>
                <a:lnTo>
                  <a:pt x="1446" y="487"/>
                </a:lnTo>
                <a:cubicBezTo>
                  <a:pt x="1446" y="487"/>
                  <a:pt x="1446" y="486"/>
                  <a:pt x="1447" y="486"/>
                </a:cubicBezTo>
                <a:cubicBezTo>
                  <a:pt x="1448" y="485"/>
                  <a:pt x="1449" y="484"/>
                  <a:pt x="1450" y="484"/>
                </a:cubicBezTo>
                <a:cubicBezTo>
                  <a:pt x="1451" y="483"/>
                  <a:pt x="1453" y="483"/>
                  <a:pt x="1454" y="483"/>
                </a:cubicBezTo>
                <a:cubicBezTo>
                  <a:pt x="1456" y="482"/>
                  <a:pt x="1458" y="481"/>
                  <a:pt x="1459" y="481"/>
                </a:cubicBezTo>
                <a:cubicBezTo>
                  <a:pt x="1461" y="480"/>
                  <a:pt x="1462" y="479"/>
                  <a:pt x="1464" y="478"/>
                </a:cubicBezTo>
                <a:cubicBezTo>
                  <a:pt x="1467" y="477"/>
                  <a:pt x="1469" y="476"/>
                  <a:pt x="1470" y="475"/>
                </a:cubicBezTo>
                <a:cubicBezTo>
                  <a:pt x="1472" y="474"/>
                  <a:pt x="1473" y="474"/>
                  <a:pt x="1473" y="474"/>
                </a:cubicBezTo>
                <a:cubicBezTo>
                  <a:pt x="1475" y="474"/>
                  <a:pt x="1476" y="475"/>
                  <a:pt x="1476" y="477"/>
                </a:cubicBezTo>
                <a:cubicBezTo>
                  <a:pt x="1476" y="487"/>
                  <a:pt x="1475" y="500"/>
                  <a:pt x="1475" y="515"/>
                </a:cubicBezTo>
                <a:lnTo>
                  <a:pt x="1475" y="529"/>
                </a:lnTo>
                <a:lnTo>
                  <a:pt x="1518" y="529"/>
                </a:lnTo>
                <a:cubicBezTo>
                  <a:pt x="1520" y="529"/>
                  <a:pt x="1521" y="530"/>
                  <a:pt x="1521" y="532"/>
                </a:cubicBezTo>
                <a:lnTo>
                  <a:pt x="1521" y="539"/>
                </a:lnTo>
                <a:cubicBezTo>
                  <a:pt x="1521" y="542"/>
                  <a:pt x="1518" y="543"/>
                  <a:pt x="1513" y="543"/>
                </a:cubicBezTo>
                <a:lnTo>
                  <a:pt x="1475" y="543"/>
                </a:lnTo>
                <a:lnTo>
                  <a:pt x="1475" y="634"/>
                </a:lnTo>
                <a:cubicBezTo>
                  <a:pt x="1475" y="646"/>
                  <a:pt x="1476" y="655"/>
                  <a:pt x="1478" y="660"/>
                </a:cubicBezTo>
                <a:cubicBezTo>
                  <a:pt x="1479" y="666"/>
                  <a:pt x="1482" y="668"/>
                  <a:pt x="1487" y="668"/>
                </a:cubicBezTo>
                <a:cubicBezTo>
                  <a:pt x="1498" y="668"/>
                  <a:pt x="1508" y="665"/>
                  <a:pt x="1517" y="658"/>
                </a:cubicBezTo>
                <a:cubicBezTo>
                  <a:pt x="1520" y="658"/>
                  <a:pt x="1522" y="660"/>
                  <a:pt x="1523" y="664"/>
                </a:cubicBezTo>
                <a:cubicBezTo>
                  <a:pt x="1509" y="680"/>
                  <a:pt x="1493" y="688"/>
                  <a:pt x="1475" y="688"/>
                </a:cubicBezTo>
                <a:cubicBezTo>
                  <a:pt x="1456" y="688"/>
                  <a:pt x="1446" y="676"/>
                  <a:pt x="1446" y="652"/>
                </a:cubicBezTo>
                <a:lnTo>
                  <a:pt x="1446" y="543"/>
                </a:lnTo>
                <a:lnTo>
                  <a:pt x="1426" y="543"/>
                </a:lnTo>
                <a:cubicBezTo>
                  <a:pt x="1424" y="543"/>
                  <a:pt x="1424" y="543"/>
                  <a:pt x="1424" y="541"/>
                </a:cubicBezTo>
                <a:lnTo>
                  <a:pt x="1424" y="536"/>
                </a:lnTo>
                <a:cubicBezTo>
                  <a:pt x="1424" y="532"/>
                  <a:pt x="1426" y="529"/>
                  <a:pt x="1430" y="529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6174720" y="3010680"/>
            <a:ext cx="133920" cy="138960"/>
          </a:xfrm>
          <a:custGeom>
            <a:avLst/>
            <a:gdLst/>
            <a:ahLst/>
            <a:rect l="0" t="0" r="r" b="b"/>
            <a:pathLst>
              <a:path w="372" h="386">
                <a:moveTo>
                  <a:pt x="5" y="307"/>
                </a:moveTo>
                <a:lnTo>
                  <a:pt x="146" y="24"/>
                </a:lnTo>
                <a:cubicBezTo>
                  <a:pt x="162" y="-8"/>
                  <a:pt x="209" y="-8"/>
                  <a:pt x="225" y="24"/>
                </a:cubicBezTo>
                <a:lnTo>
                  <a:pt x="366" y="307"/>
                </a:lnTo>
                <a:cubicBezTo>
                  <a:pt x="384" y="343"/>
                  <a:pt x="358" y="386"/>
                  <a:pt x="317" y="386"/>
                </a:cubicBezTo>
                <a:lnTo>
                  <a:pt x="53" y="386"/>
                </a:lnTo>
                <a:cubicBezTo>
                  <a:pt x="13" y="386"/>
                  <a:pt x="-13" y="343"/>
                  <a:pt x="5" y="30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5814000" y="3117960"/>
            <a:ext cx="427320" cy="428040"/>
          </a:xfrm>
          <a:custGeom>
            <a:avLst/>
            <a:gdLst/>
            <a:ahLst/>
            <a:rect l="0" t="0" r="r" b="b"/>
            <a:pathLst>
              <a:path fill="none" w="1187" h="1189">
                <a:moveTo>
                  <a:pt x="0" y="1189"/>
                </a:moveTo>
                <a:lnTo>
                  <a:pt x="1187" y="1189"/>
                </a:lnTo>
                <a:lnTo>
                  <a:pt x="1187" y="0"/>
                </a:lnTo>
              </a:path>
            </a:pathLst>
          </a:custGeom>
          <a:ln cap="sq" w="34560">
            <a:solidFill>
              <a:srgbClr val="000000"/>
            </a:solidFill>
            <a:miter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320160" y="3383640"/>
            <a:ext cx="1976760" cy="520920"/>
          </a:xfrm>
          <a:custGeom>
            <a:avLst/>
            <a:gdLst/>
            <a:ahLst/>
            <a:rect l="0" t="0" r="r" b="b"/>
            <a:pathLst>
              <a:path w="5491" h="1447">
                <a:moveTo>
                  <a:pt x="148" y="0"/>
                </a:moveTo>
                <a:lnTo>
                  <a:pt x="5343" y="0"/>
                </a:lnTo>
                <a:cubicBezTo>
                  <a:pt x="5425" y="0"/>
                  <a:pt x="5491" y="66"/>
                  <a:pt x="5491" y="148"/>
                </a:cubicBezTo>
                <a:lnTo>
                  <a:pt x="5491" y="1299"/>
                </a:lnTo>
                <a:cubicBezTo>
                  <a:pt x="5491" y="1381"/>
                  <a:pt x="5425" y="1447"/>
                  <a:pt x="5343" y="1447"/>
                </a:cubicBezTo>
                <a:lnTo>
                  <a:pt x="148" y="1447"/>
                </a:lnTo>
                <a:cubicBezTo>
                  <a:pt x="66" y="1447"/>
                  <a:pt x="0" y="1381"/>
                  <a:pt x="0" y="1299"/>
                </a:cubicBezTo>
                <a:lnTo>
                  <a:pt x="0" y="148"/>
                </a:lnTo>
                <a:cubicBezTo>
                  <a:pt x="0" y="66"/>
                  <a:pt x="66" y="0"/>
                  <a:pt x="148" y="0"/>
                </a:cubicBezTo>
                <a:close/>
              </a:path>
            </a:pathLst>
          </a:custGeom>
          <a:noFill/>
          <a:ln cap="sq" w="21240">
            <a:solidFill>
              <a:srgbClr val="000000"/>
            </a:solidFill>
            <a:miter/>
          </a:ln>
        </p:spPr>
        <p:txBody>
          <a:bodyPr lIns="100440" rIns="100440" tIns="55440" bIns="554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581160" y="3742920"/>
            <a:ext cx="1586880" cy="381960"/>
          </a:xfrm>
          <a:custGeom>
            <a:avLst/>
            <a:gdLst/>
            <a:ahLst/>
            <a:rect l="0" t="0" r="r" b="b"/>
            <a:pathLst>
              <a:path w="4408" h="1061">
                <a:moveTo>
                  <a:pt x="2697" y="257"/>
                </a:moveTo>
                <a:cubicBezTo>
                  <a:pt x="2707" y="270"/>
                  <a:pt x="2714" y="280"/>
                  <a:pt x="2720" y="283"/>
                </a:cubicBezTo>
                <a:cubicBezTo>
                  <a:pt x="2727" y="287"/>
                  <a:pt x="2735" y="289"/>
                  <a:pt x="2745" y="290"/>
                </a:cubicBezTo>
                <a:cubicBezTo>
                  <a:pt x="2746" y="292"/>
                  <a:pt x="2747" y="295"/>
                  <a:pt x="2747" y="298"/>
                </a:cubicBezTo>
                <a:cubicBezTo>
                  <a:pt x="2747" y="302"/>
                  <a:pt x="2746" y="305"/>
                  <a:pt x="2745" y="306"/>
                </a:cubicBezTo>
                <a:cubicBezTo>
                  <a:pt x="2726" y="305"/>
                  <a:pt x="2710" y="305"/>
                  <a:pt x="2697" y="305"/>
                </a:cubicBezTo>
                <a:cubicBezTo>
                  <a:pt x="2686" y="305"/>
                  <a:pt x="2669" y="305"/>
                  <a:pt x="2643" y="306"/>
                </a:cubicBezTo>
                <a:cubicBezTo>
                  <a:pt x="2642" y="305"/>
                  <a:pt x="2641" y="302"/>
                  <a:pt x="2641" y="298"/>
                </a:cubicBezTo>
                <a:cubicBezTo>
                  <a:pt x="2641" y="295"/>
                  <a:pt x="2642" y="292"/>
                  <a:pt x="2643" y="290"/>
                </a:cubicBezTo>
                <a:cubicBezTo>
                  <a:pt x="2656" y="290"/>
                  <a:pt x="2663" y="288"/>
                  <a:pt x="2663" y="285"/>
                </a:cubicBezTo>
                <a:cubicBezTo>
                  <a:pt x="2665" y="281"/>
                  <a:pt x="2662" y="275"/>
                  <a:pt x="2654" y="265"/>
                </a:cubicBezTo>
                <a:lnTo>
                  <a:pt x="2596" y="182"/>
                </a:lnTo>
                <a:cubicBezTo>
                  <a:pt x="2594" y="178"/>
                  <a:pt x="2591" y="177"/>
                  <a:pt x="2589" y="177"/>
                </a:cubicBezTo>
                <a:cubicBezTo>
                  <a:pt x="2588" y="177"/>
                  <a:pt x="2586" y="179"/>
                  <a:pt x="2583" y="183"/>
                </a:cubicBezTo>
                <a:lnTo>
                  <a:pt x="2520" y="271"/>
                </a:lnTo>
                <a:cubicBezTo>
                  <a:pt x="2515" y="279"/>
                  <a:pt x="2515" y="284"/>
                  <a:pt x="2517" y="286"/>
                </a:cubicBezTo>
                <a:cubicBezTo>
                  <a:pt x="2520" y="288"/>
                  <a:pt x="2527" y="289"/>
                  <a:pt x="2538" y="290"/>
                </a:cubicBezTo>
                <a:cubicBezTo>
                  <a:pt x="2540" y="292"/>
                  <a:pt x="2540" y="295"/>
                  <a:pt x="2540" y="298"/>
                </a:cubicBezTo>
                <a:cubicBezTo>
                  <a:pt x="2540" y="302"/>
                  <a:pt x="2540" y="305"/>
                  <a:pt x="2538" y="306"/>
                </a:cubicBezTo>
                <a:cubicBezTo>
                  <a:pt x="2514" y="305"/>
                  <a:pt x="2497" y="305"/>
                  <a:pt x="2489" y="305"/>
                </a:cubicBezTo>
                <a:cubicBezTo>
                  <a:pt x="2480" y="305"/>
                  <a:pt x="2466" y="305"/>
                  <a:pt x="2447" y="306"/>
                </a:cubicBezTo>
                <a:cubicBezTo>
                  <a:pt x="2445" y="305"/>
                  <a:pt x="2445" y="302"/>
                  <a:pt x="2445" y="298"/>
                </a:cubicBezTo>
                <a:cubicBezTo>
                  <a:pt x="2445" y="295"/>
                  <a:pt x="2445" y="292"/>
                  <a:pt x="2447" y="290"/>
                </a:cubicBezTo>
                <a:cubicBezTo>
                  <a:pt x="2458" y="289"/>
                  <a:pt x="2468" y="287"/>
                  <a:pt x="2475" y="283"/>
                </a:cubicBezTo>
                <a:cubicBezTo>
                  <a:pt x="2483" y="279"/>
                  <a:pt x="2491" y="272"/>
                  <a:pt x="2499" y="261"/>
                </a:cubicBezTo>
                <a:lnTo>
                  <a:pt x="2569" y="168"/>
                </a:lnTo>
                <a:cubicBezTo>
                  <a:pt x="2572" y="164"/>
                  <a:pt x="2573" y="160"/>
                  <a:pt x="2573" y="157"/>
                </a:cubicBezTo>
                <a:cubicBezTo>
                  <a:pt x="2573" y="153"/>
                  <a:pt x="2571" y="149"/>
                  <a:pt x="2567" y="143"/>
                </a:cubicBezTo>
                <a:lnTo>
                  <a:pt x="2500" y="47"/>
                </a:lnTo>
                <a:cubicBezTo>
                  <a:pt x="2493" y="38"/>
                  <a:pt x="2488" y="31"/>
                  <a:pt x="2483" y="27"/>
                </a:cubicBezTo>
                <a:cubicBezTo>
                  <a:pt x="2478" y="22"/>
                  <a:pt x="2473" y="19"/>
                  <a:pt x="2469" y="18"/>
                </a:cubicBezTo>
                <a:cubicBezTo>
                  <a:pt x="2465" y="17"/>
                  <a:pt x="2459" y="16"/>
                  <a:pt x="2452" y="15"/>
                </a:cubicBezTo>
                <a:cubicBezTo>
                  <a:pt x="2450" y="14"/>
                  <a:pt x="2450" y="11"/>
                  <a:pt x="2450" y="8"/>
                </a:cubicBezTo>
                <a:cubicBezTo>
                  <a:pt x="2450" y="4"/>
                  <a:pt x="2450" y="2"/>
                  <a:pt x="2451" y="0"/>
                </a:cubicBezTo>
                <a:cubicBezTo>
                  <a:pt x="2470" y="0"/>
                  <a:pt x="2486" y="0"/>
                  <a:pt x="2500" y="0"/>
                </a:cubicBezTo>
                <a:cubicBezTo>
                  <a:pt x="2510" y="0"/>
                  <a:pt x="2528" y="0"/>
                  <a:pt x="2553" y="0"/>
                </a:cubicBezTo>
                <a:cubicBezTo>
                  <a:pt x="2555" y="2"/>
                  <a:pt x="2556" y="4"/>
                  <a:pt x="2556" y="8"/>
                </a:cubicBezTo>
                <a:cubicBezTo>
                  <a:pt x="2556" y="11"/>
                  <a:pt x="2555" y="14"/>
                  <a:pt x="2553" y="15"/>
                </a:cubicBezTo>
                <a:cubicBezTo>
                  <a:pt x="2549" y="16"/>
                  <a:pt x="2545" y="16"/>
                  <a:pt x="2542" y="16"/>
                </a:cubicBezTo>
                <a:cubicBezTo>
                  <a:pt x="2539" y="17"/>
                  <a:pt x="2537" y="18"/>
                  <a:pt x="2535" y="19"/>
                </a:cubicBezTo>
                <a:cubicBezTo>
                  <a:pt x="2534" y="20"/>
                  <a:pt x="2533" y="21"/>
                  <a:pt x="2533" y="22"/>
                </a:cubicBezTo>
                <a:cubicBezTo>
                  <a:pt x="2532" y="23"/>
                  <a:pt x="2533" y="24"/>
                  <a:pt x="2534" y="26"/>
                </a:cubicBezTo>
                <a:cubicBezTo>
                  <a:pt x="2534" y="28"/>
                  <a:pt x="2535" y="30"/>
                  <a:pt x="2537" y="32"/>
                </a:cubicBezTo>
                <a:cubicBezTo>
                  <a:pt x="2538" y="34"/>
                  <a:pt x="2540" y="37"/>
                  <a:pt x="2542" y="41"/>
                </a:cubicBezTo>
                <a:lnTo>
                  <a:pt x="2594" y="118"/>
                </a:lnTo>
                <a:cubicBezTo>
                  <a:pt x="2597" y="122"/>
                  <a:pt x="2599" y="124"/>
                  <a:pt x="2600" y="124"/>
                </a:cubicBezTo>
                <a:cubicBezTo>
                  <a:pt x="2602" y="124"/>
                  <a:pt x="2605" y="122"/>
                  <a:pt x="2608" y="117"/>
                </a:cubicBezTo>
                <a:lnTo>
                  <a:pt x="2665" y="35"/>
                </a:lnTo>
                <a:cubicBezTo>
                  <a:pt x="2670" y="28"/>
                  <a:pt x="2671" y="22"/>
                  <a:pt x="2668" y="20"/>
                </a:cubicBezTo>
                <a:cubicBezTo>
                  <a:pt x="2665" y="18"/>
                  <a:pt x="2658" y="16"/>
                  <a:pt x="2647" y="15"/>
                </a:cubicBezTo>
                <a:cubicBezTo>
                  <a:pt x="2646" y="14"/>
                  <a:pt x="2645" y="11"/>
                  <a:pt x="2645" y="8"/>
                </a:cubicBezTo>
                <a:cubicBezTo>
                  <a:pt x="2645" y="4"/>
                  <a:pt x="2646" y="2"/>
                  <a:pt x="2647" y="0"/>
                </a:cubicBezTo>
                <a:cubicBezTo>
                  <a:pt x="2672" y="0"/>
                  <a:pt x="2689" y="0"/>
                  <a:pt x="2697" y="0"/>
                </a:cubicBezTo>
                <a:cubicBezTo>
                  <a:pt x="2706" y="0"/>
                  <a:pt x="2720" y="0"/>
                  <a:pt x="2739" y="0"/>
                </a:cubicBezTo>
                <a:cubicBezTo>
                  <a:pt x="2740" y="2"/>
                  <a:pt x="2741" y="4"/>
                  <a:pt x="2741" y="8"/>
                </a:cubicBezTo>
                <a:cubicBezTo>
                  <a:pt x="2741" y="11"/>
                  <a:pt x="2740" y="14"/>
                  <a:pt x="2739" y="15"/>
                </a:cubicBezTo>
                <a:cubicBezTo>
                  <a:pt x="2727" y="16"/>
                  <a:pt x="2718" y="19"/>
                  <a:pt x="2710" y="23"/>
                </a:cubicBezTo>
                <a:cubicBezTo>
                  <a:pt x="2702" y="27"/>
                  <a:pt x="2694" y="34"/>
                  <a:pt x="2687" y="45"/>
                </a:cubicBezTo>
                <a:lnTo>
                  <a:pt x="2622" y="128"/>
                </a:lnTo>
                <a:cubicBezTo>
                  <a:pt x="2619" y="132"/>
                  <a:pt x="2618" y="137"/>
                  <a:pt x="2618" y="142"/>
                </a:cubicBezTo>
                <a:cubicBezTo>
                  <a:pt x="2618" y="146"/>
                  <a:pt x="2620" y="151"/>
                  <a:pt x="2625" y="158"/>
                </a:cubicBezTo>
                <a:lnTo>
                  <a:pt x="2697" y="257"/>
                </a:lnTo>
                <a:moveTo>
                  <a:pt x="2957" y="136"/>
                </a:moveTo>
                <a:cubicBezTo>
                  <a:pt x="2957" y="138"/>
                  <a:pt x="2957" y="139"/>
                  <a:pt x="2957" y="140"/>
                </a:cubicBezTo>
                <a:cubicBezTo>
                  <a:pt x="2958" y="140"/>
                  <a:pt x="2959" y="139"/>
                  <a:pt x="2960" y="137"/>
                </a:cubicBezTo>
                <a:cubicBezTo>
                  <a:pt x="2967" y="126"/>
                  <a:pt x="2974" y="117"/>
                  <a:pt x="2984" y="109"/>
                </a:cubicBezTo>
                <a:cubicBezTo>
                  <a:pt x="2993" y="102"/>
                  <a:pt x="3003" y="98"/>
                  <a:pt x="3013" y="98"/>
                </a:cubicBezTo>
                <a:cubicBezTo>
                  <a:pt x="3021" y="98"/>
                  <a:pt x="3028" y="100"/>
                  <a:pt x="3033" y="105"/>
                </a:cubicBezTo>
                <a:cubicBezTo>
                  <a:pt x="3038" y="110"/>
                  <a:pt x="3041" y="115"/>
                  <a:pt x="3041" y="121"/>
                </a:cubicBezTo>
                <a:cubicBezTo>
                  <a:pt x="3041" y="127"/>
                  <a:pt x="3038" y="132"/>
                  <a:pt x="3034" y="137"/>
                </a:cubicBezTo>
                <a:cubicBezTo>
                  <a:pt x="3029" y="142"/>
                  <a:pt x="3024" y="144"/>
                  <a:pt x="3019" y="144"/>
                </a:cubicBezTo>
                <a:cubicBezTo>
                  <a:pt x="3017" y="144"/>
                  <a:pt x="3014" y="144"/>
                  <a:pt x="3012" y="143"/>
                </a:cubicBezTo>
                <a:cubicBezTo>
                  <a:pt x="3010" y="141"/>
                  <a:pt x="3008" y="140"/>
                  <a:pt x="3007" y="140"/>
                </a:cubicBezTo>
                <a:cubicBezTo>
                  <a:pt x="3006" y="138"/>
                  <a:pt x="3005" y="137"/>
                  <a:pt x="3003" y="135"/>
                </a:cubicBezTo>
                <a:cubicBezTo>
                  <a:pt x="3001" y="133"/>
                  <a:pt x="3000" y="131"/>
                  <a:pt x="3000" y="130"/>
                </a:cubicBezTo>
                <a:cubicBezTo>
                  <a:pt x="2997" y="128"/>
                  <a:pt x="2994" y="127"/>
                  <a:pt x="2989" y="127"/>
                </a:cubicBezTo>
                <a:cubicBezTo>
                  <a:pt x="2986" y="127"/>
                  <a:pt x="2978" y="135"/>
                  <a:pt x="2968" y="150"/>
                </a:cubicBezTo>
                <a:cubicBezTo>
                  <a:pt x="2960" y="161"/>
                  <a:pt x="2957" y="172"/>
                  <a:pt x="2957" y="182"/>
                </a:cubicBezTo>
                <a:lnTo>
                  <a:pt x="2957" y="247"/>
                </a:lnTo>
                <a:cubicBezTo>
                  <a:pt x="2957" y="266"/>
                  <a:pt x="2959" y="278"/>
                  <a:pt x="2963" y="282"/>
                </a:cubicBezTo>
                <a:cubicBezTo>
                  <a:pt x="2967" y="286"/>
                  <a:pt x="2978" y="289"/>
                  <a:pt x="2995" y="290"/>
                </a:cubicBezTo>
                <a:cubicBezTo>
                  <a:pt x="2997" y="292"/>
                  <a:pt x="2998" y="295"/>
                  <a:pt x="2998" y="298"/>
                </a:cubicBezTo>
                <a:cubicBezTo>
                  <a:pt x="2998" y="302"/>
                  <a:pt x="2997" y="305"/>
                  <a:pt x="2995" y="306"/>
                </a:cubicBezTo>
                <a:cubicBezTo>
                  <a:pt x="2968" y="305"/>
                  <a:pt x="2949" y="305"/>
                  <a:pt x="2938" y="305"/>
                </a:cubicBezTo>
                <a:cubicBezTo>
                  <a:pt x="2929" y="305"/>
                  <a:pt x="2911" y="305"/>
                  <a:pt x="2884" y="306"/>
                </a:cubicBezTo>
                <a:cubicBezTo>
                  <a:pt x="2883" y="305"/>
                  <a:pt x="2883" y="302"/>
                  <a:pt x="2883" y="298"/>
                </a:cubicBezTo>
                <a:cubicBezTo>
                  <a:pt x="2883" y="295"/>
                  <a:pt x="2883" y="292"/>
                  <a:pt x="2884" y="290"/>
                </a:cubicBezTo>
                <a:cubicBezTo>
                  <a:pt x="2899" y="289"/>
                  <a:pt x="2909" y="287"/>
                  <a:pt x="2913" y="282"/>
                </a:cubicBezTo>
                <a:cubicBezTo>
                  <a:pt x="2917" y="278"/>
                  <a:pt x="2919" y="266"/>
                  <a:pt x="2919" y="247"/>
                </a:cubicBezTo>
                <a:lnTo>
                  <a:pt x="2919" y="155"/>
                </a:lnTo>
                <a:cubicBezTo>
                  <a:pt x="2919" y="142"/>
                  <a:pt x="2918" y="134"/>
                  <a:pt x="2914" y="131"/>
                </a:cubicBezTo>
                <a:cubicBezTo>
                  <a:pt x="2910" y="127"/>
                  <a:pt x="2902" y="125"/>
                  <a:pt x="2889" y="124"/>
                </a:cubicBezTo>
                <a:cubicBezTo>
                  <a:pt x="2887" y="118"/>
                  <a:pt x="2887" y="114"/>
                  <a:pt x="2888" y="110"/>
                </a:cubicBezTo>
                <a:cubicBezTo>
                  <a:pt x="2913" y="107"/>
                  <a:pt x="2932" y="102"/>
                  <a:pt x="2947" y="97"/>
                </a:cubicBezTo>
                <a:cubicBezTo>
                  <a:pt x="2949" y="97"/>
                  <a:pt x="2951" y="98"/>
                  <a:pt x="2952" y="100"/>
                </a:cubicBezTo>
                <a:cubicBezTo>
                  <a:pt x="2955" y="106"/>
                  <a:pt x="2957" y="118"/>
                  <a:pt x="2957" y="136"/>
                </a:cubicBezTo>
                <a:moveTo>
                  <a:pt x="3063" y="208"/>
                </a:moveTo>
                <a:cubicBezTo>
                  <a:pt x="3063" y="177"/>
                  <a:pt x="3072" y="151"/>
                  <a:pt x="3089" y="131"/>
                </a:cubicBezTo>
                <a:cubicBezTo>
                  <a:pt x="3108" y="109"/>
                  <a:pt x="3132" y="98"/>
                  <a:pt x="3163" y="98"/>
                </a:cubicBezTo>
                <a:cubicBezTo>
                  <a:pt x="3185" y="98"/>
                  <a:pt x="3204" y="104"/>
                  <a:pt x="3220" y="115"/>
                </a:cubicBezTo>
                <a:cubicBezTo>
                  <a:pt x="3235" y="126"/>
                  <a:pt x="3246" y="139"/>
                  <a:pt x="3252" y="155"/>
                </a:cubicBezTo>
                <a:cubicBezTo>
                  <a:pt x="3259" y="170"/>
                  <a:pt x="3262" y="186"/>
                  <a:pt x="3262" y="204"/>
                </a:cubicBezTo>
                <a:cubicBezTo>
                  <a:pt x="3262" y="237"/>
                  <a:pt x="3251" y="264"/>
                  <a:pt x="3231" y="283"/>
                </a:cubicBezTo>
                <a:cubicBezTo>
                  <a:pt x="3213" y="301"/>
                  <a:pt x="3190" y="310"/>
                  <a:pt x="3162" y="310"/>
                </a:cubicBezTo>
                <a:cubicBezTo>
                  <a:pt x="3130" y="310"/>
                  <a:pt x="3106" y="300"/>
                  <a:pt x="3089" y="279"/>
                </a:cubicBezTo>
                <a:cubicBezTo>
                  <a:pt x="3072" y="259"/>
                  <a:pt x="3063" y="235"/>
                  <a:pt x="3063" y="208"/>
                </a:cubicBezTo>
                <a:moveTo>
                  <a:pt x="3104" y="197"/>
                </a:moveTo>
                <a:cubicBezTo>
                  <a:pt x="3104" y="207"/>
                  <a:pt x="3104" y="218"/>
                  <a:pt x="3107" y="228"/>
                </a:cubicBezTo>
                <a:cubicBezTo>
                  <a:pt x="3109" y="239"/>
                  <a:pt x="3112" y="249"/>
                  <a:pt x="3117" y="259"/>
                </a:cubicBezTo>
                <a:cubicBezTo>
                  <a:pt x="3122" y="269"/>
                  <a:pt x="3129" y="277"/>
                  <a:pt x="3137" y="283"/>
                </a:cubicBezTo>
                <a:cubicBezTo>
                  <a:pt x="3146" y="290"/>
                  <a:pt x="3157" y="293"/>
                  <a:pt x="3168" y="293"/>
                </a:cubicBezTo>
                <a:cubicBezTo>
                  <a:pt x="3182" y="293"/>
                  <a:pt x="3195" y="288"/>
                  <a:pt x="3205" y="276"/>
                </a:cubicBezTo>
                <a:cubicBezTo>
                  <a:pt x="3216" y="265"/>
                  <a:pt x="3221" y="246"/>
                  <a:pt x="3221" y="219"/>
                </a:cubicBezTo>
                <a:cubicBezTo>
                  <a:pt x="3221" y="185"/>
                  <a:pt x="3215" y="159"/>
                  <a:pt x="3203" y="141"/>
                </a:cubicBezTo>
                <a:cubicBezTo>
                  <a:pt x="3192" y="123"/>
                  <a:pt x="3176" y="114"/>
                  <a:pt x="3156" y="114"/>
                </a:cubicBezTo>
                <a:cubicBezTo>
                  <a:pt x="3121" y="114"/>
                  <a:pt x="3104" y="142"/>
                  <a:pt x="3104" y="197"/>
                </a:cubicBezTo>
                <a:moveTo>
                  <a:pt x="3301" y="103"/>
                </a:moveTo>
                <a:lnTo>
                  <a:pt x="3323" y="103"/>
                </a:lnTo>
                <a:lnTo>
                  <a:pt x="3323" y="78"/>
                </a:lnTo>
                <a:cubicBezTo>
                  <a:pt x="3323" y="71"/>
                  <a:pt x="3322" y="66"/>
                  <a:pt x="3322" y="62"/>
                </a:cubicBezTo>
                <a:cubicBezTo>
                  <a:pt x="3322" y="59"/>
                  <a:pt x="3322" y="57"/>
                  <a:pt x="3321" y="55"/>
                </a:cubicBezTo>
                <a:lnTo>
                  <a:pt x="3321" y="51"/>
                </a:lnTo>
                <a:lnTo>
                  <a:pt x="3321" y="48"/>
                </a:lnTo>
                <a:cubicBezTo>
                  <a:pt x="3321" y="47"/>
                  <a:pt x="3322" y="46"/>
                  <a:pt x="3323" y="45"/>
                </a:cubicBezTo>
                <a:cubicBezTo>
                  <a:pt x="3324" y="44"/>
                  <a:pt x="3326" y="43"/>
                  <a:pt x="3327" y="43"/>
                </a:cubicBezTo>
                <a:cubicBezTo>
                  <a:pt x="3328" y="42"/>
                  <a:pt x="3331" y="42"/>
                  <a:pt x="3333" y="41"/>
                </a:cubicBezTo>
                <a:cubicBezTo>
                  <a:pt x="3336" y="40"/>
                  <a:pt x="3338" y="39"/>
                  <a:pt x="3339" y="39"/>
                </a:cubicBezTo>
                <a:cubicBezTo>
                  <a:pt x="3341" y="38"/>
                  <a:pt x="3344" y="37"/>
                  <a:pt x="3346" y="35"/>
                </a:cubicBezTo>
                <a:cubicBezTo>
                  <a:pt x="3349" y="34"/>
                  <a:pt x="3352" y="33"/>
                  <a:pt x="3354" y="32"/>
                </a:cubicBezTo>
                <a:cubicBezTo>
                  <a:pt x="3356" y="31"/>
                  <a:pt x="3357" y="30"/>
                  <a:pt x="3358" y="30"/>
                </a:cubicBezTo>
                <a:cubicBezTo>
                  <a:pt x="3361" y="30"/>
                  <a:pt x="3362" y="32"/>
                  <a:pt x="3362" y="35"/>
                </a:cubicBezTo>
                <a:cubicBezTo>
                  <a:pt x="3361" y="47"/>
                  <a:pt x="3360" y="64"/>
                  <a:pt x="3360" y="84"/>
                </a:cubicBezTo>
                <a:lnTo>
                  <a:pt x="3360" y="103"/>
                </a:lnTo>
                <a:lnTo>
                  <a:pt x="3417" y="103"/>
                </a:lnTo>
                <a:cubicBezTo>
                  <a:pt x="3419" y="103"/>
                  <a:pt x="3421" y="104"/>
                  <a:pt x="3421" y="105"/>
                </a:cubicBezTo>
                <a:lnTo>
                  <a:pt x="3421" y="115"/>
                </a:lnTo>
                <a:cubicBezTo>
                  <a:pt x="3421" y="119"/>
                  <a:pt x="3417" y="121"/>
                  <a:pt x="3409" y="121"/>
                </a:cubicBezTo>
                <a:lnTo>
                  <a:pt x="3360" y="121"/>
                </a:lnTo>
                <a:lnTo>
                  <a:pt x="3360" y="240"/>
                </a:lnTo>
                <a:cubicBezTo>
                  <a:pt x="3360" y="256"/>
                  <a:pt x="3361" y="267"/>
                  <a:pt x="3363" y="274"/>
                </a:cubicBezTo>
                <a:cubicBezTo>
                  <a:pt x="3365" y="280"/>
                  <a:pt x="3370" y="283"/>
                  <a:pt x="3376" y="283"/>
                </a:cubicBezTo>
                <a:cubicBezTo>
                  <a:pt x="3390" y="283"/>
                  <a:pt x="3403" y="279"/>
                  <a:pt x="3414" y="271"/>
                </a:cubicBezTo>
                <a:cubicBezTo>
                  <a:pt x="3419" y="271"/>
                  <a:pt x="3421" y="273"/>
                  <a:pt x="3422" y="279"/>
                </a:cubicBezTo>
                <a:cubicBezTo>
                  <a:pt x="3404" y="299"/>
                  <a:pt x="3383" y="310"/>
                  <a:pt x="3359" y="310"/>
                </a:cubicBezTo>
                <a:cubicBezTo>
                  <a:pt x="3335" y="310"/>
                  <a:pt x="3323" y="294"/>
                  <a:pt x="3323" y="263"/>
                </a:cubicBezTo>
                <a:lnTo>
                  <a:pt x="3323" y="121"/>
                </a:lnTo>
                <a:lnTo>
                  <a:pt x="3295" y="121"/>
                </a:lnTo>
                <a:cubicBezTo>
                  <a:pt x="3293" y="121"/>
                  <a:pt x="3293" y="120"/>
                  <a:pt x="3293" y="118"/>
                </a:cubicBezTo>
                <a:lnTo>
                  <a:pt x="3293" y="112"/>
                </a:lnTo>
                <a:cubicBezTo>
                  <a:pt x="3293" y="106"/>
                  <a:pt x="3295" y="103"/>
                  <a:pt x="3301" y="103"/>
                </a:cubicBezTo>
                <a:moveTo>
                  <a:pt x="3568" y="195"/>
                </a:moveTo>
                <a:lnTo>
                  <a:pt x="3530" y="205"/>
                </a:lnTo>
                <a:cubicBezTo>
                  <a:pt x="3500" y="212"/>
                  <a:pt x="3486" y="230"/>
                  <a:pt x="3486" y="257"/>
                </a:cubicBezTo>
                <a:cubicBezTo>
                  <a:pt x="3486" y="265"/>
                  <a:pt x="3489" y="273"/>
                  <a:pt x="3495" y="280"/>
                </a:cubicBezTo>
                <a:cubicBezTo>
                  <a:pt x="3500" y="287"/>
                  <a:pt x="3509" y="290"/>
                  <a:pt x="3520" y="290"/>
                </a:cubicBezTo>
                <a:cubicBezTo>
                  <a:pt x="3531" y="290"/>
                  <a:pt x="3544" y="283"/>
                  <a:pt x="3561" y="270"/>
                </a:cubicBezTo>
                <a:cubicBezTo>
                  <a:pt x="3565" y="267"/>
                  <a:pt x="3568" y="263"/>
                  <a:pt x="3568" y="258"/>
                </a:cubicBezTo>
                <a:lnTo>
                  <a:pt x="3568" y="195"/>
                </a:lnTo>
                <a:moveTo>
                  <a:pt x="3567" y="282"/>
                </a:moveTo>
                <a:lnTo>
                  <a:pt x="3557" y="290"/>
                </a:lnTo>
                <a:cubicBezTo>
                  <a:pt x="3547" y="298"/>
                  <a:pt x="3539" y="303"/>
                  <a:pt x="3532" y="306"/>
                </a:cubicBezTo>
                <a:cubicBezTo>
                  <a:pt x="3526" y="308"/>
                  <a:pt x="3517" y="310"/>
                  <a:pt x="3506" y="310"/>
                </a:cubicBezTo>
                <a:cubicBezTo>
                  <a:pt x="3488" y="310"/>
                  <a:pt x="3474" y="306"/>
                  <a:pt x="3463" y="298"/>
                </a:cubicBezTo>
                <a:cubicBezTo>
                  <a:pt x="3452" y="289"/>
                  <a:pt x="3447" y="276"/>
                  <a:pt x="3447" y="258"/>
                </a:cubicBezTo>
                <a:cubicBezTo>
                  <a:pt x="3447" y="243"/>
                  <a:pt x="3454" y="229"/>
                  <a:pt x="3468" y="217"/>
                </a:cubicBezTo>
                <a:cubicBezTo>
                  <a:pt x="3483" y="205"/>
                  <a:pt x="3501" y="196"/>
                  <a:pt x="3525" y="190"/>
                </a:cubicBezTo>
                <a:lnTo>
                  <a:pt x="3565" y="181"/>
                </a:lnTo>
                <a:cubicBezTo>
                  <a:pt x="3567" y="180"/>
                  <a:pt x="3568" y="178"/>
                  <a:pt x="3568" y="175"/>
                </a:cubicBezTo>
                <a:cubicBezTo>
                  <a:pt x="3568" y="134"/>
                  <a:pt x="3555" y="114"/>
                  <a:pt x="3530" y="114"/>
                </a:cubicBezTo>
                <a:cubicBezTo>
                  <a:pt x="3519" y="114"/>
                  <a:pt x="3510" y="115"/>
                  <a:pt x="3502" y="119"/>
                </a:cubicBezTo>
                <a:cubicBezTo>
                  <a:pt x="3494" y="122"/>
                  <a:pt x="3490" y="127"/>
                  <a:pt x="3490" y="133"/>
                </a:cubicBezTo>
                <a:cubicBezTo>
                  <a:pt x="3490" y="138"/>
                  <a:pt x="3491" y="141"/>
                  <a:pt x="3492" y="143"/>
                </a:cubicBezTo>
                <a:cubicBezTo>
                  <a:pt x="3492" y="144"/>
                  <a:pt x="3493" y="147"/>
                  <a:pt x="3493" y="151"/>
                </a:cubicBezTo>
                <a:cubicBezTo>
                  <a:pt x="3493" y="155"/>
                  <a:pt x="3491" y="158"/>
                  <a:pt x="3487" y="162"/>
                </a:cubicBezTo>
                <a:cubicBezTo>
                  <a:pt x="3483" y="165"/>
                  <a:pt x="3478" y="166"/>
                  <a:pt x="3472" y="166"/>
                </a:cubicBezTo>
                <a:cubicBezTo>
                  <a:pt x="3461" y="166"/>
                  <a:pt x="3456" y="161"/>
                  <a:pt x="3456" y="150"/>
                </a:cubicBezTo>
                <a:cubicBezTo>
                  <a:pt x="3456" y="137"/>
                  <a:pt x="3464" y="125"/>
                  <a:pt x="3480" y="114"/>
                </a:cubicBezTo>
                <a:cubicBezTo>
                  <a:pt x="3496" y="103"/>
                  <a:pt x="3514" y="98"/>
                  <a:pt x="3533" y="98"/>
                </a:cubicBezTo>
                <a:cubicBezTo>
                  <a:pt x="3581" y="98"/>
                  <a:pt x="3604" y="125"/>
                  <a:pt x="3604" y="177"/>
                </a:cubicBezTo>
                <a:lnTo>
                  <a:pt x="3604" y="248"/>
                </a:lnTo>
                <a:cubicBezTo>
                  <a:pt x="3604" y="257"/>
                  <a:pt x="3605" y="264"/>
                  <a:pt x="3605" y="269"/>
                </a:cubicBezTo>
                <a:cubicBezTo>
                  <a:pt x="3606" y="273"/>
                  <a:pt x="3608" y="278"/>
                  <a:pt x="3611" y="282"/>
                </a:cubicBezTo>
                <a:cubicBezTo>
                  <a:pt x="3613" y="286"/>
                  <a:pt x="3618" y="288"/>
                  <a:pt x="3623" y="288"/>
                </a:cubicBezTo>
                <a:cubicBezTo>
                  <a:pt x="3627" y="288"/>
                  <a:pt x="3631" y="287"/>
                  <a:pt x="3633" y="284"/>
                </a:cubicBezTo>
                <a:cubicBezTo>
                  <a:pt x="3636" y="282"/>
                  <a:pt x="3638" y="280"/>
                  <a:pt x="3638" y="280"/>
                </a:cubicBezTo>
                <a:cubicBezTo>
                  <a:pt x="3639" y="280"/>
                  <a:pt x="3640" y="281"/>
                  <a:pt x="3642" y="283"/>
                </a:cubicBezTo>
                <a:cubicBezTo>
                  <a:pt x="3643" y="285"/>
                  <a:pt x="3644" y="287"/>
                  <a:pt x="3644" y="288"/>
                </a:cubicBezTo>
                <a:cubicBezTo>
                  <a:pt x="3644" y="289"/>
                  <a:pt x="3643" y="291"/>
                  <a:pt x="3639" y="295"/>
                </a:cubicBezTo>
                <a:cubicBezTo>
                  <a:pt x="3636" y="298"/>
                  <a:pt x="3631" y="301"/>
                  <a:pt x="3625" y="305"/>
                </a:cubicBezTo>
                <a:cubicBezTo>
                  <a:pt x="3618" y="308"/>
                  <a:pt x="3611" y="310"/>
                  <a:pt x="3604" y="310"/>
                </a:cubicBezTo>
                <a:cubicBezTo>
                  <a:pt x="3585" y="310"/>
                  <a:pt x="3573" y="301"/>
                  <a:pt x="3568" y="282"/>
                </a:cubicBezTo>
                <a:lnTo>
                  <a:pt x="3567" y="282"/>
                </a:lnTo>
                <a:moveTo>
                  <a:pt x="3665" y="103"/>
                </a:moveTo>
                <a:lnTo>
                  <a:pt x="3687" y="103"/>
                </a:lnTo>
                <a:lnTo>
                  <a:pt x="3687" y="78"/>
                </a:lnTo>
                <a:cubicBezTo>
                  <a:pt x="3687" y="71"/>
                  <a:pt x="3686" y="66"/>
                  <a:pt x="3686" y="62"/>
                </a:cubicBezTo>
                <a:cubicBezTo>
                  <a:pt x="3686" y="59"/>
                  <a:pt x="3686" y="57"/>
                  <a:pt x="3685" y="55"/>
                </a:cubicBezTo>
                <a:lnTo>
                  <a:pt x="3685" y="51"/>
                </a:lnTo>
                <a:lnTo>
                  <a:pt x="3685" y="48"/>
                </a:lnTo>
                <a:cubicBezTo>
                  <a:pt x="3685" y="47"/>
                  <a:pt x="3686" y="46"/>
                  <a:pt x="3687" y="45"/>
                </a:cubicBezTo>
                <a:cubicBezTo>
                  <a:pt x="3688" y="44"/>
                  <a:pt x="3690" y="43"/>
                  <a:pt x="3691" y="43"/>
                </a:cubicBezTo>
                <a:cubicBezTo>
                  <a:pt x="3692" y="42"/>
                  <a:pt x="3695" y="42"/>
                  <a:pt x="3697" y="41"/>
                </a:cubicBezTo>
                <a:cubicBezTo>
                  <a:pt x="3700" y="40"/>
                  <a:pt x="3702" y="39"/>
                  <a:pt x="3703" y="39"/>
                </a:cubicBezTo>
                <a:cubicBezTo>
                  <a:pt x="3705" y="38"/>
                  <a:pt x="3708" y="37"/>
                  <a:pt x="3711" y="35"/>
                </a:cubicBezTo>
                <a:cubicBezTo>
                  <a:pt x="3713" y="34"/>
                  <a:pt x="3716" y="33"/>
                  <a:pt x="3718" y="32"/>
                </a:cubicBezTo>
                <a:cubicBezTo>
                  <a:pt x="3720" y="31"/>
                  <a:pt x="3721" y="30"/>
                  <a:pt x="3722" y="30"/>
                </a:cubicBezTo>
                <a:cubicBezTo>
                  <a:pt x="3725" y="30"/>
                  <a:pt x="3726" y="32"/>
                  <a:pt x="3726" y="35"/>
                </a:cubicBezTo>
                <a:cubicBezTo>
                  <a:pt x="3725" y="47"/>
                  <a:pt x="3724" y="64"/>
                  <a:pt x="3724" y="84"/>
                </a:cubicBezTo>
                <a:lnTo>
                  <a:pt x="3724" y="103"/>
                </a:lnTo>
                <a:lnTo>
                  <a:pt x="3781" y="103"/>
                </a:lnTo>
                <a:cubicBezTo>
                  <a:pt x="3783" y="103"/>
                  <a:pt x="3785" y="104"/>
                  <a:pt x="3785" y="105"/>
                </a:cubicBezTo>
                <a:lnTo>
                  <a:pt x="3785" y="115"/>
                </a:lnTo>
                <a:cubicBezTo>
                  <a:pt x="3785" y="119"/>
                  <a:pt x="3781" y="121"/>
                  <a:pt x="3773" y="121"/>
                </a:cubicBezTo>
                <a:lnTo>
                  <a:pt x="3724" y="121"/>
                </a:lnTo>
                <a:lnTo>
                  <a:pt x="3724" y="240"/>
                </a:lnTo>
                <a:cubicBezTo>
                  <a:pt x="3724" y="256"/>
                  <a:pt x="3725" y="267"/>
                  <a:pt x="3727" y="274"/>
                </a:cubicBezTo>
                <a:cubicBezTo>
                  <a:pt x="3730" y="280"/>
                  <a:pt x="3734" y="283"/>
                  <a:pt x="3740" y="283"/>
                </a:cubicBezTo>
                <a:cubicBezTo>
                  <a:pt x="3754" y="283"/>
                  <a:pt x="3767" y="279"/>
                  <a:pt x="3779" y="271"/>
                </a:cubicBezTo>
                <a:cubicBezTo>
                  <a:pt x="3783" y="271"/>
                  <a:pt x="3786" y="273"/>
                  <a:pt x="3787" y="279"/>
                </a:cubicBezTo>
                <a:cubicBezTo>
                  <a:pt x="3768" y="299"/>
                  <a:pt x="3747" y="310"/>
                  <a:pt x="3723" y="310"/>
                </a:cubicBezTo>
                <a:cubicBezTo>
                  <a:pt x="3699" y="310"/>
                  <a:pt x="3687" y="294"/>
                  <a:pt x="3687" y="263"/>
                </a:cubicBezTo>
                <a:lnTo>
                  <a:pt x="3687" y="121"/>
                </a:lnTo>
                <a:lnTo>
                  <a:pt x="3659" y="121"/>
                </a:lnTo>
                <a:cubicBezTo>
                  <a:pt x="3657" y="121"/>
                  <a:pt x="3657" y="120"/>
                  <a:pt x="3657" y="118"/>
                </a:cubicBezTo>
                <a:lnTo>
                  <a:pt x="3657" y="112"/>
                </a:lnTo>
                <a:cubicBezTo>
                  <a:pt x="3657" y="106"/>
                  <a:pt x="3659" y="103"/>
                  <a:pt x="3665" y="103"/>
                </a:cubicBezTo>
                <a:moveTo>
                  <a:pt x="3836" y="22"/>
                </a:moveTo>
                <a:cubicBezTo>
                  <a:pt x="3836" y="17"/>
                  <a:pt x="3839" y="12"/>
                  <a:pt x="3844" y="7"/>
                </a:cubicBezTo>
                <a:cubicBezTo>
                  <a:pt x="3849" y="2"/>
                  <a:pt x="3855" y="0"/>
                  <a:pt x="3861" y="0"/>
                </a:cubicBezTo>
                <a:cubicBezTo>
                  <a:pt x="3867" y="0"/>
                  <a:pt x="3872" y="3"/>
                  <a:pt x="3877" y="8"/>
                </a:cubicBezTo>
                <a:cubicBezTo>
                  <a:pt x="3881" y="13"/>
                  <a:pt x="3883" y="18"/>
                  <a:pt x="3883" y="24"/>
                </a:cubicBezTo>
                <a:cubicBezTo>
                  <a:pt x="3883" y="30"/>
                  <a:pt x="3881" y="35"/>
                  <a:pt x="3876" y="40"/>
                </a:cubicBezTo>
                <a:cubicBezTo>
                  <a:pt x="3871" y="45"/>
                  <a:pt x="3865" y="47"/>
                  <a:pt x="3859" y="47"/>
                </a:cubicBezTo>
                <a:cubicBezTo>
                  <a:pt x="3853" y="47"/>
                  <a:pt x="3848" y="44"/>
                  <a:pt x="3843" y="39"/>
                </a:cubicBezTo>
                <a:cubicBezTo>
                  <a:pt x="3838" y="34"/>
                  <a:pt x="3836" y="28"/>
                  <a:pt x="3836" y="22"/>
                </a:cubicBezTo>
                <a:moveTo>
                  <a:pt x="3879" y="247"/>
                </a:moveTo>
                <a:cubicBezTo>
                  <a:pt x="3879" y="266"/>
                  <a:pt x="3881" y="278"/>
                  <a:pt x="3885" y="282"/>
                </a:cubicBezTo>
                <a:cubicBezTo>
                  <a:pt x="3889" y="287"/>
                  <a:pt x="3898" y="289"/>
                  <a:pt x="3913" y="290"/>
                </a:cubicBezTo>
                <a:cubicBezTo>
                  <a:pt x="3915" y="292"/>
                  <a:pt x="3915" y="295"/>
                  <a:pt x="3915" y="298"/>
                </a:cubicBezTo>
                <a:cubicBezTo>
                  <a:pt x="3915" y="302"/>
                  <a:pt x="3915" y="305"/>
                  <a:pt x="3913" y="306"/>
                </a:cubicBezTo>
                <a:cubicBezTo>
                  <a:pt x="3886" y="305"/>
                  <a:pt x="3868" y="305"/>
                  <a:pt x="3861" y="305"/>
                </a:cubicBezTo>
                <a:cubicBezTo>
                  <a:pt x="3852" y="305"/>
                  <a:pt x="3834" y="305"/>
                  <a:pt x="3808" y="306"/>
                </a:cubicBezTo>
                <a:cubicBezTo>
                  <a:pt x="3807" y="305"/>
                  <a:pt x="3806" y="302"/>
                  <a:pt x="3806" y="298"/>
                </a:cubicBezTo>
                <a:cubicBezTo>
                  <a:pt x="3806" y="295"/>
                  <a:pt x="3807" y="292"/>
                  <a:pt x="3808" y="290"/>
                </a:cubicBezTo>
                <a:cubicBezTo>
                  <a:pt x="3823" y="289"/>
                  <a:pt x="3832" y="286"/>
                  <a:pt x="3836" y="282"/>
                </a:cubicBezTo>
                <a:cubicBezTo>
                  <a:pt x="3840" y="278"/>
                  <a:pt x="3842" y="266"/>
                  <a:pt x="3842" y="247"/>
                </a:cubicBezTo>
                <a:lnTo>
                  <a:pt x="3842" y="155"/>
                </a:lnTo>
                <a:cubicBezTo>
                  <a:pt x="3842" y="142"/>
                  <a:pt x="3840" y="134"/>
                  <a:pt x="3836" y="131"/>
                </a:cubicBezTo>
                <a:cubicBezTo>
                  <a:pt x="3833" y="127"/>
                  <a:pt x="3825" y="125"/>
                  <a:pt x="3812" y="124"/>
                </a:cubicBezTo>
                <a:cubicBezTo>
                  <a:pt x="3809" y="118"/>
                  <a:pt x="3809" y="114"/>
                  <a:pt x="3810" y="110"/>
                </a:cubicBezTo>
                <a:cubicBezTo>
                  <a:pt x="3839" y="106"/>
                  <a:pt x="3861" y="102"/>
                  <a:pt x="3875" y="97"/>
                </a:cubicBezTo>
                <a:cubicBezTo>
                  <a:pt x="3879" y="97"/>
                  <a:pt x="3881" y="98"/>
                  <a:pt x="3881" y="100"/>
                </a:cubicBezTo>
                <a:lnTo>
                  <a:pt x="3881" y="103"/>
                </a:lnTo>
                <a:cubicBezTo>
                  <a:pt x="3881" y="105"/>
                  <a:pt x="3881" y="108"/>
                  <a:pt x="3880" y="112"/>
                </a:cubicBezTo>
                <a:cubicBezTo>
                  <a:pt x="3880" y="116"/>
                  <a:pt x="3880" y="120"/>
                  <a:pt x="3880" y="124"/>
                </a:cubicBezTo>
                <a:cubicBezTo>
                  <a:pt x="3880" y="128"/>
                  <a:pt x="3879" y="133"/>
                  <a:pt x="3879" y="139"/>
                </a:cubicBezTo>
                <a:lnTo>
                  <a:pt x="3879" y="154"/>
                </a:lnTo>
                <a:lnTo>
                  <a:pt x="3879" y="247"/>
                </a:lnTo>
                <a:moveTo>
                  <a:pt x="3941" y="208"/>
                </a:moveTo>
                <a:cubicBezTo>
                  <a:pt x="3941" y="177"/>
                  <a:pt x="3950" y="151"/>
                  <a:pt x="3967" y="131"/>
                </a:cubicBezTo>
                <a:cubicBezTo>
                  <a:pt x="3986" y="109"/>
                  <a:pt x="4010" y="98"/>
                  <a:pt x="4041" y="98"/>
                </a:cubicBezTo>
                <a:cubicBezTo>
                  <a:pt x="4063" y="98"/>
                  <a:pt x="4082" y="104"/>
                  <a:pt x="4098" y="115"/>
                </a:cubicBezTo>
                <a:cubicBezTo>
                  <a:pt x="4114" y="126"/>
                  <a:pt x="4124" y="139"/>
                  <a:pt x="4131" y="155"/>
                </a:cubicBezTo>
                <a:cubicBezTo>
                  <a:pt x="4137" y="170"/>
                  <a:pt x="4140" y="186"/>
                  <a:pt x="4140" y="204"/>
                </a:cubicBezTo>
                <a:cubicBezTo>
                  <a:pt x="4140" y="237"/>
                  <a:pt x="4129" y="264"/>
                  <a:pt x="4109" y="283"/>
                </a:cubicBezTo>
                <a:cubicBezTo>
                  <a:pt x="4091" y="301"/>
                  <a:pt x="4068" y="310"/>
                  <a:pt x="4040" y="310"/>
                </a:cubicBezTo>
                <a:cubicBezTo>
                  <a:pt x="4008" y="310"/>
                  <a:pt x="3984" y="300"/>
                  <a:pt x="3967" y="279"/>
                </a:cubicBezTo>
                <a:cubicBezTo>
                  <a:pt x="3950" y="259"/>
                  <a:pt x="3941" y="235"/>
                  <a:pt x="3941" y="208"/>
                </a:cubicBezTo>
                <a:moveTo>
                  <a:pt x="3982" y="197"/>
                </a:moveTo>
                <a:cubicBezTo>
                  <a:pt x="3982" y="207"/>
                  <a:pt x="3983" y="218"/>
                  <a:pt x="3985" y="228"/>
                </a:cubicBezTo>
                <a:cubicBezTo>
                  <a:pt x="3987" y="239"/>
                  <a:pt x="3991" y="249"/>
                  <a:pt x="3995" y="259"/>
                </a:cubicBezTo>
                <a:cubicBezTo>
                  <a:pt x="4000" y="269"/>
                  <a:pt x="4007" y="277"/>
                  <a:pt x="4015" y="283"/>
                </a:cubicBezTo>
                <a:cubicBezTo>
                  <a:pt x="4024" y="290"/>
                  <a:pt x="4035" y="293"/>
                  <a:pt x="4047" y="293"/>
                </a:cubicBezTo>
                <a:cubicBezTo>
                  <a:pt x="4060" y="293"/>
                  <a:pt x="4073" y="288"/>
                  <a:pt x="4083" y="276"/>
                </a:cubicBezTo>
                <a:cubicBezTo>
                  <a:pt x="4094" y="265"/>
                  <a:pt x="4099" y="246"/>
                  <a:pt x="4099" y="219"/>
                </a:cubicBezTo>
                <a:cubicBezTo>
                  <a:pt x="4099" y="185"/>
                  <a:pt x="4093" y="159"/>
                  <a:pt x="4082" y="141"/>
                </a:cubicBezTo>
                <a:cubicBezTo>
                  <a:pt x="4070" y="123"/>
                  <a:pt x="4054" y="114"/>
                  <a:pt x="4034" y="114"/>
                </a:cubicBezTo>
                <a:cubicBezTo>
                  <a:pt x="3999" y="114"/>
                  <a:pt x="3982" y="142"/>
                  <a:pt x="3982" y="197"/>
                </a:cubicBezTo>
                <a:moveTo>
                  <a:pt x="4246" y="136"/>
                </a:moveTo>
                <a:cubicBezTo>
                  <a:pt x="4269" y="111"/>
                  <a:pt x="4295" y="98"/>
                  <a:pt x="4323" y="98"/>
                </a:cubicBezTo>
                <a:cubicBezTo>
                  <a:pt x="4341" y="98"/>
                  <a:pt x="4354" y="103"/>
                  <a:pt x="4362" y="114"/>
                </a:cubicBezTo>
                <a:cubicBezTo>
                  <a:pt x="4371" y="125"/>
                  <a:pt x="4375" y="146"/>
                  <a:pt x="4375" y="177"/>
                </a:cubicBezTo>
                <a:lnTo>
                  <a:pt x="4375" y="247"/>
                </a:lnTo>
                <a:cubicBezTo>
                  <a:pt x="4375" y="266"/>
                  <a:pt x="4377" y="277"/>
                  <a:pt x="4380" y="282"/>
                </a:cubicBezTo>
                <a:cubicBezTo>
                  <a:pt x="4384" y="286"/>
                  <a:pt x="4393" y="289"/>
                  <a:pt x="4407" y="290"/>
                </a:cubicBezTo>
                <a:cubicBezTo>
                  <a:pt x="4408" y="291"/>
                  <a:pt x="4408" y="294"/>
                  <a:pt x="4408" y="298"/>
                </a:cubicBezTo>
                <a:cubicBezTo>
                  <a:pt x="4408" y="302"/>
                  <a:pt x="4408" y="305"/>
                  <a:pt x="4407" y="306"/>
                </a:cubicBezTo>
                <a:cubicBezTo>
                  <a:pt x="4380" y="305"/>
                  <a:pt x="4363" y="305"/>
                  <a:pt x="4356" y="305"/>
                </a:cubicBezTo>
                <a:cubicBezTo>
                  <a:pt x="4350" y="305"/>
                  <a:pt x="4335" y="305"/>
                  <a:pt x="4309" y="306"/>
                </a:cubicBezTo>
                <a:cubicBezTo>
                  <a:pt x="4307" y="305"/>
                  <a:pt x="4307" y="302"/>
                  <a:pt x="4307" y="298"/>
                </a:cubicBezTo>
                <a:cubicBezTo>
                  <a:pt x="4307" y="295"/>
                  <a:pt x="4307" y="292"/>
                  <a:pt x="4309" y="290"/>
                </a:cubicBezTo>
                <a:cubicBezTo>
                  <a:pt x="4321" y="289"/>
                  <a:pt x="4329" y="286"/>
                  <a:pt x="4332" y="282"/>
                </a:cubicBezTo>
                <a:cubicBezTo>
                  <a:pt x="4336" y="277"/>
                  <a:pt x="4337" y="266"/>
                  <a:pt x="4337" y="247"/>
                </a:cubicBezTo>
                <a:lnTo>
                  <a:pt x="4337" y="176"/>
                </a:lnTo>
                <a:cubicBezTo>
                  <a:pt x="4337" y="159"/>
                  <a:pt x="4335" y="147"/>
                  <a:pt x="4332" y="140"/>
                </a:cubicBezTo>
                <a:cubicBezTo>
                  <a:pt x="4326" y="128"/>
                  <a:pt x="4318" y="122"/>
                  <a:pt x="4307" y="122"/>
                </a:cubicBezTo>
                <a:cubicBezTo>
                  <a:pt x="4288" y="122"/>
                  <a:pt x="4269" y="132"/>
                  <a:pt x="4250" y="150"/>
                </a:cubicBezTo>
                <a:cubicBezTo>
                  <a:pt x="4244" y="156"/>
                  <a:pt x="4241" y="163"/>
                  <a:pt x="4241" y="170"/>
                </a:cubicBezTo>
                <a:lnTo>
                  <a:pt x="4241" y="247"/>
                </a:lnTo>
                <a:cubicBezTo>
                  <a:pt x="4241" y="266"/>
                  <a:pt x="4243" y="277"/>
                  <a:pt x="4246" y="282"/>
                </a:cubicBezTo>
                <a:cubicBezTo>
                  <a:pt x="4249" y="286"/>
                  <a:pt x="4257" y="289"/>
                  <a:pt x="4270" y="290"/>
                </a:cubicBezTo>
                <a:cubicBezTo>
                  <a:pt x="4271" y="292"/>
                  <a:pt x="4272" y="295"/>
                  <a:pt x="4272" y="298"/>
                </a:cubicBezTo>
                <a:cubicBezTo>
                  <a:pt x="4272" y="302"/>
                  <a:pt x="4271" y="305"/>
                  <a:pt x="4270" y="306"/>
                </a:cubicBezTo>
                <a:cubicBezTo>
                  <a:pt x="4243" y="305"/>
                  <a:pt x="4228" y="305"/>
                  <a:pt x="4223" y="305"/>
                </a:cubicBezTo>
                <a:cubicBezTo>
                  <a:pt x="4214" y="305"/>
                  <a:pt x="4197" y="305"/>
                  <a:pt x="4171" y="306"/>
                </a:cubicBezTo>
                <a:cubicBezTo>
                  <a:pt x="4170" y="305"/>
                  <a:pt x="4169" y="302"/>
                  <a:pt x="4169" y="298"/>
                </a:cubicBezTo>
                <a:cubicBezTo>
                  <a:pt x="4169" y="295"/>
                  <a:pt x="4170" y="292"/>
                  <a:pt x="4171" y="290"/>
                </a:cubicBezTo>
                <a:cubicBezTo>
                  <a:pt x="4186" y="289"/>
                  <a:pt x="4195" y="286"/>
                  <a:pt x="4199" y="282"/>
                </a:cubicBezTo>
                <a:cubicBezTo>
                  <a:pt x="4203" y="278"/>
                  <a:pt x="4204" y="266"/>
                  <a:pt x="4204" y="247"/>
                </a:cubicBezTo>
                <a:lnTo>
                  <a:pt x="4204" y="155"/>
                </a:lnTo>
                <a:cubicBezTo>
                  <a:pt x="4204" y="142"/>
                  <a:pt x="4203" y="134"/>
                  <a:pt x="4199" y="131"/>
                </a:cubicBezTo>
                <a:cubicBezTo>
                  <a:pt x="4195" y="127"/>
                  <a:pt x="4187" y="125"/>
                  <a:pt x="4174" y="124"/>
                </a:cubicBezTo>
                <a:cubicBezTo>
                  <a:pt x="4172" y="118"/>
                  <a:pt x="4171" y="114"/>
                  <a:pt x="4172" y="110"/>
                </a:cubicBezTo>
                <a:cubicBezTo>
                  <a:pt x="4197" y="107"/>
                  <a:pt x="4217" y="102"/>
                  <a:pt x="4232" y="97"/>
                </a:cubicBezTo>
                <a:cubicBezTo>
                  <a:pt x="4234" y="97"/>
                  <a:pt x="4236" y="98"/>
                  <a:pt x="4237" y="100"/>
                </a:cubicBezTo>
                <a:cubicBezTo>
                  <a:pt x="4240" y="106"/>
                  <a:pt x="4241" y="118"/>
                  <a:pt x="4241" y="136"/>
                </a:cubicBezTo>
                <a:cubicBezTo>
                  <a:pt x="4241" y="140"/>
                  <a:pt x="4243" y="140"/>
                  <a:pt x="4246" y="136"/>
                </a:cubicBezTo>
                <a:moveTo>
                  <a:pt x="180" y="949"/>
                </a:moveTo>
                <a:lnTo>
                  <a:pt x="9" y="949"/>
                </a:lnTo>
                <a:cubicBezTo>
                  <a:pt x="3" y="949"/>
                  <a:pt x="0" y="947"/>
                  <a:pt x="0" y="942"/>
                </a:cubicBezTo>
                <a:cubicBezTo>
                  <a:pt x="0" y="938"/>
                  <a:pt x="2" y="935"/>
                  <a:pt x="4" y="931"/>
                </a:cubicBezTo>
                <a:cubicBezTo>
                  <a:pt x="29" y="894"/>
                  <a:pt x="60" y="849"/>
                  <a:pt x="98" y="796"/>
                </a:cubicBezTo>
                <a:cubicBezTo>
                  <a:pt x="135" y="744"/>
                  <a:pt x="165" y="704"/>
                  <a:pt x="187" y="676"/>
                </a:cubicBezTo>
                <a:cubicBezTo>
                  <a:pt x="190" y="672"/>
                  <a:pt x="191" y="669"/>
                  <a:pt x="191" y="667"/>
                </a:cubicBezTo>
                <a:cubicBezTo>
                  <a:pt x="191" y="664"/>
                  <a:pt x="189" y="663"/>
                  <a:pt x="186" y="663"/>
                </a:cubicBezTo>
                <a:lnTo>
                  <a:pt x="87" y="665"/>
                </a:lnTo>
                <a:cubicBezTo>
                  <a:pt x="70" y="665"/>
                  <a:pt x="56" y="669"/>
                  <a:pt x="46" y="678"/>
                </a:cubicBezTo>
                <a:cubicBezTo>
                  <a:pt x="36" y="686"/>
                  <a:pt x="28" y="698"/>
                  <a:pt x="24" y="715"/>
                </a:cubicBezTo>
                <a:cubicBezTo>
                  <a:pt x="19" y="715"/>
                  <a:pt x="15" y="714"/>
                  <a:pt x="9" y="713"/>
                </a:cubicBezTo>
                <a:cubicBezTo>
                  <a:pt x="15" y="685"/>
                  <a:pt x="18" y="661"/>
                  <a:pt x="20" y="641"/>
                </a:cubicBezTo>
                <a:cubicBezTo>
                  <a:pt x="51" y="643"/>
                  <a:pt x="79" y="644"/>
                  <a:pt x="105" y="644"/>
                </a:cubicBezTo>
                <a:lnTo>
                  <a:pt x="209" y="644"/>
                </a:lnTo>
                <a:lnTo>
                  <a:pt x="229" y="644"/>
                </a:lnTo>
                <a:cubicBezTo>
                  <a:pt x="238" y="644"/>
                  <a:pt x="242" y="644"/>
                  <a:pt x="244" y="644"/>
                </a:cubicBezTo>
                <a:cubicBezTo>
                  <a:pt x="248" y="644"/>
                  <a:pt x="250" y="646"/>
                  <a:pt x="250" y="649"/>
                </a:cubicBezTo>
                <a:cubicBezTo>
                  <a:pt x="250" y="653"/>
                  <a:pt x="246" y="660"/>
                  <a:pt x="239" y="670"/>
                </a:cubicBezTo>
                <a:cubicBezTo>
                  <a:pt x="190" y="734"/>
                  <a:pt x="130" y="815"/>
                  <a:pt x="62" y="915"/>
                </a:cubicBezTo>
                <a:cubicBezTo>
                  <a:pt x="59" y="920"/>
                  <a:pt x="58" y="923"/>
                  <a:pt x="58" y="924"/>
                </a:cubicBezTo>
                <a:cubicBezTo>
                  <a:pt x="58" y="929"/>
                  <a:pt x="62" y="932"/>
                  <a:pt x="70" y="931"/>
                </a:cubicBezTo>
                <a:lnTo>
                  <a:pt x="161" y="929"/>
                </a:lnTo>
                <a:cubicBezTo>
                  <a:pt x="171" y="929"/>
                  <a:pt x="179" y="928"/>
                  <a:pt x="187" y="925"/>
                </a:cubicBezTo>
                <a:cubicBezTo>
                  <a:pt x="195" y="923"/>
                  <a:pt x="201" y="920"/>
                  <a:pt x="206" y="917"/>
                </a:cubicBezTo>
                <a:cubicBezTo>
                  <a:pt x="210" y="914"/>
                  <a:pt x="215" y="910"/>
                  <a:pt x="220" y="904"/>
                </a:cubicBezTo>
                <a:cubicBezTo>
                  <a:pt x="224" y="897"/>
                  <a:pt x="227" y="892"/>
                  <a:pt x="229" y="888"/>
                </a:cubicBezTo>
                <a:cubicBezTo>
                  <a:pt x="232" y="884"/>
                  <a:pt x="235" y="877"/>
                  <a:pt x="239" y="869"/>
                </a:cubicBezTo>
                <a:cubicBezTo>
                  <a:pt x="243" y="869"/>
                  <a:pt x="248" y="870"/>
                  <a:pt x="253" y="871"/>
                </a:cubicBezTo>
                <a:cubicBezTo>
                  <a:pt x="247" y="898"/>
                  <a:pt x="242" y="924"/>
                  <a:pt x="240" y="950"/>
                </a:cubicBezTo>
                <a:cubicBezTo>
                  <a:pt x="240" y="950"/>
                  <a:pt x="220" y="950"/>
                  <a:pt x="180" y="949"/>
                </a:cubicBezTo>
                <a:moveTo>
                  <a:pt x="519" y="901"/>
                </a:moveTo>
                <a:cubicBezTo>
                  <a:pt x="528" y="915"/>
                  <a:pt x="536" y="924"/>
                  <a:pt x="542" y="928"/>
                </a:cubicBezTo>
                <a:cubicBezTo>
                  <a:pt x="548" y="931"/>
                  <a:pt x="556" y="934"/>
                  <a:pt x="567" y="934"/>
                </a:cubicBezTo>
                <a:cubicBezTo>
                  <a:pt x="568" y="936"/>
                  <a:pt x="568" y="939"/>
                  <a:pt x="568" y="942"/>
                </a:cubicBezTo>
                <a:cubicBezTo>
                  <a:pt x="568" y="946"/>
                  <a:pt x="568" y="949"/>
                  <a:pt x="567" y="950"/>
                </a:cubicBezTo>
                <a:cubicBezTo>
                  <a:pt x="548" y="949"/>
                  <a:pt x="532" y="949"/>
                  <a:pt x="519" y="949"/>
                </a:cubicBezTo>
                <a:cubicBezTo>
                  <a:pt x="508" y="949"/>
                  <a:pt x="490" y="949"/>
                  <a:pt x="465" y="950"/>
                </a:cubicBezTo>
                <a:cubicBezTo>
                  <a:pt x="464" y="949"/>
                  <a:pt x="463" y="946"/>
                  <a:pt x="463" y="942"/>
                </a:cubicBezTo>
                <a:cubicBezTo>
                  <a:pt x="463" y="939"/>
                  <a:pt x="464" y="936"/>
                  <a:pt x="465" y="934"/>
                </a:cubicBezTo>
                <a:cubicBezTo>
                  <a:pt x="477" y="934"/>
                  <a:pt x="484" y="932"/>
                  <a:pt x="485" y="929"/>
                </a:cubicBezTo>
                <a:cubicBezTo>
                  <a:pt x="486" y="925"/>
                  <a:pt x="483" y="919"/>
                  <a:pt x="476" y="909"/>
                </a:cubicBezTo>
                <a:lnTo>
                  <a:pt x="418" y="826"/>
                </a:lnTo>
                <a:cubicBezTo>
                  <a:pt x="415" y="822"/>
                  <a:pt x="413" y="821"/>
                  <a:pt x="411" y="821"/>
                </a:cubicBezTo>
                <a:cubicBezTo>
                  <a:pt x="410" y="821"/>
                  <a:pt x="407" y="823"/>
                  <a:pt x="404" y="827"/>
                </a:cubicBezTo>
                <a:lnTo>
                  <a:pt x="342" y="915"/>
                </a:lnTo>
                <a:cubicBezTo>
                  <a:pt x="337" y="923"/>
                  <a:pt x="336" y="928"/>
                  <a:pt x="339" y="930"/>
                </a:cubicBezTo>
                <a:cubicBezTo>
                  <a:pt x="341" y="932"/>
                  <a:pt x="349" y="934"/>
                  <a:pt x="360" y="934"/>
                </a:cubicBezTo>
                <a:cubicBezTo>
                  <a:pt x="361" y="936"/>
                  <a:pt x="362" y="939"/>
                  <a:pt x="362" y="942"/>
                </a:cubicBezTo>
                <a:cubicBezTo>
                  <a:pt x="362" y="946"/>
                  <a:pt x="361" y="949"/>
                  <a:pt x="360" y="950"/>
                </a:cubicBezTo>
                <a:cubicBezTo>
                  <a:pt x="335" y="949"/>
                  <a:pt x="319" y="949"/>
                  <a:pt x="311" y="949"/>
                </a:cubicBezTo>
                <a:cubicBezTo>
                  <a:pt x="302" y="949"/>
                  <a:pt x="287" y="949"/>
                  <a:pt x="268" y="950"/>
                </a:cubicBezTo>
                <a:cubicBezTo>
                  <a:pt x="267" y="949"/>
                  <a:pt x="266" y="946"/>
                  <a:pt x="266" y="942"/>
                </a:cubicBezTo>
                <a:cubicBezTo>
                  <a:pt x="266" y="939"/>
                  <a:pt x="267" y="936"/>
                  <a:pt x="268" y="934"/>
                </a:cubicBezTo>
                <a:cubicBezTo>
                  <a:pt x="280" y="934"/>
                  <a:pt x="289" y="931"/>
                  <a:pt x="297" y="927"/>
                </a:cubicBezTo>
                <a:cubicBezTo>
                  <a:pt x="305" y="923"/>
                  <a:pt x="313" y="916"/>
                  <a:pt x="321" y="905"/>
                </a:cubicBezTo>
                <a:lnTo>
                  <a:pt x="391" y="812"/>
                </a:lnTo>
                <a:cubicBezTo>
                  <a:pt x="393" y="808"/>
                  <a:pt x="395" y="804"/>
                  <a:pt x="395" y="801"/>
                </a:cubicBezTo>
                <a:cubicBezTo>
                  <a:pt x="395" y="798"/>
                  <a:pt x="393" y="793"/>
                  <a:pt x="389" y="787"/>
                </a:cubicBezTo>
                <a:lnTo>
                  <a:pt x="321" y="691"/>
                </a:lnTo>
                <a:cubicBezTo>
                  <a:pt x="315" y="682"/>
                  <a:pt x="309" y="675"/>
                  <a:pt x="304" y="671"/>
                </a:cubicBezTo>
                <a:cubicBezTo>
                  <a:pt x="299" y="666"/>
                  <a:pt x="295" y="663"/>
                  <a:pt x="291" y="662"/>
                </a:cubicBezTo>
                <a:cubicBezTo>
                  <a:pt x="287" y="661"/>
                  <a:pt x="281" y="660"/>
                  <a:pt x="274" y="659"/>
                </a:cubicBezTo>
                <a:cubicBezTo>
                  <a:pt x="272" y="658"/>
                  <a:pt x="271" y="656"/>
                  <a:pt x="271" y="652"/>
                </a:cubicBezTo>
                <a:cubicBezTo>
                  <a:pt x="271" y="648"/>
                  <a:pt x="272" y="646"/>
                  <a:pt x="273" y="644"/>
                </a:cubicBezTo>
                <a:cubicBezTo>
                  <a:pt x="292" y="644"/>
                  <a:pt x="308" y="644"/>
                  <a:pt x="321" y="644"/>
                </a:cubicBezTo>
                <a:cubicBezTo>
                  <a:pt x="332" y="644"/>
                  <a:pt x="350" y="644"/>
                  <a:pt x="375" y="644"/>
                </a:cubicBezTo>
                <a:cubicBezTo>
                  <a:pt x="376" y="646"/>
                  <a:pt x="377" y="648"/>
                  <a:pt x="377" y="652"/>
                </a:cubicBezTo>
                <a:cubicBezTo>
                  <a:pt x="377" y="656"/>
                  <a:pt x="376" y="658"/>
                  <a:pt x="375" y="659"/>
                </a:cubicBezTo>
                <a:cubicBezTo>
                  <a:pt x="370" y="660"/>
                  <a:pt x="367" y="660"/>
                  <a:pt x="364" y="660"/>
                </a:cubicBezTo>
                <a:cubicBezTo>
                  <a:pt x="361" y="661"/>
                  <a:pt x="359" y="662"/>
                  <a:pt x="357" y="663"/>
                </a:cubicBezTo>
                <a:cubicBezTo>
                  <a:pt x="356" y="664"/>
                  <a:pt x="355" y="665"/>
                  <a:pt x="355" y="666"/>
                </a:cubicBezTo>
                <a:cubicBezTo>
                  <a:pt x="354" y="667"/>
                  <a:pt x="354" y="668"/>
                  <a:pt x="355" y="670"/>
                </a:cubicBezTo>
                <a:cubicBezTo>
                  <a:pt x="356" y="672"/>
                  <a:pt x="357" y="674"/>
                  <a:pt x="358" y="676"/>
                </a:cubicBezTo>
                <a:cubicBezTo>
                  <a:pt x="359" y="679"/>
                  <a:pt x="361" y="681"/>
                  <a:pt x="364" y="685"/>
                </a:cubicBezTo>
                <a:lnTo>
                  <a:pt x="416" y="762"/>
                </a:lnTo>
                <a:cubicBezTo>
                  <a:pt x="418" y="766"/>
                  <a:pt x="420" y="768"/>
                  <a:pt x="421" y="768"/>
                </a:cubicBezTo>
                <a:cubicBezTo>
                  <a:pt x="424" y="768"/>
                  <a:pt x="426" y="766"/>
                  <a:pt x="429" y="762"/>
                </a:cubicBezTo>
                <a:lnTo>
                  <a:pt x="487" y="679"/>
                </a:lnTo>
                <a:cubicBezTo>
                  <a:pt x="492" y="672"/>
                  <a:pt x="493" y="667"/>
                  <a:pt x="490" y="664"/>
                </a:cubicBezTo>
                <a:cubicBezTo>
                  <a:pt x="487" y="662"/>
                  <a:pt x="480" y="660"/>
                  <a:pt x="469" y="659"/>
                </a:cubicBezTo>
                <a:cubicBezTo>
                  <a:pt x="467" y="658"/>
                  <a:pt x="467" y="656"/>
                  <a:pt x="467" y="652"/>
                </a:cubicBezTo>
                <a:cubicBezTo>
                  <a:pt x="467" y="648"/>
                  <a:pt x="467" y="646"/>
                  <a:pt x="469" y="644"/>
                </a:cubicBezTo>
                <a:cubicBezTo>
                  <a:pt x="494" y="644"/>
                  <a:pt x="510" y="644"/>
                  <a:pt x="518" y="644"/>
                </a:cubicBezTo>
                <a:cubicBezTo>
                  <a:pt x="527" y="644"/>
                  <a:pt x="542" y="644"/>
                  <a:pt x="560" y="644"/>
                </a:cubicBezTo>
                <a:cubicBezTo>
                  <a:pt x="562" y="646"/>
                  <a:pt x="563" y="648"/>
                  <a:pt x="563" y="652"/>
                </a:cubicBezTo>
                <a:cubicBezTo>
                  <a:pt x="563" y="656"/>
                  <a:pt x="562" y="658"/>
                  <a:pt x="560" y="659"/>
                </a:cubicBezTo>
                <a:cubicBezTo>
                  <a:pt x="549" y="660"/>
                  <a:pt x="539" y="663"/>
                  <a:pt x="532" y="667"/>
                </a:cubicBezTo>
                <a:cubicBezTo>
                  <a:pt x="524" y="671"/>
                  <a:pt x="516" y="679"/>
                  <a:pt x="508" y="689"/>
                </a:cubicBezTo>
                <a:lnTo>
                  <a:pt x="443" y="772"/>
                </a:lnTo>
                <a:cubicBezTo>
                  <a:pt x="440" y="776"/>
                  <a:pt x="439" y="781"/>
                  <a:pt x="439" y="786"/>
                </a:cubicBezTo>
                <a:cubicBezTo>
                  <a:pt x="439" y="790"/>
                  <a:pt x="442" y="795"/>
                  <a:pt x="446" y="802"/>
                </a:cubicBezTo>
                <a:lnTo>
                  <a:pt x="519" y="901"/>
                </a:lnTo>
                <a:moveTo>
                  <a:pt x="590" y="844"/>
                </a:moveTo>
                <a:cubicBezTo>
                  <a:pt x="586" y="844"/>
                  <a:pt x="584" y="841"/>
                  <a:pt x="584" y="835"/>
                </a:cubicBezTo>
                <a:cubicBezTo>
                  <a:pt x="584" y="831"/>
                  <a:pt x="585" y="826"/>
                  <a:pt x="587" y="822"/>
                </a:cubicBezTo>
                <a:cubicBezTo>
                  <a:pt x="590" y="818"/>
                  <a:pt x="592" y="815"/>
                  <a:pt x="595" y="815"/>
                </a:cubicBezTo>
                <a:lnTo>
                  <a:pt x="699" y="815"/>
                </a:lnTo>
                <a:cubicBezTo>
                  <a:pt x="703" y="815"/>
                  <a:pt x="705" y="818"/>
                  <a:pt x="705" y="825"/>
                </a:cubicBezTo>
                <a:cubicBezTo>
                  <a:pt x="705" y="828"/>
                  <a:pt x="703" y="832"/>
                  <a:pt x="701" y="837"/>
                </a:cubicBezTo>
                <a:cubicBezTo>
                  <a:pt x="698" y="841"/>
                  <a:pt x="695" y="844"/>
                  <a:pt x="692" y="844"/>
                </a:cubicBezTo>
                <a:lnTo>
                  <a:pt x="590" y="844"/>
                </a:lnTo>
                <a:moveTo>
                  <a:pt x="886" y="891"/>
                </a:moveTo>
                <a:lnTo>
                  <a:pt x="886" y="801"/>
                </a:lnTo>
                <a:cubicBezTo>
                  <a:pt x="886" y="794"/>
                  <a:pt x="886" y="789"/>
                  <a:pt x="885" y="786"/>
                </a:cubicBezTo>
                <a:cubicBezTo>
                  <a:pt x="884" y="783"/>
                  <a:pt x="882" y="779"/>
                  <a:pt x="878" y="776"/>
                </a:cubicBezTo>
                <a:cubicBezTo>
                  <a:pt x="869" y="764"/>
                  <a:pt x="856" y="758"/>
                  <a:pt x="840" y="758"/>
                </a:cubicBezTo>
                <a:cubicBezTo>
                  <a:pt x="821" y="758"/>
                  <a:pt x="807" y="766"/>
                  <a:pt x="796" y="782"/>
                </a:cubicBezTo>
                <a:cubicBezTo>
                  <a:pt x="787" y="795"/>
                  <a:pt x="783" y="816"/>
                  <a:pt x="783" y="845"/>
                </a:cubicBezTo>
                <a:cubicBezTo>
                  <a:pt x="783" y="872"/>
                  <a:pt x="788" y="894"/>
                  <a:pt x="798" y="909"/>
                </a:cubicBezTo>
                <a:cubicBezTo>
                  <a:pt x="809" y="924"/>
                  <a:pt x="821" y="931"/>
                  <a:pt x="835" y="931"/>
                </a:cubicBezTo>
                <a:cubicBezTo>
                  <a:pt x="847" y="931"/>
                  <a:pt x="862" y="924"/>
                  <a:pt x="879" y="909"/>
                </a:cubicBezTo>
                <a:cubicBezTo>
                  <a:pt x="884" y="905"/>
                  <a:pt x="886" y="899"/>
                  <a:pt x="886" y="891"/>
                </a:cubicBezTo>
                <a:moveTo>
                  <a:pt x="881" y="925"/>
                </a:moveTo>
                <a:cubicBezTo>
                  <a:pt x="858" y="944"/>
                  <a:pt x="839" y="954"/>
                  <a:pt x="823" y="954"/>
                </a:cubicBezTo>
                <a:cubicBezTo>
                  <a:pt x="798" y="954"/>
                  <a:pt x="778" y="945"/>
                  <a:pt x="764" y="926"/>
                </a:cubicBezTo>
                <a:cubicBezTo>
                  <a:pt x="749" y="908"/>
                  <a:pt x="742" y="883"/>
                  <a:pt x="742" y="853"/>
                </a:cubicBezTo>
                <a:cubicBezTo>
                  <a:pt x="742" y="820"/>
                  <a:pt x="753" y="792"/>
                  <a:pt x="775" y="770"/>
                </a:cubicBezTo>
                <a:cubicBezTo>
                  <a:pt x="794" y="751"/>
                  <a:pt x="818" y="742"/>
                  <a:pt x="845" y="742"/>
                </a:cubicBezTo>
                <a:cubicBezTo>
                  <a:pt x="850" y="742"/>
                  <a:pt x="855" y="743"/>
                  <a:pt x="861" y="744"/>
                </a:cubicBezTo>
                <a:cubicBezTo>
                  <a:pt x="867" y="746"/>
                  <a:pt x="872" y="747"/>
                  <a:pt x="876" y="748"/>
                </a:cubicBezTo>
                <a:cubicBezTo>
                  <a:pt x="880" y="749"/>
                  <a:pt x="882" y="750"/>
                  <a:pt x="882" y="750"/>
                </a:cubicBezTo>
                <a:cubicBezTo>
                  <a:pt x="885" y="750"/>
                  <a:pt x="886" y="748"/>
                  <a:pt x="886" y="746"/>
                </a:cubicBezTo>
                <a:lnTo>
                  <a:pt x="886" y="686"/>
                </a:lnTo>
                <a:cubicBezTo>
                  <a:pt x="886" y="675"/>
                  <a:pt x="886" y="668"/>
                  <a:pt x="886" y="663"/>
                </a:cubicBezTo>
                <a:cubicBezTo>
                  <a:pt x="885" y="658"/>
                  <a:pt x="883" y="654"/>
                  <a:pt x="879" y="652"/>
                </a:cubicBezTo>
                <a:cubicBezTo>
                  <a:pt x="876" y="649"/>
                  <a:pt x="874" y="648"/>
                  <a:pt x="872" y="648"/>
                </a:cubicBezTo>
                <a:cubicBezTo>
                  <a:pt x="870" y="648"/>
                  <a:pt x="865" y="647"/>
                  <a:pt x="856" y="646"/>
                </a:cubicBezTo>
                <a:cubicBezTo>
                  <a:pt x="853" y="643"/>
                  <a:pt x="851" y="638"/>
                  <a:pt x="853" y="632"/>
                </a:cubicBezTo>
                <a:cubicBezTo>
                  <a:pt x="881" y="630"/>
                  <a:pt x="903" y="626"/>
                  <a:pt x="919" y="619"/>
                </a:cubicBezTo>
                <a:cubicBezTo>
                  <a:pt x="923" y="619"/>
                  <a:pt x="925" y="621"/>
                  <a:pt x="925" y="624"/>
                </a:cubicBezTo>
                <a:cubicBezTo>
                  <a:pt x="924" y="637"/>
                  <a:pt x="924" y="654"/>
                  <a:pt x="924" y="674"/>
                </a:cubicBezTo>
                <a:lnTo>
                  <a:pt x="924" y="888"/>
                </a:lnTo>
                <a:cubicBezTo>
                  <a:pt x="924" y="900"/>
                  <a:pt x="926" y="909"/>
                  <a:pt x="930" y="913"/>
                </a:cubicBezTo>
                <a:cubicBezTo>
                  <a:pt x="934" y="918"/>
                  <a:pt x="944" y="921"/>
                  <a:pt x="958" y="922"/>
                </a:cubicBezTo>
                <a:cubicBezTo>
                  <a:pt x="959" y="924"/>
                  <a:pt x="960" y="926"/>
                  <a:pt x="960" y="929"/>
                </a:cubicBezTo>
                <a:cubicBezTo>
                  <a:pt x="960" y="932"/>
                  <a:pt x="959" y="934"/>
                  <a:pt x="958" y="935"/>
                </a:cubicBezTo>
                <a:cubicBezTo>
                  <a:pt x="932" y="938"/>
                  <a:pt x="913" y="945"/>
                  <a:pt x="901" y="954"/>
                </a:cubicBezTo>
                <a:cubicBezTo>
                  <a:pt x="897" y="955"/>
                  <a:pt x="894" y="955"/>
                  <a:pt x="892" y="954"/>
                </a:cubicBezTo>
                <a:cubicBezTo>
                  <a:pt x="888" y="943"/>
                  <a:pt x="887" y="933"/>
                  <a:pt x="887" y="926"/>
                </a:cubicBezTo>
                <a:cubicBezTo>
                  <a:pt x="887" y="925"/>
                  <a:pt x="887" y="925"/>
                  <a:pt x="886" y="924"/>
                </a:cubicBezTo>
                <a:cubicBezTo>
                  <a:pt x="886" y="924"/>
                  <a:pt x="885" y="924"/>
                  <a:pt x="884" y="924"/>
                </a:cubicBezTo>
                <a:lnTo>
                  <a:pt x="883" y="924"/>
                </a:lnTo>
                <a:cubicBezTo>
                  <a:pt x="882" y="924"/>
                  <a:pt x="882" y="925"/>
                  <a:pt x="881" y="925"/>
                </a:cubicBezTo>
                <a:moveTo>
                  <a:pt x="1005" y="667"/>
                </a:moveTo>
                <a:cubicBezTo>
                  <a:pt x="1005" y="661"/>
                  <a:pt x="1007" y="656"/>
                  <a:pt x="1013" y="651"/>
                </a:cubicBezTo>
                <a:cubicBezTo>
                  <a:pt x="1018" y="646"/>
                  <a:pt x="1023" y="644"/>
                  <a:pt x="1029" y="644"/>
                </a:cubicBezTo>
                <a:cubicBezTo>
                  <a:pt x="1035" y="644"/>
                  <a:pt x="1040" y="647"/>
                  <a:pt x="1045" y="652"/>
                </a:cubicBezTo>
                <a:cubicBezTo>
                  <a:pt x="1050" y="657"/>
                  <a:pt x="1052" y="662"/>
                  <a:pt x="1052" y="668"/>
                </a:cubicBezTo>
                <a:cubicBezTo>
                  <a:pt x="1052" y="674"/>
                  <a:pt x="1049" y="679"/>
                  <a:pt x="1044" y="684"/>
                </a:cubicBezTo>
                <a:cubicBezTo>
                  <a:pt x="1040" y="689"/>
                  <a:pt x="1034" y="691"/>
                  <a:pt x="1027" y="691"/>
                </a:cubicBezTo>
                <a:cubicBezTo>
                  <a:pt x="1021" y="691"/>
                  <a:pt x="1016" y="688"/>
                  <a:pt x="1011" y="683"/>
                </a:cubicBezTo>
                <a:cubicBezTo>
                  <a:pt x="1007" y="678"/>
                  <a:pt x="1005" y="672"/>
                  <a:pt x="1005" y="667"/>
                </a:cubicBezTo>
                <a:moveTo>
                  <a:pt x="1048" y="891"/>
                </a:moveTo>
                <a:cubicBezTo>
                  <a:pt x="1048" y="910"/>
                  <a:pt x="1049" y="922"/>
                  <a:pt x="1053" y="926"/>
                </a:cubicBezTo>
                <a:cubicBezTo>
                  <a:pt x="1057" y="931"/>
                  <a:pt x="1067" y="934"/>
                  <a:pt x="1082" y="934"/>
                </a:cubicBezTo>
                <a:cubicBezTo>
                  <a:pt x="1083" y="936"/>
                  <a:pt x="1084" y="939"/>
                  <a:pt x="1084" y="942"/>
                </a:cubicBezTo>
                <a:cubicBezTo>
                  <a:pt x="1084" y="946"/>
                  <a:pt x="1083" y="949"/>
                  <a:pt x="1082" y="950"/>
                </a:cubicBezTo>
                <a:cubicBezTo>
                  <a:pt x="1054" y="949"/>
                  <a:pt x="1037" y="949"/>
                  <a:pt x="1029" y="949"/>
                </a:cubicBezTo>
                <a:cubicBezTo>
                  <a:pt x="1021" y="949"/>
                  <a:pt x="1003" y="949"/>
                  <a:pt x="976" y="950"/>
                </a:cubicBezTo>
                <a:cubicBezTo>
                  <a:pt x="975" y="949"/>
                  <a:pt x="975" y="946"/>
                  <a:pt x="975" y="942"/>
                </a:cubicBezTo>
                <a:cubicBezTo>
                  <a:pt x="975" y="939"/>
                  <a:pt x="975" y="936"/>
                  <a:pt x="976" y="934"/>
                </a:cubicBezTo>
                <a:cubicBezTo>
                  <a:pt x="991" y="933"/>
                  <a:pt x="1001" y="930"/>
                  <a:pt x="1005" y="926"/>
                </a:cubicBezTo>
                <a:cubicBezTo>
                  <a:pt x="1008" y="922"/>
                  <a:pt x="1010" y="910"/>
                  <a:pt x="1010" y="891"/>
                </a:cubicBezTo>
                <a:lnTo>
                  <a:pt x="1010" y="800"/>
                </a:lnTo>
                <a:cubicBezTo>
                  <a:pt x="1010" y="786"/>
                  <a:pt x="1008" y="778"/>
                  <a:pt x="1005" y="775"/>
                </a:cubicBezTo>
                <a:cubicBezTo>
                  <a:pt x="1001" y="771"/>
                  <a:pt x="993" y="769"/>
                  <a:pt x="980" y="768"/>
                </a:cubicBezTo>
                <a:cubicBezTo>
                  <a:pt x="978" y="762"/>
                  <a:pt x="978" y="758"/>
                  <a:pt x="979" y="754"/>
                </a:cubicBezTo>
                <a:cubicBezTo>
                  <a:pt x="1008" y="750"/>
                  <a:pt x="1029" y="746"/>
                  <a:pt x="1043" y="741"/>
                </a:cubicBezTo>
                <a:cubicBezTo>
                  <a:pt x="1047" y="741"/>
                  <a:pt x="1049" y="742"/>
                  <a:pt x="1049" y="744"/>
                </a:cubicBezTo>
                <a:lnTo>
                  <a:pt x="1049" y="747"/>
                </a:lnTo>
                <a:cubicBezTo>
                  <a:pt x="1049" y="749"/>
                  <a:pt x="1049" y="752"/>
                  <a:pt x="1049" y="756"/>
                </a:cubicBezTo>
                <a:cubicBezTo>
                  <a:pt x="1049" y="760"/>
                  <a:pt x="1048" y="764"/>
                  <a:pt x="1048" y="768"/>
                </a:cubicBezTo>
                <a:cubicBezTo>
                  <a:pt x="1048" y="772"/>
                  <a:pt x="1048" y="777"/>
                  <a:pt x="1048" y="783"/>
                </a:cubicBezTo>
                <a:lnTo>
                  <a:pt x="1048" y="798"/>
                </a:lnTo>
                <a:lnTo>
                  <a:pt x="1048" y="891"/>
                </a:lnTo>
                <a:moveTo>
                  <a:pt x="1228" y="839"/>
                </a:moveTo>
                <a:lnTo>
                  <a:pt x="1190" y="849"/>
                </a:lnTo>
                <a:cubicBezTo>
                  <a:pt x="1161" y="856"/>
                  <a:pt x="1146" y="874"/>
                  <a:pt x="1146" y="901"/>
                </a:cubicBezTo>
                <a:cubicBezTo>
                  <a:pt x="1146" y="909"/>
                  <a:pt x="1149" y="917"/>
                  <a:pt x="1155" y="924"/>
                </a:cubicBezTo>
                <a:cubicBezTo>
                  <a:pt x="1161" y="931"/>
                  <a:pt x="1169" y="934"/>
                  <a:pt x="1180" y="934"/>
                </a:cubicBezTo>
                <a:cubicBezTo>
                  <a:pt x="1191" y="934"/>
                  <a:pt x="1205" y="928"/>
                  <a:pt x="1221" y="914"/>
                </a:cubicBezTo>
                <a:cubicBezTo>
                  <a:pt x="1225" y="911"/>
                  <a:pt x="1228" y="907"/>
                  <a:pt x="1228" y="902"/>
                </a:cubicBezTo>
                <a:lnTo>
                  <a:pt x="1228" y="839"/>
                </a:lnTo>
                <a:moveTo>
                  <a:pt x="1227" y="926"/>
                </a:moveTo>
                <a:lnTo>
                  <a:pt x="1217" y="934"/>
                </a:lnTo>
                <a:cubicBezTo>
                  <a:pt x="1207" y="942"/>
                  <a:pt x="1199" y="947"/>
                  <a:pt x="1192" y="950"/>
                </a:cubicBezTo>
                <a:cubicBezTo>
                  <a:pt x="1186" y="952"/>
                  <a:pt x="1177" y="954"/>
                  <a:pt x="1167" y="954"/>
                </a:cubicBezTo>
                <a:cubicBezTo>
                  <a:pt x="1148" y="954"/>
                  <a:pt x="1134" y="950"/>
                  <a:pt x="1123" y="942"/>
                </a:cubicBezTo>
                <a:cubicBezTo>
                  <a:pt x="1112" y="934"/>
                  <a:pt x="1107" y="921"/>
                  <a:pt x="1107" y="902"/>
                </a:cubicBezTo>
                <a:cubicBezTo>
                  <a:pt x="1107" y="887"/>
                  <a:pt x="1114" y="873"/>
                  <a:pt x="1129" y="861"/>
                </a:cubicBezTo>
                <a:cubicBezTo>
                  <a:pt x="1143" y="849"/>
                  <a:pt x="1162" y="840"/>
                  <a:pt x="1185" y="834"/>
                </a:cubicBezTo>
                <a:lnTo>
                  <a:pt x="1225" y="825"/>
                </a:lnTo>
                <a:cubicBezTo>
                  <a:pt x="1227" y="824"/>
                  <a:pt x="1228" y="822"/>
                  <a:pt x="1228" y="819"/>
                </a:cubicBezTo>
                <a:cubicBezTo>
                  <a:pt x="1228" y="778"/>
                  <a:pt x="1215" y="758"/>
                  <a:pt x="1190" y="758"/>
                </a:cubicBezTo>
                <a:cubicBezTo>
                  <a:pt x="1179" y="758"/>
                  <a:pt x="1170" y="760"/>
                  <a:pt x="1162" y="763"/>
                </a:cubicBezTo>
                <a:cubicBezTo>
                  <a:pt x="1154" y="766"/>
                  <a:pt x="1151" y="771"/>
                  <a:pt x="1151" y="777"/>
                </a:cubicBezTo>
                <a:cubicBezTo>
                  <a:pt x="1151" y="782"/>
                  <a:pt x="1151" y="785"/>
                  <a:pt x="1152" y="787"/>
                </a:cubicBezTo>
                <a:cubicBezTo>
                  <a:pt x="1153" y="788"/>
                  <a:pt x="1153" y="791"/>
                  <a:pt x="1153" y="795"/>
                </a:cubicBezTo>
                <a:cubicBezTo>
                  <a:pt x="1153" y="799"/>
                  <a:pt x="1151" y="802"/>
                  <a:pt x="1147" y="806"/>
                </a:cubicBezTo>
                <a:cubicBezTo>
                  <a:pt x="1143" y="809"/>
                  <a:pt x="1138" y="811"/>
                  <a:pt x="1132" y="811"/>
                </a:cubicBezTo>
                <a:cubicBezTo>
                  <a:pt x="1121" y="811"/>
                  <a:pt x="1116" y="805"/>
                  <a:pt x="1116" y="794"/>
                </a:cubicBezTo>
                <a:cubicBezTo>
                  <a:pt x="1116" y="781"/>
                  <a:pt x="1124" y="769"/>
                  <a:pt x="1140" y="758"/>
                </a:cubicBezTo>
                <a:cubicBezTo>
                  <a:pt x="1156" y="747"/>
                  <a:pt x="1174" y="742"/>
                  <a:pt x="1193" y="742"/>
                </a:cubicBezTo>
                <a:cubicBezTo>
                  <a:pt x="1241" y="742"/>
                  <a:pt x="1265" y="769"/>
                  <a:pt x="1265" y="822"/>
                </a:cubicBezTo>
                <a:lnTo>
                  <a:pt x="1265" y="892"/>
                </a:lnTo>
                <a:cubicBezTo>
                  <a:pt x="1265" y="901"/>
                  <a:pt x="1265" y="908"/>
                  <a:pt x="1265" y="913"/>
                </a:cubicBezTo>
                <a:cubicBezTo>
                  <a:pt x="1266" y="917"/>
                  <a:pt x="1268" y="922"/>
                  <a:pt x="1271" y="926"/>
                </a:cubicBezTo>
                <a:cubicBezTo>
                  <a:pt x="1273" y="930"/>
                  <a:pt x="1278" y="932"/>
                  <a:pt x="1284" y="932"/>
                </a:cubicBezTo>
                <a:cubicBezTo>
                  <a:pt x="1288" y="932"/>
                  <a:pt x="1291" y="931"/>
                  <a:pt x="1293" y="928"/>
                </a:cubicBezTo>
                <a:cubicBezTo>
                  <a:pt x="1296" y="926"/>
                  <a:pt x="1298" y="924"/>
                  <a:pt x="1298" y="924"/>
                </a:cubicBezTo>
                <a:cubicBezTo>
                  <a:pt x="1299" y="924"/>
                  <a:pt x="1300" y="926"/>
                  <a:pt x="1302" y="928"/>
                </a:cubicBezTo>
                <a:cubicBezTo>
                  <a:pt x="1303" y="929"/>
                  <a:pt x="1304" y="931"/>
                  <a:pt x="1304" y="932"/>
                </a:cubicBezTo>
                <a:cubicBezTo>
                  <a:pt x="1304" y="933"/>
                  <a:pt x="1303" y="935"/>
                  <a:pt x="1299" y="939"/>
                </a:cubicBezTo>
                <a:cubicBezTo>
                  <a:pt x="1296" y="942"/>
                  <a:pt x="1291" y="945"/>
                  <a:pt x="1285" y="949"/>
                </a:cubicBezTo>
                <a:cubicBezTo>
                  <a:pt x="1278" y="952"/>
                  <a:pt x="1271" y="954"/>
                  <a:pt x="1265" y="954"/>
                </a:cubicBezTo>
                <a:cubicBezTo>
                  <a:pt x="1245" y="954"/>
                  <a:pt x="1233" y="945"/>
                  <a:pt x="1228" y="926"/>
                </a:cubicBezTo>
                <a:lnTo>
                  <a:pt x="1227" y="926"/>
                </a:lnTo>
                <a:moveTo>
                  <a:pt x="1455" y="817"/>
                </a:moveTo>
                <a:cubicBezTo>
                  <a:pt x="1455" y="798"/>
                  <a:pt x="1451" y="783"/>
                  <a:pt x="1444" y="773"/>
                </a:cubicBezTo>
                <a:cubicBezTo>
                  <a:pt x="1436" y="762"/>
                  <a:pt x="1425" y="757"/>
                  <a:pt x="1410" y="757"/>
                </a:cubicBezTo>
                <a:cubicBezTo>
                  <a:pt x="1384" y="757"/>
                  <a:pt x="1372" y="773"/>
                  <a:pt x="1372" y="807"/>
                </a:cubicBezTo>
                <a:cubicBezTo>
                  <a:pt x="1372" y="815"/>
                  <a:pt x="1372" y="823"/>
                  <a:pt x="1373" y="830"/>
                </a:cubicBezTo>
                <a:cubicBezTo>
                  <a:pt x="1374" y="836"/>
                  <a:pt x="1376" y="843"/>
                  <a:pt x="1379" y="850"/>
                </a:cubicBezTo>
                <a:cubicBezTo>
                  <a:pt x="1382" y="856"/>
                  <a:pt x="1387" y="861"/>
                  <a:pt x="1393" y="865"/>
                </a:cubicBezTo>
                <a:cubicBezTo>
                  <a:pt x="1399" y="868"/>
                  <a:pt x="1407" y="870"/>
                  <a:pt x="1416" y="870"/>
                </a:cubicBezTo>
                <a:cubicBezTo>
                  <a:pt x="1442" y="870"/>
                  <a:pt x="1455" y="852"/>
                  <a:pt x="1455" y="817"/>
                </a:cubicBezTo>
                <a:moveTo>
                  <a:pt x="1367" y="954"/>
                </a:moveTo>
                <a:cubicBezTo>
                  <a:pt x="1358" y="965"/>
                  <a:pt x="1353" y="980"/>
                  <a:pt x="1353" y="998"/>
                </a:cubicBezTo>
                <a:cubicBezTo>
                  <a:pt x="1353" y="1012"/>
                  <a:pt x="1359" y="1023"/>
                  <a:pt x="1373" y="1032"/>
                </a:cubicBezTo>
                <a:cubicBezTo>
                  <a:pt x="1386" y="1040"/>
                  <a:pt x="1398" y="1044"/>
                  <a:pt x="1409" y="1044"/>
                </a:cubicBezTo>
                <a:cubicBezTo>
                  <a:pt x="1424" y="1044"/>
                  <a:pt x="1438" y="1042"/>
                  <a:pt x="1452" y="1038"/>
                </a:cubicBezTo>
                <a:cubicBezTo>
                  <a:pt x="1466" y="1034"/>
                  <a:pt x="1478" y="1028"/>
                  <a:pt x="1487" y="1020"/>
                </a:cubicBezTo>
                <a:cubicBezTo>
                  <a:pt x="1497" y="1012"/>
                  <a:pt x="1502" y="1002"/>
                  <a:pt x="1502" y="992"/>
                </a:cubicBezTo>
                <a:cubicBezTo>
                  <a:pt x="1502" y="986"/>
                  <a:pt x="1500" y="981"/>
                  <a:pt x="1496" y="977"/>
                </a:cubicBezTo>
                <a:cubicBezTo>
                  <a:pt x="1493" y="972"/>
                  <a:pt x="1487" y="968"/>
                  <a:pt x="1478" y="962"/>
                </a:cubicBezTo>
                <a:cubicBezTo>
                  <a:pt x="1468" y="957"/>
                  <a:pt x="1449" y="955"/>
                  <a:pt x="1420" y="955"/>
                </a:cubicBezTo>
                <a:cubicBezTo>
                  <a:pt x="1419" y="955"/>
                  <a:pt x="1414" y="955"/>
                  <a:pt x="1406" y="955"/>
                </a:cubicBezTo>
                <a:cubicBezTo>
                  <a:pt x="1398" y="956"/>
                  <a:pt x="1392" y="956"/>
                  <a:pt x="1386" y="956"/>
                </a:cubicBezTo>
                <a:cubicBezTo>
                  <a:pt x="1379" y="956"/>
                  <a:pt x="1373" y="955"/>
                  <a:pt x="1367" y="954"/>
                </a:cubicBezTo>
                <a:moveTo>
                  <a:pt x="1514" y="766"/>
                </a:moveTo>
                <a:cubicBezTo>
                  <a:pt x="1508" y="766"/>
                  <a:pt x="1504" y="764"/>
                  <a:pt x="1501" y="758"/>
                </a:cubicBezTo>
                <a:cubicBezTo>
                  <a:pt x="1499" y="754"/>
                  <a:pt x="1496" y="752"/>
                  <a:pt x="1492" y="752"/>
                </a:cubicBezTo>
                <a:cubicBezTo>
                  <a:pt x="1489" y="752"/>
                  <a:pt x="1486" y="754"/>
                  <a:pt x="1482" y="756"/>
                </a:cubicBezTo>
                <a:cubicBezTo>
                  <a:pt x="1477" y="758"/>
                  <a:pt x="1475" y="761"/>
                  <a:pt x="1473" y="763"/>
                </a:cubicBezTo>
                <a:cubicBezTo>
                  <a:pt x="1486" y="777"/>
                  <a:pt x="1493" y="794"/>
                  <a:pt x="1493" y="812"/>
                </a:cubicBezTo>
                <a:cubicBezTo>
                  <a:pt x="1493" y="834"/>
                  <a:pt x="1485" y="852"/>
                  <a:pt x="1470" y="865"/>
                </a:cubicBezTo>
                <a:cubicBezTo>
                  <a:pt x="1454" y="878"/>
                  <a:pt x="1436" y="885"/>
                  <a:pt x="1414" y="885"/>
                </a:cubicBezTo>
                <a:cubicBezTo>
                  <a:pt x="1396" y="885"/>
                  <a:pt x="1382" y="881"/>
                  <a:pt x="1371" y="875"/>
                </a:cubicBezTo>
                <a:cubicBezTo>
                  <a:pt x="1365" y="883"/>
                  <a:pt x="1362" y="892"/>
                  <a:pt x="1362" y="902"/>
                </a:cubicBezTo>
                <a:cubicBezTo>
                  <a:pt x="1362" y="911"/>
                  <a:pt x="1365" y="918"/>
                  <a:pt x="1371" y="923"/>
                </a:cubicBezTo>
                <a:cubicBezTo>
                  <a:pt x="1377" y="927"/>
                  <a:pt x="1384" y="929"/>
                  <a:pt x="1392" y="929"/>
                </a:cubicBezTo>
                <a:lnTo>
                  <a:pt x="1406" y="928"/>
                </a:lnTo>
                <a:cubicBezTo>
                  <a:pt x="1419" y="927"/>
                  <a:pt x="1430" y="926"/>
                  <a:pt x="1438" y="926"/>
                </a:cubicBezTo>
                <a:cubicBezTo>
                  <a:pt x="1471" y="926"/>
                  <a:pt x="1494" y="931"/>
                  <a:pt x="1507" y="942"/>
                </a:cubicBezTo>
                <a:cubicBezTo>
                  <a:pt x="1521" y="953"/>
                  <a:pt x="1528" y="965"/>
                  <a:pt x="1528" y="980"/>
                </a:cubicBezTo>
                <a:cubicBezTo>
                  <a:pt x="1528" y="996"/>
                  <a:pt x="1521" y="1010"/>
                  <a:pt x="1507" y="1023"/>
                </a:cubicBezTo>
                <a:cubicBezTo>
                  <a:pt x="1494" y="1036"/>
                  <a:pt x="1478" y="1046"/>
                  <a:pt x="1458" y="1052"/>
                </a:cubicBezTo>
                <a:cubicBezTo>
                  <a:pt x="1438" y="1058"/>
                  <a:pt x="1417" y="1061"/>
                  <a:pt x="1395" y="1061"/>
                </a:cubicBezTo>
                <a:cubicBezTo>
                  <a:pt x="1374" y="1061"/>
                  <a:pt x="1356" y="1057"/>
                  <a:pt x="1342" y="1048"/>
                </a:cubicBezTo>
                <a:cubicBezTo>
                  <a:pt x="1328" y="1040"/>
                  <a:pt x="1320" y="1026"/>
                  <a:pt x="1320" y="1007"/>
                </a:cubicBezTo>
                <a:cubicBezTo>
                  <a:pt x="1320" y="985"/>
                  <a:pt x="1333" y="966"/>
                  <a:pt x="1358" y="950"/>
                </a:cubicBezTo>
                <a:cubicBezTo>
                  <a:pt x="1344" y="943"/>
                  <a:pt x="1337" y="931"/>
                  <a:pt x="1337" y="914"/>
                </a:cubicBezTo>
                <a:cubicBezTo>
                  <a:pt x="1337" y="905"/>
                  <a:pt x="1339" y="897"/>
                  <a:pt x="1343" y="888"/>
                </a:cubicBezTo>
                <a:cubicBezTo>
                  <a:pt x="1347" y="879"/>
                  <a:pt x="1352" y="872"/>
                  <a:pt x="1358" y="866"/>
                </a:cubicBezTo>
                <a:cubicBezTo>
                  <a:pt x="1341" y="851"/>
                  <a:pt x="1333" y="833"/>
                  <a:pt x="1333" y="814"/>
                </a:cubicBezTo>
                <a:cubicBezTo>
                  <a:pt x="1333" y="792"/>
                  <a:pt x="1341" y="775"/>
                  <a:pt x="1357" y="762"/>
                </a:cubicBezTo>
                <a:cubicBezTo>
                  <a:pt x="1373" y="749"/>
                  <a:pt x="1392" y="742"/>
                  <a:pt x="1414" y="742"/>
                </a:cubicBezTo>
                <a:cubicBezTo>
                  <a:pt x="1433" y="742"/>
                  <a:pt x="1450" y="746"/>
                  <a:pt x="1463" y="755"/>
                </a:cubicBezTo>
                <a:cubicBezTo>
                  <a:pt x="1468" y="747"/>
                  <a:pt x="1476" y="742"/>
                  <a:pt x="1485" y="738"/>
                </a:cubicBezTo>
                <a:cubicBezTo>
                  <a:pt x="1495" y="733"/>
                  <a:pt x="1503" y="731"/>
                  <a:pt x="1510" y="731"/>
                </a:cubicBezTo>
                <a:cubicBezTo>
                  <a:pt x="1517" y="731"/>
                  <a:pt x="1522" y="733"/>
                  <a:pt x="1526" y="736"/>
                </a:cubicBezTo>
                <a:cubicBezTo>
                  <a:pt x="1530" y="739"/>
                  <a:pt x="1532" y="743"/>
                  <a:pt x="1532" y="749"/>
                </a:cubicBezTo>
                <a:cubicBezTo>
                  <a:pt x="1532" y="754"/>
                  <a:pt x="1530" y="758"/>
                  <a:pt x="1526" y="762"/>
                </a:cubicBezTo>
                <a:cubicBezTo>
                  <a:pt x="1523" y="765"/>
                  <a:pt x="1519" y="766"/>
                  <a:pt x="1514" y="766"/>
                </a:cubicBezTo>
                <a:moveTo>
                  <a:pt x="1626" y="784"/>
                </a:moveTo>
                <a:cubicBezTo>
                  <a:pt x="1626" y="784"/>
                  <a:pt x="1627" y="783"/>
                  <a:pt x="1629" y="781"/>
                </a:cubicBezTo>
                <a:cubicBezTo>
                  <a:pt x="1635" y="771"/>
                  <a:pt x="1643" y="761"/>
                  <a:pt x="1652" y="754"/>
                </a:cubicBezTo>
                <a:cubicBezTo>
                  <a:pt x="1662" y="746"/>
                  <a:pt x="1671" y="742"/>
                  <a:pt x="1681" y="742"/>
                </a:cubicBezTo>
                <a:cubicBezTo>
                  <a:pt x="1690" y="742"/>
                  <a:pt x="1697" y="744"/>
                  <a:pt x="1702" y="749"/>
                </a:cubicBezTo>
                <a:cubicBezTo>
                  <a:pt x="1707" y="754"/>
                  <a:pt x="1709" y="759"/>
                  <a:pt x="1709" y="765"/>
                </a:cubicBezTo>
                <a:cubicBezTo>
                  <a:pt x="1709" y="771"/>
                  <a:pt x="1707" y="776"/>
                  <a:pt x="1702" y="781"/>
                </a:cubicBezTo>
                <a:cubicBezTo>
                  <a:pt x="1698" y="786"/>
                  <a:pt x="1693" y="788"/>
                  <a:pt x="1687" y="788"/>
                </a:cubicBezTo>
                <a:cubicBezTo>
                  <a:pt x="1685" y="788"/>
                  <a:pt x="1683" y="788"/>
                  <a:pt x="1680" y="787"/>
                </a:cubicBezTo>
                <a:cubicBezTo>
                  <a:pt x="1678" y="785"/>
                  <a:pt x="1677" y="784"/>
                  <a:pt x="1676" y="784"/>
                </a:cubicBezTo>
                <a:cubicBezTo>
                  <a:pt x="1675" y="782"/>
                  <a:pt x="1673" y="781"/>
                  <a:pt x="1671" y="779"/>
                </a:cubicBezTo>
                <a:cubicBezTo>
                  <a:pt x="1670" y="777"/>
                  <a:pt x="1668" y="775"/>
                  <a:pt x="1668" y="774"/>
                </a:cubicBezTo>
                <a:cubicBezTo>
                  <a:pt x="1666" y="772"/>
                  <a:pt x="1662" y="771"/>
                  <a:pt x="1658" y="771"/>
                </a:cubicBezTo>
                <a:cubicBezTo>
                  <a:pt x="1654" y="771"/>
                  <a:pt x="1647" y="779"/>
                  <a:pt x="1636" y="794"/>
                </a:cubicBezTo>
                <a:cubicBezTo>
                  <a:pt x="1629" y="805"/>
                  <a:pt x="1625" y="816"/>
                  <a:pt x="1625" y="826"/>
                </a:cubicBezTo>
                <a:lnTo>
                  <a:pt x="1625" y="891"/>
                </a:lnTo>
                <a:cubicBezTo>
                  <a:pt x="1625" y="910"/>
                  <a:pt x="1627" y="922"/>
                  <a:pt x="1631" y="926"/>
                </a:cubicBezTo>
                <a:cubicBezTo>
                  <a:pt x="1635" y="930"/>
                  <a:pt x="1646" y="933"/>
                  <a:pt x="1664" y="934"/>
                </a:cubicBezTo>
                <a:cubicBezTo>
                  <a:pt x="1665" y="936"/>
                  <a:pt x="1666" y="939"/>
                  <a:pt x="1666" y="942"/>
                </a:cubicBezTo>
                <a:cubicBezTo>
                  <a:pt x="1666" y="946"/>
                  <a:pt x="1665" y="949"/>
                  <a:pt x="1664" y="950"/>
                </a:cubicBezTo>
                <a:cubicBezTo>
                  <a:pt x="1637" y="949"/>
                  <a:pt x="1618" y="949"/>
                  <a:pt x="1607" y="949"/>
                </a:cubicBezTo>
                <a:cubicBezTo>
                  <a:pt x="1597" y="949"/>
                  <a:pt x="1579" y="949"/>
                  <a:pt x="1553" y="950"/>
                </a:cubicBezTo>
                <a:cubicBezTo>
                  <a:pt x="1552" y="949"/>
                  <a:pt x="1551" y="946"/>
                  <a:pt x="1551" y="942"/>
                </a:cubicBezTo>
                <a:cubicBezTo>
                  <a:pt x="1551" y="939"/>
                  <a:pt x="1552" y="936"/>
                  <a:pt x="1553" y="934"/>
                </a:cubicBezTo>
                <a:cubicBezTo>
                  <a:pt x="1568" y="934"/>
                  <a:pt x="1578" y="931"/>
                  <a:pt x="1582" y="926"/>
                </a:cubicBezTo>
                <a:cubicBezTo>
                  <a:pt x="1586" y="922"/>
                  <a:pt x="1588" y="910"/>
                  <a:pt x="1588" y="891"/>
                </a:cubicBezTo>
                <a:lnTo>
                  <a:pt x="1588" y="800"/>
                </a:lnTo>
                <a:cubicBezTo>
                  <a:pt x="1588" y="786"/>
                  <a:pt x="1586" y="778"/>
                  <a:pt x="1582" y="775"/>
                </a:cubicBezTo>
                <a:cubicBezTo>
                  <a:pt x="1579" y="771"/>
                  <a:pt x="1570" y="769"/>
                  <a:pt x="1557" y="768"/>
                </a:cubicBezTo>
                <a:cubicBezTo>
                  <a:pt x="1556" y="762"/>
                  <a:pt x="1555" y="758"/>
                  <a:pt x="1557" y="754"/>
                </a:cubicBezTo>
                <a:cubicBezTo>
                  <a:pt x="1581" y="751"/>
                  <a:pt x="1601" y="747"/>
                  <a:pt x="1615" y="741"/>
                </a:cubicBezTo>
                <a:cubicBezTo>
                  <a:pt x="1618" y="741"/>
                  <a:pt x="1620" y="742"/>
                  <a:pt x="1621" y="744"/>
                </a:cubicBezTo>
                <a:cubicBezTo>
                  <a:pt x="1624" y="750"/>
                  <a:pt x="1625" y="762"/>
                  <a:pt x="1625" y="780"/>
                </a:cubicBezTo>
                <a:cubicBezTo>
                  <a:pt x="1625" y="782"/>
                  <a:pt x="1625" y="783"/>
                  <a:pt x="1626" y="784"/>
                </a:cubicBezTo>
                <a:moveTo>
                  <a:pt x="1854" y="839"/>
                </a:moveTo>
                <a:lnTo>
                  <a:pt x="1816" y="849"/>
                </a:lnTo>
                <a:cubicBezTo>
                  <a:pt x="1786" y="856"/>
                  <a:pt x="1772" y="874"/>
                  <a:pt x="1772" y="901"/>
                </a:cubicBezTo>
                <a:cubicBezTo>
                  <a:pt x="1772" y="909"/>
                  <a:pt x="1775" y="917"/>
                  <a:pt x="1781" y="924"/>
                </a:cubicBezTo>
                <a:cubicBezTo>
                  <a:pt x="1786" y="931"/>
                  <a:pt x="1795" y="934"/>
                  <a:pt x="1806" y="934"/>
                </a:cubicBezTo>
                <a:cubicBezTo>
                  <a:pt x="1817" y="934"/>
                  <a:pt x="1831" y="928"/>
                  <a:pt x="1847" y="914"/>
                </a:cubicBezTo>
                <a:cubicBezTo>
                  <a:pt x="1851" y="911"/>
                  <a:pt x="1854" y="907"/>
                  <a:pt x="1854" y="902"/>
                </a:cubicBezTo>
                <a:lnTo>
                  <a:pt x="1854" y="839"/>
                </a:lnTo>
                <a:moveTo>
                  <a:pt x="1854" y="926"/>
                </a:moveTo>
                <a:lnTo>
                  <a:pt x="1853" y="926"/>
                </a:lnTo>
                <a:lnTo>
                  <a:pt x="1843" y="934"/>
                </a:lnTo>
                <a:cubicBezTo>
                  <a:pt x="1833" y="942"/>
                  <a:pt x="1825" y="947"/>
                  <a:pt x="1818" y="950"/>
                </a:cubicBezTo>
                <a:cubicBezTo>
                  <a:pt x="1812" y="952"/>
                  <a:pt x="1803" y="954"/>
                  <a:pt x="1792" y="954"/>
                </a:cubicBezTo>
                <a:cubicBezTo>
                  <a:pt x="1774" y="954"/>
                  <a:pt x="1760" y="950"/>
                  <a:pt x="1749" y="942"/>
                </a:cubicBezTo>
                <a:cubicBezTo>
                  <a:pt x="1738" y="934"/>
                  <a:pt x="1733" y="921"/>
                  <a:pt x="1733" y="902"/>
                </a:cubicBezTo>
                <a:cubicBezTo>
                  <a:pt x="1733" y="887"/>
                  <a:pt x="1740" y="873"/>
                  <a:pt x="1754" y="861"/>
                </a:cubicBezTo>
                <a:cubicBezTo>
                  <a:pt x="1769" y="849"/>
                  <a:pt x="1787" y="840"/>
                  <a:pt x="1811" y="834"/>
                </a:cubicBezTo>
                <a:lnTo>
                  <a:pt x="1851" y="825"/>
                </a:lnTo>
                <a:cubicBezTo>
                  <a:pt x="1853" y="824"/>
                  <a:pt x="1854" y="822"/>
                  <a:pt x="1854" y="819"/>
                </a:cubicBezTo>
                <a:cubicBezTo>
                  <a:pt x="1854" y="778"/>
                  <a:pt x="1841" y="758"/>
                  <a:pt x="1816" y="758"/>
                </a:cubicBezTo>
                <a:cubicBezTo>
                  <a:pt x="1805" y="758"/>
                  <a:pt x="1796" y="760"/>
                  <a:pt x="1788" y="763"/>
                </a:cubicBezTo>
                <a:cubicBezTo>
                  <a:pt x="1780" y="766"/>
                  <a:pt x="1776" y="771"/>
                  <a:pt x="1776" y="777"/>
                </a:cubicBezTo>
                <a:cubicBezTo>
                  <a:pt x="1776" y="782"/>
                  <a:pt x="1777" y="785"/>
                  <a:pt x="1778" y="787"/>
                </a:cubicBezTo>
                <a:cubicBezTo>
                  <a:pt x="1778" y="788"/>
                  <a:pt x="1779" y="791"/>
                  <a:pt x="1779" y="795"/>
                </a:cubicBezTo>
                <a:cubicBezTo>
                  <a:pt x="1779" y="799"/>
                  <a:pt x="1777" y="802"/>
                  <a:pt x="1773" y="806"/>
                </a:cubicBezTo>
                <a:cubicBezTo>
                  <a:pt x="1769" y="809"/>
                  <a:pt x="1764" y="811"/>
                  <a:pt x="1758" y="811"/>
                </a:cubicBezTo>
                <a:cubicBezTo>
                  <a:pt x="1747" y="811"/>
                  <a:pt x="1742" y="805"/>
                  <a:pt x="1742" y="794"/>
                </a:cubicBezTo>
                <a:cubicBezTo>
                  <a:pt x="1742" y="781"/>
                  <a:pt x="1750" y="769"/>
                  <a:pt x="1766" y="758"/>
                </a:cubicBezTo>
                <a:cubicBezTo>
                  <a:pt x="1782" y="747"/>
                  <a:pt x="1800" y="742"/>
                  <a:pt x="1819" y="742"/>
                </a:cubicBezTo>
                <a:cubicBezTo>
                  <a:pt x="1867" y="742"/>
                  <a:pt x="1890" y="769"/>
                  <a:pt x="1890" y="822"/>
                </a:cubicBezTo>
                <a:lnTo>
                  <a:pt x="1890" y="892"/>
                </a:lnTo>
                <a:cubicBezTo>
                  <a:pt x="1890" y="901"/>
                  <a:pt x="1891" y="908"/>
                  <a:pt x="1891" y="913"/>
                </a:cubicBezTo>
                <a:cubicBezTo>
                  <a:pt x="1892" y="917"/>
                  <a:pt x="1894" y="922"/>
                  <a:pt x="1897" y="926"/>
                </a:cubicBezTo>
                <a:cubicBezTo>
                  <a:pt x="1899" y="930"/>
                  <a:pt x="1904" y="932"/>
                  <a:pt x="1909" y="932"/>
                </a:cubicBezTo>
                <a:cubicBezTo>
                  <a:pt x="1913" y="932"/>
                  <a:pt x="1917" y="931"/>
                  <a:pt x="1919" y="928"/>
                </a:cubicBezTo>
                <a:cubicBezTo>
                  <a:pt x="1922" y="926"/>
                  <a:pt x="1924" y="924"/>
                  <a:pt x="1924" y="924"/>
                </a:cubicBezTo>
                <a:cubicBezTo>
                  <a:pt x="1925" y="924"/>
                  <a:pt x="1926" y="926"/>
                  <a:pt x="1928" y="928"/>
                </a:cubicBezTo>
                <a:cubicBezTo>
                  <a:pt x="1929" y="929"/>
                  <a:pt x="1930" y="931"/>
                  <a:pt x="1930" y="932"/>
                </a:cubicBezTo>
                <a:cubicBezTo>
                  <a:pt x="1930" y="933"/>
                  <a:pt x="1929" y="935"/>
                  <a:pt x="1925" y="939"/>
                </a:cubicBezTo>
                <a:cubicBezTo>
                  <a:pt x="1922" y="942"/>
                  <a:pt x="1917" y="945"/>
                  <a:pt x="1911" y="949"/>
                </a:cubicBezTo>
                <a:cubicBezTo>
                  <a:pt x="1904" y="952"/>
                  <a:pt x="1897" y="954"/>
                  <a:pt x="1890" y="954"/>
                </a:cubicBezTo>
                <a:cubicBezTo>
                  <a:pt x="1871" y="954"/>
                  <a:pt x="1859" y="945"/>
                  <a:pt x="1854" y="926"/>
                </a:cubicBezTo>
                <a:moveTo>
                  <a:pt x="2012" y="780"/>
                </a:moveTo>
                <a:cubicBezTo>
                  <a:pt x="2012" y="784"/>
                  <a:pt x="2013" y="784"/>
                  <a:pt x="2016" y="781"/>
                </a:cubicBezTo>
                <a:cubicBezTo>
                  <a:pt x="2016" y="781"/>
                  <a:pt x="2016" y="780"/>
                  <a:pt x="2017" y="780"/>
                </a:cubicBezTo>
                <a:cubicBezTo>
                  <a:pt x="2041" y="755"/>
                  <a:pt x="2065" y="742"/>
                  <a:pt x="2088" y="742"/>
                </a:cubicBezTo>
                <a:cubicBezTo>
                  <a:pt x="2100" y="742"/>
                  <a:pt x="2111" y="745"/>
                  <a:pt x="2119" y="752"/>
                </a:cubicBezTo>
                <a:cubicBezTo>
                  <a:pt x="2128" y="758"/>
                  <a:pt x="2133" y="766"/>
                  <a:pt x="2136" y="776"/>
                </a:cubicBezTo>
                <a:cubicBezTo>
                  <a:pt x="2136" y="780"/>
                  <a:pt x="2138" y="780"/>
                  <a:pt x="2141" y="777"/>
                </a:cubicBezTo>
                <a:cubicBezTo>
                  <a:pt x="2148" y="768"/>
                  <a:pt x="2157" y="761"/>
                  <a:pt x="2166" y="756"/>
                </a:cubicBezTo>
                <a:cubicBezTo>
                  <a:pt x="2176" y="751"/>
                  <a:pt x="2184" y="747"/>
                  <a:pt x="2193" y="745"/>
                </a:cubicBezTo>
                <a:cubicBezTo>
                  <a:pt x="2201" y="743"/>
                  <a:pt x="2210" y="742"/>
                  <a:pt x="2218" y="742"/>
                </a:cubicBezTo>
                <a:cubicBezTo>
                  <a:pt x="2237" y="742"/>
                  <a:pt x="2250" y="748"/>
                  <a:pt x="2257" y="762"/>
                </a:cubicBezTo>
                <a:cubicBezTo>
                  <a:pt x="2263" y="774"/>
                  <a:pt x="2267" y="793"/>
                  <a:pt x="2267" y="817"/>
                </a:cubicBezTo>
                <a:lnTo>
                  <a:pt x="2267" y="891"/>
                </a:lnTo>
                <a:cubicBezTo>
                  <a:pt x="2267" y="910"/>
                  <a:pt x="2268" y="922"/>
                  <a:pt x="2272" y="926"/>
                </a:cubicBezTo>
                <a:cubicBezTo>
                  <a:pt x="2275" y="931"/>
                  <a:pt x="2283" y="934"/>
                  <a:pt x="2297" y="934"/>
                </a:cubicBezTo>
                <a:cubicBezTo>
                  <a:pt x="2298" y="936"/>
                  <a:pt x="2299" y="938"/>
                  <a:pt x="2299" y="942"/>
                </a:cubicBezTo>
                <a:cubicBezTo>
                  <a:pt x="2299" y="946"/>
                  <a:pt x="2298" y="949"/>
                  <a:pt x="2297" y="950"/>
                </a:cubicBezTo>
                <a:cubicBezTo>
                  <a:pt x="2270" y="949"/>
                  <a:pt x="2254" y="949"/>
                  <a:pt x="2248" y="949"/>
                </a:cubicBezTo>
                <a:cubicBezTo>
                  <a:pt x="2243" y="949"/>
                  <a:pt x="2227" y="949"/>
                  <a:pt x="2201" y="950"/>
                </a:cubicBezTo>
                <a:cubicBezTo>
                  <a:pt x="2199" y="949"/>
                  <a:pt x="2199" y="946"/>
                  <a:pt x="2199" y="942"/>
                </a:cubicBezTo>
                <a:cubicBezTo>
                  <a:pt x="2199" y="938"/>
                  <a:pt x="2199" y="936"/>
                  <a:pt x="2201" y="934"/>
                </a:cubicBezTo>
                <a:cubicBezTo>
                  <a:pt x="2213" y="934"/>
                  <a:pt x="2221" y="931"/>
                  <a:pt x="2224" y="926"/>
                </a:cubicBezTo>
                <a:cubicBezTo>
                  <a:pt x="2228" y="921"/>
                  <a:pt x="2229" y="910"/>
                  <a:pt x="2229" y="891"/>
                </a:cubicBezTo>
                <a:lnTo>
                  <a:pt x="2229" y="809"/>
                </a:lnTo>
                <a:cubicBezTo>
                  <a:pt x="2229" y="794"/>
                  <a:pt x="2227" y="783"/>
                  <a:pt x="2222" y="776"/>
                </a:cubicBezTo>
                <a:cubicBezTo>
                  <a:pt x="2217" y="770"/>
                  <a:pt x="2211" y="766"/>
                  <a:pt x="2202" y="766"/>
                </a:cubicBezTo>
                <a:cubicBezTo>
                  <a:pt x="2179" y="766"/>
                  <a:pt x="2158" y="777"/>
                  <a:pt x="2139" y="798"/>
                </a:cubicBezTo>
                <a:cubicBezTo>
                  <a:pt x="2140" y="801"/>
                  <a:pt x="2140" y="808"/>
                  <a:pt x="2140" y="817"/>
                </a:cubicBezTo>
                <a:lnTo>
                  <a:pt x="2140" y="891"/>
                </a:lnTo>
                <a:cubicBezTo>
                  <a:pt x="2140" y="910"/>
                  <a:pt x="2141" y="922"/>
                  <a:pt x="2144" y="926"/>
                </a:cubicBezTo>
                <a:cubicBezTo>
                  <a:pt x="2147" y="931"/>
                  <a:pt x="2155" y="934"/>
                  <a:pt x="2167" y="934"/>
                </a:cubicBezTo>
                <a:cubicBezTo>
                  <a:pt x="2169" y="936"/>
                  <a:pt x="2169" y="938"/>
                  <a:pt x="2169" y="942"/>
                </a:cubicBezTo>
                <a:cubicBezTo>
                  <a:pt x="2169" y="946"/>
                  <a:pt x="2169" y="949"/>
                  <a:pt x="2167" y="950"/>
                </a:cubicBezTo>
                <a:cubicBezTo>
                  <a:pt x="2141" y="949"/>
                  <a:pt x="2125" y="949"/>
                  <a:pt x="2122" y="949"/>
                </a:cubicBezTo>
                <a:cubicBezTo>
                  <a:pt x="2116" y="949"/>
                  <a:pt x="2100" y="949"/>
                  <a:pt x="2073" y="950"/>
                </a:cubicBezTo>
                <a:cubicBezTo>
                  <a:pt x="2072" y="949"/>
                  <a:pt x="2071" y="946"/>
                  <a:pt x="2071" y="942"/>
                </a:cubicBezTo>
                <a:cubicBezTo>
                  <a:pt x="2071" y="939"/>
                  <a:pt x="2072" y="936"/>
                  <a:pt x="2073" y="934"/>
                </a:cubicBezTo>
                <a:cubicBezTo>
                  <a:pt x="2086" y="934"/>
                  <a:pt x="2094" y="931"/>
                  <a:pt x="2098" y="926"/>
                </a:cubicBezTo>
                <a:cubicBezTo>
                  <a:pt x="2101" y="922"/>
                  <a:pt x="2103" y="910"/>
                  <a:pt x="2103" y="891"/>
                </a:cubicBezTo>
                <a:lnTo>
                  <a:pt x="2103" y="809"/>
                </a:lnTo>
                <a:cubicBezTo>
                  <a:pt x="2103" y="781"/>
                  <a:pt x="2092" y="766"/>
                  <a:pt x="2071" y="766"/>
                </a:cubicBezTo>
                <a:cubicBezTo>
                  <a:pt x="2056" y="766"/>
                  <a:pt x="2039" y="776"/>
                  <a:pt x="2020" y="794"/>
                </a:cubicBezTo>
                <a:cubicBezTo>
                  <a:pt x="2015" y="800"/>
                  <a:pt x="2012" y="807"/>
                  <a:pt x="2012" y="814"/>
                </a:cubicBezTo>
                <a:lnTo>
                  <a:pt x="2012" y="891"/>
                </a:lnTo>
                <a:cubicBezTo>
                  <a:pt x="2012" y="905"/>
                  <a:pt x="2013" y="914"/>
                  <a:pt x="2015" y="920"/>
                </a:cubicBezTo>
                <a:cubicBezTo>
                  <a:pt x="2016" y="925"/>
                  <a:pt x="2019" y="929"/>
                  <a:pt x="2022" y="931"/>
                </a:cubicBezTo>
                <a:cubicBezTo>
                  <a:pt x="2026" y="932"/>
                  <a:pt x="2032" y="934"/>
                  <a:pt x="2041" y="934"/>
                </a:cubicBezTo>
                <a:cubicBezTo>
                  <a:pt x="2042" y="936"/>
                  <a:pt x="2043" y="939"/>
                  <a:pt x="2043" y="942"/>
                </a:cubicBezTo>
                <a:cubicBezTo>
                  <a:pt x="2043" y="946"/>
                  <a:pt x="2042" y="949"/>
                  <a:pt x="2041" y="950"/>
                </a:cubicBezTo>
                <a:cubicBezTo>
                  <a:pt x="2014" y="949"/>
                  <a:pt x="1999" y="949"/>
                  <a:pt x="1994" y="949"/>
                </a:cubicBezTo>
                <a:cubicBezTo>
                  <a:pt x="1986" y="949"/>
                  <a:pt x="1969" y="949"/>
                  <a:pt x="1943" y="950"/>
                </a:cubicBezTo>
                <a:cubicBezTo>
                  <a:pt x="1942" y="949"/>
                  <a:pt x="1941" y="946"/>
                  <a:pt x="1941" y="942"/>
                </a:cubicBezTo>
                <a:cubicBezTo>
                  <a:pt x="1941" y="939"/>
                  <a:pt x="1942" y="936"/>
                  <a:pt x="1943" y="934"/>
                </a:cubicBezTo>
                <a:cubicBezTo>
                  <a:pt x="1957" y="934"/>
                  <a:pt x="1966" y="931"/>
                  <a:pt x="1970" y="926"/>
                </a:cubicBezTo>
                <a:cubicBezTo>
                  <a:pt x="1973" y="921"/>
                  <a:pt x="1975" y="910"/>
                  <a:pt x="1975" y="891"/>
                </a:cubicBezTo>
                <a:lnTo>
                  <a:pt x="1975" y="800"/>
                </a:lnTo>
                <a:cubicBezTo>
                  <a:pt x="1975" y="786"/>
                  <a:pt x="1973" y="778"/>
                  <a:pt x="1970" y="775"/>
                </a:cubicBezTo>
                <a:cubicBezTo>
                  <a:pt x="1966" y="771"/>
                  <a:pt x="1957" y="769"/>
                  <a:pt x="1944" y="768"/>
                </a:cubicBezTo>
                <a:cubicBezTo>
                  <a:pt x="1943" y="762"/>
                  <a:pt x="1943" y="758"/>
                  <a:pt x="1944" y="754"/>
                </a:cubicBezTo>
                <a:cubicBezTo>
                  <a:pt x="1968" y="751"/>
                  <a:pt x="1988" y="747"/>
                  <a:pt x="2003" y="741"/>
                </a:cubicBezTo>
                <a:cubicBezTo>
                  <a:pt x="2006" y="741"/>
                  <a:pt x="2008" y="742"/>
                  <a:pt x="2009" y="744"/>
                </a:cubicBezTo>
                <a:cubicBezTo>
                  <a:pt x="2011" y="750"/>
                  <a:pt x="2012" y="762"/>
                  <a:pt x="2012" y="780"/>
                </a:cubicBezTo>
                <a:moveTo>
                  <a:pt x="2508" y="780"/>
                </a:moveTo>
                <a:cubicBezTo>
                  <a:pt x="2531" y="755"/>
                  <a:pt x="2556" y="742"/>
                  <a:pt x="2585" y="742"/>
                </a:cubicBezTo>
                <a:cubicBezTo>
                  <a:pt x="2603" y="742"/>
                  <a:pt x="2616" y="747"/>
                  <a:pt x="2624" y="758"/>
                </a:cubicBezTo>
                <a:cubicBezTo>
                  <a:pt x="2632" y="769"/>
                  <a:pt x="2637" y="790"/>
                  <a:pt x="2637" y="821"/>
                </a:cubicBezTo>
                <a:lnTo>
                  <a:pt x="2637" y="891"/>
                </a:lnTo>
                <a:cubicBezTo>
                  <a:pt x="2637" y="910"/>
                  <a:pt x="2638" y="921"/>
                  <a:pt x="2642" y="926"/>
                </a:cubicBezTo>
                <a:cubicBezTo>
                  <a:pt x="2646" y="930"/>
                  <a:pt x="2654" y="933"/>
                  <a:pt x="2668" y="934"/>
                </a:cubicBezTo>
                <a:cubicBezTo>
                  <a:pt x="2670" y="936"/>
                  <a:pt x="2670" y="938"/>
                  <a:pt x="2670" y="942"/>
                </a:cubicBezTo>
                <a:cubicBezTo>
                  <a:pt x="2670" y="946"/>
                  <a:pt x="2670" y="949"/>
                  <a:pt x="2668" y="950"/>
                </a:cubicBezTo>
                <a:cubicBezTo>
                  <a:pt x="2641" y="949"/>
                  <a:pt x="2625" y="949"/>
                  <a:pt x="2618" y="949"/>
                </a:cubicBezTo>
                <a:cubicBezTo>
                  <a:pt x="2612" y="949"/>
                  <a:pt x="2596" y="949"/>
                  <a:pt x="2570" y="950"/>
                </a:cubicBezTo>
                <a:cubicBezTo>
                  <a:pt x="2569" y="949"/>
                  <a:pt x="2568" y="946"/>
                  <a:pt x="2568" y="942"/>
                </a:cubicBezTo>
                <a:cubicBezTo>
                  <a:pt x="2568" y="939"/>
                  <a:pt x="2569" y="936"/>
                  <a:pt x="2570" y="934"/>
                </a:cubicBezTo>
                <a:cubicBezTo>
                  <a:pt x="2583" y="933"/>
                  <a:pt x="2591" y="930"/>
                  <a:pt x="2594" y="926"/>
                </a:cubicBezTo>
                <a:cubicBezTo>
                  <a:pt x="2597" y="921"/>
                  <a:pt x="2599" y="910"/>
                  <a:pt x="2599" y="891"/>
                </a:cubicBezTo>
                <a:lnTo>
                  <a:pt x="2599" y="820"/>
                </a:lnTo>
                <a:cubicBezTo>
                  <a:pt x="2599" y="803"/>
                  <a:pt x="2597" y="791"/>
                  <a:pt x="2594" y="784"/>
                </a:cubicBezTo>
                <a:cubicBezTo>
                  <a:pt x="2588" y="772"/>
                  <a:pt x="2580" y="766"/>
                  <a:pt x="2568" y="766"/>
                </a:cubicBezTo>
                <a:cubicBezTo>
                  <a:pt x="2550" y="766"/>
                  <a:pt x="2531" y="776"/>
                  <a:pt x="2512" y="794"/>
                </a:cubicBezTo>
                <a:cubicBezTo>
                  <a:pt x="2506" y="800"/>
                  <a:pt x="2503" y="807"/>
                  <a:pt x="2503" y="814"/>
                </a:cubicBezTo>
                <a:lnTo>
                  <a:pt x="2503" y="891"/>
                </a:lnTo>
                <a:cubicBezTo>
                  <a:pt x="2503" y="910"/>
                  <a:pt x="2504" y="921"/>
                  <a:pt x="2508" y="926"/>
                </a:cubicBezTo>
                <a:cubicBezTo>
                  <a:pt x="2511" y="930"/>
                  <a:pt x="2519" y="933"/>
                  <a:pt x="2532" y="934"/>
                </a:cubicBezTo>
                <a:cubicBezTo>
                  <a:pt x="2533" y="936"/>
                  <a:pt x="2534" y="939"/>
                  <a:pt x="2534" y="942"/>
                </a:cubicBezTo>
                <a:cubicBezTo>
                  <a:pt x="2534" y="946"/>
                  <a:pt x="2533" y="949"/>
                  <a:pt x="2532" y="950"/>
                </a:cubicBezTo>
                <a:cubicBezTo>
                  <a:pt x="2505" y="949"/>
                  <a:pt x="2490" y="949"/>
                  <a:pt x="2485" y="949"/>
                </a:cubicBezTo>
                <a:cubicBezTo>
                  <a:pt x="2476" y="949"/>
                  <a:pt x="2459" y="949"/>
                  <a:pt x="2433" y="950"/>
                </a:cubicBezTo>
                <a:cubicBezTo>
                  <a:pt x="2432" y="949"/>
                  <a:pt x="2431" y="946"/>
                  <a:pt x="2431" y="942"/>
                </a:cubicBezTo>
                <a:cubicBezTo>
                  <a:pt x="2431" y="939"/>
                  <a:pt x="2432" y="936"/>
                  <a:pt x="2433" y="934"/>
                </a:cubicBezTo>
                <a:cubicBezTo>
                  <a:pt x="2448" y="933"/>
                  <a:pt x="2457" y="930"/>
                  <a:pt x="2461" y="926"/>
                </a:cubicBezTo>
                <a:cubicBezTo>
                  <a:pt x="2464" y="922"/>
                  <a:pt x="2466" y="910"/>
                  <a:pt x="2466" y="891"/>
                </a:cubicBezTo>
                <a:lnTo>
                  <a:pt x="2466" y="800"/>
                </a:lnTo>
                <a:cubicBezTo>
                  <a:pt x="2466" y="786"/>
                  <a:pt x="2464" y="778"/>
                  <a:pt x="2461" y="775"/>
                </a:cubicBezTo>
                <a:cubicBezTo>
                  <a:pt x="2457" y="771"/>
                  <a:pt x="2449" y="769"/>
                  <a:pt x="2436" y="768"/>
                </a:cubicBezTo>
                <a:cubicBezTo>
                  <a:pt x="2433" y="762"/>
                  <a:pt x="2433" y="758"/>
                  <a:pt x="2434" y="754"/>
                </a:cubicBezTo>
                <a:cubicBezTo>
                  <a:pt x="2459" y="751"/>
                  <a:pt x="2479" y="747"/>
                  <a:pt x="2494" y="741"/>
                </a:cubicBezTo>
                <a:cubicBezTo>
                  <a:pt x="2496" y="741"/>
                  <a:pt x="2498" y="742"/>
                  <a:pt x="2499" y="744"/>
                </a:cubicBezTo>
                <a:cubicBezTo>
                  <a:pt x="2502" y="750"/>
                  <a:pt x="2503" y="762"/>
                  <a:pt x="2503" y="780"/>
                </a:cubicBezTo>
                <a:cubicBezTo>
                  <a:pt x="2503" y="784"/>
                  <a:pt x="2505" y="784"/>
                  <a:pt x="2508" y="780"/>
                </a:cubicBezTo>
                <a:moveTo>
                  <a:pt x="2696" y="852"/>
                </a:moveTo>
                <a:cubicBezTo>
                  <a:pt x="2696" y="821"/>
                  <a:pt x="2705" y="796"/>
                  <a:pt x="2722" y="775"/>
                </a:cubicBezTo>
                <a:cubicBezTo>
                  <a:pt x="2740" y="753"/>
                  <a:pt x="2765" y="742"/>
                  <a:pt x="2796" y="742"/>
                </a:cubicBezTo>
                <a:cubicBezTo>
                  <a:pt x="2818" y="742"/>
                  <a:pt x="2837" y="748"/>
                  <a:pt x="2853" y="759"/>
                </a:cubicBezTo>
                <a:cubicBezTo>
                  <a:pt x="2868" y="770"/>
                  <a:pt x="2879" y="783"/>
                  <a:pt x="2885" y="799"/>
                </a:cubicBezTo>
                <a:cubicBezTo>
                  <a:pt x="2891" y="814"/>
                  <a:pt x="2894" y="830"/>
                  <a:pt x="2894" y="848"/>
                </a:cubicBezTo>
                <a:cubicBezTo>
                  <a:pt x="2894" y="881"/>
                  <a:pt x="2884" y="908"/>
                  <a:pt x="2864" y="928"/>
                </a:cubicBezTo>
                <a:cubicBezTo>
                  <a:pt x="2846" y="945"/>
                  <a:pt x="2823" y="954"/>
                  <a:pt x="2795" y="954"/>
                </a:cubicBezTo>
                <a:cubicBezTo>
                  <a:pt x="2763" y="954"/>
                  <a:pt x="2739" y="944"/>
                  <a:pt x="2722" y="923"/>
                </a:cubicBezTo>
                <a:cubicBezTo>
                  <a:pt x="2705" y="903"/>
                  <a:pt x="2696" y="879"/>
                  <a:pt x="2696" y="852"/>
                </a:cubicBezTo>
                <a:moveTo>
                  <a:pt x="2788" y="758"/>
                </a:moveTo>
                <a:cubicBezTo>
                  <a:pt x="2754" y="758"/>
                  <a:pt x="2736" y="786"/>
                  <a:pt x="2736" y="841"/>
                </a:cubicBezTo>
                <a:cubicBezTo>
                  <a:pt x="2736" y="851"/>
                  <a:pt x="2737" y="862"/>
                  <a:pt x="2739" y="872"/>
                </a:cubicBezTo>
                <a:cubicBezTo>
                  <a:pt x="2742" y="883"/>
                  <a:pt x="2745" y="893"/>
                  <a:pt x="2750" y="903"/>
                </a:cubicBezTo>
                <a:cubicBezTo>
                  <a:pt x="2755" y="913"/>
                  <a:pt x="2761" y="921"/>
                  <a:pt x="2770" y="928"/>
                </a:cubicBezTo>
                <a:cubicBezTo>
                  <a:pt x="2779" y="934"/>
                  <a:pt x="2789" y="937"/>
                  <a:pt x="2801" y="937"/>
                </a:cubicBezTo>
                <a:cubicBezTo>
                  <a:pt x="2815" y="937"/>
                  <a:pt x="2827" y="932"/>
                  <a:pt x="2838" y="920"/>
                </a:cubicBezTo>
                <a:cubicBezTo>
                  <a:pt x="2849" y="909"/>
                  <a:pt x="2854" y="890"/>
                  <a:pt x="2854" y="863"/>
                </a:cubicBezTo>
                <a:cubicBezTo>
                  <a:pt x="2854" y="829"/>
                  <a:pt x="2848" y="803"/>
                  <a:pt x="2836" y="785"/>
                </a:cubicBezTo>
                <a:cubicBezTo>
                  <a:pt x="2825" y="767"/>
                  <a:pt x="2809" y="758"/>
                  <a:pt x="2788" y="758"/>
                </a:cubicBezTo>
                <a:moveTo>
                  <a:pt x="2934" y="747"/>
                </a:moveTo>
                <a:lnTo>
                  <a:pt x="2955" y="747"/>
                </a:lnTo>
                <a:lnTo>
                  <a:pt x="2955" y="722"/>
                </a:lnTo>
                <a:cubicBezTo>
                  <a:pt x="2955" y="715"/>
                  <a:pt x="2955" y="710"/>
                  <a:pt x="2955" y="706"/>
                </a:cubicBezTo>
                <a:cubicBezTo>
                  <a:pt x="2955" y="703"/>
                  <a:pt x="2954" y="701"/>
                  <a:pt x="2954" y="699"/>
                </a:cubicBezTo>
                <a:lnTo>
                  <a:pt x="2954" y="695"/>
                </a:lnTo>
                <a:lnTo>
                  <a:pt x="2954" y="692"/>
                </a:lnTo>
                <a:cubicBezTo>
                  <a:pt x="2954" y="691"/>
                  <a:pt x="2955" y="690"/>
                  <a:pt x="2956" y="689"/>
                </a:cubicBezTo>
                <a:cubicBezTo>
                  <a:pt x="2957" y="688"/>
                  <a:pt x="2958" y="687"/>
                  <a:pt x="2960" y="687"/>
                </a:cubicBezTo>
                <a:cubicBezTo>
                  <a:pt x="2961" y="686"/>
                  <a:pt x="2963" y="686"/>
                  <a:pt x="2966" y="685"/>
                </a:cubicBezTo>
                <a:cubicBezTo>
                  <a:pt x="2969" y="684"/>
                  <a:pt x="2971" y="684"/>
                  <a:pt x="2972" y="683"/>
                </a:cubicBezTo>
                <a:cubicBezTo>
                  <a:pt x="2974" y="682"/>
                  <a:pt x="2976" y="681"/>
                  <a:pt x="2979" y="679"/>
                </a:cubicBezTo>
                <a:cubicBezTo>
                  <a:pt x="2982" y="678"/>
                  <a:pt x="2985" y="677"/>
                  <a:pt x="2987" y="676"/>
                </a:cubicBezTo>
                <a:cubicBezTo>
                  <a:pt x="2989" y="675"/>
                  <a:pt x="2990" y="675"/>
                  <a:pt x="2991" y="675"/>
                </a:cubicBezTo>
                <a:cubicBezTo>
                  <a:pt x="2993" y="675"/>
                  <a:pt x="2995" y="676"/>
                  <a:pt x="2995" y="679"/>
                </a:cubicBezTo>
                <a:cubicBezTo>
                  <a:pt x="2993" y="691"/>
                  <a:pt x="2993" y="708"/>
                  <a:pt x="2993" y="728"/>
                </a:cubicBezTo>
                <a:lnTo>
                  <a:pt x="2993" y="747"/>
                </a:lnTo>
                <a:lnTo>
                  <a:pt x="3050" y="747"/>
                </a:lnTo>
                <a:cubicBezTo>
                  <a:pt x="3052" y="747"/>
                  <a:pt x="3053" y="748"/>
                  <a:pt x="3053" y="749"/>
                </a:cubicBezTo>
                <a:lnTo>
                  <a:pt x="3053" y="759"/>
                </a:lnTo>
                <a:cubicBezTo>
                  <a:pt x="3053" y="763"/>
                  <a:pt x="3049" y="765"/>
                  <a:pt x="3042" y="765"/>
                </a:cubicBezTo>
                <a:lnTo>
                  <a:pt x="2993" y="765"/>
                </a:lnTo>
                <a:lnTo>
                  <a:pt x="2993" y="884"/>
                </a:lnTo>
                <a:cubicBezTo>
                  <a:pt x="2993" y="900"/>
                  <a:pt x="2994" y="911"/>
                  <a:pt x="2996" y="918"/>
                </a:cubicBezTo>
                <a:cubicBezTo>
                  <a:pt x="2998" y="924"/>
                  <a:pt x="3003" y="928"/>
                  <a:pt x="3009" y="928"/>
                </a:cubicBezTo>
                <a:cubicBezTo>
                  <a:pt x="3023" y="928"/>
                  <a:pt x="3036" y="923"/>
                  <a:pt x="3047" y="915"/>
                </a:cubicBezTo>
                <a:cubicBezTo>
                  <a:pt x="3052" y="915"/>
                  <a:pt x="3054" y="917"/>
                  <a:pt x="3055" y="923"/>
                </a:cubicBezTo>
                <a:cubicBezTo>
                  <a:pt x="3037" y="943"/>
                  <a:pt x="3016" y="954"/>
                  <a:pt x="2992" y="954"/>
                </a:cubicBezTo>
                <a:cubicBezTo>
                  <a:pt x="2968" y="954"/>
                  <a:pt x="2955" y="938"/>
                  <a:pt x="2955" y="907"/>
                </a:cubicBezTo>
                <a:lnTo>
                  <a:pt x="2955" y="765"/>
                </a:lnTo>
                <a:lnTo>
                  <a:pt x="2928" y="765"/>
                </a:lnTo>
                <a:cubicBezTo>
                  <a:pt x="2926" y="765"/>
                  <a:pt x="2925" y="764"/>
                  <a:pt x="2925" y="762"/>
                </a:cubicBezTo>
                <a:lnTo>
                  <a:pt x="2925" y="756"/>
                </a:lnTo>
                <a:cubicBezTo>
                  <a:pt x="2925" y="750"/>
                  <a:pt x="2928" y="747"/>
                  <a:pt x="2934" y="747"/>
                </a:cubicBezTo>
                <a:moveTo>
                  <a:pt x="3200" y="839"/>
                </a:moveTo>
                <a:lnTo>
                  <a:pt x="3163" y="849"/>
                </a:lnTo>
                <a:cubicBezTo>
                  <a:pt x="3133" y="856"/>
                  <a:pt x="3119" y="874"/>
                  <a:pt x="3119" y="901"/>
                </a:cubicBezTo>
                <a:cubicBezTo>
                  <a:pt x="3119" y="909"/>
                  <a:pt x="3122" y="917"/>
                  <a:pt x="3128" y="924"/>
                </a:cubicBezTo>
                <a:cubicBezTo>
                  <a:pt x="3133" y="931"/>
                  <a:pt x="3142" y="934"/>
                  <a:pt x="3153" y="934"/>
                </a:cubicBezTo>
                <a:cubicBezTo>
                  <a:pt x="3164" y="934"/>
                  <a:pt x="3177" y="928"/>
                  <a:pt x="3194" y="914"/>
                </a:cubicBezTo>
                <a:cubicBezTo>
                  <a:pt x="3198" y="911"/>
                  <a:pt x="3200" y="907"/>
                  <a:pt x="3200" y="902"/>
                </a:cubicBezTo>
                <a:lnTo>
                  <a:pt x="3200" y="839"/>
                </a:lnTo>
                <a:moveTo>
                  <a:pt x="3200" y="926"/>
                </a:moveTo>
                <a:lnTo>
                  <a:pt x="3190" y="934"/>
                </a:lnTo>
                <a:cubicBezTo>
                  <a:pt x="3180" y="942"/>
                  <a:pt x="3171" y="947"/>
                  <a:pt x="3165" y="950"/>
                </a:cubicBezTo>
                <a:cubicBezTo>
                  <a:pt x="3158" y="952"/>
                  <a:pt x="3150" y="954"/>
                  <a:pt x="3139" y="954"/>
                </a:cubicBezTo>
                <a:cubicBezTo>
                  <a:pt x="3121" y="954"/>
                  <a:pt x="3107" y="950"/>
                  <a:pt x="3096" y="942"/>
                </a:cubicBezTo>
                <a:cubicBezTo>
                  <a:pt x="3085" y="934"/>
                  <a:pt x="3080" y="921"/>
                  <a:pt x="3080" y="902"/>
                </a:cubicBezTo>
                <a:cubicBezTo>
                  <a:pt x="3080" y="887"/>
                  <a:pt x="3087" y="873"/>
                  <a:pt x="3101" y="861"/>
                </a:cubicBezTo>
                <a:cubicBezTo>
                  <a:pt x="3115" y="849"/>
                  <a:pt x="3134" y="840"/>
                  <a:pt x="3158" y="834"/>
                </a:cubicBezTo>
                <a:lnTo>
                  <a:pt x="3198" y="825"/>
                </a:lnTo>
                <a:cubicBezTo>
                  <a:pt x="3200" y="824"/>
                  <a:pt x="3200" y="822"/>
                  <a:pt x="3200" y="819"/>
                </a:cubicBezTo>
                <a:cubicBezTo>
                  <a:pt x="3200" y="778"/>
                  <a:pt x="3188" y="758"/>
                  <a:pt x="3162" y="758"/>
                </a:cubicBezTo>
                <a:cubicBezTo>
                  <a:pt x="3152" y="758"/>
                  <a:pt x="3143" y="760"/>
                  <a:pt x="3135" y="763"/>
                </a:cubicBezTo>
                <a:cubicBezTo>
                  <a:pt x="3127" y="766"/>
                  <a:pt x="3123" y="771"/>
                  <a:pt x="3123" y="777"/>
                </a:cubicBezTo>
                <a:cubicBezTo>
                  <a:pt x="3123" y="782"/>
                  <a:pt x="3124" y="785"/>
                  <a:pt x="3125" y="787"/>
                </a:cubicBezTo>
                <a:cubicBezTo>
                  <a:pt x="3125" y="788"/>
                  <a:pt x="3126" y="791"/>
                  <a:pt x="3126" y="795"/>
                </a:cubicBezTo>
                <a:cubicBezTo>
                  <a:pt x="3126" y="799"/>
                  <a:pt x="3124" y="802"/>
                  <a:pt x="3120" y="806"/>
                </a:cubicBezTo>
                <a:cubicBezTo>
                  <a:pt x="3116" y="809"/>
                  <a:pt x="3111" y="811"/>
                  <a:pt x="3105" y="811"/>
                </a:cubicBezTo>
                <a:cubicBezTo>
                  <a:pt x="3094" y="811"/>
                  <a:pt x="3088" y="805"/>
                  <a:pt x="3088" y="794"/>
                </a:cubicBezTo>
                <a:cubicBezTo>
                  <a:pt x="3088" y="781"/>
                  <a:pt x="3096" y="769"/>
                  <a:pt x="3113" y="758"/>
                </a:cubicBezTo>
                <a:cubicBezTo>
                  <a:pt x="3129" y="747"/>
                  <a:pt x="3147" y="742"/>
                  <a:pt x="3166" y="742"/>
                </a:cubicBezTo>
                <a:cubicBezTo>
                  <a:pt x="3213" y="742"/>
                  <a:pt x="3237" y="769"/>
                  <a:pt x="3237" y="822"/>
                </a:cubicBezTo>
                <a:lnTo>
                  <a:pt x="3237" y="892"/>
                </a:lnTo>
                <a:cubicBezTo>
                  <a:pt x="3237" y="901"/>
                  <a:pt x="3237" y="908"/>
                  <a:pt x="3238" y="913"/>
                </a:cubicBezTo>
                <a:cubicBezTo>
                  <a:pt x="3239" y="917"/>
                  <a:pt x="3240" y="922"/>
                  <a:pt x="3243" y="926"/>
                </a:cubicBezTo>
                <a:cubicBezTo>
                  <a:pt x="3246" y="930"/>
                  <a:pt x="3250" y="932"/>
                  <a:pt x="3256" y="932"/>
                </a:cubicBezTo>
                <a:cubicBezTo>
                  <a:pt x="3260" y="932"/>
                  <a:pt x="3264" y="931"/>
                  <a:pt x="3266" y="928"/>
                </a:cubicBezTo>
                <a:cubicBezTo>
                  <a:pt x="3269" y="926"/>
                  <a:pt x="3270" y="924"/>
                  <a:pt x="3271" y="924"/>
                </a:cubicBezTo>
                <a:cubicBezTo>
                  <a:pt x="3272" y="924"/>
                  <a:pt x="3273" y="926"/>
                  <a:pt x="3275" y="928"/>
                </a:cubicBezTo>
                <a:cubicBezTo>
                  <a:pt x="3276" y="929"/>
                  <a:pt x="3277" y="931"/>
                  <a:pt x="3277" y="932"/>
                </a:cubicBezTo>
                <a:cubicBezTo>
                  <a:pt x="3277" y="933"/>
                  <a:pt x="3275" y="935"/>
                  <a:pt x="3272" y="939"/>
                </a:cubicBezTo>
                <a:cubicBezTo>
                  <a:pt x="3269" y="942"/>
                  <a:pt x="3264" y="945"/>
                  <a:pt x="3257" y="949"/>
                </a:cubicBezTo>
                <a:cubicBezTo>
                  <a:pt x="3251" y="952"/>
                  <a:pt x="3244" y="954"/>
                  <a:pt x="3237" y="954"/>
                </a:cubicBezTo>
                <a:cubicBezTo>
                  <a:pt x="3218" y="954"/>
                  <a:pt x="3206" y="945"/>
                  <a:pt x="3200" y="926"/>
                </a:cubicBezTo>
                <a:moveTo>
                  <a:pt x="3298" y="747"/>
                </a:moveTo>
                <a:lnTo>
                  <a:pt x="3319" y="747"/>
                </a:lnTo>
                <a:lnTo>
                  <a:pt x="3319" y="722"/>
                </a:lnTo>
                <a:cubicBezTo>
                  <a:pt x="3319" y="715"/>
                  <a:pt x="3319" y="710"/>
                  <a:pt x="3319" y="706"/>
                </a:cubicBezTo>
                <a:cubicBezTo>
                  <a:pt x="3319" y="703"/>
                  <a:pt x="3319" y="701"/>
                  <a:pt x="3318" y="699"/>
                </a:cubicBezTo>
                <a:lnTo>
                  <a:pt x="3318" y="695"/>
                </a:lnTo>
                <a:lnTo>
                  <a:pt x="3318" y="692"/>
                </a:lnTo>
                <a:cubicBezTo>
                  <a:pt x="3318" y="691"/>
                  <a:pt x="3319" y="690"/>
                  <a:pt x="3320" y="689"/>
                </a:cubicBezTo>
                <a:cubicBezTo>
                  <a:pt x="3321" y="688"/>
                  <a:pt x="3323" y="687"/>
                  <a:pt x="3324" y="687"/>
                </a:cubicBezTo>
                <a:cubicBezTo>
                  <a:pt x="3325" y="686"/>
                  <a:pt x="3327" y="686"/>
                  <a:pt x="3330" y="685"/>
                </a:cubicBezTo>
                <a:cubicBezTo>
                  <a:pt x="3333" y="684"/>
                  <a:pt x="3335" y="684"/>
                  <a:pt x="3336" y="683"/>
                </a:cubicBezTo>
                <a:cubicBezTo>
                  <a:pt x="3338" y="682"/>
                  <a:pt x="3340" y="681"/>
                  <a:pt x="3343" y="679"/>
                </a:cubicBezTo>
                <a:cubicBezTo>
                  <a:pt x="3346" y="678"/>
                  <a:pt x="3349" y="677"/>
                  <a:pt x="3351" y="676"/>
                </a:cubicBezTo>
                <a:cubicBezTo>
                  <a:pt x="3353" y="675"/>
                  <a:pt x="3354" y="675"/>
                  <a:pt x="3355" y="675"/>
                </a:cubicBezTo>
                <a:cubicBezTo>
                  <a:pt x="3357" y="675"/>
                  <a:pt x="3359" y="676"/>
                  <a:pt x="3359" y="679"/>
                </a:cubicBezTo>
                <a:cubicBezTo>
                  <a:pt x="3357" y="691"/>
                  <a:pt x="3357" y="708"/>
                  <a:pt x="3357" y="728"/>
                </a:cubicBezTo>
                <a:lnTo>
                  <a:pt x="3357" y="747"/>
                </a:lnTo>
                <a:lnTo>
                  <a:pt x="3414" y="747"/>
                </a:lnTo>
                <a:cubicBezTo>
                  <a:pt x="3416" y="747"/>
                  <a:pt x="3418" y="748"/>
                  <a:pt x="3418" y="749"/>
                </a:cubicBezTo>
                <a:lnTo>
                  <a:pt x="3418" y="759"/>
                </a:lnTo>
                <a:cubicBezTo>
                  <a:pt x="3418" y="763"/>
                  <a:pt x="3414" y="765"/>
                  <a:pt x="3406" y="765"/>
                </a:cubicBezTo>
                <a:lnTo>
                  <a:pt x="3357" y="765"/>
                </a:lnTo>
                <a:lnTo>
                  <a:pt x="3357" y="884"/>
                </a:lnTo>
                <a:cubicBezTo>
                  <a:pt x="3357" y="900"/>
                  <a:pt x="3358" y="911"/>
                  <a:pt x="3360" y="918"/>
                </a:cubicBezTo>
                <a:cubicBezTo>
                  <a:pt x="3362" y="924"/>
                  <a:pt x="3367" y="928"/>
                  <a:pt x="3373" y="928"/>
                </a:cubicBezTo>
                <a:cubicBezTo>
                  <a:pt x="3387" y="928"/>
                  <a:pt x="3400" y="923"/>
                  <a:pt x="3411" y="915"/>
                </a:cubicBezTo>
                <a:cubicBezTo>
                  <a:pt x="3416" y="915"/>
                  <a:pt x="3418" y="917"/>
                  <a:pt x="3419" y="923"/>
                </a:cubicBezTo>
                <a:cubicBezTo>
                  <a:pt x="3401" y="943"/>
                  <a:pt x="3380" y="954"/>
                  <a:pt x="3356" y="954"/>
                </a:cubicBezTo>
                <a:cubicBezTo>
                  <a:pt x="3332" y="954"/>
                  <a:pt x="3319" y="938"/>
                  <a:pt x="3319" y="907"/>
                </a:cubicBezTo>
                <a:lnTo>
                  <a:pt x="3319" y="765"/>
                </a:lnTo>
                <a:lnTo>
                  <a:pt x="3292" y="765"/>
                </a:lnTo>
                <a:cubicBezTo>
                  <a:pt x="3290" y="765"/>
                  <a:pt x="3289" y="764"/>
                  <a:pt x="3289" y="762"/>
                </a:cubicBezTo>
                <a:lnTo>
                  <a:pt x="3289" y="756"/>
                </a:lnTo>
                <a:cubicBezTo>
                  <a:pt x="3289" y="750"/>
                  <a:pt x="3292" y="747"/>
                  <a:pt x="3298" y="747"/>
                </a:cubicBezTo>
                <a:moveTo>
                  <a:pt x="3469" y="667"/>
                </a:moveTo>
                <a:cubicBezTo>
                  <a:pt x="3469" y="661"/>
                  <a:pt x="3472" y="656"/>
                  <a:pt x="3477" y="651"/>
                </a:cubicBezTo>
                <a:cubicBezTo>
                  <a:pt x="3482" y="646"/>
                  <a:pt x="3488" y="644"/>
                  <a:pt x="3493" y="644"/>
                </a:cubicBezTo>
                <a:cubicBezTo>
                  <a:pt x="3500" y="644"/>
                  <a:pt x="3505" y="647"/>
                  <a:pt x="3509" y="652"/>
                </a:cubicBezTo>
                <a:cubicBezTo>
                  <a:pt x="3514" y="657"/>
                  <a:pt x="3516" y="662"/>
                  <a:pt x="3516" y="668"/>
                </a:cubicBezTo>
                <a:cubicBezTo>
                  <a:pt x="3516" y="674"/>
                  <a:pt x="3514" y="679"/>
                  <a:pt x="3509" y="684"/>
                </a:cubicBezTo>
                <a:cubicBezTo>
                  <a:pt x="3504" y="689"/>
                  <a:pt x="3498" y="691"/>
                  <a:pt x="3492" y="691"/>
                </a:cubicBezTo>
                <a:cubicBezTo>
                  <a:pt x="3486" y="691"/>
                  <a:pt x="3481" y="688"/>
                  <a:pt x="3476" y="683"/>
                </a:cubicBezTo>
                <a:cubicBezTo>
                  <a:pt x="3471" y="678"/>
                  <a:pt x="3469" y="672"/>
                  <a:pt x="3469" y="667"/>
                </a:cubicBezTo>
                <a:moveTo>
                  <a:pt x="3512" y="891"/>
                </a:moveTo>
                <a:cubicBezTo>
                  <a:pt x="3512" y="910"/>
                  <a:pt x="3514" y="922"/>
                  <a:pt x="3517" y="926"/>
                </a:cubicBezTo>
                <a:cubicBezTo>
                  <a:pt x="3521" y="931"/>
                  <a:pt x="3531" y="934"/>
                  <a:pt x="3546" y="934"/>
                </a:cubicBezTo>
                <a:cubicBezTo>
                  <a:pt x="3547" y="936"/>
                  <a:pt x="3548" y="939"/>
                  <a:pt x="3548" y="942"/>
                </a:cubicBezTo>
                <a:cubicBezTo>
                  <a:pt x="3548" y="946"/>
                  <a:pt x="3547" y="949"/>
                  <a:pt x="3546" y="950"/>
                </a:cubicBezTo>
                <a:cubicBezTo>
                  <a:pt x="3519" y="949"/>
                  <a:pt x="3501" y="949"/>
                  <a:pt x="3493" y="949"/>
                </a:cubicBezTo>
                <a:cubicBezTo>
                  <a:pt x="3485" y="949"/>
                  <a:pt x="3467" y="949"/>
                  <a:pt x="3441" y="950"/>
                </a:cubicBezTo>
                <a:cubicBezTo>
                  <a:pt x="3440" y="949"/>
                  <a:pt x="3439" y="946"/>
                  <a:pt x="3439" y="942"/>
                </a:cubicBezTo>
                <a:cubicBezTo>
                  <a:pt x="3439" y="939"/>
                  <a:pt x="3440" y="936"/>
                  <a:pt x="3441" y="934"/>
                </a:cubicBezTo>
                <a:cubicBezTo>
                  <a:pt x="3456" y="933"/>
                  <a:pt x="3465" y="930"/>
                  <a:pt x="3469" y="926"/>
                </a:cubicBezTo>
                <a:cubicBezTo>
                  <a:pt x="3473" y="922"/>
                  <a:pt x="3474" y="910"/>
                  <a:pt x="3474" y="891"/>
                </a:cubicBezTo>
                <a:lnTo>
                  <a:pt x="3474" y="800"/>
                </a:lnTo>
                <a:cubicBezTo>
                  <a:pt x="3474" y="786"/>
                  <a:pt x="3473" y="778"/>
                  <a:pt x="3469" y="775"/>
                </a:cubicBezTo>
                <a:cubicBezTo>
                  <a:pt x="3466" y="771"/>
                  <a:pt x="3457" y="769"/>
                  <a:pt x="3444" y="768"/>
                </a:cubicBezTo>
                <a:cubicBezTo>
                  <a:pt x="3442" y="762"/>
                  <a:pt x="3442" y="758"/>
                  <a:pt x="3443" y="754"/>
                </a:cubicBezTo>
                <a:cubicBezTo>
                  <a:pt x="3472" y="750"/>
                  <a:pt x="3494" y="746"/>
                  <a:pt x="3508" y="741"/>
                </a:cubicBezTo>
                <a:cubicBezTo>
                  <a:pt x="3512" y="741"/>
                  <a:pt x="3514" y="742"/>
                  <a:pt x="3514" y="744"/>
                </a:cubicBezTo>
                <a:lnTo>
                  <a:pt x="3514" y="747"/>
                </a:lnTo>
                <a:cubicBezTo>
                  <a:pt x="3514" y="749"/>
                  <a:pt x="3513" y="752"/>
                  <a:pt x="3513" y="756"/>
                </a:cubicBezTo>
                <a:cubicBezTo>
                  <a:pt x="3513" y="760"/>
                  <a:pt x="3513" y="764"/>
                  <a:pt x="3512" y="768"/>
                </a:cubicBezTo>
                <a:cubicBezTo>
                  <a:pt x="3512" y="772"/>
                  <a:pt x="3512" y="777"/>
                  <a:pt x="3512" y="783"/>
                </a:cubicBezTo>
                <a:lnTo>
                  <a:pt x="3512" y="798"/>
                </a:lnTo>
                <a:lnTo>
                  <a:pt x="3512" y="891"/>
                </a:lnTo>
                <a:moveTo>
                  <a:pt x="3600" y="775"/>
                </a:moveTo>
                <a:cubicBezTo>
                  <a:pt x="3618" y="753"/>
                  <a:pt x="3643" y="742"/>
                  <a:pt x="3674" y="742"/>
                </a:cubicBezTo>
                <a:cubicBezTo>
                  <a:pt x="3696" y="742"/>
                  <a:pt x="3715" y="748"/>
                  <a:pt x="3731" y="759"/>
                </a:cubicBezTo>
                <a:cubicBezTo>
                  <a:pt x="3746" y="770"/>
                  <a:pt x="3757" y="783"/>
                  <a:pt x="3763" y="799"/>
                </a:cubicBezTo>
                <a:cubicBezTo>
                  <a:pt x="3769" y="814"/>
                  <a:pt x="3772" y="830"/>
                  <a:pt x="3772" y="848"/>
                </a:cubicBezTo>
                <a:cubicBezTo>
                  <a:pt x="3772" y="881"/>
                  <a:pt x="3762" y="908"/>
                  <a:pt x="3742" y="928"/>
                </a:cubicBezTo>
                <a:cubicBezTo>
                  <a:pt x="3724" y="945"/>
                  <a:pt x="3701" y="954"/>
                  <a:pt x="3673" y="954"/>
                </a:cubicBezTo>
                <a:cubicBezTo>
                  <a:pt x="3641" y="954"/>
                  <a:pt x="3617" y="944"/>
                  <a:pt x="3600" y="923"/>
                </a:cubicBezTo>
                <a:cubicBezTo>
                  <a:pt x="3582" y="903"/>
                  <a:pt x="3574" y="879"/>
                  <a:pt x="3574" y="852"/>
                </a:cubicBezTo>
                <a:cubicBezTo>
                  <a:pt x="3574" y="821"/>
                  <a:pt x="3582" y="796"/>
                  <a:pt x="3600" y="775"/>
                </a:cubicBezTo>
                <a:moveTo>
                  <a:pt x="3614" y="841"/>
                </a:moveTo>
                <a:cubicBezTo>
                  <a:pt x="3614" y="851"/>
                  <a:pt x="3615" y="862"/>
                  <a:pt x="3617" y="872"/>
                </a:cubicBezTo>
                <a:cubicBezTo>
                  <a:pt x="3620" y="883"/>
                  <a:pt x="3623" y="893"/>
                  <a:pt x="3628" y="903"/>
                </a:cubicBezTo>
                <a:cubicBezTo>
                  <a:pt x="3633" y="913"/>
                  <a:pt x="3639" y="921"/>
                  <a:pt x="3648" y="928"/>
                </a:cubicBezTo>
                <a:cubicBezTo>
                  <a:pt x="3657" y="934"/>
                  <a:pt x="3667" y="937"/>
                  <a:pt x="3679" y="937"/>
                </a:cubicBezTo>
                <a:cubicBezTo>
                  <a:pt x="3693" y="937"/>
                  <a:pt x="3705" y="932"/>
                  <a:pt x="3716" y="920"/>
                </a:cubicBezTo>
                <a:cubicBezTo>
                  <a:pt x="3727" y="909"/>
                  <a:pt x="3732" y="890"/>
                  <a:pt x="3732" y="863"/>
                </a:cubicBezTo>
                <a:cubicBezTo>
                  <a:pt x="3732" y="829"/>
                  <a:pt x="3726" y="803"/>
                  <a:pt x="3714" y="785"/>
                </a:cubicBezTo>
                <a:cubicBezTo>
                  <a:pt x="3703" y="767"/>
                  <a:pt x="3687" y="758"/>
                  <a:pt x="3666" y="758"/>
                </a:cubicBezTo>
                <a:cubicBezTo>
                  <a:pt x="3632" y="758"/>
                  <a:pt x="3614" y="786"/>
                  <a:pt x="3614" y="841"/>
                </a:cubicBezTo>
                <a:moveTo>
                  <a:pt x="3879" y="780"/>
                </a:moveTo>
                <a:cubicBezTo>
                  <a:pt x="3902" y="755"/>
                  <a:pt x="3927" y="742"/>
                  <a:pt x="3956" y="742"/>
                </a:cubicBezTo>
                <a:cubicBezTo>
                  <a:pt x="3974" y="742"/>
                  <a:pt x="3987" y="747"/>
                  <a:pt x="3995" y="758"/>
                </a:cubicBezTo>
                <a:cubicBezTo>
                  <a:pt x="4003" y="769"/>
                  <a:pt x="4008" y="790"/>
                  <a:pt x="4008" y="821"/>
                </a:cubicBezTo>
                <a:lnTo>
                  <a:pt x="4008" y="891"/>
                </a:lnTo>
                <a:cubicBezTo>
                  <a:pt x="4008" y="910"/>
                  <a:pt x="4009" y="921"/>
                  <a:pt x="4013" y="926"/>
                </a:cubicBezTo>
                <a:cubicBezTo>
                  <a:pt x="4017" y="930"/>
                  <a:pt x="4025" y="933"/>
                  <a:pt x="4039" y="934"/>
                </a:cubicBezTo>
                <a:cubicBezTo>
                  <a:pt x="4041" y="936"/>
                  <a:pt x="4041" y="938"/>
                  <a:pt x="4041" y="942"/>
                </a:cubicBezTo>
                <a:cubicBezTo>
                  <a:pt x="4041" y="946"/>
                  <a:pt x="4041" y="949"/>
                  <a:pt x="4039" y="950"/>
                </a:cubicBezTo>
                <a:cubicBezTo>
                  <a:pt x="4012" y="949"/>
                  <a:pt x="3996" y="949"/>
                  <a:pt x="3989" y="949"/>
                </a:cubicBezTo>
                <a:cubicBezTo>
                  <a:pt x="3983" y="949"/>
                  <a:pt x="3967" y="949"/>
                  <a:pt x="3941" y="950"/>
                </a:cubicBezTo>
                <a:cubicBezTo>
                  <a:pt x="3940" y="949"/>
                  <a:pt x="3940" y="946"/>
                  <a:pt x="3940" y="942"/>
                </a:cubicBezTo>
                <a:cubicBezTo>
                  <a:pt x="3940" y="939"/>
                  <a:pt x="3940" y="936"/>
                  <a:pt x="3941" y="934"/>
                </a:cubicBezTo>
                <a:cubicBezTo>
                  <a:pt x="3954" y="933"/>
                  <a:pt x="3962" y="930"/>
                  <a:pt x="3965" y="926"/>
                </a:cubicBezTo>
                <a:cubicBezTo>
                  <a:pt x="3968" y="921"/>
                  <a:pt x="3970" y="910"/>
                  <a:pt x="3970" y="891"/>
                </a:cubicBezTo>
                <a:lnTo>
                  <a:pt x="3970" y="820"/>
                </a:lnTo>
                <a:cubicBezTo>
                  <a:pt x="3970" y="803"/>
                  <a:pt x="3968" y="791"/>
                  <a:pt x="3965" y="784"/>
                </a:cubicBezTo>
                <a:cubicBezTo>
                  <a:pt x="3959" y="772"/>
                  <a:pt x="3951" y="766"/>
                  <a:pt x="3940" y="766"/>
                </a:cubicBezTo>
                <a:cubicBezTo>
                  <a:pt x="3921" y="766"/>
                  <a:pt x="3902" y="776"/>
                  <a:pt x="3883" y="794"/>
                </a:cubicBezTo>
                <a:cubicBezTo>
                  <a:pt x="3877" y="800"/>
                  <a:pt x="3874" y="807"/>
                  <a:pt x="3874" y="814"/>
                </a:cubicBezTo>
                <a:lnTo>
                  <a:pt x="3874" y="891"/>
                </a:lnTo>
                <a:cubicBezTo>
                  <a:pt x="3874" y="910"/>
                  <a:pt x="3875" y="921"/>
                  <a:pt x="3879" y="926"/>
                </a:cubicBezTo>
                <a:cubicBezTo>
                  <a:pt x="3882" y="930"/>
                  <a:pt x="3890" y="933"/>
                  <a:pt x="3903" y="934"/>
                </a:cubicBezTo>
                <a:cubicBezTo>
                  <a:pt x="3904" y="936"/>
                  <a:pt x="3905" y="939"/>
                  <a:pt x="3905" y="942"/>
                </a:cubicBezTo>
                <a:cubicBezTo>
                  <a:pt x="3905" y="946"/>
                  <a:pt x="3904" y="949"/>
                  <a:pt x="3903" y="950"/>
                </a:cubicBezTo>
                <a:cubicBezTo>
                  <a:pt x="3876" y="949"/>
                  <a:pt x="3861" y="949"/>
                  <a:pt x="3856" y="949"/>
                </a:cubicBezTo>
                <a:cubicBezTo>
                  <a:pt x="3847" y="949"/>
                  <a:pt x="3830" y="949"/>
                  <a:pt x="3804" y="950"/>
                </a:cubicBezTo>
                <a:cubicBezTo>
                  <a:pt x="3803" y="949"/>
                  <a:pt x="3802" y="946"/>
                  <a:pt x="3802" y="942"/>
                </a:cubicBezTo>
                <a:cubicBezTo>
                  <a:pt x="3802" y="939"/>
                  <a:pt x="3803" y="936"/>
                  <a:pt x="3804" y="934"/>
                </a:cubicBezTo>
                <a:cubicBezTo>
                  <a:pt x="3819" y="933"/>
                  <a:pt x="3828" y="930"/>
                  <a:pt x="3832" y="926"/>
                </a:cubicBezTo>
                <a:cubicBezTo>
                  <a:pt x="3835" y="922"/>
                  <a:pt x="3837" y="910"/>
                  <a:pt x="3837" y="891"/>
                </a:cubicBezTo>
                <a:lnTo>
                  <a:pt x="3837" y="800"/>
                </a:lnTo>
                <a:cubicBezTo>
                  <a:pt x="3837" y="786"/>
                  <a:pt x="3835" y="778"/>
                  <a:pt x="3832" y="775"/>
                </a:cubicBezTo>
                <a:cubicBezTo>
                  <a:pt x="3828" y="771"/>
                  <a:pt x="3820" y="769"/>
                  <a:pt x="3807" y="768"/>
                </a:cubicBezTo>
                <a:cubicBezTo>
                  <a:pt x="3804" y="762"/>
                  <a:pt x="3804" y="758"/>
                  <a:pt x="3805" y="754"/>
                </a:cubicBezTo>
                <a:cubicBezTo>
                  <a:pt x="3830" y="751"/>
                  <a:pt x="3850" y="747"/>
                  <a:pt x="3865" y="741"/>
                </a:cubicBezTo>
                <a:cubicBezTo>
                  <a:pt x="3867" y="741"/>
                  <a:pt x="3869" y="742"/>
                  <a:pt x="3870" y="744"/>
                </a:cubicBezTo>
                <a:cubicBezTo>
                  <a:pt x="3873" y="750"/>
                  <a:pt x="3874" y="762"/>
                  <a:pt x="3874" y="780"/>
                </a:cubicBezTo>
                <a:cubicBezTo>
                  <a:pt x="3874" y="784"/>
                  <a:pt x="3876" y="784"/>
                  <a:pt x="3879" y="78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4152600" y="1752480"/>
            <a:ext cx="128160" cy="124200"/>
          </a:xfrm>
          <a:custGeom>
            <a:avLst/>
            <a:gdLst/>
            <a:ahLst/>
            <a:rect l="0" t="0" r="r" b="b"/>
            <a:pathLst>
              <a:path w="356" h="345">
                <a:moveTo>
                  <a:pt x="72" y="6"/>
                </a:moveTo>
                <a:lnTo>
                  <a:pt x="333" y="136"/>
                </a:lnTo>
                <a:cubicBezTo>
                  <a:pt x="364" y="151"/>
                  <a:pt x="364" y="194"/>
                  <a:pt x="333" y="209"/>
                </a:cubicBezTo>
                <a:lnTo>
                  <a:pt x="72" y="340"/>
                </a:lnTo>
                <a:cubicBezTo>
                  <a:pt x="39" y="357"/>
                  <a:pt x="0" y="332"/>
                  <a:pt x="0" y="295"/>
                </a:cubicBezTo>
                <a:lnTo>
                  <a:pt x="0" y="51"/>
                </a:lnTo>
                <a:cubicBezTo>
                  <a:pt x="0" y="13"/>
                  <a:pt x="39" y="-11"/>
                  <a:pt x="72" y="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3946320" y="1814760"/>
            <a:ext cx="235440" cy="0"/>
          </a:xfrm>
          <a:prstGeom prst="line">
            <a:avLst/>
          </a:prstGeom>
          <a:ln cap="rnd" w="320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5840" rIns="105840" tIns="-60840" bIns="-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8865360" y="2591280"/>
            <a:ext cx="128520" cy="124200"/>
          </a:xfrm>
          <a:custGeom>
            <a:avLst/>
            <a:gdLst/>
            <a:ahLst/>
            <a:rect l="0" t="0" r="r" b="b"/>
            <a:pathLst>
              <a:path w="357" h="345">
                <a:moveTo>
                  <a:pt x="73" y="6"/>
                </a:moveTo>
                <a:lnTo>
                  <a:pt x="334" y="136"/>
                </a:lnTo>
                <a:cubicBezTo>
                  <a:pt x="364" y="151"/>
                  <a:pt x="364" y="194"/>
                  <a:pt x="334" y="209"/>
                </a:cubicBezTo>
                <a:lnTo>
                  <a:pt x="73" y="340"/>
                </a:lnTo>
                <a:cubicBezTo>
                  <a:pt x="39" y="357"/>
                  <a:pt x="0" y="332"/>
                  <a:pt x="0" y="295"/>
                </a:cubicBezTo>
                <a:lnTo>
                  <a:pt x="0" y="51"/>
                </a:lnTo>
                <a:cubicBezTo>
                  <a:pt x="0" y="13"/>
                  <a:pt x="39" y="-11"/>
                  <a:pt x="73" y="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8685360" y="2653560"/>
            <a:ext cx="209160" cy="0"/>
          </a:xfrm>
          <a:prstGeom prst="line">
            <a:avLst/>
          </a:prstGeom>
          <a:ln cap="rnd" w="320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5840" rIns="105840" tIns="-60840" bIns="-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4128840" y="3348720"/>
            <a:ext cx="127800" cy="124200"/>
          </a:xfrm>
          <a:custGeom>
            <a:avLst/>
            <a:gdLst/>
            <a:ahLst/>
            <a:rect l="0" t="0" r="r" b="b"/>
            <a:pathLst>
              <a:path w="355" h="345">
                <a:moveTo>
                  <a:pt x="72" y="5"/>
                </a:moveTo>
                <a:lnTo>
                  <a:pt x="333" y="135"/>
                </a:lnTo>
                <a:cubicBezTo>
                  <a:pt x="363" y="150"/>
                  <a:pt x="363" y="193"/>
                  <a:pt x="333" y="208"/>
                </a:cubicBezTo>
                <a:lnTo>
                  <a:pt x="72" y="339"/>
                </a:lnTo>
                <a:cubicBezTo>
                  <a:pt x="39" y="356"/>
                  <a:pt x="0" y="331"/>
                  <a:pt x="0" y="294"/>
                </a:cubicBezTo>
                <a:lnTo>
                  <a:pt x="0" y="50"/>
                </a:lnTo>
                <a:cubicBezTo>
                  <a:pt x="0" y="12"/>
                  <a:pt x="39" y="-12"/>
                  <a:pt x="72" y="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3922560" y="3410640"/>
            <a:ext cx="235440" cy="0"/>
          </a:xfrm>
          <a:prstGeom prst="line">
            <a:avLst/>
          </a:prstGeom>
          <a:ln cap="rnd" w="320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5840" rIns="105840" tIns="-60840" bIns="-608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7614000" y="3404520"/>
            <a:ext cx="90720" cy="135000"/>
          </a:xfrm>
          <a:custGeom>
            <a:avLst/>
            <a:gdLst/>
            <a:ahLst/>
            <a:rect l="0" t="0" r="r" b="b"/>
            <a:pathLst>
              <a:path w="252" h="375">
                <a:moveTo>
                  <a:pt x="189" y="11"/>
                </a:moveTo>
                <a:cubicBezTo>
                  <a:pt x="189" y="9"/>
                  <a:pt x="190" y="6"/>
                  <a:pt x="190" y="4"/>
                </a:cubicBezTo>
                <a:cubicBezTo>
                  <a:pt x="190" y="1"/>
                  <a:pt x="187" y="0"/>
                  <a:pt x="185" y="0"/>
                </a:cubicBezTo>
                <a:cubicBezTo>
                  <a:pt x="181" y="0"/>
                  <a:pt x="181" y="1"/>
                  <a:pt x="179" y="8"/>
                </a:cubicBezTo>
                <a:lnTo>
                  <a:pt x="109" y="284"/>
                </a:lnTo>
                <a:cubicBezTo>
                  <a:pt x="78" y="281"/>
                  <a:pt x="62" y="265"/>
                  <a:pt x="62" y="237"/>
                </a:cubicBezTo>
                <a:cubicBezTo>
                  <a:pt x="62" y="229"/>
                  <a:pt x="62" y="218"/>
                  <a:pt x="85" y="160"/>
                </a:cubicBezTo>
                <a:cubicBezTo>
                  <a:pt x="87" y="155"/>
                  <a:pt x="89" y="148"/>
                  <a:pt x="89" y="139"/>
                </a:cubicBezTo>
                <a:cubicBezTo>
                  <a:pt x="89" y="121"/>
                  <a:pt x="76" y="105"/>
                  <a:pt x="55" y="105"/>
                </a:cubicBezTo>
                <a:cubicBezTo>
                  <a:pt x="15" y="105"/>
                  <a:pt x="0" y="166"/>
                  <a:pt x="0" y="169"/>
                </a:cubicBezTo>
                <a:cubicBezTo>
                  <a:pt x="0" y="174"/>
                  <a:pt x="4" y="174"/>
                  <a:pt x="5" y="174"/>
                </a:cubicBezTo>
                <a:cubicBezTo>
                  <a:pt x="9" y="174"/>
                  <a:pt x="9" y="172"/>
                  <a:pt x="11" y="166"/>
                </a:cubicBezTo>
                <a:cubicBezTo>
                  <a:pt x="23" y="127"/>
                  <a:pt x="39" y="114"/>
                  <a:pt x="54" y="114"/>
                </a:cubicBezTo>
                <a:cubicBezTo>
                  <a:pt x="57" y="114"/>
                  <a:pt x="64" y="114"/>
                  <a:pt x="64" y="127"/>
                </a:cubicBezTo>
                <a:cubicBezTo>
                  <a:pt x="64" y="139"/>
                  <a:pt x="60" y="149"/>
                  <a:pt x="55" y="163"/>
                </a:cubicBezTo>
                <a:cubicBezTo>
                  <a:pt x="34" y="216"/>
                  <a:pt x="34" y="227"/>
                  <a:pt x="34" y="234"/>
                </a:cubicBezTo>
                <a:cubicBezTo>
                  <a:pt x="34" y="274"/>
                  <a:pt x="67" y="291"/>
                  <a:pt x="107" y="294"/>
                </a:cubicBezTo>
                <a:cubicBezTo>
                  <a:pt x="104" y="308"/>
                  <a:pt x="104" y="309"/>
                  <a:pt x="98" y="331"/>
                </a:cubicBezTo>
                <a:cubicBezTo>
                  <a:pt x="97" y="336"/>
                  <a:pt x="88" y="369"/>
                  <a:pt x="88" y="371"/>
                </a:cubicBezTo>
                <a:cubicBezTo>
                  <a:pt x="88" y="371"/>
                  <a:pt x="88" y="375"/>
                  <a:pt x="93" y="375"/>
                </a:cubicBezTo>
                <a:cubicBezTo>
                  <a:pt x="94" y="375"/>
                  <a:pt x="96" y="375"/>
                  <a:pt x="97" y="373"/>
                </a:cubicBezTo>
                <a:cubicBezTo>
                  <a:pt x="98" y="373"/>
                  <a:pt x="101" y="362"/>
                  <a:pt x="102" y="356"/>
                </a:cubicBezTo>
                <a:lnTo>
                  <a:pt x="118" y="294"/>
                </a:lnTo>
                <a:cubicBezTo>
                  <a:pt x="134" y="294"/>
                  <a:pt x="170" y="294"/>
                  <a:pt x="209" y="250"/>
                </a:cubicBezTo>
                <a:cubicBezTo>
                  <a:pt x="226" y="230"/>
                  <a:pt x="235" y="212"/>
                  <a:pt x="239" y="199"/>
                </a:cubicBezTo>
                <a:cubicBezTo>
                  <a:pt x="243" y="189"/>
                  <a:pt x="252" y="153"/>
                  <a:pt x="252" y="135"/>
                </a:cubicBezTo>
                <a:cubicBezTo>
                  <a:pt x="252" y="111"/>
                  <a:pt x="241" y="105"/>
                  <a:pt x="234" y="105"/>
                </a:cubicBezTo>
                <a:cubicBezTo>
                  <a:pt x="224" y="105"/>
                  <a:pt x="213" y="116"/>
                  <a:pt x="213" y="126"/>
                </a:cubicBezTo>
                <a:cubicBezTo>
                  <a:pt x="213" y="131"/>
                  <a:pt x="216" y="133"/>
                  <a:pt x="220" y="137"/>
                </a:cubicBezTo>
                <a:cubicBezTo>
                  <a:pt x="224" y="141"/>
                  <a:pt x="235" y="152"/>
                  <a:pt x="235" y="172"/>
                </a:cubicBezTo>
                <a:cubicBezTo>
                  <a:pt x="235" y="199"/>
                  <a:pt x="213" y="233"/>
                  <a:pt x="198" y="248"/>
                </a:cubicBezTo>
                <a:cubicBezTo>
                  <a:pt x="162" y="285"/>
                  <a:pt x="135" y="285"/>
                  <a:pt x="120" y="285"/>
                </a:cubicBezTo>
                <a:lnTo>
                  <a:pt x="189" y="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7914960" y="3476880"/>
            <a:ext cx="107640" cy="160200"/>
          </a:xfrm>
          <a:custGeom>
            <a:avLst/>
            <a:gdLst/>
            <a:ahLst/>
            <a:rect l="0" t="0" r="r" b="b"/>
            <a:pathLst>
              <a:path w="299" h="445">
                <a:moveTo>
                  <a:pt x="224" y="13"/>
                </a:moveTo>
                <a:cubicBezTo>
                  <a:pt x="224" y="10"/>
                  <a:pt x="225" y="7"/>
                  <a:pt x="225" y="5"/>
                </a:cubicBezTo>
                <a:cubicBezTo>
                  <a:pt x="225" y="0"/>
                  <a:pt x="222" y="0"/>
                  <a:pt x="219" y="0"/>
                </a:cubicBezTo>
                <a:cubicBezTo>
                  <a:pt x="214" y="0"/>
                  <a:pt x="214" y="1"/>
                  <a:pt x="212" y="10"/>
                </a:cubicBezTo>
                <a:lnTo>
                  <a:pt x="129" y="337"/>
                </a:lnTo>
                <a:cubicBezTo>
                  <a:pt x="92" y="333"/>
                  <a:pt x="74" y="314"/>
                  <a:pt x="74" y="282"/>
                </a:cubicBezTo>
                <a:cubicBezTo>
                  <a:pt x="74" y="271"/>
                  <a:pt x="74" y="259"/>
                  <a:pt x="100" y="190"/>
                </a:cubicBezTo>
                <a:cubicBezTo>
                  <a:pt x="102" y="184"/>
                  <a:pt x="105" y="175"/>
                  <a:pt x="105" y="165"/>
                </a:cubicBezTo>
                <a:cubicBezTo>
                  <a:pt x="105" y="143"/>
                  <a:pt x="90" y="125"/>
                  <a:pt x="65" y="125"/>
                </a:cubicBezTo>
                <a:cubicBezTo>
                  <a:pt x="18" y="125"/>
                  <a:pt x="0" y="197"/>
                  <a:pt x="0" y="201"/>
                </a:cubicBezTo>
                <a:cubicBezTo>
                  <a:pt x="0" y="206"/>
                  <a:pt x="5" y="206"/>
                  <a:pt x="5" y="206"/>
                </a:cubicBezTo>
                <a:cubicBezTo>
                  <a:pt x="11" y="206"/>
                  <a:pt x="11" y="205"/>
                  <a:pt x="13" y="197"/>
                </a:cubicBezTo>
                <a:cubicBezTo>
                  <a:pt x="27" y="150"/>
                  <a:pt x="46" y="136"/>
                  <a:pt x="63" y="136"/>
                </a:cubicBezTo>
                <a:cubicBezTo>
                  <a:pt x="67" y="136"/>
                  <a:pt x="76" y="136"/>
                  <a:pt x="76" y="151"/>
                </a:cubicBezTo>
                <a:cubicBezTo>
                  <a:pt x="76" y="164"/>
                  <a:pt x="71" y="177"/>
                  <a:pt x="64" y="194"/>
                </a:cubicBezTo>
                <a:cubicBezTo>
                  <a:pt x="40" y="257"/>
                  <a:pt x="40" y="269"/>
                  <a:pt x="40" y="278"/>
                </a:cubicBezTo>
                <a:cubicBezTo>
                  <a:pt x="40" y="325"/>
                  <a:pt x="79" y="345"/>
                  <a:pt x="126" y="348"/>
                </a:cubicBezTo>
                <a:cubicBezTo>
                  <a:pt x="122" y="366"/>
                  <a:pt x="122" y="367"/>
                  <a:pt x="116" y="393"/>
                </a:cubicBezTo>
                <a:cubicBezTo>
                  <a:pt x="115" y="399"/>
                  <a:pt x="105" y="439"/>
                  <a:pt x="105" y="440"/>
                </a:cubicBezTo>
                <a:cubicBezTo>
                  <a:pt x="105" y="441"/>
                  <a:pt x="105" y="445"/>
                  <a:pt x="110" y="445"/>
                </a:cubicBezTo>
                <a:cubicBezTo>
                  <a:pt x="112" y="445"/>
                  <a:pt x="114" y="445"/>
                  <a:pt x="115" y="443"/>
                </a:cubicBezTo>
                <a:cubicBezTo>
                  <a:pt x="116" y="442"/>
                  <a:pt x="119" y="430"/>
                  <a:pt x="121" y="423"/>
                </a:cubicBezTo>
                <a:lnTo>
                  <a:pt x="140" y="349"/>
                </a:lnTo>
                <a:cubicBezTo>
                  <a:pt x="158" y="349"/>
                  <a:pt x="202" y="349"/>
                  <a:pt x="248" y="296"/>
                </a:cubicBezTo>
                <a:cubicBezTo>
                  <a:pt x="268" y="273"/>
                  <a:pt x="278" y="251"/>
                  <a:pt x="284" y="237"/>
                </a:cubicBezTo>
                <a:cubicBezTo>
                  <a:pt x="288" y="224"/>
                  <a:pt x="299" y="181"/>
                  <a:pt x="299" y="160"/>
                </a:cubicBezTo>
                <a:cubicBezTo>
                  <a:pt x="299" y="132"/>
                  <a:pt x="286" y="125"/>
                  <a:pt x="278" y="125"/>
                </a:cubicBezTo>
                <a:cubicBezTo>
                  <a:pt x="265" y="125"/>
                  <a:pt x="253" y="138"/>
                  <a:pt x="253" y="149"/>
                </a:cubicBezTo>
                <a:cubicBezTo>
                  <a:pt x="253" y="155"/>
                  <a:pt x="256" y="158"/>
                  <a:pt x="261" y="162"/>
                </a:cubicBezTo>
                <a:cubicBezTo>
                  <a:pt x="266" y="168"/>
                  <a:pt x="278" y="180"/>
                  <a:pt x="278" y="204"/>
                </a:cubicBezTo>
                <a:cubicBezTo>
                  <a:pt x="278" y="236"/>
                  <a:pt x="253" y="276"/>
                  <a:pt x="235" y="294"/>
                </a:cubicBezTo>
                <a:cubicBezTo>
                  <a:pt x="191" y="338"/>
                  <a:pt x="160" y="338"/>
                  <a:pt x="142" y="338"/>
                </a:cubicBezTo>
                <a:lnTo>
                  <a:pt x="224" y="1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2026-02-13T19:50:17Z</dcterms:created>
  <dc:creator/>
  <dc:description/>
  <dc:language>en-US</dc:language>
  <cp:lastModifiedBy/>
  <dcterms:modified xsi:type="dcterms:W3CDTF">2026-02-13T19:50:20Z</dcterms:modified>
  <cp:revision>1</cp:revision>
  <dc:subject/>
  <dc:title/>
</cp:coreProperties>
</file>