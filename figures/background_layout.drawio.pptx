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699580-3A83-46B9-A54B-79541892F6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D61B070-82E7-4724-9EE2-5AF2A276267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2542320" y="290160"/>
            <a:ext cx="4984920" cy="5079960"/>
          </a:xfrm>
          <a:custGeom>
            <a:avLst/>
            <a:gdLst/>
            <a:ahLst/>
            <a:rect l="0" t="0" r="r" b="b"/>
            <a:pathLst>
              <a:path w="13847" h="14111">
                <a:moveTo>
                  <a:pt x="0" y="0"/>
                </a:moveTo>
                <a:lnTo>
                  <a:pt x="13847" y="0"/>
                </a:lnTo>
                <a:lnTo>
                  <a:pt x="13847" y="14111"/>
                </a:lnTo>
                <a:lnTo>
                  <a:pt x="0" y="141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346720" y="1103040"/>
            <a:ext cx="2098080" cy="1627200"/>
          </a:xfrm>
          <a:custGeom>
            <a:avLst/>
            <a:gdLst/>
            <a:ahLst/>
            <a:rect l="0" t="0" r="r" b="b"/>
            <a:pathLst>
              <a:path w="5828" h="4520">
                <a:moveTo>
                  <a:pt x="226" y="0"/>
                </a:moveTo>
                <a:lnTo>
                  <a:pt x="5602" y="0"/>
                </a:lnTo>
                <a:cubicBezTo>
                  <a:pt x="5617" y="0"/>
                  <a:pt x="5631" y="1"/>
                  <a:pt x="5646" y="4"/>
                </a:cubicBezTo>
                <a:cubicBezTo>
                  <a:pt x="5660" y="7"/>
                  <a:pt x="5675" y="11"/>
                  <a:pt x="5688" y="17"/>
                </a:cubicBezTo>
                <a:cubicBezTo>
                  <a:pt x="5702" y="23"/>
                  <a:pt x="5715" y="30"/>
                  <a:pt x="5727" y="38"/>
                </a:cubicBezTo>
                <a:cubicBezTo>
                  <a:pt x="5740" y="46"/>
                  <a:pt x="5751" y="55"/>
                  <a:pt x="5762" y="66"/>
                </a:cubicBezTo>
                <a:cubicBezTo>
                  <a:pt x="5772" y="76"/>
                  <a:pt x="5781" y="88"/>
                  <a:pt x="5790" y="100"/>
                </a:cubicBezTo>
                <a:cubicBezTo>
                  <a:pt x="5798" y="113"/>
                  <a:pt x="5805" y="126"/>
                  <a:pt x="5811" y="139"/>
                </a:cubicBezTo>
                <a:cubicBezTo>
                  <a:pt x="5816" y="153"/>
                  <a:pt x="5821" y="167"/>
                  <a:pt x="5824" y="182"/>
                </a:cubicBezTo>
                <a:cubicBezTo>
                  <a:pt x="5826" y="196"/>
                  <a:pt x="5828" y="211"/>
                  <a:pt x="5828" y="226"/>
                </a:cubicBezTo>
                <a:lnTo>
                  <a:pt x="5828" y="4294"/>
                </a:lnTo>
                <a:cubicBezTo>
                  <a:pt x="5828" y="4309"/>
                  <a:pt x="5826" y="4323"/>
                  <a:pt x="5824" y="4338"/>
                </a:cubicBezTo>
                <a:cubicBezTo>
                  <a:pt x="5821" y="4353"/>
                  <a:pt x="5816" y="4367"/>
                  <a:pt x="5811" y="4380"/>
                </a:cubicBezTo>
                <a:cubicBezTo>
                  <a:pt x="5805" y="4394"/>
                  <a:pt x="5798" y="4407"/>
                  <a:pt x="5790" y="4419"/>
                </a:cubicBezTo>
                <a:cubicBezTo>
                  <a:pt x="5781" y="4432"/>
                  <a:pt x="5772" y="4443"/>
                  <a:pt x="5762" y="4454"/>
                </a:cubicBezTo>
                <a:cubicBezTo>
                  <a:pt x="5751" y="4464"/>
                  <a:pt x="5740" y="4474"/>
                  <a:pt x="5727" y="4482"/>
                </a:cubicBezTo>
                <a:cubicBezTo>
                  <a:pt x="5715" y="4490"/>
                  <a:pt x="5702" y="4497"/>
                  <a:pt x="5688" y="4503"/>
                </a:cubicBezTo>
                <a:cubicBezTo>
                  <a:pt x="5675" y="4508"/>
                  <a:pt x="5660" y="4513"/>
                  <a:pt x="5646" y="4516"/>
                </a:cubicBezTo>
                <a:cubicBezTo>
                  <a:pt x="5631" y="4519"/>
                  <a:pt x="5617" y="4520"/>
                  <a:pt x="5602" y="4520"/>
                </a:cubicBezTo>
                <a:lnTo>
                  <a:pt x="226" y="4520"/>
                </a:lnTo>
                <a:cubicBezTo>
                  <a:pt x="211" y="4520"/>
                  <a:pt x="196" y="4519"/>
                  <a:pt x="182" y="4516"/>
                </a:cubicBezTo>
                <a:cubicBezTo>
                  <a:pt x="167" y="4513"/>
                  <a:pt x="153" y="4508"/>
                  <a:pt x="139" y="4503"/>
                </a:cubicBezTo>
                <a:cubicBezTo>
                  <a:pt x="126" y="4497"/>
                  <a:pt x="113" y="4490"/>
                  <a:pt x="100" y="4482"/>
                </a:cubicBezTo>
                <a:cubicBezTo>
                  <a:pt x="88" y="4474"/>
                  <a:pt x="77" y="4464"/>
                  <a:pt x="66" y="4454"/>
                </a:cubicBezTo>
                <a:cubicBezTo>
                  <a:pt x="56" y="4443"/>
                  <a:pt x="46" y="4432"/>
                  <a:pt x="38" y="4419"/>
                </a:cubicBezTo>
                <a:cubicBezTo>
                  <a:pt x="30" y="4407"/>
                  <a:pt x="23" y="4394"/>
                  <a:pt x="17" y="4380"/>
                </a:cubicBezTo>
                <a:cubicBezTo>
                  <a:pt x="11" y="4367"/>
                  <a:pt x="7" y="4353"/>
                  <a:pt x="4" y="4338"/>
                </a:cubicBezTo>
                <a:cubicBezTo>
                  <a:pt x="1" y="4323"/>
                  <a:pt x="0" y="4309"/>
                  <a:pt x="0" y="4294"/>
                </a:cubicBezTo>
                <a:lnTo>
                  <a:pt x="0" y="226"/>
                </a:lnTo>
                <a:cubicBezTo>
                  <a:pt x="0" y="211"/>
                  <a:pt x="1" y="196"/>
                  <a:pt x="4" y="182"/>
                </a:cubicBezTo>
                <a:cubicBezTo>
                  <a:pt x="7" y="167"/>
                  <a:pt x="11" y="153"/>
                  <a:pt x="17" y="139"/>
                </a:cubicBezTo>
                <a:cubicBezTo>
                  <a:pt x="23" y="126"/>
                  <a:pt x="30" y="113"/>
                  <a:pt x="38" y="100"/>
                </a:cubicBezTo>
                <a:cubicBezTo>
                  <a:pt x="46" y="88"/>
                  <a:pt x="56" y="76"/>
                  <a:pt x="66" y="66"/>
                </a:cubicBezTo>
                <a:cubicBezTo>
                  <a:pt x="77" y="55"/>
                  <a:pt x="88" y="46"/>
                  <a:pt x="100" y="38"/>
                </a:cubicBezTo>
                <a:cubicBezTo>
                  <a:pt x="113" y="30"/>
                  <a:pt x="126" y="23"/>
                  <a:pt x="139" y="17"/>
                </a:cubicBezTo>
                <a:cubicBezTo>
                  <a:pt x="153" y="11"/>
                  <a:pt x="167" y="7"/>
                  <a:pt x="182" y="4"/>
                </a:cubicBezTo>
                <a:cubicBezTo>
                  <a:pt x="196" y="1"/>
                  <a:pt x="211" y="0"/>
                  <a:pt x="226" y="0"/>
                </a:cubicBezTo>
                <a:close/>
              </a:path>
            </a:pathLst>
          </a:custGeom>
          <a:noFill/>
          <a:ln w="12960">
            <a:solidFill>
              <a:srgbClr val="cccccc"/>
            </a:solidFill>
            <a:miter/>
          </a:ln>
        </p:spPr>
        <p:txBody>
          <a:bodyPr lIns="96480" rIns="96480" tIns="51480" bIns="51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344200" y="2184120"/>
            <a:ext cx="2098080" cy="546120"/>
          </a:xfrm>
          <a:custGeom>
            <a:avLst/>
            <a:gdLst/>
            <a:ahLst/>
            <a:rect l="0" t="0" r="r" b="b"/>
            <a:pathLst>
              <a:path w="5828" h="1517">
                <a:moveTo>
                  <a:pt x="5707" y="0"/>
                </a:moveTo>
                <a:cubicBezTo>
                  <a:pt x="5723" y="0"/>
                  <a:pt x="5739" y="3"/>
                  <a:pt x="5753" y="9"/>
                </a:cubicBezTo>
                <a:cubicBezTo>
                  <a:pt x="5768" y="15"/>
                  <a:pt x="5781" y="24"/>
                  <a:pt x="5793" y="35"/>
                </a:cubicBezTo>
                <a:cubicBezTo>
                  <a:pt x="5804" y="47"/>
                  <a:pt x="5813" y="60"/>
                  <a:pt x="5819" y="75"/>
                </a:cubicBezTo>
                <a:cubicBezTo>
                  <a:pt x="5825" y="89"/>
                  <a:pt x="5828" y="105"/>
                  <a:pt x="5828" y="121"/>
                </a:cubicBezTo>
                <a:lnTo>
                  <a:pt x="5828" y="1396"/>
                </a:lnTo>
                <a:cubicBezTo>
                  <a:pt x="5828" y="1412"/>
                  <a:pt x="5825" y="1427"/>
                  <a:pt x="5819" y="1442"/>
                </a:cubicBezTo>
                <a:cubicBezTo>
                  <a:pt x="5813" y="1457"/>
                  <a:pt x="5804" y="1470"/>
                  <a:pt x="5793" y="1481"/>
                </a:cubicBezTo>
                <a:cubicBezTo>
                  <a:pt x="5781" y="1493"/>
                  <a:pt x="5768" y="1502"/>
                  <a:pt x="5753" y="1508"/>
                </a:cubicBezTo>
                <a:cubicBezTo>
                  <a:pt x="5739" y="1514"/>
                  <a:pt x="5723" y="1517"/>
                  <a:pt x="5707" y="1517"/>
                </a:cubicBezTo>
                <a:lnTo>
                  <a:pt x="122" y="1517"/>
                </a:lnTo>
                <a:cubicBezTo>
                  <a:pt x="106" y="1517"/>
                  <a:pt x="90" y="1514"/>
                  <a:pt x="75" y="1508"/>
                </a:cubicBezTo>
                <a:cubicBezTo>
                  <a:pt x="60" y="1502"/>
                  <a:pt x="47" y="1493"/>
                  <a:pt x="36" y="1481"/>
                </a:cubicBezTo>
                <a:cubicBezTo>
                  <a:pt x="25" y="1470"/>
                  <a:pt x="16" y="1457"/>
                  <a:pt x="10" y="1442"/>
                </a:cubicBezTo>
                <a:cubicBezTo>
                  <a:pt x="3" y="1427"/>
                  <a:pt x="0" y="1412"/>
                  <a:pt x="0" y="1396"/>
                </a:cubicBezTo>
                <a:lnTo>
                  <a:pt x="0" y="121"/>
                </a:lnTo>
                <a:cubicBezTo>
                  <a:pt x="0" y="105"/>
                  <a:pt x="3" y="89"/>
                  <a:pt x="10" y="75"/>
                </a:cubicBezTo>
                <a:cubicBezTo>
                  <a:pt x="16" y="60"/>
                  <a:pt x="25" y="47"/>
                  <a:pt x="36" y="35"/>
                </a:cubicBezTo>
                <a:cubicBezTo>
                  <a:pt x="47" y="24"/>
                  <a:pt x="60" y="15"/>
                  <a:pt x="75" y="9"/>
                </a:cubicBezTo>
                <a:cubicBezTo>
                  <a:pt x="90" y="3"/>
                  <a:pt x="106" y="0"/>
                  <a:pt x="122" y="0"/>
                </a:cubicBezTo>
                <a:lnTo>
                  <a:pt x="5707" y="0"/>
                </a:lnTo>
                <a:close/>
              </a:path>
            </a:pathLst>
          </a:custGeom>
          <a:solidFill>
            <a:srgbClr val="d5e8d4">
              <a:alpha val="5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2800800" y="4842720"/>
            <a:ext cx="3471840" cy="364320"/>
          </a:xfrm>
          <a:custGeom>
            <a:avLst/>
            <a:gdLst/>
            <a:ahLst/>
            <a:rect l="0" t="0" r="r" b="b"/>
            <a:pathLst>
              <a:path w="9644" h="1012">
                <a:moveTo>
                  <a:pt x="0" y="0"/>
                </a:moveTo>
                <a:lnTo>
                  <a:pt x="9644" y="0"/>
                </a:lnTo>
                <a:lnTo>
                  <a:pt x="9644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2800800" y="4842720"/>
            <a:ext cx="3471840" cy="364320"/>
          </a:xfrm>
          <a:custGeom>
            <a:avLst/>
            <a:gdLst/>
            <a:ahLst/>
            <a:rect l="0" t="0" r="r" b="b"/>
            <a:pathLst>
              <a:path w="9644" h="1012">
                <a:moveTo>
                  <a:pt x="0" y="0"/>
                </a:moveTo>
                <a:lnTo>
                  <a:pt x="9644" y="0"/>
                </a:lnTo>
                <a:lnTo>
                  <a:pt x="9644" y="1012"/>
                </a:lnTo>
                <a:lnTo>
                  <a:pt x="0" y="1012"/>
                </a:lnTo>
                <a:lnTo>
                  <a:pt x="0" y="0"/>
                </a:lnTo>
                <a:close/>
              </a:path>
            </a:pathLst>
          </a:custGeom>
          <a:noFill/>
          <a:ln w="12960">
            <a:solidFill>
              <a:srgbClr val="666666"/>
            </a:solidFill>
            <a:miter/>
          </a:ln>
        </p:spPr>
        <p:txBody>
          <a:bodyPr lIns="96480" rIns="96480" tIns="51480" bIns="514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097440" y="4896000"/>
            <a:ext cx="2868120" cy="118440"/>
          </a:xfrm>
          <a:custGeom>
            <a:avLst/>
            <a:gdLst/>
            <a:ahLst/>
            <a:rect l="0" t="0" r="r" b="b"/>
            <a:pathLst>
              <a:path w="7967" h="329">
                <a:moveTo>
                  <a:pt x="200" y="185"/>
                </a:moveTo>
                <a:lnTo>
                  <a:pt x="205" y="186"/>
                </a:lnTo>
                <a:lnTo>
                  <a:pt x="185" y="251"/>
                </a:lnTo>
                <a:lnTo>
                  <a:pt x="0" y="251"/>
                </a:lnTo>
                <a:lnTo>
                  <a:pt x="0" y="244"/>
                </a:lnTo>
                <a:lnTo>
                  <a:pt x="9" y="244"/>
                </a:lnTo>
                <a:cubicBezTo>
                  <a:pt x="19" y="244"/>
                  <a:pt x="26" y="241"/>
                  <a:pt x="30" y="235"/>
                </a:cubicBezTo>
                <a:cubicBezTo>
                  <a:pt x="33" y="231"/>
                  <a:pt x="34" y="222"/>
                  <a:pt x="34" y="209"/>
                </a:cubicBezTo>
                <a:lnTo>
                  <a:pt x="34" y="54"/>
                </a:lnTo>
                <a:cubicBezTo>
                  <a:pt x="34" y="39"/>
                  <a:pt x="32" y="30"/>
                  <a:pt x="29" y="26"/>
                </a:cubicBezTo>
                <a:cubicBezTo>
                  <a:pt x="24" y="21"/>
                  <a:pt x="17" y="18"/>
                  <a:pt x="9" y="18"/>
                </a:cubicBezTo>
                <a:lnTo>
                  <a:pt x="0" y="18"/>
                </a:lnTo>
                <a:lnTo>
                  <a:pt x="0" y="12"/>
                </a:lnTo>
                <a:lnTo>
                  <a:pt x="108" y="12"/>
                </a:lnTo>
                <a:lnTo>
                  <a:pt x="108" y="18"/>
                </a:lnTo>
                <a:cubicBezTo>
                  <a:pt x="95" y="18"/>
                  <a:pt x="86" y="20"/>
                  <a:pt x="81" y="22"/>
                </a:cubicBezTo>
                <a:cubicBezTo>
                  <a:pt x="76" y="24"/>
                  <a:pt x="72" y="28"/>
                  <a:pt x="70" y="32"/>
                </a:cubicBezTo>
                <a:cubicBezTo>
                  <a:pt x="69" y="35"/>
                  <a:pt x="68" y="44"/>
                  <a:pt x="68" y="58"/>
                </a:cubicBezTo>
                <a:lnTo>
                  <a:pt x="68" y="209"/>
                </a:lnTo>
                <a:cubicBezTo>
                  <a:pt x="68" y="218"/>
                  <a:pt x="69" y="225"/>
                  <a:pt x="71" y="229"/>
                </a:cubicBezTo>
                <a:cubicBezTo>
                  <a:pt x="72" y="231"/>
                  <a:pt x="74" y="233"/>
                  <a:pt x="77" y="234"/>
                </a:cubicBezTo>
                <a:cubicBezTo>
                  <a:pt x="80" y="235"/>
                  <a:pt x="89" y="236"/>
                  <a:pt x="105" y="236"/>
                </a:cubicBezTo>
                <a:lnTo>
                  <a:pt x="122" y="236"/>
                </a:lnTo>
                <a:cubicBezTo>
                  <a:pt x="140" y="236"/>
                  <a:pt x="153" y="235"/>
                  <a:pt x="160" y="232"/>
                </a:cubicBezTo>
                <a:cubicBezTo>
                  <a:pt x="168" y="229"/>
                  <a:pt x="175" y="224"/>
                  <a:pt x="181" y="217"/>
                </a:cubicBezTo>
                <a:cubicBezTo>
                  <a:pt x="187" y="210"/>
                  <a:pt x="194" y="200"/>
                  <a:pt x="200" y="185"/>
                </a:cubicBezTo>
                <a:moveTo>
                  <a:pt x="285" y="250"/>
                </a:moveTo>
                <a:cubicBezTo>
                  <a:pt x="278" y="253"/>
                  <a:pt x="272" y="255"/>
                  <a:pt x="264" y="255"/>
                </a:cubicBezTo>
                <a:cubicBezTo>
                  <a:pt x="253" y="255"/>
                  <a:pt x="244" y="251"/>
                  <a:pt x="237" y="243"/>
                </a:cubicBezTo>
                <a:cubicBezTo>
                  <a:pt x="229" y="236"/>
                  <a:pt x="226" y="225"/>
                  <a:pt x="226" y="213"/>
                </a:cubicBezTo>
                <a:cubicBezTo>
                  <a:pt x="226" y="205"/>
                  <a:pt x="228" y="198"/>
                  <a:pt x="231" y="192"/>
                </a:cubicBezTo>
                <a:cubicBezTo>
                  <a:pt x="236" y="184"/>
                  <a:pt x="244" y="177"/>
                  <a:pt x="256" y="170"/>
                </a:cubicBezTo>
                <a:cubicBezTo>
                  <a:pt x="268" y="163"/>
                  <a:pt x="288" y="154"/>
                  <a:pt x="316" y="144"/>
                </a:cubicBezTo>
                <a:lnTo>
                  <a:pt x="316" y="137"/>
                </a:lnTo>
                <a:cubicBezTo>
                  <a:pt x="316" y="121"/>
                  <a:pt x="313" y="110"/>
                  <a:pt x="308" y="104"/>
                </a:cubicBezTo>
                <a:cubicBezTo>
                  <a:pt x="303" y="98"/>
                  <a:pt x="296" y="95"/>
                  <a:pt x="286" y="95"/>
                </a:cubicBezTo>
                <a:cubicBezTo>
                  <a:pt x="278" y="95"/>
                  <a:pt x="272" y="97"/>
                  <a:pt x="268" y="101"/>
                </a:cubicBezTo>
                <a:cubicBezTo>
                  <a:pt x="263" y="105"/>
                  <a:pt x="261" y="110"/>
                  <a:pt x="261" y="115"/>
                </a:cubicBezTo>
                <a:lnTo>
                  <a:pt x="262" y="125"/>
                </a:lnTo>
                <a:cubicBezTo>
                  <a:pt x="262" y="131"/>
                  <a:pt x="260" y="135"/>
                  <a:pt x="258" y="138"/>
                </a:cubicBezTo>
                <a:cubicBezTo>
                  <a:pt x="255" y="141"/>
                  <a:pt x="251" y="142"/>
                  <a:pt x="247" y="142"/>
                </a:cubicBezTo>
                <a:cubicBezTo>
                  <a:pt x="242" y="142"/>
                  <a:pt x="239" y="141"/>
                  <a:pt x="236" y="138"/>
                </a:cubicBezTo>
                <a:cubicBezTo>
                  <a:pt x="234" y="135"/>
                  <a:pt x="232" y="131"/>
                  <a:pt x="232" y="125"/>
                </a:cubicBezTo>
                <a:cubicBezTo>
                  <a:pt x="232" y="115"/>
                  <a:pt x="237" y="106"/>
                  <a:pt x="247" y="98"/>
                </a:cubicBezTo>
                <a:cubicBezTo>
                  <a:pt x="258" y="89"/>
                  <a:pt x="272" y="85"/>
                  <a:pt x="291" y="85"/>
                </a:cubicBezTo>
                <a:cubicBezTo>
                  <a:pt x="305" y="85"/>
                  <a:pt x="317" y="87"/>
                  <a:pt x="327" y="92"/>
                </a:cubicBezTo>
                <a:cubicBezTo>
                  <a:pt x="333" y="96"/>
                  <a:pt x="338" y="101"/>
                  <a:pt x="342" y="109"/>
                </a:cubicBezTo>
                <a:cubicBezTo>
                  <a:pt x="344" y="114"/>
                  <a:pt x="345" y="125"/>
                  <a:pt x="345" y="140"/>
                </a:cubicBezTo>
                <a:lnTo>
                  <a:pt x="345" y="195"/>
                </a:lnTo>
                <a:cubicBezTo>
                  <a:pt x="345" y="210"/>
                  <a:pt x="345" y="220"/>
                  <a:pt x="345" y="223"/>
                </a:cubicBezTo>
                <a:cubicBezTo>
                  <a:pt x="346" y="227"/>
                  <a:pt x="347" y="229"/>
                  <a:pt x="348" y="230"/>
                </a:cubicBezTo>
                <a:cubicBezTo>
                  <a:pt x="350" y="231"/>
                  <a:pt x="352" y="232"/>
                  <a:pt x="353" y="232"/>
                </a:cubicBezTo>
                <a:cubicBezTo>
                  <a:pt x="355" y="232"/>
                  <a:pt x="357" y="231"/>
                  <a:pt x="359" y="230"/>
                </a:cubicBezTo>
                <a:cubicBezTo>
                  <a:pt x="361" y="229"/>
                  <a:pt x="366" y="225"/>
                  <a:pt x="373" y="218"/>
                </a:cubicBezTo>
                <a:lnTo>
                  <a:pt x="373" y="227"/>
                </a:lnTo>
                <a:cubicBezTo>
                  <a:pt x="360" y="245"/>
                  <a:pt x="347" y="254"/>
                  <a:pt x="335" y="254"/>
                </a:cubicBezTo>
                <a:cubicBezTo>
                  <a:pt x="329" y="254"/>
                  <a:pt x="324" y="252"/>
                  <a:pt x="321" y="248"/>
                </a:cubicBezTo>
                <a:cubicBezTo>
                  <a:pt x="318" y="244"/>
                  <a:pt x="316" y="237"/>
                  <a:pt x="316" y="227"/>
                </a:cubicBezTo>
                <a:cubicBezTo>
                  <a:pt x="299" y="240"/>
                  <a:pt x="289" y="248"/>
                  <a:pt x="285" y="250"/>
                </a:cubicBezTo>
                <a:moveTo>
                  <a:pt x="316" y="155"/>
                </a:moveTo>
                <a:cubicBezTo>
                  <a:pt x="298" y="162"/>
                  <a:pt x="286" y="167"/>
                  <a:pt x="281" y="169"/>
                </a:cubicBezTo>
                <a:cubicBezTo>
                  <a:pt x="272" y="175"/>
                  <a:pt x="265" y="180"/>
                  <a:pt x="261" y="186"/>
                </a:cubicBezTo>
                <a:cubicBezTo>
                  <a:pt x="257" y="191"/>
                  <a:pt x="255" y="198"/>
                  <a:pt x="255" y="204"/>
                </a:cubicBezTo>
                <a:cubicBezTo>
                  <a:pt x="255" y="213"/>
                  <a:pt x="258" y="220"/>
                  <a:pt x="263" y="226"/>
                </a:cubicBezTo>
                <a:cubicBezTo>
                  <a:pt x="268" y="231"/>
                  <a:pt x="274" y="234"/>
                  <a:pt x="281" y="234"/>
                </a:cubicBezTo>
                <a:cubicBezTo>
                  <a:pt x="289" y="234"/>
                  <a:pt x="301" y="228"/>
                  <a:pt x="316" y="216"/>
                </a:cubicBezTo>
                <a:lnTo>
                  <a:pt x="316" y="155"/>
                </a:lnTo>
                <a:moveTo>
                  <a:pt x="376" y="90"/>
                </a:moveTo>
                <a:lnTo>
                  <a:pt x="451" y="90"/>
                </a:lnTo>
                <a:lnTo>
                  <a:pt x="451" y="96"/>
                </a:lnTo>
                <a:lnTo>
                  <a:pt x="447" y="96"/>
                </a:lnTo>
                <a:cubicBezTo>
                  <a:pt x="442" y="96"/>
                  <a:pt x="438" y="97"/>
                  <a:pt x="435" y="99"/>
                </a:cubicBezTo>
                <a:cubicBezTo>
                  <a:pt x="433" y="102"/>
                  <a:pt x="431" y="105"/>
                  <a:pt x="431" y="108"/>
                </a:cubicBezTo>
                <a:cubicBezTo>
                  <a:pt x="431" y="113"/>
                  <a:pt x="433" y="119"/>
                  <a:pt x="437" y="127"/>
                </a:cubicBezTo>
                <a:lnTo>
                  <a:pt x="477" y="209"/>
                </a:lnTo>
                <a:lnTo>
                  <a:pt x="512" y="119"/>
                </a:lnTo>
                <a:cubicBezTo>
                  <a:pt x="514" y="114"/>
                  <a:pt x="515" y="110"/>
                  <a:pt x="515" y="105"/>
                </a:cubicBezTo>
                <a:cubicBezTo>
                  <a:pt x="515" y="103"/>
                  <a:pt x="515" y="101"/>
                  <a:pt x="514" y="100"/>
                </a:cubicBezTo>
                <a:cubicBezTo>
                  <a:pt x="513" y="99"/>
                  <a:pt x="512" y="98"/>
                  <a:pt x="510" y="97"/>
                </a:cubicBezTo>
                <a:cubicBezTo>
                  <a:pt x="508" y="96"/>
                  <a:pt x="504" y="96"/>
                  <a:pt x="499" y="96"/>
                </a:cubicBezTo>
                <a:lnTo>
                  <a:pt x="499" y="90"/>
                </a:lnTo>
                <a:lnTo>
                  <a:pt x="552" y="90"/>
                </a:lnTo>
                <a:lnTo>
                  <a:pt x="552" y="96"/>
                </a:lnTo>
                <a:cubicBezTo>
                  <a:pt x="548" y="97"/>
                  <a:pt x="544" y="98"/>
                  <a:pt x="542" y="99"/>
                </a:cubicBezTo>
                <a:cubicBezTo>
                  <a:pt x="540" y="101"/>
                  <a:pt x="537" y="103"/>
                  <a:pt x="534" y="107"/>
                </a:cubicBezTo>
                <a:cubicBezTo>
                  <a:pt x="533" y="108"/>
                  <a:pt x="531" y="113"/>
                  <a:pt x="528" y="120"/>
                </a:cubicBezTo>
                <a:lnTo>
                  <a:pt x="462" y="282"/>
                </a:lnTo>
                <a:cubicBezTo>
                  <a:pt x="456" y="297"/>
                  <a:pt x="447" y="309"/>
                  <a:pt x="437" y="317"/>
                </a:cubicBezTo>
                <a:cubicBezTo>
                  <a:pt x="427" y="325"/>
                  <a:pt x="417" y="329"/>
                  <a:pt x="408" y="329"/>
                </a:cubicBezTo>
                <a:cubicBezTo>
                  <a:pt x="401" y="329"/>
                  <a:pt x="395" y="327"/>
                  <a:pt x="390" y="323"/>
                </a:cubicBezTo>
                <a:cubicBezTo>
                  <a:pt x="386" y="319"/>
                  <a:pt x="384" y="314"/>
                  <a:pt x="384" y="309"/>
                </a:cubicBezTo>
                <a:cubicBezTo>
                  <a:pt x="384" y="304"/>
                  <a:pt x="385" y="300"/>
                  <a:pt x="389" y="297"/>
                </a:cubicBezTo>
                <a:cubicBezTo>
                  <a:pt x="392" y="294"/>
                  <a:pt x="396" y="293"/>
                  <a:pt x="402" y="293"/>
                </a:cubicBezTo>
                <a:cubicBezTo>
                  <a:pt x="406" y="293"/>
                  <a:pt x="411" y="294"/>
                  <a:pt x="418" y="297"/>
                </a:cubicBezTo>
                <a:cubicBezTo>
                  <a:pt x="423" y="298"/>
                  <a:pt x="425" y="299"/>
                  <a:pt x="427" y="299"/>
                </a:cubicBezTo>
                <a:cubicBezTo>
                  <a:pt x="430" y="299"/>
                  <a:pt x="434" y="298"/>
                  <a:pt x="438" y="294"/>
                </a:cubicBezTo>
                <a:cubicBezTo>
                  <a:pt x="443" y="290"/>
                  <a:pt x="447" y="283"/>
                  <a:pt x="451" y="273"/>
                </a:cubicBezTo>
                <a:lnTo>
                  <a:pt x="462" y="244"/>
                </a:lnTo>
                <a:lnTo>
                  <a:pt x="404" y="123"/>
                </a:lnTo>
                <a:cubicBezTo>
                  <a:pt x="403" y="119"/>
                  <a:pt x="400" y="115"/>
                  <a:pt x="396" y="109"/>
                </a:cubicBezTo>
                <a:cubicBezTo>
                  <a:pt x="393" y="105"/>
                  <a:pt x="391" y="102"/>
                  <a:pt x="389" y="101"/>
                </a:cubicBezTo>
                <a:cubicBezTo>
                  <a:pt x="386" y="99"/>
                  <a:pt x="381" y="97"/>
                  <a:pt x="376" y="96"/>
                </a:cubicBezTo>
                <a:lnTo>
                  <a:pt x="376" y="90"/>
                </a:lnTo>
                <a:moveTo>
                  <a:pt x="703" y="113"/>
                </a:moveTo>
                <a:cubicBezTo>
                  <a:pt x="716" y="128"/>
                  <a:pt x="722" y="146"/>
                  <a:pt x="722" y="167"/>
                </a:cubicBezTo>
                <a:cubicBezTo>
                  <a:pt x="722" y="182"/>
                  <a:pt x="719" y="196"/>
                  <a:pt x="712" y="211"/>
                </a:cubicBezTo>
                <a:cubicBezTo>
                  <a:pt x="705" y="226"/>
                  <a:pt x="695" y="237"/>
                  <a:pt x="683" y="245"/>
                </a:cubicBezTo>
                <a:cubicBezTo>
                  <a:pt x="671" y="252"/>
                  <a:pt x="657" y="256"/>
                  <a:pt x="642" y="256"/>
                </a:cubicBezTo>
                <a:cubicBezTo>
                  <a:pt x="618" y="256"/>
                  <a:pt x="599" y="246"/>
                  <a:pt x="584" y="227"/>
                </a:cubicBezTo>
                <a:cubicBezTo>
                  <a:pt x="572" y="210"/>
                  <a:pt x="566" y="192"/>
                  <a:pt x="566" y="172"/>
                </a:cubicBezTo>
                <a:cubicBezTo>
                  <a:pt x="566" y="157"/>
                  <a:pt x="570" y="142"/>
                  <a:pt x="577" y="128"/>
                </a:cubicBezTo>
                <a:cubicBezTo>
                  <a:pt x="585" y="113"/>
                  <a:pt x="594" y="102"/>
                  <a:pt x="606" y="95"/>
                </a:cubicBezTo>
                <a:cubicBezTo>
                  <a:pt x="618" y="88"/>
                  <a:pt x="631" y="85"/>
                  <a:pt x="645" y="85"/>
                </a:cubicBezTo>
                <a:cubicBezTo>
                  <a:pt x="669" y="85"/>
                  <a:pt x="688" y="94"/>
                  <a:pt x="703" y="113"/>
                </a:cubicBezTo>
                <a:moveTo>
                  <a:pt x="639" y="96"/>
                </a:moveTo>
                <a:cubicBezTo>
                  <a:pt x="633" y="96"/>
                  <a:pt x="626" y="98"/>
                  <a:pt x="620" y="102"/>
                </a:cubicBezTo>
                <a:cubicBezTo>
                  <a:pt x="614" y="105"/>
                  <a:pt x="609" y="112"/>
                  <a:pt x="605" y="121"/>
                </a:cubicBezTo>
                <a:cubicBezTo>
                  <a:pt x="601" y="130"/>
                  <a:pt x="599" y="142"/>
                  <a:pt x="599" y="157"/>
                </a:cubicBezTo>
                <a:cubicBezTo>
                  <a:pt x="599" y="181"/>
                  <a:pt x="603" y="201"/>
                  <a:pt x="613" y="218"/>
                </a:cubicBezTo>
                <a:cubicBezTo>
                  <a:pt x="622" y="235"/>
                  <a:pt x="635" y="243"/>
                  <a:pt x="650" y="243"/>
                </a:cubicBezTo>
                <a:cubicBezTo>
                  <a:pt x="661" y="243"/>
                  <a:pt x="671" y="239"/>
                  <a:pt x="678" y="229"/>
                </a:cubicBezTo>
                <a:cubicBezTo>
                  <a:pt x="685" y="220"/>
                  <a:pt x="689" y="204"/>
                  <a:pt x="689" y="181"/>
                </a:cubicBezTo>
                <a:cubicBezTo>
                  <a:pt x="689" y="152"/>
                  <a:pt x="683" y="130"/>
                  <a:pt x="671" y="113"/>
                </a:cubicBezTo>
                <a:cubicBezTo>
                  <a:pt x="663" y="102"/>
                  <a:pt x="652" y="96"/>
                  <a:pt x="639" y="96"/>
                </a:cubicBezTo>
                <a:moveTo>
                  <a:pt x="887" y="90"/>
                </a:moveTo>
                <a:lnTo>
                  <a:pt x="887" y="188"/>
                </a:lnTo>
                <a:cubicBezTo>
                  <a:pt x="887" y="206"/>
                  <a:pt x="888" y="218"/>
                  <a:pt x="889" y="222"/>
                </a:cubicBezTo>
                <a:cubicBezTo>
                  <a:pt x="890" y="226"/>
                  <a:pt x="891" y="229"/>
                  <a:pt x="893" y="230"/>
                </a:cubicBezTo>
                <a:cubicBezTo>
                  <a:pt x="895" y="232"/>
                  <a:pt x="897" y="233"/>
                  <a:pt x="900" y="233"/>
                </a:cubicBezTo>
                <a:cubicBezTo>
                  <a:pt x="904" y="233"/>
                  <a:pt x="908" y="232"/>
                  <a:pt x="912" y="230"/>
                </a:cubicBezTo>
                <a:lnTo>
                  <a:pt x="915" y="236"/>
                </a:lnTo>
                <a:lnTo>
                  <a:pt x="866" y="256"/>
                </a:lnTo>
                <a:lnTo>
                  <a:pt x="858" y="256"/>
                </a:lnTo>
                <a:lnTo>
                  <a:pt x="858" y="222"/>
                </a:lnTo>
                <a:cubicBezTo>
                  <a:pt x="845" y="237"/>
                  <a:pt x="834" y="247"/>
                  <a:pt x="826" y="250"/>
                </a:cubicBezTo>
                <a:cubicBezTo>
                  <a:pt x="819" y="254"/>
                  <a:pt x="811" y="256"/>
                  <a:pt x="803" y="256"/>
                </a:cubicBezTo>
                <a:cubicBezTo>
                  <a:pt x="795" y="256"/>
                  <a:pt x="787" y="253"/>
                  <a:pt x="780" y="248"/>
                </a:cubicBezTo>
                <a:cubicBezTo>
                  <a:pt x="773" y="243"/>
                  <a:pt x="769" y="236"/>
                  <a:pt x="766" y="228"/>
                </a:cubicBezTo>
                <a:cubicBezTo>
                  <a:pt x="764" y="220"/>
                  <a:pt x="762" y="208"/>
                  <a:pt x="762" y="193"/>
                </a:cubicBezTo>
                <a:lnTo>
                  <a:pt x="762" y="121"/>
                </a:lnTo>
                <a:cubicBezTo>
                  <a:pt x="762" y="114"/>
                  <a:pt x="761" y="108"/>
                  <a:pt x="760" y="105"/>
                </a:cubicBezTo>
                <a:cubicBezTo>
                  <a:pt x="758" y="102"/>
                  <a:pt x="756" y="100"/>
                  <a:pt x="753" y="98"/>
                </a:cubicBezTo>
                <a:cubicBezTo>
                  <a:pt x="749" y="97"/>
                  <a:pt x="744" y="96"/>
                  <a:pt x="735" y="96"/>
                </a:cubicBezTo>
                <a:lnTo>
                  <a:pt x="735" y="90"/>
                </a:lnTo>
                <a:lnTo>
                  <a:pt x="791" y="90"/>
                </a:lnTo>
                <a:lnTo>
                  <a:pt x="791" y="198"/>
                </a:lnTo>
                <a:cubicBezTo>
                  <a:pt x="791" y="213"/>
                  <a:pt x="794" y="223"/>
                  <a:pt x="799" y="227"/>
                </a:cubicBezTo>
                <a:cubicBezTo>
                  <a:pt x="804" y="232"/>
                  <a:pt x="811" y="234"/>
                  <a:pt x="819" y="234"/>
                </a:cubicBezTo>
                <a:cubicBezTo>
                  <a:pt x="823" y="234"/>
                  <a:pt x="829" y="233"/>
                  <a:pt x="836" y="229"/>
                </a:cubicBezTo>
                <a:cubicBezTo>
                  <a:pt x="842" y="226"/>
                  <a:pt x="850" y="220"/>
                  <a:pt x="858" y="211"/>
                </a:cubicBezTo>
                <a:lnTo>
                  <a:pt x="858" y="120"/>
                </a:lnTo>
                <a:cubicBezTo>
                  <a:pt x="858" y="111"/>
                  <a:pt x="857" y="104"/>
                  <a:pt x="853" y="101"/>
                </a:cubicBezTo>
                <a:cubicBezTo>
                  <a:pt x="850" y="98"/>
                  <a:pt x="843" y="96"/>
                  <a:pt x="832" y="96"/>
                </a:cubicBezTo>
                <a:lnTo>
                  <a:pt x="832" y="90"/>
                </a:lnTo>
                <a:lnTo>
                  <a:pt x="887" y="90"/>
                </a:lnTo>
                <a:moveTo>
                  <a:pt x="973" y="36"/>
                </a:moveTo>
                <a:lnTo>
                  <a:pt x="973" y="90"/>
                </a:lnTo>
                <a:lnTo>
                  <a:pt x="1011" y="90"/>
                </a:lnTo>
                <a:lnTo>
                  <a:pt x="1011" y="102"/>
                </a:lnTo>
                <a:lnTo>
                  <a:pt x="973" y="102"/>
                </a:lnTo>
                <a:lnTo>
                  <a:pt x="973" y="206"/>
                </a:lnTo>
                <a:cubicBezTo>
                  <a:pt x="973" y="217"/>
                  <a:pt x="975" y="224"/>
                  <a:pt x="978" y="228"/>
                </a:cubicBezTo>
                <a:cubicBezTo>
                  <a:pt x="981" y="232"/>
                  <a:pt x="985" y="234"/>
                  <a:pt x="990" y="234"/>
                </a:cubicBezTo>
                <a:cubicBezTo>
                  <a:pt x="994" y="234"/>
                  <a:pt x="997" y="232"/>
                  <a:pt x="1001" y="230"/>
                </a:cubicBezTo>
                <a:cubicBezTo>
                  <a:pt x="1005" y="227"/>
                  <a:pt x="1007" y="224"/>
                  <a:pt x="1010" y="219"/>
                </a:cubicBezTo>
                <a:lnTo>
                  <a:pt x="1016" y="219"/>
                </a:lnTo>
                <a:cubicBezTo>
                  <a:pt x="1012" y="230"/>
                  <a:pt x="1006" y="239"/>
                  <a:pt x="999" y="245"/>
                </a:cubicBezTo>
                <a:cubicBezTo>
                  <a:pt x="991" y="251"/>
                  <a:pt x="983" y="253"/>
                  <a:pt x="976" y="253"/>
                </a:cubicBezTo>
                <a:cubicBezTo>
                  <a:pt x="970" y="253"/>
                  <a:pt x="965" y="252"/>
                  <a:pt x="959" y="249"/>
                </a:cubicBezTo>
                <a:cubicBezTo>
                  <a:pt x="954" y="246"/>
                  <a:pt x="950" y="242"/>
                  <a:pt x="948" y="237"/>
                </a:cubicBezTo>
                <a:cubicBezTo>
                  <a:pt x="945" y="231"/>
                  <a:pt x="944" y="222"/>
                  <a:pt x="944" y="211"/>
                </a:cubicBezTo>
                <a:lnTo>
                  <a:pt x="944" y="102"/>
                </a:lnTo>
                <a:lnTo>
                  <a:pt x="919" y="102"/>
                </a:lnTo>
                <a:lnTo>
                  <a:pt x="919" y="96"/>
                </a:lnTo>
                <a:cubicBezTo>
                  <a:pt x="925" y="93"/>
                  <a:pt x="932" y="89"/>
                  <a:pt x="938" y="83"/>
                </a:cubicBezTo>
                <a:cubicBezTo>
                  <a:pt x="945" y="77"/>
                  <a:pt x="951" y="69"/>
                  <a:pt x="957" y="61"/>
                </a:cubicBezTo>
                <a:cubicBezTo>
                  <a:pt x="959" y="56"/>
                  <a:pt x="963" y="48"/>
                  <a:pt x="968" y="36"/>
                </a:cubicBezTo>
                <a:lnTo>
                  <a:pt x="973" y="36"/>
                </a:lnTo>
                <a:moveTo>
                  <a:pt x="1105" y="105"/>
                </a:moveTo>
                <a:lnTo>
                  <a:pt x="1156" y="85"/>
                </a:lnTo>
                <a:lnTo>
                  <a:pt x="1162" y="85"/>
                </a:lnTo>
                <a:lnTo>
                  <a:pt x="1162" y="123"/>
                </a:lnTo>
                <a:cubicBezTo>
                  <a:pt x="1171" y="109"/>
                  <a:pt x="1179" y="99"/>
                  <a:pt x="1187" y="93"/>
                </a:cubicBezTo>
                <a:cubicBezTo>
                  <a:pt x="1195" y="88"/>
                  <a:pt x="1204" y="85"/>
                  <a:pt x="1214" y="85"/>
                </a:cubicBezTo>
                <a:cubicBezTo>
                  <a:pt x="1230" y="85"/>
                  <a:pt x="1244" y="91"/>
                  <a:pt x="1255" y="104"/>
                </a:cubicBezTo>
                <a:cubicBezTo>
                  <a:pt x="1268" y="119"/>
                  <a:pt x="1275" y="140"/>
                  <a:pt x="1275" y="165"/>
                </a:cubicBezTo>
                <a:cubicBezTo>
                  <a:pt x="1275" y="192"/>
                  <a:pt x="1266" y="215"/>
                  <a:pt x="1250" y="234"/>
                </a:cubicBezTo>
                <a:cubicBezTo>
                  <a:pt x="1237" y="248"/>
                  <a:pt x="1220" y="256"/>
                  <a:pt x="1201" y="256"/>
                </a:cubicBezTo>
                <a:cubicBezTo>
                  <a:pt x="1192" y="256"/>
                  <a:pt x="1184" y="255"/>
                  <a:pt x="1178" y="252"/>
                </a:cubicBezTo>
                <a:cubicBezTo>
                  <a:pt x="1173" y="251"/>
                  <a:pt x="1168" y="247"/>
                  <a:pt x="1162" y="242"/>
                </a:cubicBezTo>
                <a:lnTo>
                  <a:pt x="1162" y="291"/>
                </a:lnTo>
                <a:cubicBezTo>
                  <a:pt x="1162" y="302"/>
                  <a:pt x="1163" y="309"/>
                  <a:pt x="1164" y="311"/>
                </a:cubicBezTo>
                <a:cubicBezTo>
                  <a:pt x="1165" y="315"/>
                  <a:pt x="1168" y="317"/>
                  <a:pt x="1171" y="319"/>
                </a:cubicBezTo>
                <a:cubicBezTo>
                  <a:pt x="1174" y="321"/>
                  <a:pt x="1180" y="322"/>
                  <a:pt x="1189" y="322"/>
                </a:cubicBezTo>
                <a:lnTo>
                  <a:pt x="1189" y="328"/>
                </a:lnTo>
                <a:lnTo>
                  <a:pt x="1105" y="328"/>
                </a:lnTo>
                <a:lnTo>
                  <a:pt x="1105" y="322"/>
                </a:lnTo>
                <a:lnTo>
                  <a:pt x="1109" y="322"/>
                </a:lnTo>
                <a:cubicBezTo>
                  <a:pt x="1115" y="322"/>
                  <a:pt x="1121" y="321"/>
                  <a:pt x="1126" y="318"/>
                </a:cubicBezTo>
                <a:cubicBezTo>
                  <a:pt x="1128" y="317"/>
                  <a:pt x="1130" y="315"/>
                  <a:pt x="1131" y="311"/>
                </a:cubicBezTo>
                <a:cubicBezTo>
                  <a:pt x="1132" y="309"/>
                  <a:pt x="1133" y="301"/>
                  <a:pt x="1133" y="290"/>
                </a:cubicBezTo>
                <a:lnTo>
                  <a:pt x="1133" y="137"/>
                </a:lnTo>
                <a:cubicBezTo>
                  <a:pt x="1133" y="126"/>
                  <a:pt x="1132" y="120"/>
                  <a:pt x="1131" y="117"/>
                </a:cubicBezTo>
                <a:cubicBezTo>
                  <a:pt x="1130" y="114"/>
                  <a:pt x="1129" y="112"/>
                  <a:pt x="1127" y="111"/>
                </a:cubicBezTo>
                <a:cubicBezTo>
                  <a:pt x="1124" y="109"/>
                  <a:pt x="1122" y="108"/>
                  <a:pt x="1119" y="108"/>
                </a:cubicBezTo>
                <a:cubicBezTo>
                  <a:pt x="1116" y="108"/>
                  <a:pt x="1112" y="109"/>
                  <a:pt x="1108" y="111"/>
                </a:cubicBezTo>
                <a:lnTo>
                  <a:pt x="1105" y="105"/>
                </a:lnTo>
                <a:moveTo>
                  <a:pt x="1162" y="194"/>
                </a:moveTo>
                <a:cubicBezTo>
                  <a:pt x="1162" y="207"/>
                  <a:pt x="1162" y="216"/>
                  <a:pt x="1163" y="220"/>
                </a:cubicBezTo>
                <a:cubicBezTo>
                  <a:pt x="1165" y="227"/>
                  <a:pt x="1169" y="233"/>
                  <a:pt x="1175" y="238"/>
                </a:cubicBezTo>
                <a:cubicBezTo>
                  <a:pt x="1182" y="243"/>
                  <a:pt x="1190" y="246"/>
                  <a:pt x="1200" y="246"/>
                </a:cubicBezTo>
                <a:cubicBezTo>
                  <a:pt x="1212" y="246"/>
                  <a:pt x="1221" y="241"/>
                  <a:pt x="1229" y="232"/>
                </a:cubicBezTo>
                <a:cubicBezTo>
                  <a:pt x="1238" y="220"/>
                  <a:pt x="1243" y="203"/>
                  <a:pt x="1243" y="181"/>
                </a:cubicBezTo>
                <a:cubicBezTo>
                  <a:pt x="1243" y="156"/>
                  <a:pt x="1238" y="137"/>
                  <a:pt x="1227" y="124"/>
                </a:cubicBezTo>
                <a:cubicBezTo>
                  <a:pt x="1219" y="115"/>
                  <a:pt x="1210" y="110"/>
                  <a:pt x="1200" y="110"/>
                </a:cubicBezTo>
                <a:cubicBezTo>
                  <a:pt x="1194" y="110"/>
                  <a:pt x="1188" y="112"/>
                  <a:pt x="1183" y="114"/>
                </a:cubicBezTo>
                <a:cubicBezTo>
                  <a:pt x="1179" y="117"/>
                  <a:pt x="1172" y="123"/>
                  <a:pt x="1162" y="134"/>
                </a:cubicBezTo>
                <a:lnTo>
                  <a:pt x="1162" y="194"/>
                </a:lnTo>
                <a:moveTo>
                  <a:pt x="1354" y="0"/>
                </a:moveTo>
                <a:lnTo>
                  <a:pt x="1354" y="215"/>
                </a:lnTo>
                <a:cubicBezTo>
                  <a:pt x="1354" y="225"/>
                  <a:pt x="1354" y="232"/>
                  <a:pt x="1355" y="235"/>
                </a:cubicBezTo>
                <a:cubicBezTo>
                  <a:pt x="1357" y="238"/>
                  <a:pt x="1359" y="240"/>
                  <a:pt x="1362" y="242"/>
                </a:cubicBezTo>
                <a:cubicBezTo>
                  <a:pt x="1365" y="244"/>
                  <a:pt x="1371" y="244"/>
                  <a:pt x="1380" y="244"/>
                </a:cubicBezTo>
                <a:lnTo>
                  <a:pt x="1380" y="251"/>
                </a:lnTo>
                <a:lnTo>
                  <a:pt x="1300" y="251"/>
                </a:lnTo>
                <a:lnTo>
                  <a:pt x="1300" y="244"/>
                </a:lnTo>
                <a:cubicBezTo>
                  <a:pt x="1308" y="244"/>
                  <a:pt x="1313" y="244"/>
                  <a:pt x="1316" y="243"/>
                </a:cubicBezTo>
                <a:cubicBezTo>
                  <a:pt x="1318" y="241"/>
                  <a:pt x="1320" y="238"/>
                  <a:pt x="1322" y="235"/>
                </a:cubicBezTo>
                <a:cubicBezTo>
                  <a:pt x="1323" y="231"/>
                  <a:pt x="1324" y="224"/>
                  <a:pt x="1324" y="215"/>
                </a:cubicBezTo>
                <a:lnTo>
                  <a:pt x="1324" y="68"/>
                </a:lnTo>
                <a:cubicBezTo>
                  <a:pt x="1324" y="49"/>
                  <a:pt x="1324" y="38"/>
                  <a:pt x="1323" y="34"/>
                </a:cubicBezTo>
                <a:cubicBezTo>
                  <a:pt x="1322" y="30"/>
                  <a:pt x="1321" y="27"/>
                  <a:pt x="1319" y="26"/>
                </a:cubicBezTo>
                <a:cubicBezTo>
                  <a:pt x="1317" y="24"/>
                  <a:pt x="1315" y="23"/>
                  <a:pt x="1312" y="23"/>
                </a:cubicBezTo>
                <a:cubicBezTo>
                  <a:pt x="1309" y="23"/>
                  <a:pt x="1305" y="24"/>
                  <a:pt x="1300" y="26"/>
                </a:cubicBezTo>
                <a:lnTo>
                  <a:pt x="1297" y="20"/>
                </a:lnTo>
                <a:lnTo>
                  <a:pt x="1346" y="0"/>
                </a:lnTo>
                <a:lnTo>
                  <a:pt x="1354" y="0"/>
                </a:lnTo>
                <a:moveTo>
                  <a:pt x="1459" y="250"/>
                </a:moveTo>
                <a:cubicBezTo>
                  <a:pt x="1452" y="253"/>
                  <a:pt x="1446" y="255"/>
                  <a:pt x="1438" y="255"/>
                </a:cubicBezTo>
                <a:cubicBezTo>
                  <a:pt x="1427" y="255"/>
                  <a:pt x="1418" y="251"/>
                  <a:pt x="1411" y="243"/>
                </a:cubicBezTo>
                <a:cubicBezTo>
                  <a:pt x="1403" y="236"/>
                  <a:pt x="1400" y="225"/>
                  <a:pt x="1400" y="213"/>
                </a:cubicBezTo>
                <a:cubicBezTo>
                  <a:pt x="1400" y="205"/>
                  <a:pt x="1402" y="198"/>
                  <a:pt x="1405" y="192"/>
                </a:cubicBezTo>
                <a:cubicBezTo>
                  <a:pt x="1410" y="184"/>
                  <a:pt x="1418" y="177"/>
                  <a:pt x="1430" y="170"/>
                </a:cubicBezTo>
                <a:cubicBezTo>
                  <a:pt x="1442" y="163"/>
                  <a:pt x="1462" y="154"/>
                  <a:pt x="1490" y="144"/>
                </a:cubicBezTo>
                <a:lnTo>
                  <a:pt x="1490" y="137"/>
                </a:lnTo>
                <a:cubicBezTo>
                  <a:pt x="1490" y="121"/>
                  <a:pt x="1487" y="110"/>
                  <a:pt x="1482" y="104"/>
                </a:cubicBezTo>
                <a:cubicBezTo>
                  <a:pt x="1477" y="98"/>
                  <a:pt x="1470" y="95"/>
                  <a:pt x="1460" y="95"/>
                </a:cubicBezTo>
                <a:cubicBezTo>
                  <a:pt x="1452" y="95"/>
                  <a:pt x="1446" y="97"/>
                  <a:pt x="1442" y="101"/>
                </a:cubicBezTo>
                <a:cubicBezTo>
                  <a:pt x="1437" y="105"/>
                  <a:pt x="1435" y="110"/>
                  <a:pt x="1435" y="115"/>
                </a:cubicBezTo>
                <a:lnTo>
                  <a:pt x="1436" y="125"/>
                </a:lnTo>
                <a:cubicBezTo>
                  <a:pt x="1436" y="131"/>
                  <a:pt x="1434" y="135"/>
                  <a:pt x="1432" y="138"/>
                </a:cubicBezTo>
                <a:cubicBezTo>
                  <a:pt x="1429" y="141"/>
                  <a:pt x="1425" y="142"/>
                  <a:pt x="1421" y="142"/>
                </a:cubicBezTo>
                <a:cubicBezTo>
                  <a:pt x="1416" y="142"/>
                  <a:pt x="1413" y="141"/>
                  <a:pt x="1410" y="138"/>
                </a:cubicBezTo>
                <a:cubicBezTo>
                  <a:pt x="1408" y="135"/>
                  <a:pt x="1406" y="131"/>
                  <a:pt x="1406" y="125"/>
                </a:cubicBezTo>
                <a:cubicBezTo>
                  <a:pt x="1406" y="115"/>
                  <a:pt x="1411" y="106"/>
                  <a:pt x="1421" y="98"/>
                </a:cubicBezTo>
                <a:cubicBezTo>
                  <a:pt x="1432" y="89"/>
                  <a:pt x="1446" y="85"/>
                  <a:pt x="1465" y="85"/>
                </a:cubicBezTo>
                <a:cubicBezTo>
                  <a:pt x="1479" y="85"/>
                  <a:pt x="1491" y="87"/>
                  <a:pt x="1501" y="92"/>
                </a:cubicBezTo>
                <a:cubicBezTo>
                  <a:pt x="1507" y="96"/>
                  <a:pt x="1512" y="101"/>
                  <a:pt x="1516" y="109"/>
                </a:cubicBezTo>
                <a:cubicBezTo>
                  <a:pt x="1518" y="114"/>
                  <a:pt x="1519" y="125"/>
                  <a:pt x="1519" y="140"/>
                </a:cubicBezTo>
                <a:lnTo>
                  <a:pt x="1519" y="195"/>
                </a:lnTo>
                <a:cubicBezTo>
                  <a:pt x="1519" y="210"/>
                  <a:pt x="1519" y="220"/>
                  <a:pt x="1519" y="223"/>
                </a:cubicBezTo>
                <a:cubicBezTo>
                  <a:pt x="1520" y="227"/>
                  <a:pt x="1521" y="229"/>
                  <a:pt x="1522" y="230"/>
                </a:cubicBezTo>
                <a:cubicBezTo>
                  <a:pt x="1524" y="231"/>
                  <a:pt x="1526" y="232"/>
                  <a:pt x="1527" y="232"/>
                </a:cubicBezTo>
                <a:cubicBezTo>
                  <a:pt x="1529" y="232"/>
                  <a:pt x="1531" y="231"/>
                  <a:pt x="1533" y="230"/>
                </a:cubicBezTo>
                <a:cubicBezTo>
                  <a:pt x="1535" y="229"/>
                  <a:pt x="1540" y="225"/>
                  <a:pt x="1547" y="218"/>
                </a:cubicBezTo>
                <a:lnTo>
                  <a:pt x="1547" y="227"/>
                </a:lnTo>
                <a:cubicBezTo>
                  <a:pt x="1534" y="245"/>
                  <a:pt x="1521" y="254"/>
                  <a:pt x="1509" y="254"/>
                </a:cubicBezTo>
                <a:cubicBezTo>
                  <a:pt x="1503" y="254"/>
                  <a:pt x="1498" y="252"/>
                  <a:pt x="1495" y="248"/>
                </a:cubicBezTo>
                <a:cubicBezTo>
                  <a:pt x="1492" y="244"/>
                  <a:pt x="1490" y="237"/>
                  <a:pt x="1490" y="227"/>
                </a:cubicBezTo>
                <a:cubicBezTo>
                  <a:pt x="1473" y="240"/>
                  <a:pt x="1463" y="248"/>
                  <a:pt x="1459" y="250"/>
                </a:cubicBezTo>
                <a:moveTo>
                  <a:pt x="1490" y="216"/>
                </a:moveTo>
                <a:lnTo>
                  <a:pt x="1490" y="155"/>
                </a:lnTo>
                <a:cubicBezTo>
                  <a:pt x="1472" y="162"/>
                  <a:pt x="1460" y="167"/>
                  <a:pt x="1455" y="169"/>
                </a:cubicBezTo>
                <a:cubicBezTo>
                  <a:pt x="1446" y="175"/>
                  <a:pt x="1439" y="180"/>
                  <a:pt x="1435" y="186"/>
                </a:cubicBezTo>
                <a:cubicBezTo>
                  <a:pt x="1431" y="191"/>
                  <a:pt x="1429" y="198"/>
                  <a:pt x="1429" y="204"/>
                </a:cubicBezTo>
                <a:cubicBezTo>
                  <a:pt x="1429" y="213"/>
                  <a:pt x="1432" y="220"/>
                  <a:pt x="1437" y="226"/>
                </a:cubicBezTo>
                <a:cubicBezTo>
                  <a:pt x="1442" y="231"/>
                  <a:pt x="1448" y="234"/>
                  <a:pt x="1455" y="234"/>
                </a:cubicBezTo>
                <a:cubicBezTo>
                  <a:pt x="1463" y="234"/>
                  <a:pt x="1475" y="228"/>
                  <a:pt x="1490" y="216"/>
                </a:cubicBezTo>
                <a:moveTo>
                  <a:pt x="1696" y="189"/>
                </a:moveTo>
                <a:cubicBezTo>
                  <a:pt x="1691" y="211"/>
                  <a:pt x="1683" y="227"/>
                  <a:pt x="1670" y="239"/>
                </a:cubicBezTo>
                <a:cubicBezTo>
                  <a:pt x="1657" y="250"/>
                  <a:pt x="1644" y="256"/>
                  <a:pt x="1628" y="256"/>
                </a:cubicBezTo>
                <a:cubicBezTo>
                  <a:pt x="1610" y="256"/>
                  <a:pt x="1594" y="248"/>
                  <a:pt x="1580" y="233"/>
                </a:cubicBezTo>
                <a:cubicBezTo>
                  <a:pt x="1566" y="218"/>
                  <a:pt x="1559" y="197"/>
                  <a:pt x="1559" y="171"/>
                </a:cubicBezTo>
                <a:cubicBezTo>
                  <a:pt x="1559" y="145"/>
                  <a:pt x="1567" y="124"/>
                  <a:pt x="1582" y="108"/>
                </a:cubicBezTo>
                <a:cubicBezTo>
                  <a:pt x="1597" y="93"/>
                  <a:pt x="1615" y="85"/>
                  <a:pt x="1637" y="85"/>
                </a:cubicBezTo>
                <a:cubicBezTo>
                  <a:pt x="1652" y="85"/>
                  <a:pt x="1665" y="89"/>
                  <a:pt x="1675" y="98"/>
                </a:cubicBezTo>
                <a:cubicBezTo>
                  <a:pt x="1686" y="106"/>
                  <a:pt x="1691" y="114"/>
                  <a:pt x="1691" y="124"/>
                </a:cubicBezTo>
                <a:cubicBezTo>
                  <a:pt x="1691" y="128"/>
                  <a:pt x="1690" y="132"/>
                  <a:pt x="1687" y="134"/>
                </a:cubicBezTo>
                <a:cubicBezTo>
                  <a:pt x="1684" y="137"/>
                  <a:pt x="1680" y="139"/>
                  <a:pt x="1675" y="139"/>
                </a:cubicBezTo>
                <a:cubicBezTo>
                  <a:pt x="1668" y="139"/>
                  <a:pt x="1663" y="136"/>
                  <a:pt x="1659" y="132"/>
                </a:cubicBezTo>
                <a:cubicBezTo>
                  <a:pt x="1657" y="129"/>
                  <a:pt x="1656" y="124"/>
                  <a:pt x="1655" y="117"/>
                </a:cubicBezTo>
                <a:cubicBezTo>
                  <a:pt x="1654" y="111"/>
                  <a:pt x="1652" y="105"/>
                  <a:pt x="1648" y="102"/>
                </a:cubicBezTo>
                <a:cubicBezTo>
                  <a:pt x="1644" y="98"/>
                  <a:pt x="1638" y="96"/>
                  <a:pt x="1631" y="96"/>
                </a:cubicBezTo>
                <a:cubicBezTo>
                  <a:pt x="1619" y="96"/>
                  <a:pt x="1610" y="101"/>
                  <a:pt x="1602" y="110"/>
                </a:cubicBezTo>
                <a:cubicBezTo>
                  <a:pt x="1593" y="121"/>
                  <a:pt x="1588" y="136"/>
                  <a:pt x="1588" y="155"/>
                </a:cubicBezTo>
                <a:cubicBezTo>
                  <a:pt x="1588" y="174"/>
                  <a:pt x="1593" y="191"/>
                  <a:pt x="1602" y="206"/>
                </a:cubicBezTo>
                <a:cubicBezTo>
                  <a:pt x="1612" y="221"/>
                  <a:pt x="1625" y="229"/>
                  <a:pt x="1641" y="229"/>
                </a:cubicBezTo>
                <a:cubicBezTo>
                  <a:pt x="1652" y="229"/>
                  <a:pt x="1662" y="225"/>
                  <a:pt x="1672" y="217"/>
                </a:cubicBezTo>
                <a:cubicBezTo>
                  <a:pt x="1678" y="211"/>
                  <a:pt x="1685" y="201"/>
                  <a:pt x="1691" y="187"/>
                </a:cubicBezTo>
                <a:lnTo>
                  <a:pt x="1696" y="189"/>
                </a:lnTo>
                <a:moveTo>
                  <a:pt x="1746" y="150"/>
                </a:moveTo>
                <a:cubicBezTo>
                  <a:pt x="1746" y="174"/>
                  <a:pt x="1752" y="193"/>
                  <a:pt x="1764" y="207"/>
                </a:cubicBezTo>
                <a:cubicBezTo>
                  <a:pt x="1775" y="221"/>
                  <a:pt x="1789" y="227"/>
                  <a:pt x="1805" y="227"/>
                </a:cubicBezTo>
                <a:cubicBezTo>
                  <a:pt x="1815" y="227"/>
                  <a:pt x="1824" y="225"/>
                  <a:pt x="1832" y="219"/>
                </a:cubicBezTo>
                <a:cubicBezTo>
                  <a:pt x="1840" y="213"/>
                  <a:pt x="1847" y="203"/>
                  <a:pt x="1852" y="189"/>
                </a:cubicBezTo>
                <a:lnTo>
                  <a:pt x="1858" y="192"/>
                </a:lnTo>
                <a:cubicBezTo>
                  <a:pt x="1855" y="208"/>
                  <a:pt x="1848" y="223"/>
                  <a:pt x="1836" y="236"/>
                </a:cubicBezTo>
                <a:cubicBezTo>
                  <a:pt x="1824" y="249"/>
                  <a:pt x="1809" y="256"/>
                  <a:pt x="1792" y="256"/>
                </a:cubicBezTo>
                <a:cubicBezTo>
                  <a:pt x="1772" y="256"/>
                  <a:pt x="1756" y="248"/>
                  <a:pt x="1741" y="234"/>
                </a:cubicBezTo>
                <a:cubicBezTo>
                  <a:pt x="1728" y="218"/>
                  <a:pt x="1721" y="198"/>
                  <a:pt x="1721" y="172"/>
                </a:cubicBezTo>
                <a:cubicBezTo>
                  <a:pt x="1721" y="145"/>
                  <a:pt x="1728" y="123"/>
                  <a:pt x="1742" y="108"/>
                </a:cubicBezTo>
                <a:cubicBezTo>
                  <a:pt x="1757" y="92"/>
                  <a:pt x="1774" y="84"/>
                  <a:pt x="1796" y="84"/>
                </a:cubicBezTo>
                <a:cubicBezTo>
                  <a:pt x="1814" y="84"/>
                  <a:pt x="1829" y="90"/>
                  <a:pt x="1840" y="102"/>
                </a:cubicBezTo>
                <a:cubicBezTo>
                  <a:pt x="1852" y="114"/>
                  <a:pt x="1858" y="130"/>
                  <a:pt x="1858" y="150"/>
                </a:cubicBezTo>
                <a:lnTo>
                  <a:pt x="1746" y="150"/>
                </a:lnTo>
                <a:moveTo>
                  <a:pt x="1821" y="140"/>
                </a:moveTo>
                <a:cubicBezTo>
                  <a:pt x="1820" y="130"/>
                  <a:pt x="1819" y="123"/>
                  <a:pt x="1817" y="118"/>
                </a:cubicBezTo>
                <a:cubicBezTo>
                  <a:pt x="1814" y="112"/>
                  <a:pt x="1810" y="107"/>
                  <a:pt x="1804" y="103"/>
                </a:cubicBezTo>
                <a:cubicBezTo>
                  <a:pt x="1798" y="99"/>
                  <a:pt x="1792" y="97"/>
                  <a:pt x="1786" y="97"/>
                </a:cubicBezTo>
                <a:cubicBezTo>
                  <a:pt x="1776" y="97"/>
                  <a:pt x="1767" y="101"/>
                  <a:pt x="1760" y="108"/>
                </a:cubicBezTo>
                <a:cubicBezTo>
                  <a:pt x="1752" y="116"/>
                  <a:pt x="1748" y="127"/>
                  <a:pt x="1746" y="140"/>
                </a:cubicBezTo>
                <a:lnTo>
                  <a:pt x="1821" y="140"/>
                </a:lnTo>
                <a:moveTo>
                  <a:pt x="1927" y="119"/>
                </a:moveTo>
                <a:cubicBezTo>
                  <a:pt x="1939" y="107"/>
                  <a:pt x="1946" y="100"/>
                  <a:pt x="1948" y="99"/>
                </a:cubicBezTo>
                <a:cubicBezTo>
                  <a:pt x="1953" y="94"/>
                  <a:pt x="1959" y="91"/>
                  <a:pt x="1965" y="88"/>
                </a:cubicBezTo>
                <a:cubicBezTo>
                  <a:pt x="1971" y="86"/>
                  <a:pt x="1977" y="85"/>
                  <a:pt x="1983" y="85"/>
                </a:cubicBezTo>
                <a:cubicBezTo>
                  <a:pt x="1993" y="85"/>
                  <a:pt x="2002" y="88"/>
                  <a:pt x="2009" y="94"/>
                </a:cubicBezTo>
                <a:cubicBezTo>
                  <a:pt x="2017" y="100"/>
                  <a:pt x="2021" y="108"/>
                  <a:pt x="2024" y="119"/>
                </a:cubicBezTo>
                <a:cubicBezTo>
                  <a:pt x="2036" y="105"/>
                  <a:pt x="2046" y="96"/>
                  <a:pt x="2055" y="91"/>
                </a:cubicBezTo>
                <a:cubicBezTo>
                  <a:pt x="2063" y="87"/>
                  <a:pt x="2072" y="85"/>
                  <a:pt x="2081" y="85"/>
                </a:cubicBezTo>
                <a:cubicBezTo>
                  <a:pt x="2089" y="85"/>
                  <a:pt x="2097" y="87"/>
                  <a:pt x="2103" y="91"/>
                </a:cubicBezTo>
                <a:cubicBezTo>
                  <a:pt x="2110" y="96"/>
                  <a:pt x="2115" y="103"/>
                  <a:pt x="2119" y="113"/>
                </a:cubicBezTo>
                <a:cubicBezTo>
                  <a:pt x="2122" y="120"/>
                  <a:pt x="2123" y="130"/>
                  <a:pt x="2123" y="145"/>
                </a:cubicBezTo>
                <a:lnTo>
                  <a:pt x="2123" y="215"/>
                </a:lnTo>
                <a:cubicBezTo>
                  <a:pt x="2123" y="225"/>
                  <a:pt x="2124" y="232"/>
                  <a:pt x="2125" y="235"/>
                </a:cubicBezTo>
                <a:cubicBezTo>
                  <a:pt x="2127" y="238"/>
                  <a:pt x="2129" y="240"/>
                  <a:pt x="2132" y="242"/>
                </a:cubicBezTo>
                <a:cubicBezTo>
                  <a:pt x="2135" y="244"/>
                  <a:pt x="2141" y="244"/>
                  <a:pt x="2148" y="244"/>
                </a:cubicBezTo>
                <a:lnTo>
                  <a:pt x="2148" y="251"/>
                </a:lnTo>
                <a:lnTo>
                  <a:pt x="2068" y="251"/>
                </a:lnTo>
                <a:lnTo>
                  <a:pt x="2068" y="244"/>
                </a:lnTo>
                <a:lnTo>
                  <a:pt x="2071" y="244"/>
                </a:lnTo>
                <a:cubicBezTo>
                  <a:pt x="2078" y="244"/>
                  <a:pt x="2083" y="243"/>
                  <a:pt x="2087" y="241"/>
                </a:cubicBezTo>
                <a:cubicBezTo>
                  <a:pt x="2090" y="239"/>
                  <a:pt x="2092" y="236"/>
                  <a:pt x="2093" y="232"/>
                </a:cubicBezTo>
                <a:cubicBezTo>
                  <a:pt x="2094" y="230"/>
                  <a:pt x="2094" y="224"/>
                  <a:pt x="2094" y="215"/>
                </a:cubicBezTo>
                <a:lnTo>
                  <a:pt x="2094" y="145"/>
                </a:lnTo>
                <a:cubicBezTo>
                  <a:pt x="2094" y="132"/>
                  <a:pt x="2092" y="123"/>
                  <a:pt x="2089" y="117"/>
                </a:cubicBezTo>
                <a:cubicBezTo>
                  <a:pt x="2084" y="110"/>
                  <a:pt x="2077" y="106"/>
                  <a:pt x="2067" y="106"/>
                </a:cubicBezTo>
                <a:cubicBezTo>
                  <a:pt x="2061" y="106"/>
                  <a:pt x="2054" y="108"/>
                  <a:pt x="2048" y="111"/>
                </a:cubicBezTo>
                <a:cubicBezTo>
                  <a:pt x="2042" y="114"/>
                  <a:pt x="2034" y="119"/>
                  <a:pt x="2025" y="128"/>
                </a:cubicBezTo>
                <a:lnTo>
                  <a:pt x="2025" y="215"/>
                </a:lnTo>
                <a:cubicBezTo>
                  <a:pt x="2025" y="226"/>
                  <a:pt x="2026" y="233"/>
                  <a:pt x="2027" y="235"/>
                </a:cubicBezTo>
                <a:cubicBezTo>
                  <a:pt x="2028" y="238"/>
                  <a:pt x="2031" y="240"/>
                  <a:pt x="2034" y="242"/>
                </a:cubicBezTo>
                <a:cubicBezTo>
                  <a:pt x="2038" y="244"/>
                  <a:pt x="2044" y="244"/>
                  <a:pt x="2052" y="244"/>
                </a:cubicBezTo>
                <a:lnTo>
                  <a:pt x="2052" y="251"/>
                </a:lnTo>
                <a:lnTo>
                  <a:pt x="1970" y="251"/>
                </a:lnTo>
                <a:lnTo>
                  <a:pt x="1970" y="244"/>
                </a:lnTo>
                <a:cubicBezTo>
                  <a:pt x="1979" y="244"/>
                  <a:pt x="1985" y="243"/>
                  <a:pt x="1988" y="241"/>
                </a:cubicBezTo>
                <a:cubicBezTo>
                  <a:pt x="1992" y="239"/>
                  <a:pt x="1994" y="236"/>
                  <a:pt x="1995" y="232"/>
                </a:cubicBezTo>
                <a:cubicBezTo>
                  <a:pt x="1996" y="230"/>
                  <a:pt x="1996" y="224"/>
                  <a:pt x="1996" y="215"/>
                </a:cubicBezTo>
                <a:lnTo>
                  <a:pt x="1996" y="145"/>
                </a:lnTo>
                <a:cubicBezTo>
                  <a:pt x="1996" y="132"/>
                  <a:pt x="1994" y="123"/>
                  <a:pt x="1991" y="117"/>
                </a:cubicBezTo>
                <a:cubicBezTo>
                  <a:pt x="1985" y="109"/>
                  <a:pt x="1978" y="105"/>
                  <a:pt x="1969" y="105"/>
                </a:cubicBezTo>
                <a:cubicBezTo>
                  <a:pt x="1962" y="105"/>
                  <a:pt x="1956" y="107"/>
                  <a:pt x="1950" y="110"/>
                </a:cubicBezTo>
                <a:cubicBezTo>
                  <a:pt x="1940" y="115"/>
                  <a:pt x="1932" y="121"/>
                  <a:pt x="1927" y="128"/>
                </a:cubicBezTo>
                <a:lnTo>
                  <a:pt x="1927" y="215"/>
                </a:lnTo>
                <a:cubicBezTo>
                  <a:pt x="1927" y="225"/>
                  <a:pt x="1928" y="232"/>
                  <a:pt x="1929" y="235"/>
                </a:cubicBezTo>
                <a:cubicBezTo>
                  <a:pt x="1930" y="239"/>
                  <a:pt x="1933" y="241"/>
                  <a:pt x="1936" y="243"/>
                </a:cubicBezTo>
                <a:cubicBezTo>
                  <a:pt x="1939" y="244"/>
                  <a:pt x="1945" y="244"/>
                  <a:pt x="1954" y="244"/>
                </a:cubicBezTo>
                <a:lnTo>
                  <a:pt x="1954" y="251"/>
                </a:lnTo>
                <a:lnTo>
                  <a:pt x="1873" y="251"/>
                </a:lnTo>
                <a:lnTo>
                  <a:pt x="1873" y="244"/>
                </a:lnTo>
                <a:cubicBezTo>
                  <a:pt x="1881" y="244"/>
                  <a:pt x="1886" y="244"/>
                  <a:pt x="1889" y="243"/>
                </a:cubicBezTo>
                <a:cubicBezTo>
                  <a:pt x="1892" y="241"/>
                  <a:pt x="1894" y="238"/>
                  <a:pt x="1896" y="235"/>
                </a:cubicBezTo>
                <a:cubicBezTo>
                  <a:pt x="1897" y="231"/>
                  <a:pt x="1898" y="224"/>
                  <a:pt x="1898" y="215"/>
                </a:cubicBezTo>
                <a:lnTo>
                  <a:pt x="1898" y="153"/>
                </a:lnTo>
                <a:cubicBezTo>
                  <a:pt x="1898" y="135"/>
                  <a:pt x="1898" y="123"/>
                  <a:pt x="1896" y="118"/>
                </a:cubicBezTo>
                <a:cubicBezTo>
                  <a:pt x="1895" y="114"/>
                  <a:pt x="1894" y="112"/>
                  <a:pt x="1892" y="110"/>
                </a:cubicBezTo>
                <a:cubicBezTo>
                  <a:pt x="1890" y="109"/>
                  <a:pt x="1888" y="108"/>
                  <a:pt x="1885" y="108"/>
                </a:cubicBezTo>
                <a:cubicBezTo>
                  <a:pt x="1882" y="108"/>
                  <a:pt x="1878" y="109"/>
                  <a:pt x="1873" y="111"/>
                </a:cubicBezTo>
                <a:lnTo>
                  <a:pt x="1871" y="104"/>
                </a:lnTo>
                <a:lnTo>
                  <a:pt x="1920" y="85"/>
                </a:lnTo>
                <a:lnTo>
                  <a:pt x="1927" y="85"/>
                </a:lnTo>
                <a:lnTo>
                  <a:pt x="1927" y="119"/>
                </a:lnTo>
                <a:moveTo>
                  <a:pt x="2188" y="150"/>
                </a:moveTo>
                <a:cubicBezTo>
                  <a:pt x="2187" y="174"/>
                  <a:pt x="2193" y="193"/>
                  <a:pt x="2205" y="207"/>
                </a:cubicBezTo>
                <a:cubicBezTo>
                  <a:pt x="2217" y="221"/>
                  <a:pt x="2231" y="227"/>
                  <a:pt x="2246" y="227"/>
                </a:cubicBezTo>
                <a:cubicBezTo>
                  <a:pt x="2257" y="227"/>
                  <a:pt x="2266" y="225"/>
                  <a:pt x="2273" y="219"/>
                </a:cubicBezTo>
                <a:cubicBezTo>
                  <a:pt x="2281" y="213"/>
                  <a:pt x="2288" y="203"/>
                  <a:pt x="2293" y="189"/>
                </a:cubicBezTo>
                <a:lnTo>
                  <a:pt x="2299" y="192"/>
                </a:lnTo>
                <a:cubicBezTo>
                  <a:pt x="2296" y="208"/>
                  <a:pt x="2289" y="223"/>
                  <a:pt x="2277" y="236"/>
                </a:cubicBezTo>
                <a:cubicBezTo>
                  <a:pt x="2265" y="249"/>
                  <a:pt x="2251" y="256"/>
                  <a:pt x="2233" y="256"/>
                </a:cubicBezTo>
                <a:cubicBezTo>
                  <a:pt x="2214" y="256"/>
                  <a:pt x="2197" y="248"/>
                  <a:pt x="2183" y="234"/>
                </a:cubicBezTo>
                <a:cubicBezTo>
                  <a:pt x="2169" y="218"/>
                  <a:pt x="2162" y="198"/>
                  <a:pt x="2162" y="172"/>
                </a:cubicBezTo>
                <a:cubicBezTo>
                  <a:pt x="2162" y="145"/>
                  <a:pt x="2169" y="123"/>
                  <a:pt x="2183" y="108"/>
                </a:cubicBezTo>
                <a:cubicBezTo>
                  <a:pt x="2198" y="92"/>
                  <a:pt x="2216" y="84"/>
                  <a:pt x="2237" y="84"/>
                </a:cubicBezTo>
                <a:cubicBezTo>
                  <a:pt x="2255" y="84"/>
                  <a:pt x="2270" y="90"/>
                  <a:pt x="2281" y="102"/>
                </a:cubicBezTo>
                <a:cubicBezTo>
                  <a:pt x="2293" y="114"/>
                  <a:pt x="2299" y="130"/>
                  <a:pt x="2299" y="150"/>
                </a:cubicBezTo>
                <a:lnTo>
                  <a:pt x="2188" y="150"/>
                </a:lnTo>
                <a:moveTo>
                  <a:pt x="2262" y="140"/>
                </a:moveTo>
                <a:cubicBezTo>
                  <a:pt x="2262" y="130"/>
                  <a:pt x="2260" y="123"/>
                  <a:pt x="2258" y="118"/>
                </a:cubicBezTo>
                <a:cubicBezTo>
                  <a:pt x="2255" y="112"/>
                  <a:pt x="2251" y="107"/>
                  <a:pt x="2245" y="103"/>
                </a:cubicBezTo>
                <a:cubicBezTo>
                  <a:pt x="2239" y="99"/>
                  <a:pt x="2233" y="97"/>
                  <a:pt x="2227" y="97"/>
                </a:cubicBezTo>
                <a:cubicBezTo>
                  <a:pt x="2217" y="97"/>
                  <a:pt x="2208" y="101"/>
                  <a:pt x="2201" y="108"/>
                </a:cubicBezTo>
                <a:cubicBezTo>
                  <a:pt x="2193" y="116"/>
                  <a:pt x="2189" y="127"/>
                  <a:pt x="2188" y="140"/>
                </a:cubicBezTo>
                <a:lnTo>
                  <a:pt x="2262" y="140"/>
                </a:lnTo>
                <a:moveTo>
                  <a:pt x="2368" y="119"/>
                </a:moveTo>
                <a:cubicBezTo>
                  <a:pt x="2387" y="96"/>
                  <a:pt x="2405" y="85"/>
                  <a:pt x="2422" y="85"/>
                </a:cubicBezTo>
                <a:cubicBezTo>
                  <a:pt x="2430" y="85"/>
                  <a:pt x="2438" y="87"/>
                  <a:pt x="2445" y="91"/>
                </a:cubicBezTo>
                <a:cubicBezTo>
                  <a:pt x="2451" y="96"/>
                  <a:pt x="2456" y="103"/>
                  <a:pt x="2460" y="113"/>
                </a:cubicBezTo>
                <a:cubicBezTo>
                  <a:pt x="2462" y="120"/>
                  <a:pt x="2463" y="131"/>
                  <a:pt x="2463" y="145"/>
                </a:cubicBezTo>
                <a:lnTo>
                  <a:pt x="2463" y="215"/>
                </a:lnTo>
                <a:cubicBezTo>
                  <a:pt x="2463" y="225"/>
                  <a:pt x="2464" y="232"/>
                  <a:pt x="2466" y="235"/>
                </a:cubicBezTo>
                <a:cubicBezTo>
                  <a:pt x="2468" y="238"/>
                  <a:pt x="2470" y="240"/>
                  <a:pt x="2472" y="242"/>
                </a:cubicBezTo>
                <a:cubicBezTo>
                  <a:pt x="2475" y="244"/>
                  <a:pt x="2480" y="244"/>
                  <a:pt x="2488" y="244"/>
                </a:cubicBezTo>
                <a:lnTo>
                  <a:pt x="2488" y="251"/>
                </a:lnTo>
                <a:lnTo>
                  <a:pt x="2408" y="251"/>
                </a:lnTo>
                <a:lnTo>
                  <a:pt x="2408" y="244"/>
                </a:lnTo>
                <a:lnTo>
                  <a:pt x="2412" y="244"/>
                </a:lnTo>
                <a:cubicBezTo>
                  <a:pt x="2419" y="244"/>
                  <a:pt x="2424" y="243"/>
                  <a:pt x="2427" y="241"/>
                </a:cubicBezTo>
                <a:cubicBezTo>
                  <a:pt x="2430" y="239"/>
                  <a:pt x="2433" y="236"/>
                  <a:pt x="2434" y="231"/>
                </a:cubicBezTo>
                <a:cubicBezTo>
                  <a:pt x="2434" y="230"/>
                  <a:pt x="2434" y="224"/>
                  <a:pt x="2434" y="215"/>
                </a:cubicBezTo>
                <a:lnTo>
                  <a:pt x="2434" y="148"/>
                </a:lnTo>
                <a:cubicBezTo>
                  <a:pt x="2434" y="134"/>
                  <a:pt x="2432" y="123"/>
                  <a:pt x="2428" y="117"/>
                </a:cubicBezTo>
                <a:cubicBezTo>
                  <a:pt x="2425" y="110"/>
                  <a:pt x="2418" y="107"/>
                  <a:pt x="2410" y="107"/>
                </a:cubicBezTo>
                <a:cubicBezTo>
                  <a:pt x="2395" y="107"/>
                  <a:pt x="2381" y="114"/>
                  <a:pt x="2368" y="130"/>
                </a:cubicBezTo>
                <a:lnTo>
                  <a:pt x="2368" y="215"/>
                </a:lnTo>
                <a:cubicBezTo>
                  <a:pt x="2368" y="226"/>
                  <a:pt x="2369" y="232"/>
                  <a:pt x="2370" y="235"/>
                </a:cubicBezTo>
                <a:cubicBezTo>
                  <a:pt x="2371" y="238"/>
                  <a:pt x="2373" y="241"/>
                  <a:pt x="2376" y="243"/>
                </a:cubicBezTo>
                <a:cubicBezTo>
                  <a:pt x="2379" y="244"/>
                  <a:pt x="2385" y="244"/>
                  <a:pt x="2394" y="244"/>
                </a:cubicBezTo>
                <a:lnTo>
                  <a:pt x="2394" y="251"/>
                </a:lnTo>
                <a:lnTo>
                  <a:pt x="2314" y="251"/>
                </a:lnTo>
                <a:lnTo>
                  <a:pt x="2314" y="244"/>
                </a:lnTo>
                <a:lnTo>
                  <a:pt x="2318" y="244"/>
                </a:lnTo>
                <a:cubicBezTo>
                  <a:pt x="2326" y="244"/>
                  <a:pt x="2331" y="242"/>
                  <a:pt x="2334" y="238"/>
                </a:cubicBezTo>
                <a:cubicBezTo>
                  <a:pt x="2337" y="234"/>
                  <a:pt x="2338" y="227"/>
                  <a:pt x="2338" y="215"/>
                </a:cubicBezTo>
                <a:lnTo>
                  <a:pt x="2338" y="154"/>
                </a:lnTo>
                <a:cubicBezTo>
                  <a:pt x="2338" y="135"/>
                  <a:pt x="2338" y="123"/>
                  <a:pt x="2337" y="119"/>
                </a:cubicBezTo>
                <a:cubicBezTo>
                  <a:pt x="2336" y="115"/>
                  <a:pt x="2335" y="112"/>
                  <a:pt x="2333" y="110"/>
                </a:cubicBezTo>
                <a:cubicBezTo>
                  <a:pt x="2331" y="109"/>
                  <a:pt x="2329" y="108"/>
                  <a:pt x="2326" y="108"/>
                </a:cubicBezTo>
                <a:cubicBezTo>
                  <a:pt x="2322" y="108"/>
                  <a:pt x="2318" y="109"/>
                  <a:pt x="2314" y="111"/>
                </a:cubicBezTo>
                <a:lnTo>
                  <a:pt x="2312" y="104"/>
                </a:lnTo>
                <a:lnTo>
                  <a:pt x="2360" y="85"/>
                </a:lnTo>
                <a:lnTo>
                  <a:pt x="2368" y="85"/>
                </a:lnTo>
                <a:lnTo>
                  <a:pt x="2368" y="119"/>
                </a:lnTo>
                <a:moveTo>
                  <a:pt x="2548" y="36"/>
                </a:moveTo>
                <a:lnTo>
                  <a:pt x="2548" y="90"/>
                </a:lnTo>
                <a:lnTo>
                  <a:pt x="2586" y="90"/>
                </a:lnTo>
                <a:lnTo>
                  <a:pt x="2586" y="102"/>
                </a:lnTo>
                <a:lnTo>
                  <a:pt x="2548" y="102"/>
                </a:lnTo>
                <a:lnTo>
                  <a:pt x="2548" y="206"/>
                </a:lnTo>
                <a:cubicBezTo>
                  <a:pt x="2548" y="217"/>
                  <a:pt x="2549" y="224"/>
                  <a:pt x="2552" y="228"/>
                </a:cubicBezTo>
                <a:cubicBezTo>
                  <a:pt x="2555" y="232"/>
                  <a:pt x="2559" y="234"/>
                  <a:pt x="2564" y="234"/>
                </a:cubicBezTo>
                <a:cubicBezTo>
                  <a:pt x="2568" y="234"/>
                  <a:pt x="2572" y="232"/>
                  <a:pt x="2576" y="230"/>
                </a:cubicBezTo>
                <a:cubicBezTo>
                  <a:pt x="2579" y="227"/>
                  <a:pt x="2582" y="224"/>
                  <a:pt x="2584" y="219"/>
                </a:cubicBezTo>
                <a:lnTo>
                  <a:pt x="2591" y="219"/>
                </a:lnTo>
                <a:cubicBezTo>
                  <a:pt x="2587" y="230"/>
                  <a:pt x="2581" y="239"/>
                  <a:pt x="2573" y="245"/>
                </a:cubicBezTo>
                <a:cubicBezTo>
                  <a:pt x="2566" y="251"/>
                  <a:pt x="2558" y="253"/>
                  <a:pt x="2550" y="253"/>
                </a:cubicBezTo>
                <a:cubicBezTo>
                  <a:pt x="2545" y="253"/>
                  <a:pt x="2539" y="252"/>
                  <a:pt x="2534" y="249"/>
                </a:cubicBezTo>
                <a:cubicBezTo>
                  <a:pt x="2529" y="246"/>
                  <a:pt x="2525" y="242"/>
                  <a:pt x="2522" y="237"/>
                </a:cubicBezTo>
                <a:cubicBezTo>
                  <a:pt x="2520" y="231"/>
                  <a:pt x="2519" y="222"/>
                  <a:pt x="2519" y="211"/>
                </a:cubicBezTo>
                <a:lnTo>
                  <a:pt x="2519" y="102"/>
                </a:lnTo>
                <a:lnTo>
                  <a:pt x="2493" y="102"/>
                </a:lnTo>
                <a:lnTo>
                  <a:pt x="2493" y="96"/>
                </a:lnTo>
                <a:cubicBezTo>
                  <a:pt x="2500" y="93"/>
                  <a:pt x="2506" y="89"/>
                  <a:pt x="2513" y="83"/>
                </a:cubicBezTo>
                <a:cubicBezTo>
                  <a:pt x="2520" y="77"/>
                  <a:pt x="2526" y="69"/>
                  <a:pt x="2532" y="61"/>
                </a:cubicBezTo>
                <a:cubicBezTo>
                  <a:pt x="2534" y="56"/>
                  <a:pt x="2538" y="48"/>
                  <a:pt x="2542" y="36"/>
                </a:cubicBezTo>
                <a:lnTo>
                  <a:pt x="2548" y="36"/>
                </a:lnTo>
                <a:moveTo>
                  <a:pt x="2739" y="85"/>
                </a:moveTo>
                <a:lnTo>
                  <a:pt x="2739" y="121"/>
                </a:lnTo>
                <a:cubicBezTo>
                  <a:pt x="2753" y="97"/>
                  <a:pt x="2767" y="85"/>
                  <a:pt x="2781" y="85"/>
                </a:cubicBezTo>
                <a:cubicBezTo>
                  <a:pt x="2787" y="85"/>
                  <a:pt x="2792" y="87"/>
                  <a:pt x="2797" y="91"/>
                </a:cubicBezTo>
                <a:cubicBezTo>
                  <a:pt x="2801" y="94"/>
                  <a:pt x="2803" y="99"/>
                  <a:pt x="2803" y="104"/>
                </a:cubicBezTo>
                <a:cubicBezTo>
                  <a:pt x="2803" y="109"/>
                  <a:pt x="2802" y="112"/>
                  <a:pt x="2798" y="116"/>
                </a:cubicBezTo>
                <a:cubicBezTo>
                  <a:pt x="2795" y="119"/>
                  <a:pt x="2792" y="120"/>
                  <a:pt x="2787" y="120"/>
                </a:cubicBezTo>
                <a:cubicBezTo>
                  <a:pt x="2783" y="120"/>
                  <a:pt x="2779" y="119"/>
                  <a:pt x="2774" y="114"/>
                </a:cubicBezTo>
                <a:cubicBezTo>
                  <a:pt x="2769" y="111"/>
                  <a:pt x="2765" y="108"/>
                  <a:pt x="2762" y="108"/>
                </a:cubicBezTo>
                <a:cubicBezTo>
                  <a:pt x="2760" y="108"/>
                  <a:pt x="2758" y="110"/>
                  <a:pt x="2755" y="112"/>
                </a:cubicBezTo>
                <a:cubicBezTo>
                  <a:pt x="2750" y="117"/>
                  <a:pt x="2745" y="125"/>
                  <a:pt x="2739" y="136"/>
                </a:cubicBezTo>
                <a:lnTo>
                  <a:pt x="2739" y="214"/>
                </a:lnTo>
                <a:cubicBezTo>
                  <a:pt x="2739" y="222"/>
                  <a:pt x="2740" y="229"/>
                  <a:pt x="2742" y="234"/>
                </a:cubicBezTo>
                <a:cubicBezTo>
                  <a:pt x="2744" y="237"/>
                  <a:pt x="2747" y="239"/>
                  <a:pt x="2751" y="241"/>
                </a:cubicBezTo>
                <a:cubicBezTo>
                  <a:pt x="2755" y="243"/>
                  <a:pt x="2760" y="244"/>
                  <a:pt x="2768" y="244"/>
                </a:cubicBezTo>
                <a:lnTo>
                  <a:pt x="2768" y="251"/>
                </a:lnTo>
                <a:lnTo>
                  <a:pt x="2685" y="251"/>
                </a:lnTo>
                <a:lnTo>
                  <a:pt x="2685" y="244"/>
                </a:lnTo>
                <a:cubicBezTo>
                  <a:pt x="2693" y="244"/>
                  <a:pt x="2699" y="243"/>
                  <a:pt x="2703" y="241"/>
                </a:cubicBezTo>
                <a:cubicBezTo>
                  <a:pt x="2706" y="239"/>
                  <a:pt x="2708" y="236"/>
                  <a:pt x="2709" y="232"/>
                </a:cubicBezTo>
                <a:cubicBezTo>
                  <a:pt x="2710" y="230"/>
                  <a:pt x="2710" y="224"/>
                  <a:pt x="2710" y="215"/>
                </a:cubicBezTo>
                <a:lnTo>
                  <a:pt x="2710" y="152"/>
                </a:lnTo>
                <a:cubicBezTo>
                  <a:pt x="2710" y="133"/>
                  <a:pt x="2710" y="122"/>
                  <a:pt x="2709" y="119"/>
                </a:cubicBezTo>
                <a:cubicBezTo>
                  <a:pt x="2708" y="115"/>
                  <a:pt x="2707" y="112"/>
                  <a:pt x="2705" y="111"/>
                </a:cubicBezTo>
                <a:cubicBezTo>
                  <a:pt x="2703" y="109"/>
                  <a:pt x="2700" y="108"/>
                  <a:pt x="2697" y="108"/>
                </a:cubicBezTo>
                <a:cubicBezTo>
                  <a:pt x="2693" y="108"/>
                  <a:pt x="2689" y="109"/>
                  <a:pt x="2685" y="111"/>
                </a:cubicBezTo>
                <a:lnTo>
                  <a:pt x="2683" y="104"/>
                </a:lnTo>
                <a:lnTo>
                  <a:pt x="2732" y="85"/>
                </a:lnTo>
                <a:lnTo>
                  <a:pt x="2739" y="85"/>
                </a:lnTo>
                <a:moveTo>
                  <a:pt x="2840" y="150"/>
                </a:moveTo>
                <a:cubicBezTo>
                  <a:pt x="2839" y="174"/>
                  <a:pt x="2845" y="193"/>
                  <a:pt x="2857" y="207"/>
                </a:cubicBezTo>
                <a:cubicBezTo>
                  <a:pt x="2869" y="221"/>
                  <a:pt x="2883" y="227"/>
                  <a:pt x="2898" y="227"/>
                </a:cubicBezTo>
                <a:cubicBezTo>
                  <a:pt x="2909" y="227"/>
                  <a:pt x="2918" y="225"/>
                  <a:pt x="2925" y="219"/>
                </a:cubicBezTo>
                <a:cubicBezTo>
                  <a:pt x="2933" y="213"/>
                  <a:pt x="2940" y="203"/>
                  <a:pt x="2945" y="189"/>
                </a:cubicBezTo>
                <a:lnTo>
                  <a:pt x="2951" y="192"/>
                </a:lnTo>
                <a:cubicBezTo>
                  <a:pt x="2948" y="208"/>
                  <a:pt x="2941" y="223"/>
                  <a:pt x="2929" y="236"/>
                </a:cubicBezTo>
                <a:cubicBezTo>
                  <a:pt x="2917" y="249"/>
                  <a:pt x="2903" y="256"/>
                  <a:pt x="2885" y="256"/>
                </a:cubicBezTo>
                <a:cubicBezTo>
                  <a:pt x="2866" y="256"/>
                  <a:pt x="2849" y="248"/>
                  <a:pt x="2835" y="234"/>
                </a:cubicBezTo>
                <a:cubicBezTo>
                  <a:pt x="2821" y="218"/>
                  <a:pt x="2814" y="198"/>
                  <a:pt x="2814" y="172"/>
                </a:cubicBezTo>
                <a:cubicBezTo>
                  <a:pt x="2814" y="145"/>
                  <a:pt x="2821" y="123"/>
                  <a:pt x="2835" y="108"/>
                </a:cubicBezTo>
                <a:cubicBezTo>
                  <a:pt x="2850" y="92"/>
                  <a:pt x="2868" y="84"/>
                  <a:pt x="2889" y="84"/>
                </a:cubicBezTo>
                <a:cubicBezTo>
                  <a:pt x="2907" y="84"/>
                  <a:pt x="2922" y="90"/>
                  <a:pt x="2933" y="102"/>
                </a:cubicBezTo>
                <a:cubicBezTo>
                  <a:pt x="2945" y="114"/>
                  <a:pt x="2951" y="130"/>
                  <a:pt x="2951" y="150"/>
                </a:cubicBezTo>
                <a:lnTo>
                  <a:pt x="2840" y="150"/>
                </a:lnTo>
                <a:moveTo>
                  <a:pt x="2840" y="140"/>
                </a:moveTo>
                <a:lnTo>
                  <a:pt x="2914" y="140"/>
                </a:lnTo>
                <a:cubicBezTo>
                  <a:pt x="2914" y="130"/>
                  <a:pt x="2912" y="123"/>
                  <a:pt x="2910" y="118"/>
                </a:cubicBezTo>
                <a:cubicBezTo>
                  <a:pt x="2907" y="112"/>
                  <a:pt x="2903" y="107"/>
                  <a:pt x="2897" y="103"/>
                </a:cubicBezTo>
                <a:cubicBezTo>
                  <a:pt x="2891" y="99"/>
                  <a:pt x="2885" y="97"/>
                  <a:pt x="2879" y="97"/>
                </a:cubicBezTo>
                <a:cubicBezTo>
                  <a:pt x="2869" y="97"/>
                  <a:pt x="2860" y="101"/>
                  <a:pt x="2853" y="108"/>
                </a:cubicBezTo>
                <a:cubicBezTo>
                  <a:pt x="2845" y="116"/>
                  <a:pt x="2841" y="127"/>
                  <a:pt x="2840" y="140"/>
                </a:cubicBezTo>
                <a:moveTo>
                  <a:pt x="3115" y="85"/>
                </a:moveTo>
                <a:lnTo>
                  <a:pt x="3115" y="293"/>
                </a:lnTo>
                <a:cubicBezTo>
                  <a:pt x="3115" y="303"/>
                  <a:pt x="3116" y="309"/>
                  <a:pt x="3118" y="312"/>
                </a:cubicBezTo>
                <a:cubicBezTo>
                  <a:pt x="3119" y="315"/>
                  <a:pt x="3122" y="318"/>
                  <a:pt x="3124" y="319"/>
                </a:cubicBezTo>
                <a:cubicBezTo>
                  <a:pt x="3127" y="321"/>
                  <a:pt x="3133" y="322"/>
                  <a:pt x="3142" y="322"/>
                </a:cubicBezTo>
                <a:lnTo>
                  <a:pt x="3142" y="328"/>
                </a:lnTo>
                <a:lnTo>
                  <a:pt x="3060" y="328"/>
                </a:lnTo>
                <a:lnTo>
                  <a:pt x="3060" y="322"/>
                </a:lnTo>
                <a:lnTo>
                  <a:pt x="3064" y="322"/>
                </a:lnTo>
                <a:cubicBezTo>
                  <a:pt x="3070" y="322"/>
                  <a:pt x="3075" y="321"/>
                  <a:pt x="3078" y="319"/>
                </a:cubicBezTo>
                <a:cubicBezTo>
                  <a:pt x="3081" y="318"/>
                  <a:pt x="3083" y="315"/>
                  <a:pt x="3084" y="312"/>
                </a:cubicBezTo>
                <a:cubicBezTo>
                  <a:pt x="3085" y="309"/>
                  <a:pt x="3086" y="302"/>
                  <a:pt x="3086" y="293"/>
                </a:cubicBezTo>
                <a:lnTo>
                  <a:pt x="3086" y="223"/>
                </a:lnTo>
                <a:cubicBezTo>
                  <a:pt x="3076" y="236"/>
                  <a:pt x="3067" y="244"/>
                  <a:pt x="3059" y="249"/>
                </a:cubicBezTo>
                <a:cubicBezTo>
                  <a:pt x="3050" y="254"/>
                  <a:pt x="3042" y="256"/>
                  <a:pt x="3034" y="256"/>
                </a:cubicBezTo>
                <a:cubicBezTo>
                  <a:pt x="3018" y="256"/>
                  <a:pt x="3004" y="249"/>
                  <a:pt x="2991" y="235"/>
                </a:cubicBezTo>
                <a:cubicBezTo>
                  <a:pt x="2979" y="221"/>
                  <a:pt x="2973" y="201"/>
                  <a:pt x="2973" y="177"/>
                </a:cubicBezTo>
                <a:cubicBezTo>
                  <a:pt x="2973" y="150"/>
                  <a:pt x="2981" y="128"/>
                  <a:pt x="2998" y="111"/>
                </a:cubicBezTo>
                <a:cubicBezTo>
                  <a:pt x="3014" y="94"/>
                  <a:pt x="3033" y="85"/>
                  <a:pt x="3056" y="85"/>
                </a:cubicBezTo>
                <a:cubicBezTo>
                  <a:pt x="3063" y="85"/>
                  <a:pt x="3069" y="86"/>
                  <a:pt x="3075" y="88"/>
                </a:cubicBezTo>
                <a:cubicBezTo>
                  <a:pt x="3080" y="90"/>
                  <a:pt x="3085" y="92"/>
                  <a:pt x="3090" y="96"/>
                </a:cubicBezTo>
                <a:cubicBezTo>
                  <a:pt x="3097" y="93"/>
                  <a:pt x="3103" y="89"/>
                  <a:pt x="3110" y="85"/>
                </a:cubicBezTo>
                <a:lnTo>
                  <a:pt x="3115" y="85"/>
                </a:lnTo>
                <a:moveTo>
                  <a:pt x="3086" y="136"/>
                </a:moveTo>
                <a:cubicBezTo>
                  <a:pt x="3086" y="127"/>
                  <a:pt x="3085" y="120"/>
                  <a:pt x="3083" y="116"/>
                </a:cubicBezTo>
                <a:cubicBezTo>
                  <a:pt x="3081" y="111"/>
                  <a:pt x="3077" y="106"/>
                  <a:pt x="3071" y="102"/>
                </a:cubicBezTo>
                <a:cubicBezTo>
                  <a:pt x="3065" y="99"/>
                  <a:pt x="3058" y="97"/>
                  <a:pt x="3051" y="97"/>
                </a:cubicBezTo>
                <a:cubicBezTo>
                  <a:pt x="3038" y="97"/>
                  <a:pt x="3027" y="103"/>
                  <a:pt x="3017" y="114"/>
                </a:cubicBezTo>
                <a:cubicBezTo>
                  <a:pt x="3007" y="125"/>
                  <a:pt x="3003" y="142"/>
                  <a:pt x="3003" y="165"/>
                </a:cubicBezTo>
                <a:cubicBezTo>
                  <a:pt x="3003" y="186"/>
                  <a:pt x="3008" y="203"/>
                  <a:pt x="3017" y="214"/>
                </a:cubicBezTo>
                <a:cubicBezTo>
                  <a:pt x="3027" y="225"/>
                  <a:pt x="3039" y="231"/>
                  <a:pt x="3052" y="231"/>
                </a:cubicBezTo>
                <a:cubicBezTo>
                  <a:pt x="3059" y="231"/>
                  <a:pt x="3065" y="230"/>
                  <a:pt x="3070" y="227"/>
                </a:cubicBezTo>
                <a:cubicBezTo>
                  <a:pt x="3076" y="224"/>
                  <a:pt x="3081" y="219"/>
                  <a:pt x="3086" y="212"/>
                </a:cubicBezTo>
                <a:lnTo>
                  <a:pt x="3086" y="136"/>
                </a:lnTo>
                <a:moveTo>
                  <a:pt x="3295" y="90"/>
                </a:moveTo>
                <a:lnTo>
                  <a:pt x="3295" y="188"/>
                </a:lnTo>
                <a:cubicBezTo>
                  <a:pt x="3295" y="206"/>
                  <a:pt x="3295" y="218"/>
                  <a:pt x="3296" y="222"/>
                </a:cubicBezTo>
                <a:cubicBezTo>
                  <a:pt x="3297" y="226"/>
                  <a:pt x="3298" y="229"/>
                  <a:pt x="3300" y="230"/>
                </a:cubicBezTo>
                <a:cubicBezTo>
                  <a:pt x="3302" y="232"/>
                  <a:pt x="3305" y="233"/>
                  <a:pt x="3307" y="233"/>
                </a:cubicBezTo>
                <a:cubicBezTo>
                  <a:pt x="3311" y="233"/>
                  <a:pt x="3315" y="232"/>
                  <a:pt x="3319" y="230"/>
                </a:cubicBezTo>
                <a:lnTo>
                  <a:pt x="3322" y="236"/>
                </a:lnTo>
                <a:lnTo>
                  <a:pt x="3274" y="256"/>
                </a:lnTo>
                <a:lnTo>
                  <a:pt x="3266" y="256"/>
                </a:lnTo>
                <a:lnTo>
                  <a:pt x="3266" y="222"/>
                </a:lnTo>
                <a:cubicBezTo>
                  <a:pt x="3252" y="237"/>
                  <a:pt x="3241" y="247"/>
                  <a:pt x="3234" y="250"/>
                </a:cubicBezTo>
                <a:cubicBezTo>
                  <a:pt x="3226" y="254"/>
                  <a:pt x="3219" y="256"/>
                  <a:pt x="3211" y="256"/>
                </a:cubicBezTo>
                <a:cubicBezTo>
                  <a:pt x="3202" y="256"/>
                  <a:pt x="3194" y="253"/>
                  <a:pt x="3187" y="248"/>
                </a:cubicBezTo>
                <a:cubicBezTo>
                  <a:pt x="3181" y="243"/>
                  <a:pt x="3176" y="236"/>
                  <a:pt x="3173" y="228"/>
                </a:cubicBezTo>
                <a:cubicBezTo>
                  <a:pt x="3171" y="220"/>
                  <a:pt x="3170" y="208"/>
                  <a:pt x="3170" y="193"/>
                </a:cubicBezTo>
                <a:lnTo>
                  <a:pt x="3170" y="121"/>
                </a:lnTo>
                <a:cubicBezTo>
                  <a:pt x="3170" y="114"/>
                  <a:pt x="3169" y="108"/>
                  <a:pt x="3167" y="105"/>
                </a:cubicBezTo>
                <a:cubicBezTo>
                  <a:pt x="3166" y="102"/>
                  <a:pt x="3163" y="100"/>
                  <a:pt x="3160" y="98"/>
                </a:cubicBezTo>
                <a:cubicBezTo>
                  <a:pt x="3157" y="97"/>
                  <a:pt x="3151" y="96"/>
                  <a:pt x="3142" y="96"/>
                </a:cubicBezTo>
                <a:lnTo>
                  <a:pt x="3142" y="90"/>
                </a:lnTo>
                <a:lnTo>
                  <a:pt x="3199" y="90"/>
                </a:lnTo>
                <a:lnTo>
                  <a:pt x="3199" y="198"/>
                </a:lnTo>
                <a:cubicBezTo>
                  <a:pt x="3199" y="213"/>
                  <a:pt x="3201" y="223"/>
                  <a:pt x="3206" y="227"/>
                </a:cubicBezTo>
                <a:cubicBezTo>
                  <a:pt x="3212" y="232"/>
                  <a:pt x="3218" y="234"/>
                  <a:pt x="3226" y="234"/>
                </a:cubicBezTo>
                <a:cubicBezTo>
                  <a:pt x="3231" y="234"/>
                  <a:pt x="3236" y="233"/>
                  <a:pt x="3243" y="229"/>
                </a:cubicBezTo>
                <a:cubicBezTo>
                  <a:pt x="3249" y="226"/>
                  <a:pt x="3257" y="220"/>
                  <a:pt x="3266" y="211"/>
                </a:cubicBezTo>
                <a:lnTo>
                  <a:pt x="3266" y="120"/>
                </a:lnTo>
                <a:cubicBezTo>
                  <a:pt x="3266" y="111"/>
                  <a:pt x="3264" y="104"/>
                  <a:pt x="3260" y="101"/>
                </a:cubicBezTo>
                <a:cubicBezTo>
                  <a:pt x="3257" y="98"/>
                  <a:pt x="3250" y="96"/>
                  <a:pt x="3240" y="96"/>
                </a:cubicBezTo>
                <a:lnTo>
                  <a:pt x="3240" y="90"/>
                </a:lnTo>
                <a:lnTo>
                  <a:pt x="3295" y="90"/>
                </a:lnTo>
                <a:moveTo>
                  <a:pt x="3375" y="0"/>
                </a:moveTo>
                <a:cubicBezTo>
                  <a:pt x="3380" y="0"/>
                  <a:pt x="3384" y="2"/>
                  <a:pt x="3387" y="6"/>
                </a:cubicBezTo>
                <a:cubicBezTo>
                  <a:pt x="3391" y="9"/>
                  <a:pt x="3393" y="13"/>
                  <a:pt x="3393" y="18"/>
                </a:cubicBezTo>
                <a:cubicBezTo>
                  <a:pt x="3393" y="23"/>
                  <a:pt x="3391" y="27"/>
                  <a:pt x="3387" y="31"/>
                </a:cubicBezTo>
                <a:cubicBezTo>
                  <a:pt x="3384" y="34"/>
                  <a:pt x="3380" y="36"/>
                  <a:pt x="3375" y="36"/>
                </a:cubicBezTo>
                <a:cubicBezTo>
                  <a:pt x="3370" y="36"/>
                  <a:pt x="3365" y="34"/>
                  <a:pt x="3362" y="31"/>
                </a:cubicBezTo>
                <a:cubicBezTo>
                  <a:pt x="3358" y="27"/>
                  <a:pt x="3357" y="23"/>
                  <a:pt x="3357" y="18"/>
                </a:cubicBezTo>
                <a:cubicBezTo>
                  <a:pt x="3357" y="13"/>
                  <a:pt x="3358" y="9"/>
                  <a:pt x="3362" y="6"/>
                </a:cubicBezTo>
                <a:cubicBezTo>
                  <a:pt x="3365" y="2"/>
                  <a:pt x="3370" y="0"/>
                  <a:pt x="3375" y="0"/>
                </a:cubicBezTo>
                <a:moveTo>
                  <a:pt x="3390" y="85"/>
                </a:moveTo>
                <a:lnTo>
                  <a:pt x="3390" y="215"/>
                </a:lnTo>
                <a:cubicBezTo>
                  <a:pt x="3390" y="225"/>
                  <a:pt x="3390" y="232"/>
                  <a:pt x="3391" y="235"/>
                </a:cubicBezTo>
                <a:cubicBezTo>
                  <a:pt x="3393" y="238"/>
                  <a:pt x="3395" y="240"/>
                  <a:pt x="3398" y="242"/>
                </a:cubicBezTo>
                <a:cubicBezTo>
                  <a:pt x="3401" y="244"/>
                  <a:pt x="3407" y="244"/>
                  <a:pt x="3414" y="244"/>
                </a:cubicBezTo>
                <a:lnTo>
                  <a:pt x="3414" y="251"/>
                </a:lnTo>
                <a:lnTo>
                  <a:pt x="3336" y="251"/>
                </a:lnTo>
                <a:lnTo>
                  <a:pt x="3336" y="244"/>
                </a:lnTo>
                <a:cubicBezTo>
                  <a:pt x="3343" y="244"/>
                  <a:pt x="3349" y="244"/>
                  <a:pt x="3352" y="243"/>
                </a:cubicBezTo>
                <a:cubicBezTo>
                  <a:pt x="3354" y="241"/>
                  <a:pt x="3356" y="238"/>
                  <a:pt x="3358" y="235"/>
                </a:cubicBezTo>
                <a:cubicBezTo>
                  <a:pt x="3359" y="231"/>
                  <a:pt x="3360" y="224"/>
                  <a:pt x="3360" y="215"/>
                </a:cubicBezTo>
                <a:lnTo>
                  <a:pt x="3360" y="152"/>
                </a:lnTo>
                <a:cubicBezTo>
                  <a:pt x="3360" y="135"/>
                  <a:pt x="3360" y="123"/>
                  <a:pt x="3359" y="118"/>
                </a:cubicBezTo>
                <a:cubicBezTo>
                  <a:pt x="3358" y="114"/>
                  <a:pt x="3357" y="112"/>
                  <a:pt x="3355" y="110"/>
                </a:cubicBezTo>
                <a:cubicBezTo>
                  <a:pt x="3353" y="109"/>
                  <a:pt x="3350" y="108"/>
                  <a:pt x="3347" y="108"/>
                </a:cubicBezTo>
                <a:cubicBezTo>
                  <a:pt x="3344" y="108"/>
                  <a:pt x="3340" y="109"/>
                  <a:pt x="3336" y="111"/>
                </a:cubicBezTo>
                <a:lnTo>
                  <a:pt x="3333" y="104"/>
                </a:lnTo>
                <a:lnTo>
                  <a:pt x="3382" y="85"/>
                </a:lnTo>
                <a:lnTo>
                  <a:pt x="3390" y="85"/>
                </a:lnTo>
                <a:moveTo>
                  <a:pt x="3481" y="85"/>
                </a:moveTo>
                <a:lnTo>
                  <a:pt x="3481" y="121"/>
                </a:lnTo>
                <a:cubicBezTo>
                  <a:pt x="3495" y="97"/>
                  <a:pt x="3509" y="85"/>
                  <a:pt x="3523" y="85"/>
                </a:cubicBezTo>
                <a:cubicBezTo>
                  <a:pt x="3530" y="85"/>
                  <a:pt x="3535" y="87"/>
                  <a:pt x="3539" y="91"/>
                </a:cubicBezTo>
                <a:cubicBezTo>
                  <a:pt x="3543" y="94"/>
                  <a:pt x="3546" y="99"/>
                  <a:pt x="3546" y="104"/>
                </a:cubicBezTo>
                <a:cubicBezTo>
                  <a:pt x="3546" y="109"/>
                  <a:pt x="3544" y="112"/>
                  <a:pt x="3541" y="116"/>
                </a:cubicBezTo>
                <a:cubicBezTo>
                  <a:pt x="3538" y="119"/>
                  <a:pt x="3534" y="120"/>
                  <a:pt x="3530" y="120"/>
                </a:cubicBezTo>
                <a:cubicBezTo>
                  <a:pt x="3526" y="120"/>
                  <a:pt x="3521" y="119"/>
                  <a:pt x="3516" y="114"/>
                </a:cubicBezTo>
                <a:cubicBezTo>
                  <a:pt x="3511" y="111"/>
                  <a:pt x="3507" y="108"/>
                  <a:pt x="3504" y="108"/>
                </a:cubicBezTo>
                <a:cubicBezTo>
                  <a:pt x="3502" y="108"/>
                  <a:pt x="3500" y="110"/>
                  <a:pt x="3498" y="112"/>
                </a:cubicBezTo>
                <a:cubicBezTo>
                  <a:pt x="3492" y="117"/>
                  <a:pt x="3487" y="125"/>
                  <a:pt x="3481" y="136"/>
                </a:cubicBezTo>
                <a:lnTo>
                  <a:pt x="3481" y="214"/>
                </a:lnTo>
                <a:cubicBezTo>
                  <a:pt x="3481" y="222"/>
                  <a:pt x="3482" y="229"/>
                  <a:pt x="3484" y="234"/>
                </a:cubicBezTo>
                <a:cubicBezTo>
                  <a:pt x="3486" y="237"/>
                  <a:pt x="3489" y="239"/>
                  <a:pt x="3493" y="241"/>
                </a:cubicBezTo>
                <a:cubicBezTo>
                  <a:pt x="3497" y="243"/>
                  <a:pt x="3503" y="244"/>
                  <a:pt x="3510" y="244"/>
                </a:cubicBezTo>
                <a:lnTo>
                  <a:pt x="3510" y="251"/>
                </a:lnTo>
                <a:lnTo>
                  <a:pt x="3427" y="251"/>
                </a:lnTo>
                <a:lnTo>
                  <a:pt x="3427" y="244"/>
                </a:lnTo>
                <a:cubicBezTo>
                  <a:pt x="3435" y="244"/>
                  <a:pt x="3441" y="243"/>
                  <a:pt x="3445" y="241"/>
                </a:cubicBezTo>
                <a:cubicBezTo>
                  <a:pt x="3448" y="239"/>
                  <a:pt x="3450" y="236"/>
                  <a:pt x="3451" y="232"/>
                </a:cubicBezTo>
                <a:cubicBezTo>
                  <a:pt x="3452" y="230"/>
                  <a:pt x="3452" y="224"/>
                  <a:pt x="3452" y="215"/>
                </a:cubicBezTo>
                <a:lnTo>
                  <a:pt x="3452" y="152"/>
                </a:lnTo>
                <a:cubicBezTo>
                  <a:pt x="3452" y="133"/>
                  <a:pt x="3452" y="122"/>
                  <a:pt x="3451" y="119"/>
                </a:cubicBezTo>
                <a:cubicBezTo>
                  <a:pt x="3450" y="115"/>
                  <a:pt x="3449" y="112"/>
                  <a:pt x="3447" y="111"/>
                </a:cubicBezTo>
                <a:cubicBezTo>
                  <a:pt x="3445" y="109"/>
                  <a:pt x="3442" y="108"/>
                  <a:pt x="3439" y="108"/>
                </a:cubicBezTo>
                <a:cubicBezTo>
                  <a:pt x="3436" y="108"/>
                  <a:pt x="3431" y="109"/>
                  <a:pt x="3427" y="111"/>
                </a:cubicBezTo>
                <a:lnTo>
                  <a:pt x="3425" y="104"/>
                </a:lnTo>
                <a:lnTo>
                  <a:pt x="3474" y="85"/>
                </a:lnTo>
                <a:lnTo>
                  <a:pt x="3481" y="85"/>
                </a:lnTo>
                <a:moveTo>
                  <a:pt x="3582" y="150"/>
                </a:moveTo>
                <a:cubicBezTo>
                  <a:pt x="3581" y="174"/>
                  <a:pt x="3587" y="193"/>
                  <a:pt x="3599" y="207"/>
                </a:cubicBezTo>
                <a:cubicBezTo>
                  <a:pt x="3611" y="221"/>
                  <a:pt x="3625" y="227"/>
                  <a:pt x="3640" y="227"/>
                </a:cubicBezTo>
                <a:cubicBezTo>
                  <a:pt x="3651" y="227"/>
                  <a:pt x="3660" y="225"/>
                  <a:pt x="3668" y="219"/>
                </a:cubicBezTo>
                <a:cubicBezTo>
                  <a:pt x="3676" y="213"/>
                  <a:pt x="3682" y="203"/>
                  <a:pt x="3688" y="189"/>
                </a:cubicBezTo>
                <a:lnTo>
                  <a:pt x="3693" y="192"/>
                </a:lnTo>
                <a:cubicBezTo>
                  <a:pt x="3691" y="208"/>
                  <a:pt x="3683" y="223"/>
                  <a:pt x="3671" y="236"/>
                </a:cubicBezTo>
                <a:cubicBezTo>
                  <a:pt x="3659" y="249"/>
                  <a:pt x="3645" y="256"/>
                  <a:pt x="3627" y="256"/>
                </a:cubicBezTo>
                <a:cubicBezTo>
                  <a:pt x="3608" y="256"/>
                  <a:pt x="3591" y="248"/>
                  <a:pt x="3577" y="234"/>
                </a:cubicBezTo>
                <a:cubicBezTo>
                  <a:pt x="3563" y="218"/>
                  <a:pt x="3556" y="198"/>
                  <a:pt x="3556" y="172"/>
                </a:cubicBezTo>
                <a:cubicBezTo>
                  <a:pt x="3556" y="145"/>
                  <a:pt x="3563" y="123"/>
                  <a:pt x="3578" y="108"/>
                </a:cubicBezTo>
                <a:cubicBezTo>
                  <a:pt x="3592" y="92"/>
                  <a:pt x="3610" y="84"/>
                  <a:pt x="3631" y="84"/>
                </a:cubicBezTo>
                <a:cubicBezTo>
                  <a:pt x="3649" y="84"/>
                  <a:pt x="3664" y="90"/>
                  <a:pt x="3675" y="102"/>
                </a:cubicBezTo>
                <a:cubicBezTo>
                  <a:pt x="3687" y="114"/>
                  <a:pt x="3693" y="130"/>
                  <a:pt x="3693" y="150"/>
                </a:cubicBezTo>
                <a:lnTo>
                  <a:pt x="3582" y="150"/>
                </a:lnTo>
                <a:moveTo>
                  <a:pt x="3656" y="140"/>
                </a:moveTo>
                <a:cubicBezTo>
                  <a:pt x="3656" y="130"/>
                  <a:pt x="3654" y="123"/>
                  <a:pt x="3653" y="118"/>
                </a:cubicBezTo>
                <a:cubicBezTo>
                  <a:pt x="3650" y="112"/>
                  <a:pt x="3645" y="107"/>
                  <a:pt x="3639" y="103"/>
                </a:cubicBezTo>
                <a:cubicBezTo>
                  <a:pt x="3633" y="99"/>
                  <a:pt x="3627" y="97"/>
                  <a:pt x="3621" y="97"/>
                </a:cubicBezTo>
                <a:cubicBezTo>
                  <a:pt x="3611" y="97"/>
                  <a:pt x="3603" y="101"/>
                  <a:pt x="3595" y="108"/>
                </a:cubicBezTo>
                <a:cubicBezTo>
                  <a:pt x="3587" y="116"/>
                  <a:pt x="3583" y="127"/>
                  <a:pt x="3582" y="140"/>
                </a:cubicBezTo>
                <a:lnTo>
                  <a:pt x="3656" y="140"/>
                </a:lnTo>
                <a:moveTo>
                  <a:pt x="3819" y="85"/>
                </a:moveTo>
                <a:lnTo>
                  <a:pt x="3819" y="140"/>
                </a:lnTo>
                <a:lnTo>
                  <a:pt x="3813" y="140"/>
                </a:lnTo>
                <a:cubicBezTo>
                  <a:pt x="3809" y="123"/>
                  <a:pt x="3803" y="111"/>
                  <a:pt x="3796" y="105"/>
                </a:cubicBezTo>
                <a:cubicBezTo>
                  <a:pt x="3789" y="98"/>
                  <a:pt x="3780" y="95"/>
                  <a:pt x="3769" y="95"/>
                </a:cubicBezTo>
                <a:cubicBezTo>
                  <a:pt x="3761" y="95"/>
                  <a:pt x="3754" y="97"/>
                  <a:pt x="3749" y="102"/>
                </a:cubicBezTo>
                <a:cubicBezTo>
                  <a:pt x="3745" y="106"/>
                  <a:pt x="3742" y="111"/>
                  <a:pt x="3742" y="116"/>
                </a:cubicBezTo>
                <a:cubicBezTo>
                  <a:pt x="3742" y="123"/>
                  <a:pt x="3744" y="128"/>
                  <a:pt x="3748" y="133"/>
                </a:cubicBezTo>
                <a:cubicBezTo>
                  <a:pt x="3751" y="138"/>
                  <a:pt x="3759" y="143"/>
                  <a:pt x="3770" y="148"/>
                </a:cubicBezTo>
                <a:lnTo>
                  <a:pt x="3795" y="161"/>
                </a:lnTo>
                <a:cubicBezTo>
                  <a:pt x="3819" y="173"/>
                  <a:pt x="3832" y="188"/>
                  <a:pt x="3832" y="207"/>
                </a:cubicBezTo>
                <a:cubicBezTo>
                  <a:pt x="3832" y="222"/>
                  <a:pt x="3826" y="234"/>
                  <a:pt x="3815" y="243"/>
                </a:cubicBezTo>
                <a:cubicBezTo>
                  <a:pt x="3804" y="251"/>
                  <a:pt x="3791" y="256"/>
                  <a:pt x="3777" y="256"/>
                </a:cubicBezTo>
                <a:cubicBezTo>
                  <a:pt x="3767" y="256"/>
                  <a:pt x="3756" y="254"/>
                  <a:pt x="3743" y="250"/>
                </a:cubicBezTo>
                <a:cubicBezTo>
                  <a:pt x="3740" y="249"/>
                  <a:pt x="3737" y="249"/>
                  <a:pt x="3734" y="249"/>
                </a:cubicBezTo>
                <a:cubicBezTo>
                  <a:pt x="3731" y="249"/>
                  <a:pt x="3729" y="250"/>
                  <a:pt x="3728" y="253"/>
                </a:cubicBezTo>
                <a:lnTo>
                  <a:pt x="3722" y="253"/>
                </a:lnTo>
                <a:lnTo>
                  <a:pt x="3722" y="196"/>
                </a:lnTo>
                <a:lnTo>
                  <a:pt x="3728" y="196"/>
                </a:lnTo>
                <a:cubicBezTo>
                  <a:pt x="3731" y="212"/>
                  <a:pt x="3737" y="224"/>
                  <a:pt x="3746" y="233"/>
                </a:cubicBezTo>
                <a:cubicBezTo>
                  <a:pt x="3756" y="241"/>
                  <a:pt x="3766" y="246"/>
                  <a:pt x="3778" y="246"/>
                </a:cubicBezTo>
                <a:cubicBezTo>
                  <a:pt x="3786" y="246"/>
                  <a:pt x="3792" y="243"/>
                  <a:pt x="3797" y="238"/>
                </a:cubicBezTo>
                <a:cubicBezTo>
                  <a:pt x="3802" y="234"/>
                  <a:pt x="3805" y="228"/>
                  <a:pt x="3805" y="221"/>
                </a:cubicBezTo>
                <a:cubicBezTo>
                  <a:pt x="3805" y="213"/>
                  <a:pt x="3802" y="207"/>
                  <a:pt x="3796" y="201"/>
                </a:cubicBezTo>
                <a:cubicBezTo>
                  <a:pt x="3791" y="195"/>
                  <a:pt x="3779" y="188"/>
                  <a:pt x="3762" y="180"/>
                </a:cubicBezTo>
                <a:cubicBezTo>
                  <a:pt x="3745" y="171"/>
                  <a:pt x="3734" y="164"/>
                  <a:pt x="3729" y="157"/>
                </a:cubicBezTo>
                <a:cubicBezTo>
                  <a:pt x="3724" y="150"/>
                  <a:pt x="3721" y="141"/>
                  <a:pt x="3721" y="131"/>
                </a:cubicBezTo>
                <a:cubicBezTo>
                  <a:pt x="3721" y="118"/>
                  <a:pt x="3725" y="107"/>
                  <a:pt x="3734" y="98"/>
                </a:cubicBezTo>
                <a:cubicBezTo>
                  <a:pt x="3743" y="89"/>
                  <a:pt x="3755" y="85"/>
                  <a:pt x="3770" y="85"/>
                </a:cubicBezTo>
                <a:cubicBezTo>
                  <a:pt x="3776" y="85"/>
                  <a:pt x="3784" y="86"/>
                  <a:pt x="3793" y="88"/>
                </a:cubicBezTo>
                <a:cubicBezTo>
                  <a:pt x="3800" y="91"/>
                  <a:pt x="3803" y="91"/>
                  <a:pt x="3805" y="91"/>
                </a:cubicBezTo>
                <a:cubicBezTo>
                  <a:pt x="3807" y="91"/>
                  <a:pt x="3808" y="91"/>
                  <a:pt x="3809" y="90"/>
                </a:cubicBezTo>
                <a:cubicBezTo>
                  <a:pt x="3810" y="90"/>
                  <a:pt x="3812" y="88"/>
                  <a:pt x="3813" y="85"/>
                </a:cubicBezTo>
                <a:lnTo>
                  <a:pt x="3819" y="85"/>
                </a:lnTo>
                <a:moveTo>
                  <a:pt x="3987" y="0"/>
                </a:moveTo>
                <a:cubicBezTo>
                  <a:pt x="3992" y="0"/>
                  <a:pt x="3996" y="2"/>
                  <a:pt x="3999" y="6"/>
                </a:cubicBezTo>
                <a:cubicBezTo>
                  <a:pt x="4003" y="9"/>
                  <a:pt x="4004" y="13"/>
                  <a:pt x="4004" y="18"/>
                </a:cubicBezTo>
                <a:cubicBezTo>
                  <a:pt x="4004" y="23"/>
                  <a:pt x="4003" y="27"/>
                  <a:pt x="3999" y="31"/>
                </a:cubicBezTo>
                <a:cubicBezTo>
                  <a:pt x="3996" y="34"/>
                  <a:pt x="3992" y="36"/>
                  <a:pt x="3987" y="36"/>
                </a:cubicBezTo>
                <a:cubicBezTo>
                  <a:pt x="3982" y="36"/>
                  <a:pt x="3977" y="34"/>
                  <a:pt x="3974" y="31"/>
                </a:cubicBezTo>
                <a:cubicBezTo>
                  <a:pt x="3970" y="27"/>
                  <a:pt x="3969" y="23"/>
                  <a:pt x="3969" y="18"/>
                </a:cubicBezTo>
                <a:cubicBezTo>
                  <a:pt x="3969" y="13"/>
                  <a:pt x="3970" y="9"/>
                  <a:pt x="3974" y="6"/>
                </a:cubicBezTo>
                <a:cubicBezTo>
                  <a:pt x="3977" y="2"/>
                  <a:pt x="3982" y="0"/>
                  <a:pt x="3987" y="0"/>
                </a:cubicBezTo>
                <a:moveTo>
                  <a:pt x="4001" y="85"/>
                </a:moveTo>
                <a:lnTo>
                  <a:pt x="4001" y="215"/>
                </a:lnTo>
                <a:cubicBezTo>
                  <a:pt x="4001" y="225"/>
                  <a:pt x="4002" y="232"/>
                  <a:pt x="4003" y="235"/>
                </a:cubicBezTo>
                <a:cubicBezTo>
                  <a:pt x="4005" y="238"/>
                  <a:pt x="4007" y="240"/>
                  <a:pt x="4010" y="242"/>
                </a:cubicBezTo>
                <a:cubicBezTo>
                  <a:pt x="4013" y="244"/>
                  <a:pt x="4018" y="244"/>
                  <a:pt x="4026" y="244"/>
                </a:cubicBezTo>
                <a:lnTo>
                  <a:pt x="4026" y="251"/>
                </a:lnTo>
                <a:lnTo>
                  <a:pt x="3948" y="251"/>
                </a:lnTo>
                <a:lnTo>
                  <a:pt x="3948" y="244"/>
                </a:lnTo>
                <a:cubicBezTo>
                  <a:pt x="3955" y="244"/>
                  <a:pt x="3960" y="244"/>
                  <a:pt x="3963" y="243"/>
                </a:cubicBezTo>
                <a:cubicBezTo>
                  <a:pt x="3966" y="241"/>
                  <a:pt x="3968" y="238"/>
                  <a:pt x="3969" y="235"/>
                </a:cubicBezTo>
                <a:cubicBezTo>
                  <a:pt x="3971" y="231"/>
                  <a:pt x="3972" y="224"/>
                  <a:pt x="3972" y="215"/>
                </a:cubicBezTo>
                <a:lnTo>
                  <a:pt x="3972" y="152"/>
                </a:lnTo>
                <a:cubicBezTo>
                  <a:pt x="3972" y="135"/>
                  <a:pt x="3971" y="123"/>
                  <a:pt x="3971" y="118"/>
                </a:cubicBezTo>
                <a:cubicBezTo>
                  <a:pt x="3970" y="114"/>
                  <a:pt x="3968" y="112"/>
                  <a:pt x="3966" y="110"/>
                </a:cubicBezTo>
                <a:cubicBezTo>
                  <a:pt x="3965" y="109"/>
                  <a:pt x="3962" y="108"/>
                  <a:pt x="3959" y="108"/>
                </a:cubicBezTo>
                <a:cubicBezTo>
                  <a:pt x="3956" y="108"/>
                  <a:pt x="3952" y="109"/>
                  <a:pt x="3948" y="111"/>
                </a:cubicBezTo>
                <a:lnTo>
                  <a:pt x="3945" y="104"/>
                </a:lnTo>
                <a:lnTo>
                  <a:pt x="3994" y="85"/>
                </a:lnTo>
                <a:lnTo>
                  <a:pt x="4001" y="85"/>
                </a:lnTo>
                <a:moveTo>
                  <a:pt x="4160" y="233"/>
                </a:moveTo>
                <a:cubicBezTo>
                  <a:pt x="4152" y="241"/>
                  <a:pt x="4144" y="247"/>
                  <a:pt x="4137" y="250"/>
                </a:cubicBezTo>
                <a:cubicBezTo>
                  <a:pt x="4130" y="254"/>
                  <a:pt x="4121" y="256"/>
                  <a:pt x="4113" y="256"/>
                </a:cubicBezTo>
                <a:cubicBezTo>
                  <a:pt x="4095" y="256"/>
                  <a:pt x="4079" y="249"/>
                  <a:pt x="4066" y="234"/>
                </a:cubicBezTo>
                <a:cubicBezTo>
                  <a:pt x="4053" y="219"/>
                  <a:pt x="4047" y="200"/>
                  <a:pt x="4047" y="177"/>
                </a:cubicBezTo>
                <a:cubicBezTo>
                  <a:pt x="4047" y="154"/>
                  <a:pt x="4054" y="133"/>
                  <a:pt x="4069" y="113"/>
                </a:cubicBezTo>
                <a:cubicBezTo>
                  <a:pt x="4083" y="94"/>
                  <a:pt x="4102" y="84"/>
                  <a:pt x="4125" y="84"/>
                </a:cubicBezTo>
                <a:cubicBezTo>
                  <a:pt x="4139" y="84"/>
                  <a:pt x="4151" y="89"/>
                  <a:pt x="4160" y="98"/>
                </a:cubicBezTo>
                <a:lnTo>
                  <a:pt x="4160" y="68"/>
                </a:lnTo>
                <a:cubicBezTo>
                  <a:pt x="4160" y="50"/>
                  <a:pt x="4160" y="39"/>
                  <a:pt x="4159" y="35"/>
                </a:cubicBezTo>
                <a:cubicBezTo>
                  <a:pt x="4158" y="30"/>
                  <a:pt x="4156" y="27"/>
                  <a:pt x="4154" y="26"/>
                </a:cubicBezTo>
                <a:cubicBezTo>
                  <a:pt x="4153" y="24"/>
                  <a:pt x="4151" y="23"/>
                  <a:pt x="4148" y="23"/>
                </a:cubicBezTo>
                <a:cubicBezTo>
                  <a:pt x="4144" y="23"/>
                  <a:pt x="4141" y="24"/>
                  <a:pt x="4136" y="26"/>
                </a:cubicBezTo>
                <a:lnTo>
                  <a:pt x="4133" y="20"/>
                </a:lnTo>
                <a:lnTo>
                  <a:pt x="4182" y="0"/>
                </a:lnTo>
                <a:lnTo>
                  <a:pt x="4189" y="0"/>
                </a:lnTo>
                <a:lnTo>
                  <a:pt x="4189" y="187"/>
                </a:lnTo>
                <a:cubicBezTo>
                  <a:pt x="4189" y="206"/>
                  <a:pt x="4190" y="218"/>
                  <a:pt x="4191" y="222"/>
                </a:cubicBezTo>
                <a:cubicBezTo>
                  <a:pt x="4191" y="226"/>
                  <a:pt x="4193" y="229"/>
                  <a:pt x="4195" y="230"/>
                </a:cubicBezTo>
                <a:cubicBezTo>
                  <a:pt x="4197" y="232"/>
                  <a:pt x="4199" y="233"/>
                  <a:pt x="4202" y="233"/>
                </a:cubicBezTo>
                <a:cubicBezTo>
                  <a:pt x="4205" y="233"/>
                  <a:pt x="4209" y="232"/>
                  <a:pt x="4214" y="230"/>
                </a:cubicBezTo>
                <a:lnTo>
                  <a:pt x="4216" y="236"/>
                </a:lnTo>
                <a:lnTo>
                  <a:pt x="4168" y="256"/>
                </a:lnTo>
                <a:lnTo>
                  <a:pt x="4160" y="256"/>
                </a:lnTo>
                <a:lnTo>
                  <a:pt x="4160" y="233"/>
                </a:lnTo>
                <a:moveTo>
                  <a:pt x="4160" y="137"/>
                </a:moveTo>
                <a:cubicBezTo>
                  <a:pt x="4160" y="129"/>
                  <a:pt x="4157" y="122"/>
                  <a:pt x="4154" y="116"/>
                </a:cubicBezTo>
                <a:cubicBezTo>
                  <a:pt x="4150" y="109"/>
                  <a:pt x="4145" y="104"/>
                  <a:pt x="4139" y="101"/>
                </a:cubicBezTo>
                <a:cubicBezTo>
                  <a:pt x="4134" y="97"/>
                  <a:pt x="4128" y="95"/>
                  <a:pt x="4123" y="95"/>
                </a:cubicBezTo>
                <a:cubicBezTo>
                  <a:pt x="4112" y="95"/>
                  <a:pt x="4103" y="100"/>
                  <a:pt x="4095" y="110"/>
                </a:cubicBezTo>
                <a:cubicBezTo>
                  <a:pt x="4084" y="122"/>
                  <a:pt x="4079" y="140"/>
                  <a:pt x="4079" y="163"/>
                </a:cubicBezTo>
                <a:cubicBezTo>
                  <a:pt x="4079" y="187"/>
                  <a:pt x="4084" y="205"/>
                  <a:pt x="4095" y="218"/>
                </a:cubicBezTo>
                <a:cubicBezTo>
                  <a:pt x="4105" y="230"/>
                  <a:pt x="4117" y="237"/>
                  <a:pt x="4129" y="237"/>
                </a:cubicBezTo>
                <a:cubicBezTo>
                  <a:pt x="4140" y="237"/>
                  <a:pt x="4150" y="231"/>
                  <a:pt x="4160" y="220"/>
                </a:cubicBezTo>
                <a:lnTo>
                  <a:pt x="4160" y="137"/>
                </a:lnTo>
                <a:moveTo>
                  <a:pt x="4254" y="150"/>
                </a:moveTo>
                <a:cubicBezTo>
                  <a:pt x="4254" y="174"/>
                  <a:pt x="4259" y="193"/>
                  <a:pt x="4272" y="207"/>
                </a:cubicBezTo>
                <a:cubicBezTo>
                  <a:pt x="4283" y="221"/>
                  <a:pt x="4297" y="227"/>
                  <a:pt x="4313" y="227"/>
                </a:cubicBezTo>
                <a:cubicBezTo>
                  <a:pt x="4323" y="227"/>
                  <a:pt x="4332" y="225"/>
                  <a:pt x="4340" y="219"/>
                </a:cubicBezTo>
                <a:cubicBezTo>
                  <a:pt x="4348" y="213"/>
                  <a:pt x="4354" y="203"/>
                  <a:pt x="4360" y="189"/>
                </a:cubicBezTo>
                <a:lnTo>
                  <a:pt x="4365" y="192"/>
                </a:lnTo>
                <a:cubicBezTo>
                  <a:pt x="4363" y="208"/>
                  <a:pt x="4356" y="223"/>
                  <a:pt x="4343" y="236"/>
                </a:cubicBezTo>
                <a:cubicBezTo>
                  <a:pt x="4332" y="249"/>
                  <a:pt x="4317" y="256"/>
                  <a:pt x="4299" y="256"/>
                </a:cubicBezTo>
                <a:cubicBezTo>
                  <a:pt x="4280" y="256"/>
                  <a:pt x="4263" y="248"/>
                  <a:pt x="4249" y="234"/>
                </a:cubicBezTo>
                <a:cubicBezTo>
                  <a:pt x="4235" y="218"/>
                  <a:pt x="4229" y="198"/>
                  <a:pt x="4229" y="172"/>
                </a:cubicBezTo>
                <a:cubicBezTo>
                  <a:pt x="4229" y="145"/>
                  <a:pt x="4236" y="123"/>
                  <a:pt x="4250" y="108"/>
                </a:cubicBezTo>
                <a:cubicBezTo>
                  <a:pt x="4264" y="92"/>
                  <a:pt x="4282" y="84"/>
                  <a:pt x="4304" y="84"/>
                </a:cubicBezTo>
                <a:cubicBezTo>
                  <a:pt x="4322" y="84"/>
                  <a:pt x="4336" y="90"/>
                  <a:pt x="4348" y="102"/>
                </a:cubicBezTo>
                <a:cubicBezTo>
                  <a:pt x="4359" y="114"/>
                  <a:pt x="4365" y="130"/>
                  <a:pt x="4365" y="150"/>
                </a:cubicBezTo>
                <a:lnTo>
                  <a:pt x="4254" y="150"/>
                </a:lnTo>
                <a:moveTo>
                  <a:pt x="4328" y="140"/>
                </a:moveTo>
                <a:cubicBezTo>
                  <a:pt x="4328" y="130"/>
                  <a:pt x="4327" y="123"/>
                  <a:pt x="4325" y="118"/>
                </a:cubicBezTo>
                <a:cubicBezTo>
                  <a:pt x="4322" y="112"/>
                  <a:pt x="4317" y="107"/>
                  <a:pt x="4311" y="103"/>
                </a:cubicBezTo>
                <a:cubicBezTo>
                  <a:pt x="4306" y="99"/>
                  <a:pt x="4300" y="97"/>
                  <a:pt x="4293" y="97"/>
                </a:cubicBezTo>
                <a:cubicBezTo>
                  <a:pt x="4284" y="97"/>
                  <a:pt x="4275" y="101"/>
                  <a:pt x="4267" y="108"/>
                </a:cubicBezTo>
                <a:cubicBezTo>
                  <a:pt x="4260" y="116"/>
                  <a:pt x="4255" y="127"/>
                  <a:pt x="4254" y="140"/>
                </a:cubicBezTo>
                <a:lnTo>
                  <a:pt x="4328" y="140"/>
                </a:lnTo>
                <a:moveTo>
                  <a:pt x="4434" y="119"/>
                </a:moveTo>
                <a:cubicBezTo>
                  <a:pt x="4453" y="96"/>
                  <a:pt x="4471" y="85"/>
                  <a:pt x="4488" y="85"/>
                </a:cubicBezTo>
                <a:cubicBezTo>
                  <a:pt x="4497" y="85"/>
                  <a:pt x="4505" y="87"/>
                  <a:pt x="4511" y="91"/>
                </a:cubicBezTo>
                <a:cubicBezTo>
                  <a:pt x="4517" y="96"/>
                  <a:pt x="4523" y="103"/>
                  <a:pt x="4526" y="113"/>
                </a:cubicBezTo>
                <a:cubicBezTo>
                  <a:pt x="4529" y="120"/>
                  <a:pt x="4530" y="131"/>
                  <a:pt x="4530" y="145"/>
                </a:cubicBezTo>
                <a:lnTo>
                  <a:pt x="4530" y="215"/>
                </a:lnTo>
                <a:cubicBezTo>
                  <a:pt x="4530" y="225"/>
                  <a:pt x="4531" y="232"/>
                  <a:pt x="4533" y="235"/>
                </a:cubicBezTo>
                <a:cubicBezTo>
                  <a:pt x="4534" y="238"/>
                  <a:pt x="4536" y="240"/>
                  <a:pt x="4539" y="242"/>
                </a:cubicBezTo>
                <a:cubicBezTo>
                  <a:pt x="4542" y="244"/>
                  <a:pt x="4547" y="244"/>
                  <a:pt x="4555" y="244"/>
                </a:cubicBezTo>
                <a:lnTo>
                  <a:pt x="4555" y="251"/>
                </a:lnTo>
                <a:lnTo>
                  <a:pt x="4475" y="251"/>
                </a:lnTo>
                <a:lnTo>
                  <a:pt x="4475" y="244"/>
                </a:lnTo>
                <a:lnTo>
                  <a:pt x="4478" y="244"/>
                </a:lnTo>
                <a:cubicBezTo>
                  <a:pt x="4486" y="244"/>
                  <a:pt x="4491" y="243"/>
                  <a:pt x="4493" y="241"/>
                </a:cubicBezTo>
                <a:cubicBezTo>
                  <a:pt x="4497" y="239"/>
                  <a:pt x="4499" y="236"/>
                  <a:pt x="4500" y="231"/>
                </a:cubicBezTo>
                <a:cubicBezTo>
                  <a:pt x="4500" y="230"/>
                  <a:pt x="4501" y="224"/>
                  <a:pt x="4501" y="215"/>
                </a:cubicBezTo>
                <a:lnTo>
                  <a:pt x="4501" y="148"/>
                </a:lnTo>
                <a:cubicBezTo>
                  <a:pt x="4501" y="134"/>
                  <a:pt x="4499" y="123"/>
                  <a:pt x="4495" y="117"/>
                </a:cubicBezTo>
                <a:cubicBezTo>
                  <a:pt x="4491" y="110"/>
                  <a:pt x="4485" y="107"/>
                  <a:pt x="4476" y="107"/>
                </a:cubicBezTo>
                <a:cubicBezTo>
                  <a:pt x="4462" y="107"/>
                  <a:pt x="4448" y="114"/>
                  <a:pt x="4434" y="130"/>
                </a:cubicBezTo>
                <a:lnTo>
                  <a:pt x="4434" y="215"/>
                </a:lnTo>
                <a:cubicBezTo>
                  <a:pt x="4434" y="226"/>
                  <a:pt x="4435" y="232"/>
                  <a:pt x="4436" y="235"/>
                </a:cubicBezTo>
                <a:cubicBezTo>
                  <a:pt x="4438" y="238"/>
                  <a:pt x="4440" y="241"/>
                  <a:pt x="4443" y="243"/>
                </a:cubicBezTo>
                <a:cubicBezTo>
                  <a:pt x="4445" y="244"/>
                  <a:pt x="4451" y="244"/>
                  <a:pt x="4460" y="244"/>
                </a:cubicBezTo>
                <a:lnTo>
                  <a:pt x="4460" y="251"/>
                </a:lnTo>
                <a:lnTo>
                  <a:pt x="4380" y="251"/>
                </a:lnTo>
                <a:lnTo>
                  <a:pt x="4380" y="244"/>
                </a:lnTo>
                <a:lnTo>
                  <a:pt x="4384" y="244"/>
                </a:lnTo>
                <a:cubicBezTo>
                  <a:pt x="4392" y="244"/>
                  <a:pt x="4398" y="242"/>
                  <a:pt x="4400" y="238"/>
                </a:cubicBezTo>
                <a:cubicBezTo>
                  <a:pt x="4403" y="234"/>
                  <a:pt x="4405" y="227"/>
                  <a:pt x="4405" y="215"/>
                </a:cubicBezTo>
                <a:lnTo>
                  <a:pt x="4405" y="154"/>
                </a:lnTo>
                <a:cubicBezTo>
                  <a:pt x="4405" y="135"/>
                  <a:pt x="4404" y="123"/>
                  <a:pt x="4403" y="119"/>
                </a:cubicBezTo>
                <a:cubicBezTo>
                  <a:pt x="4403" y="115"/>
                  <a:pt x="4401" y="112"/>
                  <a:pt x="4399" y="110"/>
                </a:cubicBezTo>
                <a:cubicBezTo>
                  <a:pt x="4398" y="109"/>
                  <a:pt x="4395" y="108"/>
                  <a:pt x="4392" y="108"/>
                </a:cubicBezTo>
                <a:cubicBezTo>
                  <a:pt x="4389" y="108"/>
                  <a:pt x="4385" y="109"/>
                  <a:pt x="4380" y="111"/>
                </a:cubicBezTo>
                <a:lnTo>
                  <a:pt x="4378" y="104"/>
                </a:lnTo>
                <a:lnTo>
                  <a:pt x="4426" y="85"/>
                </a:lnTo>
                <a:lnTo>
                  <a:pt x="4434" y="85"/>
                </a:lnTo>
                <a:lnTo>
                  <a:pt x="4434" y="119"/>
                </a:lnTo>
                <a:moveTo>
                  <a:pt x="4614" y="36"/>
                </a:moveTo>
                <a:lnTo>
                  <a:pt x="4614" y="90"/>
                </a:lnTo>
                <a:lnTo>
                  <a:pt x="4652" y="90"/>
                </a:lnTo>
                <a:lnTo>
                  <a:pt x="4652" y="102"/>
                </a:lnTo>
                <a:lnTo>
                  <a:pt x="4614" y="102"/>
                </a:lnTo>
                <a:lnTo>
                  <a:pt x="4614" y="206"/>
                </a:lnTo>
                <a:cubicBezTo>
                  <a:pt x="4614" y="217"/>
                  <a:pt x="4616" y="224"/>
                  <a:pt x="4619" y="228"/>
                </a:cubicBezTo>
                <a:cubicBezTo>
                  <a:pt x="4622" y="232"/>
                  <a:pt x="4626" y="234"/>
                  <a:pt x="4631" y="234"/>
                </a:cubicBezTo>
                <a:cubicBezTo>
                  <a:pt x="4635" y="234"/>
                  <a:pt x="4639" y="232"/>
                  <a:pt x="4642" y="230"/>
                </a:cubicBezTo>
                <a:cubicBezTo>
                  <a:pt x="4646" y="227"/>
                  <a:pt x="4649" y="224"/>
                  <a:pt x="4651" y="219"/>
                </a:cubicBezTo>
                <a:lnTo>
                  <a:pt x="4657" y="219"/>
                </a:lnTo>
                <a:cubicBezTo>
                  <a:pt x="4653" y="230"/>
                  <a:pt x="4647" y="239"/>
                  <a:pt x="4640" y="245"/>
                </a:cubicBezTo>
                <a:cubicBezTo>
                  <a:pt x="4632" y="251"/>
                  <a:pt x="4624" y="253"/>
                  <a:pt x="4617" y="253"/>
                </a:cubicBezTo>
                <a:cubicBezTo>
                  <a:pt x="4611" y="253"/>
                  <a:pt x="4606" y="252"/>
                  <a:pt x="4600" y="249"/>
                </a:cubicBezTo>
                <a:cubicBezTo>
                  <a:pt x="4595" y="246"/>
                  <a:pt x="4591" y="242"/>
                  <a:pt x="4589" y="237"/>
                </a:cubicBezTo>
                <a:cubicBezTo>
                  <a:pt x="4587" y="231"/>
                  <a:pt x="4585" y="222"/>
                  <a:pt x="4585" y="211"/>
                </a:cubicBezTo>
                <a:lnTo>
                  <a:pt x="4585" y="102"/>
                </a:lnTo>
                <a:lnTo>
                  <a:pt x="4560" y="102"/>
                </a:lnTo>
                <a:lnTo>
                  <a:pt x="4560" y="96"/>
                </a:lnTo>
                <a:cubicBezTo>
                  <a:pt x="4566" y="93"/>
                  <a:pt x="4573" y="89"/>
                  <a:pt x="4579" y="83"/>
                </a:cubicBezTo>
                <a:cubicBezTo>
                  <a:pt x="4586" y="77"/>
                  <a:pt x="4592" y="69"/>
                  <a:pt x="4598" y="61"/>
                </a:cubicBezTo>
                <a:cubicBezTo>
                  <a:pt x="4600" y="56"/>
                  <a:pt x="4604" y="48"/>
                  <a:pt x="4609" y="36"/>
                </a:cubicBezTo>
                <a:lnTo>
                  <a:pt x="4614" y="36"/>
                </a:lnTo>
                <a:moveTo>
                  <a:pt x="4709" y="0"/>
                </a:moveTo>
                <a:cubicBezTo>
                  <a:pt x="4714" y="0"/>
                  <a:pt x="4718" y="2"/>
                  <a:pt x="4721" y="6"/>
                </a:cubicBezTo>
                <a:cubicBezTo>
                  <a:pt x="4725" y="9"/>
                  <a:pt x="4727" y="13"/>
                  <a:pt x="4727" y="18"/>
                </a:cubicBezTo>
                <a:cubicBezTo>
                  <a:pt x="4727" y="23"/>
                  <a:pt x="4725" y="27"/>
                  <a:pt x="4721" y="31"/>
                </a:cubicBezTo>
                <a:cubicBezTo>
                  <a:pt x="4718" y="34"/>
                  <a:pt x="4714" y="36"/>
                  <a:pt x="4709" y="36"/>
                </a:cubicBezTo>
                <a:cubicBezTo>
                  <a:pt x="4704" y="36"/>
                  <a:pt x="4700" y="34"/>
                  <a:pt x="4696" y="31"/>
                </a:cubicBezTo>
                <a:cubicBezTo>
                  <a:pt x="4693" y="27"/>
                  <a:pt x="4691" y="23"/>
                  <a:pt x="4691" y="18"/>
                </a:cubicBezTo>
                <a:cubicBezTo>
                  <a:pt x="4691" y="13"/>
                  <a:pt x="4693" y="9"/>
                  <a:pt x="4696" y="6"/>
                </a:cubicBezTo>
                <a:cubicBezTo>
                  <a:pt x="4700" y="2"/>
                  <a:pt x="4704" y="0"/>
                  <a:pt x="4709" y="0"/>
                </a:cubicBezTo>
                <a:moveTo>
                  <a:pt x="4724" y="85"/>
                </a:moveTo>
                <a:lnTo>
                  <a:pt x="4724" y="215"/>
                </a:lnTo>
                <a:cubicBezTo>
                  <a:pt x="4724" y="225"/>
                  <a:pt x="4724" y="232"/>
                  <a:pt x="4726" y="235"/>
                </a:cubicBezTo>
                <a:cubicBezTo>
                  <a:pt x="4727" y="238"/>
                  <a:pt x="4729" y="240"/>
                  <a:pt x="4732" y="242"/>
                </a:cubicBezTo>
                <a:cubicBezTo>
                  <a:pt x="4735" y="244"/>
                  <a:pt x="4741" y="244"/>
                  <a:pt x="4749" y="244"/>
                </a:cubicBezTo>
                <a:lnTo>
                  <a:pt x="4749" y="251"/>
                </a:lnTo>
                <a:lnTo>
                  <a:pt x="4670" y="251"/>
                </a:lnTo>
                <a:lnTo>
                  <a:pt x="4670" y="244"/>
                </a:lnTo>
                <a:cubicBezTo>
                  <a:pt x="4678" y="244"/>
                  <a:pt x="4683" y="244"/>
                  <a:pt x="4686" y="243"/>
                </a:cubicBezTo>
                <a:cubicBezTo>
                  <a:pt x="4688" y="241"/>
                  <a:pt x="4691" y="238"/>
                  <a:pt x="4692" y="235"/>
                </a:cubicBezTo>
                <a:cubicBezTo>
                  <a:pt x="4693" y="231"/>
                  <a:pt x="4694" y="224"/>
                  <a:pt x="4694" y="215"/>
                </a:cubicBezTo>
                <a:lnTo>
                  <a:pt x="4694" y="152"/>
                </a:lnTo>
                <a:cubicBezTo>
                  <a:pt x="4694" y="135"/>
                  <a:pt x="4694" y="123"/>
                  <a:pt x="4693" y="118"/>
                </a:cubicBezTo>
                <a:cubicBezTo>
                  <a:pt x="4692" y="114"/>
                  <a:pt x="4691" y="112"/>
                  <a:pt x="4689" y="110"/>
                </a:cubicBezTo>
                <a:cubicBezTo>
                  <a:pt x="4687" y="109"/>
                  <a:pt x="4685" y="108"/>
                  <a:pt x="4681" y="108"/>
                </a:cubicBezTo>
                <a:cubicBezTo>
                  <a:pt x="4678" y="108"/>
                  <a:pt x="4674" y="109"/>
                  <a:pt x="4670" y="111"/>
                </a:cubicBezTo>
                <a:lnTo>
                  <a:pt x="4668" y="104"/>
                </a:lnTo>
                <a:lnTo>
                  <a:pt x="4716" y="85"/>
                </a:lnTo>
                <a:lnTo>
                  <a:pt x="4724" y="85"/>
                </a:lnTo>
                <a:moveTo>
                  <a:pt x="4831" y="102"/>
                </a:moveTo>
                <a:lnTo>
                  <a:pt x="4831" y="208"/>
                </a:lnTo>
                <a:cubicBezTo>
                  <a:pt x="4831" y="224"/>
                  <a:pt x="4833" y="233"/>
                  <a:pt x="4836" y="237"/>
                </a:cubicBezTo>
                <a:cubicBezTo>
                  <a:pt x="4841" y="242"/>
                  <a:pt x="4846" y="244"/>
                  <a:pt x="4854" y="244"/>
                </a:cubicBezTo>
                <a:lnTo>
                  <a:pt x="4869" y="244"/>
                </a:lnTo>
                <a:lnTo>
                  <a:pt x="4869" y="251"/>
                </a:lnTo>
                <a:lnTo>
                  <a:pt x="4772" y="251"/>
                </a:lnTo>
                <a:lnTo>
                  <a:pt x="4772" y="244"/>
                </a:lnTo>
                <a:lnTo>
                  <a:pt x="4779" y="244"/>
                </a:lnTo>
                <a:cubicBezTo>
                  <a:pt x="4784" y="244"/>
                  <a:pt x="4788" y="243"/>
                  <a:pt x="4792" y="241"/>
                </a:cubicBezTo>
                <a:cubicBezTo>
                  <a:pt x="4796" y="239"/>
                  <a:pt x="4799" y="236"/>
                  <a:pt x="4800" y="232"/>
                </a:cubicBezTo>
                <a:cubicBezTo>
                  <a:pt x="4801" y="228"/>
                  <a:pt x="4802" y="220"/>
                  <a:pt x="4802" y="208"/>
                </a:cubicBezTo>
                <a:lnTo>
                  <a:pt x="4802" y="102"/>
                </a:lnTo>
                <a:lnTo>
                  <a:pt x="4771" y="102"/>
                </a:lnTo>
                <a:lnTo>
                  <a:pt x="4771" y="90"/>
                </a:lnTo>
                <a:lnTo>
                  <a:pt x="4802" y="90"/>
                </a:lnTo>
                <a:lnTo>
                  <a:pt x="4802" y="79"/>
                </a:lnTo>
                <a:cubicBezTo>
                  <a:pt x="4802" y="63"/>
                  <a:pt x="4805" y="49"/>
                  <a:pt x="4810" y="38"/>
                </a:cubicBezTo>
                <a:cubicBezTo>
                  <a:pt x="4815" y="27"/>
                  <a:pt x="4823" y="18"/>
                  <a:pt x="4834" y="11"/>
                </a:cubicBezTo>
                <a:cubicBezTo>
                  <a:pt x="4845" y="4"/>
                  <a:pt x="4857" y="0"/>
                  <a:pt x="4870" y="0"/>
                </a:cubicBezTo>
                <a:cubicBezTo>
                  <a:pt x="4882" y="0"/>
                  <a:pt x="4893" y="4"/>
                  <a:pt x="4904" y="12"/>
                </a:cubicBezTo>
                <a:cubicBezTo>
                  <a:pt x="4908" y="15"/>
                  <a:pt x="4911" y="19"/>
                  <a:pt x="4912" y="22"/>
                </a:cubicBezTo>
                <a:cubicBezTo>
                  <a:pt x="4912" y="21"/>
                  <a:pt x="4912" y="19"/>
                  <a:pt x="4912" y="18"/>
                </a:cubicBezTo>
                <a:cubicBezTo>
                  <a:pt x="4912" y="13"/>
                  <a:pt x="4913" y="9"/>
                  <a:pt x="4917" y="6"/>
                </a:cubicBezTo>
                <a:cubicBezTo>
                  <a:pt x="4920" y="2"/>
                  <a:pt x="4925" y="0"/>
                  <a:pt x="4930" y="0"/>
                </a:cubicBezTo>
                <a:cubicBezTo>
                  <a:pt x="4935" y="0"/>
                  <a:pt x="4939" y="2"/>
                  <a:pt x="4942" y="6"/>
                </a:cubicBezTo>
                <a:cubicBezTo>
                  <a:pt x="4946" y="9"/>
                  <a:pt x="4948" y="13"/>
                  <a:pt x="4948" y="18"/>
                </a:cubicBezTo>
                <a:cubicBezTo>
                  <a:pt x="4948" y="23"/>
                  <a:pt x="4946" y="27"/>
                  <a:pt x="4942" y="31"/>
                </a:cubicBezTo>
                <a:cubicBezTo>
                  <a:pt x="4939" y="34"/>
                  <a:pt x="4935" y="36"/>
                  <a:pt x="4930" y="36"/>
                </a:cubicBezTo>
                <a:cubicBezTo>
                  <a:pt x="4925" y="36"/>
                  <a:pt x="4920" y="34"/>
                  <a:pt x="4917" y="31"/>
                </a:cubicBezTo>
                <a:cubicBezTo>
                  <a:pt x="4915" y="30"/>
                  <a:pt x="4915" y="28"/>
                  <a:pt x="4914" y="27"/>
                </a:cubicBezTo>
                <a:cubicBezTo>
                  <a:pt x="4914" y="28"/>
                  <a:pt x="4914" y="29"/>
                  <a:pt x="4914" y="30"/>
                </a:cubicBezTo>
                <a:cubicBezTo>
                  <a:pt x="4914" y="34"/>
                  <a:pt x="4912" y="37"/>
                  <a:pt x="4909" y="40"/>
                </a:cubicBezTo>
                <a:cubicBezTo>
                  <a:pt x="4906" y="43"/>
                  <a:pt x="4903" y="45"/>
                  <a:pt x="4900" y="45"/>
                </a:cubicBezTo>
                <a:cubicBezTo>
                  <a:pt x="4897" y="45"/>
                  <a:pt x="4894" y="44"/>
                  <a:pt x="4891" y="42"/>
                </a:cubicBezTo>
                <a:cubicBezTo>
                  <a:pt x="4888" y="40"/>
                  <a:pt x="4884" y="36"/>
                  <a:pt x="4880" y="29"/>
                </a:cubicBezTo>
                <a:cubicBezTo>
                  <a:pt x="4876" y="23"/>
                  <a:pt x="4872" y="19"/>
                  <a:pt x="4868" y="17"/>
                </a:cubicBezTo>
                <a:cubicBezTo>
                  <a:pt x="4865" y="14"/>
                  <a:pt x="4860" y="13"/>
                  <a:pt x="4856" y="13"/>
                </a:cubicBezTo>
                <a:cubicBezTo>
                  <a:pt x="4850" y="13"/>
                  <a:pt x="4846" y="15"/>
                  <a:pt x="4842" y="18"/>
                </a:cubicBezTo>
                <a:cubicBezTo>
                  <a:pt x="4838" y="21"/>
                  <a:pt x="4835" y="25"/>
                  <a:pt x="4834" y="31"/>
                </a:cubicBezTo>
                <a:cubicBezTo>
                  <a:pt x="4832" y="37"/>
                  <a:pt x="4831" y="53"/>
                  <a:pt x="4831" y="78"/>
                </a:cubicBezTo>
                <a:lnTo>
                  <a:pt x="4831" y="90"/>
                </a:lnTo>
                <a:lnTo>
                  <a:pt x="4873" y="90"/>
                </a:lnTo>
                <a:lnTo>
                  <a:pt x="4873" y="102"/>
                </a:lnTo>
                <a:lnTo>
                  <a:pt x="4831" y="102"/>
                </a:lnTo>
                <a:moveTo>
                  <a:pt x="4945" y="85"/>
                </a:moveTo>
                <a:lnTo>
                  <a:pt x="4945" y="215"/>
                </a:lnTo>
                <a:cubicBezTo>
                  <a:pt x="4945" y="225"/>
                  <a:pt x="4945" y="232"/>
                  <a:pt x="4946" y="235"/>
                </a:cubicBezTo>
                <a:cubicBezTo>
                  <a:pt x="4948" y="238"/>
                  <a:pt x="4950" y="240"/>
                  <a:pt x="4953" y="242"/>
                </a:cubicBezTo>
                <a:cubicBezTo>
                  <a:pt x="4956" y="244"/>
                  <a:pt x="4962" y="244"/>
                  <a:pt x="4969" y="244"/>
                </a:cubicBezTo>
                <a:lnTo>
                  <a:pt x="4969" y="251"/>
                </a:lnTo>
                <a:lnTo>
                  <a:pt x="4891" y="251"/>
                </a:lnTo>
                <a:lnTo>
                  <a:pt x="4891" y="244"/>
                </a:lnTo>
                <a:cubicBezTo>
                  <a:pt x="4898" y="244"/>
                  <a:pt x="4904" y="244"/>
                  <a:pt x="4906" y="243"/>
                </a:cubicBezTo>
                <a:cubicBezTo>
                  <a:pt x="4909" y="241"/>
                  <a:pt x="4911" y="238"/>
                  <a:pt x="4912" y="235"/>
                </a:cubicBezTo>
                <a:cubicBezTo>
                  <a:pt x="4914" y="231"/>
                  <a:pt x="4915" y="224"/>
                  <a:pt x="4915" y="215"/>
                </a:cubicBezTo>
                <a:lnTo>
                  <a:pt x="4915" y="152"/>
                </a:lnTo>
                <a:cubicBezTo>
                  <a:pt x="4915" y="135"/>
                  <a:pt x="4914" y="123"/>
                  <a:pt x="4914" y="118"/>
                </a:cubicBezTo>
                <a:cubicBezTo>
                  <a:pt x="4913" y="114"/>
                  <a:pt x="4911" y="112"/>
                  <a:pt x="4909" y="110"/>
                </a:cubicBezTo>
                <a:cubicBezTo>
                  <a:pt x="4908" y="109"/>
                  <a:pt x="4905" y="108"/>
                  <a:pt x="4902" y="108"/>
                </a:cubicBezTo>
                <a:cubicBezTo>
                  <a:pt x="4899" y="108"/>
                  <a:pt x="4895" y="109"/>
                  <a:pt x="4891" y="111"/>
                </a:cubicBezTo>
                <a:lnTo>
                  <a:pt x="4888" y="104"/>
                </a:lnTo>
                <a:lnTo>
                  <a:pt x="4937" y="85"/>
                </a:lnTo>
                <a:lnTo>
                  <a:pt x="4945" y="85"/>
                </a:lnTo>
                <a:moveTo>
                  <a:pt x="4980" y="90"/>
                </a:moveTo>
                <a:lnTo>
                  <a:pt x="5055" y="90"/>
                </a:lnTo>
                <a:lnTo>
                  <a:pt x="5055" y="96"/>
                </a:lnTo>
                <a:lnTo>
                  <a:pt x="5051" y="96"/>
                </a:lnTo>
                <a:cubicBezTo>
                  <a:pt x="5046" y="96"/>
                  <a:pt x="5042" y="97"/>
                  <a:pt x="5039" y="99"/>
                </a:cubicBezTo>
                <a:cubicBezTo>
                  <a:pt x="5037" y="102"/>
                  <a:pt x="5036" y="105"/>
                  <a:pt x="5036" y="108"/>
                </a:cubicBezTo>
                <a:cubicBezTo>
                  <a:pt x="5036" y="113"/>
                  <a:pt x="5038" y="119"/>
                  <a:pt x="5041" y="127"/>
                </a:cubicBezTo>
                <a:lnTo>
                  <a:pt x="5081" y="209"/>
                </a:lnTo>
                <a:lnTo>
                  <a:pt x="5117" y="119"/>
                </a:lnTo>
                <a:cubicBezTo>
                  <a:pt x="5119" y="114"/>
                  <a:pt x="5120" y="110"/>
                  <a:pt x="5120" y="105"/>
                </a:cubicBezTo>
                <a:cubicBezTo>
                  <a:pt x="5120" y="103"/>
                  <a:pt x="5119" y="101"/>
                  <a:pt x="5119" y="100"/>
                </a:cubicBezTo>
                <a:cubicBezTo>
                  <a:pt x="5118" y="99"/>
                  <a:pt x="5116" y="98"/>
                  <a:pt x="5114" y="97"/>
                </a:cubicBezTo>
                <a:cubicBezTo>
                  <a:pt x="5112" y="96"/>
                  <a:pt x="5109" y="96"/>
                  <a:pt x="5103" y="96"/>
                </a:cubicBezTo>
                <a:lnTo>
                  <a:pt x="5103" y="90"/>
                </a:lnTo>
                <a:lnTo>
                  <a:pt x="5156" y="90"/>
                </a:lnTo>
                <a:lnTo>
                  <a:pt x="5156" y="96"/>
                </a:lnTo>
                <a:cubicBezTo>
                  <a:pt x="5152" y="97"/>
                  <a:pt x="5149" y="98"/>
                  <a:pt x="5146" y="99"/>
                </a:cubicBezTo>
                <a:cubicBezTo>
                  <a:pt x="5144" y="101"/>
                  <a:pt x="5141" y="103"/>
                  <a:pt x="5139" y="107"/>
                </a:cubicBezTo>
                <a:cubicBezTo>
                  <a:pt x="5137" y="108"/>
                  <a:pt x="5135" y="113"/>
                  <a:pt x="5132" y="120"/>
                </a:cubicBezTo>
                <a:lnTo>
                  <a:pt x="5067" y="282"/>
                </a:lnTo>
                <a:cubicBezTo>
                  <a:pt x="5060" y="297"/>
                  <a:pt x="5052" y="309"/>
                  <a:pt x="5041" y="317"/>
                </a:cubicBezTo>
                <a:cubicBezTo>
                  <a:pt x="5031" y="325"/>
                  <a:pt x="5021" y="329"/>
                  <a:pt x="5012" y="329"/>
                </a:cubicBezTo>
                <a:cubicBezTo>
                  <a:pt x="5005" y="329"/>
                  <a:pt x="4999" y="327"/>
                  <a:pt x="4995" y="323"/>
                </a:cubicBezTo>
                <a:cubicBezTo>
                  <a:pt x="4990" y="319"/>
                  <a:pt x="4988" y="314"/>
                  <a:pt x="4988" y="309"/>
                </a:cubicBezTo>
                <a:cubicBezTo>
                  <a:pt x="4988" y="304"/>
                  <a:pt x="4990" y="300"/>
                  <a:pt x="4993" y="297"/>
                </a:cubicBezTo>
                <a:cubicBezTo>
                  <a:pt x="4996" y="294"/>
                  <a:pt x="5000" y="293"/>
                  <a:pt x="5006" y="293"/>
                </a:cubicBezTo>
                <a:cubicBezTo>
                  <a:pt x="5010" y="293"/>
                  <a:pt x="5016" y="294"/>
                  <a:pt x="5022" y="297"/>
                </a:cubicBezTo>
                <a:cubicBezTo>
                  <a:pt x="5027" y="298"/>
                  <a:pt x="5030" y="299"/>
                  <a:pt x="5031" y="299"/>
                </a:cubicBezTo>
                <a:cubicBezTo>
                  <a:pt x="5035" y="299"/>
                  <a:pt x="5038" y="298"/>
                  <a:pt x="5042" y="294"/>
                </a:cubicBezTo>
                <a:cubicBezTo>
                  <a:pt x="5047" y="290"/>
                  <a:pt x="5051" y="283"/>
                  <a:pt x="5055" y="273"/>
                </a:cubicBezTo>
                <a:lnTo>
                  <a:pt x="5067" y="244"/>
                </a:lnTo>
                <a:lnTo>
                  <a:pt x="5009" y="123"/>
                </a:lnTo>
                <a:cubicBezTo>
                  <a:pt x="5007" y="119"/>
                  <a:pt x="5004" y="115"/>
                  <a:pt x="5000" y="109"/>
                </a:cubicBezTo>
                <a:cubicBezTo>
                  <a:pt x="4997" y="105"/>
                  <a:pt x="4995" y="102"/>
                  <a:pt x="4993" y="101"/>
                </a:cubicBezTo>
                <a:cubicBezTo>
                  <a:pt x="4990" y="99"/>
                  <a:pt x="4986" y="97"/>
                  <a:pt x="4980" y="96"/>
                </a:cubicBezTo>
                <a:lnTo>
                  <a:pt x="4980" y="90"/>
                </a:lnTo>
                <a:moveTo>
                  <a:pt x="5211" y="0"/>
                </a:moveTo>
                <a:cubicBezTo>
                  <a:pt x="5216" y="0"/>
                  <a:pt x="5220" y="2"/>
                  <a:pt x="5223" y="6"/>
                </a:cubicBezTo>
                <a:cubicBezTo>
                  <a:pt x="5227" y="9"/>
                  <a:pt x="5228" y="13"/>
                  <a:pt x="5228" y="18"/>
                </a:cubicBezTo>
                <a:cubicBezTo>
                  <a:pt x="5228" y="23"/>
                  <a:pt x="5227" y="27"/>
                  <a:pt x="5223" y="31"/>
                </a:cubicBezTo>
                <a:cubicBezTo>
                  <a:pt x="5220" y="34"/>
                  <a:pt x="5216" y="36"/>
                  <a:pt x="5211" y="36"/>
                </a:cubicBezTo>
                <a:cubicBezTo>
                  <a:pt x="5206" y="36"/>
                  <a:pt x="5201" y="34"/>
                  <a:pt x="5198" y="31"/>
                </a:cubicBezTo>
                <a:cubicBezTo>
                  <a:pt x="5194" y="27"/>
                  <a:pt x="5193" y="23"/>
                  <a:pt x="5193" y="18"/>
                </a:cubicBezTo>
                <a:cubicBezTo>
                  <a:pt x="5193" y="13"/>
                  <a:pt x="5194" y="9"/>
                  <a:pt x="5198" y="6"/>
                </a:cubicBezTo>
                <a:cubicBezTo>
                  <a:pt x="5201" y="2"/>
                  <a:pt x="5206" y="0"/>
                  <a:pt x="5211" y="0"/>
                </a:cubicBezTo>
                <a:moveTo>
                  <a:pt x="5225" y="85"/>
                </a:moveTo>
                <a:lnTo>
                  <a:pt x="5225" y="215"/>
                </a:lnTo>
                <a:cubicBezTo>
                  <a:pt x="5225" y="225"/>
                  <a:pt x="5226" y="232"/>
                  <a:pt x="5227" y="235"/>
                </a:cubicBezTo>
                <a:cubicBezTo>
                  <a:pt x="5229" y="238"/>
                  <a:pt x="5231" y="240"/>
                  <a:pt x="5234" y="242"/>
                </a:cubicBezTo>
                <a:cubicBezTo>
                  <a:pt x="5237" y="244"/>
                  <a:pt x="5242" y="244"/>
                  <a:pt x="5250" y="244"/>
                </a:cubicBezTo>
                <a:lnTo>
                  <a:pt x="5250" y="251"/>
                </a:lnTo>
                <a:lnTo>
                  <a:pt x="5172" y="251"/>
                </a:lnTo>
                <a:lnTo>
                  <a:pt x="5172" y="244"/>
                </a:lnTo>
                <a:cubicBezTo>
                  <a:pt x="5179" y="244"/>
                  <a:pt x="5184" y="244"/>
                  <a:pt x="5187" y="243"/>
                </a:cubicBezTo>
                <a:cubicBezTo>
                  <a:pt x="5190" y="241"/>
                  <a:pt x="5192" y="238"/>
                  <a:pt x="5193" y="235"/>
                </a:cubicBezTo>
                <a:cubicBezTo>
                  <a:pt x="5195" y="231"/>
                  <a:pt x="5196" y="224"/>
                  <a:pt x="5196" y="215"/>
                </a:cubicBezTo>
                <a:lnTo>
                  <a:pt x="5196" y="152"/>
                </a:lnTo>
                <a:cubicBezTo>
                  <a:pt x="5196" y="135"/>
                  <a:pt x="5195" y="123"/>
                  <a:pt x="5195" y="118"/>
                </a:cubicBezTo>
                <a:cubicBezTo>
                  <a:pt x="5194" y="114"/>
                  <a:pt x="5192" y="112"/>
                  <a:pt x="5190" y="110"/>
                </a:cubicBezTo>
                <a:cubicBezTo>
                  <a:pt x="5189" y="109"/>
                  <a:pt x="5186" y="108"/>
                  <a:pt x="5183" y="108"/>
                </a:cubicBezTo>
                <a:cubicBezTo>
                  <a:pt x="5180" y="108"/>
                  <a:pt x="5176" y="109"/>
                  <a:pt x="5172" y="111"/>
                </a:cubicBezTo>
                <a:lnTo>
                  <a:pt x="5169" y="104"/>
                </a:lnTo>
                <a:lnTo>
                  <a:pt x="5218" y="85"/>
                </a:lnTo>
                <a:lnTo>
                  <a:pt x="5225" y="85"/>
                </a:lnTo>
                <a:moveTo>
                  <a:pt x="5317" y="119"/>
                </a:moveTo>
                <a:cubicBezTo>
                  <a:pt x="5336" y="96"/>
                  <a:pt x="5354" y="85"/>
                  <a:pt x="5371" y="85"/>
                </a:cubicBezTo>
                <a:cubicBezTo>
                  <a:pt x="5380" y="85"/>
                  <a:pt x="5388" y="87"/>
                  <a:pt x="5394" y="91"/>
                </a:cubicBezTo>
                <a:cubicBezTo>
                  <a:pt x="5399" y="96"/>
                  <a:pt x="5404" y="103"/>
                  <a:pt x="5408" y="113"/>
                </a:cubicBezTo>
                <a:cubicBezTo>
                  <a:pt x="5411" y="120"/>
                  <a:pt x="5412" y="131"/>
                  <a:pt x="5412" y="145"/>
                </a:cubicBezTo>
                <a:lnTo>
                  <a:pt x="5412" y="215"/>
                </a:lnTo>
                <a:cubicBezTo>
                  <a:pt x="5412" y="225"/>
                  <a:pt x="5413" y="232"/>
                  <a:pt x="5415" y="235"/>
                </a:cubicBezTo>
                <a:cubicBezTo>
                  <a:pt x="5416" y="238"/>
                  <a:pt x="5418" y="240"/>
                  <a:pt x="5421" y="242"/>
                </a:cubicBezTo>
                <a:cubicBezTo>
                  <a:pt x="5424" y="244"/>
                  <a:pt x="5429" y="244"/>
                  <a:pt x="5437" y="244"/>
                </a:cubicBezTo>
                <a:lnTo>
                  <a:pt x="5437" y="251"/>
                </a:lnTo>
                <a:lnTo>
                  <a:pt x="5358" y="251"/>
                </a:lnTo>
                <a:lnTo>
                  <a:pt x="5358" y="244"/>
                </a:lnTo>
                <a:lnTo>
                  <a:pt x="5361" y="244"/>
                </a:lnTo>
                <a:cubicBezTo>
                  <a:pt x="5369" y="244"/>
                  <a:pt x="5374" y="243"/>
                  <a:pt x="5376" y="241"/>
                </a:cubicBezTo>
                <a:cubicBezTo>
                  <a:pt x="5380" y="239"/>
                  <a:pt x="5382" y="236"/>
                  <a:pt x="5383" y="231"/>
                </a:cubicBezTo>
                <a:cubicBezTo>
                  <a:pt x="5383" y="230"/>
                  <a:pt x="5384" y="224"/>
                  <a:pt x="5384" y="215"/>
                </a:cubicBezTo>
                <a:lnTo>
                  <a:pt x="5384" y="148"/>
                </a:lnTo>
                <a:cubicBezTo>
                  <a:pt x="5384" y="134"/>
                  <a:pt x="5382" y="123"/>
                  <a:pt x="5378" y="117"/>
                </a:cubicBezTo>
                <a:cubicBezTo>
                  <a:pt x="5374" y="110"/>
                  <a:pt x="5368" y="107"/>
                  <a:pt x="5359" y="107"/>
                </a:cubicBezTo>
                <a:cubicBezTo>
                  <a:pt x="5345" y="107"/>
                  <a:pt x="5331" y="114"/>
                  <a:pt x="5317" y="130"/>
                </a:cubicBezTo>
                <a:lnTo>
                  <a:pt x="5317" y="215"/>
                </a:lnTo>
                <a:cubicBezTo>
                  <a:pt x="5317" y="226"/>
                  <a:pt x="5318" y="232"/>
                  <a:pt x="5319" y="235"/>
                </a:cubicBezTo>
                <a:cubicBezTo>
                  <a:pt x="5321" y="238"/>
                  <a:pt x="5323" y="241"/>
                  <a:pt x="5326" y="243"/>
                </a:cubicBezTo>
                <a:cubicBezTo>
                  <a:pt x="5328" y="244"/>
                  <a:pt x="5334" y="244"/>
                  <a:pt x="5343" y="244"/>
                </a:cubicBezTo>
                <a:lnTo>
                  <a:pt x="5343" y="251"/>
                </a:lnTo>
                <a:lnTo>
                  <a:pt x="5263" y="251"/>
                </a:lnTo>
                <a:lnTo>
                  <a:pt x="5263" y="244"/>
                </a:lnTo>
                <a:lnTo>
                  <a:pt x="5267" y="244"/>
                </a:lnTo>
                <a:cubicBezTo>
                  <a:pt x="5275" y="244"/>
                  <a:pt x="5281" y="242"/>
                  <a:pt x="5283" y="238"/>
                </a:cubicBezTo>
                <a:cubicBezTo>
                  <a:pt x="5286" y="234"/>
                  <a:pt x="5288" y="227"/>
                  <a:pt x="5288" y="215"/>
                </a:cubicBezTo>
                <a:lnTo>
                  <a:pt x="5288" y="154"/>
                </a:lnTo>
                <a:cubicBezTo>
                  <a:pt x="5288" y="135"/>
                  <a:pt x="5287" y="123"/>
                  <a:pt x="5286" y="119"/>
                </a:cubicBezTo>
                <a:cubicBezTo>
                  <a:pt x="5286" y="115"/>
                  <a:pt x="5284" y="112"/>
                  <a:pt x="5282" y="110"/>
                </a:cubicBezTo>
                <a:cubicBezTo>
                  <a:pt x="5281" y="109"/>
                  <a:pt x="5278" y="108"/>
                  <a:pt x="5275" y="108"/>
                </a:cubicBezTo>
                <a:cubicBezTo>
                  <a:pt x="5272" y="108"/>
                  <a:pt x="5268" y="109"/>
                  <a:pt x="5263" y="111"/>
                </a:cubicBezTo>
                <a:lnTo>
                  <a:pt x="5261" y="104"/>
                </a:lnTo>
                <a:lnTo>
                  <a:pt x="5309" y="85"/>
                </a:lnTo>
                <a:lnTo>
                  <a:pt x="5317" y="85"/>
                </a:lnTo>
                <a:lnTo>
                  <a:pt x="5317" y="119"/>
                </a:lnTo>
                <a:moveTo>
                  <a:pt x="5493" y="192"/>
                </a:moveTo>
                <a:cubicBezTo>
                  <a:pt x="5483" y="187"/>
                  <a:pt x="5475" y="181"/>
                  <a:pt x="5470" y="172"/>
                </a:cubicBezTo>
                <a:cubicBezTo>
                  <a:pt x="5464" y="164"/>
                  <a:pt x="5462" y="154"/>
                  <a:pt x="5462" y="143"/>
                </a:cubicBezTo>
                <a:cubicBezTo>
                  <a:pt x="5462" y="127"/>
                  <a:pt x="5468" y="114"/>
                  <a:pt x="5480" y="102"/>
                </a:cubicBezTo>
                <a:cubicBezTo>
                  <a:pt x="5492" y="91"/>
                  <a:pt x="5508" y="85"/>
                  <a:pt x="5527" y="85"/>
                </a:cubicBezTo>
                <a:cubicBezTo>
                  <a:pt x="5542" y="85"/>
                  <a:pt x="5555" y="88"/>
                  <a:pt x="5566" y="96"/>
                </a:cubicBezTo>
                <a:lnTo>
                  <a:pt x="5601" y="96"/>
                </a:lnTo>
                <a:cubicBezTo>
                  <a:pt x="5606" y="96"/>
                  <a:pt x="5608" y="96"/>
                  <a:pt x="5609" y="96"/>
                </a:cubicBezTo>
                <a:cubicBezTo>
                  <a:pt x="5611" y="97"/>
                  <a:pt x="5611" y="97"/>
                  <a:pt x="5611" y="98"/>
                </a:cubicBezTo>
                <a:cubicBezTo>
                  <a:pt x="5612" y="99"/>
                  <a:pt x="5612" y="101"/>
                  <a:pt x="5612" y="104"/>
                </a:cubicBezTo>
                <a:cubicBezTo>
                  <a:pt x="5612" y="106"/>
                  <a:pt x="5612" y="108"/>
                  <a:pt x="5612" y="110"/>
                </a:cubicBezTo>
                <a:cubicBezTo>
                  <a:pt x="5611" y="111"/>
                  <a:pt x="5611" y="111"/>
                  <a:pt x="5609" y="111"/>
                </a:cubicBezTo>
                <a:cubicBezTo>
                  <a:pt x="5608" y="112"/>
                  <a:pt x="5606" y="112"/>
                  <a:pt x="5601" y="112"/>
                </a:cubicBezTo>
                <a:lnTo>
                  <a:pt x="5580" y="112"/>
                </a:lnTo>
                <a:cubicBezTo>
                  <a:pt x="5587" y="120"/>
                  <a:pt x="5590" y="131"/>
                  <a:pt x="5590" y="144"/>
                </a:cubicBezTo>
                <a:cubicBezTo>
                  <a:pt x="5590" y="159"/>
                  <a:pt x="5584" y="172"/>
                  <a:pt x="5573" y="183"/>
                </a:cubicBezTo>
                <a:cubicBezTo>
                  <a:pt x="5561" y="194"/>
                  <a:pt x="5545" y="199"/>
                  <a:pt x="5526" y="199"/>
                </a:cubicBezTo>
                <a:cubicBezTo>
                  <a:pt x="5518" y="199"/>
                  <a:pt x="5510" y="198"/>
                  <a:pt x="5502" y="195"/>
                </a:cubicBezTo>
                <a:cubicBezTo>
                  <a:pt x="5497" y="200"/>
                  <a:pt x="5493" y="204"/>
                  <a:pt x="5491" y="208"/>
                </a:cubicBezTo>
                <a:cubicBezTo>
                  <a:pt x="5489" y="211"/>
                  <a:pt x="5489" y="214"/>
                  <a:pt x="5489" y="216"/>
                </a:cubicBezTo>
                <a:cubicBezTo>
                  <a:pt x="5489" y="218"/>
                  <a:pt x="5489" y="220"/>
                  <a:pt x="5491" y="222"/>
                </a:cubicBezTo>
                <a:cubicBezTo>
                  <a:pt x="5493" y="224"/>
                  <a:pt x="5497" y="225"/>
                  <a:pt x="5502" y="226"/>
                </a:cubicBezTo>
                <a:cubicBezTo>
                  <a:pt x="5506" y="226"/>
                  <a:pt x="5514" y="227"/>
                  <a:pt x="5527" y="227"/>
                </a:cubicBezTo>
                <a:cubicBezTo>
                  <a:pt x="5551" y="227"/>
                  <a:pt x="5567" y="228"/>
                  <a:pt x="5574" y="229"/>
                </a:cubicBezTo>
                <a:cubicBezTo>
                  <a:pt x="5585" y="231"/>
                  <a:pt x="5594" y="235"/>
                  <a:pt x="5600" y="242"/>
                </a:cubicBezTo>
                <a:cubicBezTo>
                  <a:pt x="5607" y="248"/>
                  <a:pt x="5611" y="256"/>
                  <a:pt x="5611" y="266"/>
                </a:cubicBezTo>
                <a:cubicBezTo>
                  <a:pt x="5611" y="279"/>
                  <a:pt x="5604" y="292"/>
                  <a:pt x="5592" y="303"/>
                </a:cubicBezTo>
                <a:cubicBezTo>
                  <a:pt x="5573" y="320"/>
                  <a:pt x="5549" y="329"/>
                  <a:pt x="5520" y="329"/>
                </a:cubicBezTo>
                <a:cubicBezTo>
                  <a:pt x="5497" y="329"/>
                  <a:pt x="5478" y="324"/>
                  <a:pt x="5463" y="314"/>
                </a:cubicBezTo>
                <a:cubicBezTo>
                  <a:pt x="5454" y="308"/>
                  <a:pt x="5449" y="302"/>
                  <a:pt x="5449" y="295"/>
                </a:cubicBezTo>
                <a:cubicBezTo>
                  <a:pt x="5449" y="292"/>
                  <a:pt x="5450" y="289"/>
                  <a:pt x="5451" y="287"/>
                </a:cubicBezTo>
                <a:cubicBezTo>
                  <a:pt x="5453" y="282"/>
                  <a:pt x="5457" y="276"/>
                  <a:pt x="5463" y="269"/>
                </a:cubicBezTo>
                <a:cubicBezTo>
                  <a:pt x="5464" y="268"/>
                  <a:pt x="5470" y="261"/>
                  <a:pt x="5481" y="250"/>
                </a:cubicBezTo>
                <a:cubicBezTo>
                  <a:pt x="5475" y="246"/>
                  <a:pt x="5471" y="243"/>
                  <a:pt x="5469" y="240"/>
                </a:cubicBezTo>
                <a:cubicBezTo>
                  <a:pt x="5466" y="237"/>
                  <a:pt x="5465" y="234"/>
                  <a:pt x="5465" y="230"/>
                </a:cubicBezTo>
                <a:cubicBezTo>
                  <a:pt x="5465" y="226"/>
                  <a:pt x="5466" y="221"/>
                  <a:pt x="5470" y="216"/>
                </a:cubicBezTo>
                <a:cubicBezTo>
                  <a:pt x="5473" y="210"/>
                  <a:pt x="5481" y="202"/>
                  <a:pt x="5493" y="192"/>
                </a:cubicBezTo>
                <a:moveTo>
                  <a:pt x="5501" y="104"/>
                </a:moveTo>
                <a:cubicBezTo>
                  <a:pt x="5495" y="111"/>
                  <a:pt x="5493" y="121"/>
                  <a:pt x="5493" y="136"/>
                </a:cubicBezTo>
                <a:cubicBezTo>
                  <a:pt x="5493" y="154"/>
                  <a:pt x="5497" y="169"/>
                  <a:pt x="5505" y="179"/>
                </a:cubicBezTo>
                <a:cubicBezTo>
                  <a:pt x="5511" y="187"/>
                  <a:pt x="5519" y="191"/>
                  <a:pt x="5528" y="191"/>
                </a:cubicBezTo>
                <a:cubicBezTo>
                  <a:pt x="5537" y="191"/>
                  <a:pt x="5544" y="187"/>
                  <a:pt x="5550" y="180"/>
                </a:cubicBezTo>
                <a:cubicBezTo>
                  <a:pt x="5556" y="174"/>
                  <a:pt x="5559" y="163"/>
                  <a:pt x="5559" y="149"/>
                </a:cubicBezTo>
                <a:cubicBezTo>
                  <a:pt x="5559" y="130"/>
                  <a:pt x="5555" y="115"/>
                  <a:pt x="5547" y="105"/>
                </a:cubicBezTo>
                <a:cubicBezTo>
                  <a:pt x="5540" y="97"/>
                  <a:pt x="5533" y="93"/>
                  <a:pt x="5524" y="93"/>
                </a:cubicBezTo>
                <a:cubicBezTo>
                  <a:pt x="5515" y="93"/>
                  <a:pt x="5507" y="97"/>
                  <a:pt x="5501" y="104"/>
                </a:cubicBezTo>
                <a:moveTo>
                  <a:pt x="5479" y="268"/>
                </a:moveTo>
                <a:cubicBezTo>
                  <a:pt x="5476" y="273"/>
                  <a:pt x="5475" y="278"/>
                  <a:pt x="5475" y="282"/>
                </a:cubicBezTo>
                <a:cubicBezTo>
                  <a:pt x="5475" y="287"/>
                  <a:pt x="5478" y="292"/>
                  <a:pt x="5485" y="297"/>
                </a:cubicBezTo>
                <a:cubicBezTo>
                  <a:pt x="5497" y="304"/>
                  <a:pt x="5513" y="308"/>
                  <a:pt x="5536" y="308"/>
                </a:cubicBezTo>
                <a:cubicBezTo>
                  <a:pt x="5556" y="308"/>
                  <a:pt x="5572" y="304"/>
                  <a:pt x="5582" y="296"/>
                </a:cubicBezTo>
                <a:cubicBezTo>
                  <a:pt x="5592" y="289"/>
                  <a:pt x="5597" y="281"/>
                  <a:pt x="5597" y="273"/>
                </a:cubicBezTo>
                <a:cubicBezTo>
                  <a:pt x="5597" y="267"/>
                  <a:pt x="5594" y="262"/>
                  <a:pt x="5588" y="259"/>
                </a:cubicBezTo>
                <a:cubicBezTo>
                  <a:pt x="5582" y="257"/>
                  <a:pt x="5570" y="256"/>
                  <a:pt x="5552" y="255"/>
                </a:cubicBezTo>
                <a:cubicBezTo>
                  <a:pt x="5526" y="254"/>
                  <a:pt x="5505" y="253"/>
                  <a:pt x="5491" y="251"/>
                </a:cubicBezTo>
                <a:cubicBezTo>
                  <a:pt x="5486" y="257"/>
                  <a:pt x="5482" y="263"/>
                  <a:pt x="5479" y="268"/>
                </a:cubicBezTo>
                <a:moveTo>
                  <a:pt x="5812" y="227"/>
                </a:moveTo>
                <a:cubicBezTo>
                  <a:pt x="5795" y="240"/>
                  <a:pt x="5785" y="248"/>
                  <a:pt x="5781" y="250"/>
                </a:cubicBezTo>
                <a:cubicBezTo>
                  <a:pt x="5775" y="253"/>
                  <a:pt x="5768" y="255"/>
                  <a:pt x="5761" y="255"/>
                </a:cubicBezTo>
                <a:cubicBezTo>
                  <a:pt x="5749" y="255"/>
                  <a:pt x="5740" y="251"/>
                  <a:pt x="5733" y="243"/>
                </a:cubicBezTo>
                <a:cubicBezTo>
                  <a:pt x="5726" y="236"/>
                  <a:pt x="5722" y="225"/>
                  <a:pt x="5722" y="213"/>
                </a:cubicBezTo>
                <a:cubicBezTo>
                  <a:pt x="5722" y="205"/>
                  <a:pt x="5724" y="198"/>
                  <a:pt x="5727" y="192"/>
                </a:cubicBezTo>
                <a:cubicBezTo>
                  <a:pt x="5732" y="184"/>
                  <a:pt x="5740" y="177"/>
                  <a:pt x="5752" y="170"/>
                </a:cubicBezTo>
                <a:cubicBezTo>
                  <a:pt x="5764" y="163"/>
                  <a:pt x="5784" y="154"/>
                  <a:pt x="5812" y="144"/>
                </a:cubicBezTo>
                <a:lnTo>
                  <a:pt x="5812" y="137"/>
                </a:lnTo>
                <a:cubicBezTo>
                  <a:pt x="5812" y="121"/>
                  <a:pt x="5809" y="110"/>
                  <a:pt x="5804" y="104"/>
                </a:cubicBezTo>
                <a:cubicBezTo>
                  <a:pt x="5799" y="98"/>
                  <a:pt x="5792" y="95"/>
                  <a:pt x="5782" y="95"/>
                </a:cubicBezTo>
                <a:cubicBezTo>
                  <a:pt x="5775" y="95"/>
                  <a:pt x="5769" y="97"/>
                  <a:pt x="5764" y="101"/>
                </a:cubicBezTo>
                <a:cubicBezTo>
                  <a:pt x="5760" y="105"/>
                  <a:pt x="5758" y="110"/>
                  <a:pt x="5758" y="115"/>
                </a:cubicBezTo>
                <a:lnTo>
                  <a:pt x="5758" y="125"/>
                </a:lnTo>
                <a:cubicBezTo>
                  <a:pt x="5758" y="131"/>
                  <a:pt x="5757" y="135"/>
                  <a:pt x="5754" y="138"/>
                </a:cubicBezTo>
                <a:cubicBezTo>
                  <a:pt x="5751" y="141"/>
                  <a:pt x="5747" y="142"/>
                  <a:pt x="5743" y="142"/>
                </a:cubicBezTo>
                <a:cubicBezTo>
                  <a:pt x="5739" y="142"/>
                  <a:pt x="5735" y="141"/>
                  <a:pt x="5732" y="138"/>
                </a:cubicBezTo>
                <a:cubicBezTo>
                  <a:pt x="5730" y="135"/>
                  <a:pt x="5729" y="131"/>
                  <a:pt x="5729" y="125"/>
                </a:cubicBezTo>
                <a:cubicBezTo>
                  <a:pt x="5729" y="115"/>
                  <a:pt x="5734" y="106"/>
                  <a:pt x="5744" y="98"/>
                </a:cubicBezTo>
                <a:cubicBezTo>
                  <a:pt x="5754" y="89"/>
                  <a:pt x="5769" y="85"/>
                  <a:pt x="5787" y="85"/>
                </a:cubicBezTo>
                <a:cubicBezTo>
                  <a:pt x="5802" y="85"/>
                  <a:pt x="5814" y="87"/>
                  <a:pt x="5823" y="92"/>
                </a:cubicBezTo>
                <a:cubicBezTo>
                  <a:pt x="5830" y="96"/>
                  <a:pt x="5835" y="101"/>
                  <a:pt x="5838" y="109"/>
                </a:cubicBezTo>
                <a:cubicBezTo>
                  <a:pt x="5840" y="114"/>
                  <a:pt x="5841" y="125"/>
                  <a:pt x="5841" y="140"/>
                </a:cubicBezTo>
                <a:lnTo>
                  <a:pt x="5841" y="195"/>
                </a:lnTo>
                <a:cubicBezTo>
                  <a:pt x="5841" y="210"/>
                  <a:pt x="5841" y="220"/>
                  <a:pt x="5842" y="223"/>
                </a:cubicBezTo>
                <a:cubicBezTo>
                  <a:pt x="5842" y="227"/>
                  <a:pt x="5843" y="229"/>
                  <a:pt x="5845" y="230"/>
                </a:cubicBezTo>
                <a:cubicBezTo>
                  <a:pt x="5846" y="231"/>
                  <a:pt x="5848" y="232"/>
                  <a:pt x="5849" y="232"/>
                </a:cubicBezTo>
                <a:cubicBezTo>
                  <a:pt x="5851" y="232"/>
                  <a:pt x="5853" y="231"/>
                  <a:pt x="5855" y="230"/>
                </a:cubicBezTo>
                <a:cubicBezTo>
                  <a:pt x="5857" y="229"/>
                  <a:pt x="5862" y="225"/>
                  <a:pt x="5869" y="218"/>
                </a:cubicBezTo>
                <a:lnTo>
                  <a:pt x="5869" y="227"/>
                </a:lnTo>
                <a:cubicBezTo>
                  <a:pt x="5856" y="245"/>
                  <a:pt x="5843" y="254"/>
                  <a:pt x="5831" y="254"/>
                </a:cubicBezTo>
                <a:cubicBezTo>
                  <a:pt x="5825" y="254"/>
                  <a:pt x="5821" y="252"/>
                  <a:pt x="5817" y="248"/>
                </a:cubicBezTo>
                <a:cubicBezTo>
                  <a:pt x="5814" y="244"/>
                  <a:pt x="5812" y="237"/>
                  <a:pt x="5812" y="227"/>
                </a:cubicBezTo>
                <a:moveTo>
                  <a:pt x="5812" y="155"/>
                </a:moveTo>
                <a:cubicBezTo>
                  <a:pt x="5794" y="162"/>
                  <a:pt x="5783" y="167"/>
                  <a:pt x="5778" y="169"/>
                </a:cubicBezTo>
                <a:cubicBezTo>
                  <a:pt x="5768" y="175"/>
                  <a:pt x="5762" y="180"/>
                  <a:pt x="5758" y="186"/>
                </a:cubicBezTo>
                <a:cubicBezTo>
                  <a:pt x="5754" y="191"/>
                  <a:pt x="5752" y="198"/>
                  <a:pt x="5752" y="204"/>
                </a:cubicBezTo>
                <a:cubicBezTo>
                  <a:pt x="5752" y="213"/>
                  <a:pt x="5754" y="220"/>
                  <a:pt x="5759" y="226"/>
                </a:cubicBezTo>
                <a:cubicBezTo>
                  <a:pt x="5764" y="231"/>
                  <a:pt x="5770" y="234"/>
                  <a:pt x="5777" y="234"/>
                </a:cubicBezTo>
                <a:cubicBezTo>
                  <a:pt x="5786" y="234"/>
                  <a:pt x="5797" y="228"/>
                  <a:pt x="5812" y="216"/>
                </a:cubicBezTo>
                <a:lnTo>
                  <a:pt x="5812" y="155"/>
                </a:lnTo>
                <a:moveTo>
                  <a:pt x="5937" y="0"/>
                </a:moveTo>
                <a:lnTo>
                  <a:pt x="5937" y="215"/>
                </a:lnTo>
                <a:cubicBezTo>
                  <a:pt x="5937" y="225"/>
                  <a:pt x="5937" y="232"/>
                  <a:pt x="5938" y="235"/>
                </a:cubicBezTo>
                <a:cubicBezTo>
                  <a:pt x="5940" y="238"/>
                  <a:pt x="5942" y="240"/>
                  <a:pt x="5945" y="242"/>
                </a:cubicBezTo>
                <a:cubicBezTo>
                  <a:pt x="5948" y="244"/>
                  <a:pt x="5954" y="244"/>
                  <a:pt x="5963" y="244"/>
                </a:cubicBezTo>
                <a:lnTo>
                  <a:pt x="5963" y="251"/>
                </a:lnTo>
                <a:lnTo>
                  <a:pt x="5883" y="251"/>
                </a:lnTo>
                <a:lnTo>
                  <a:pt x="5883" y="244"/>
                </a:lnTo>
                <a:cubicBezTo>
                  <a:pt x="5891" y="244"/>
                  <a:pt x="5896" y="244"/>
                  <a:pt x="5899" y="243"/>
                </a:cubicBezTo>
                <a:cubicBezTo>
                  <a:pt x="5901" y="241"/>
                  <a:pt x="5903" y="238"/>
                  <a:pt x="5905" y="235"/>
                </a:cubicBezTo>
                <a:cubicBezTo>
                  <a:pt x="5906" y="231"/>
                  <a:pt x="5907" y="224"/>
                  <a:pt x="5907" y="215"/>
                </a:cubicBezTo>
                <a:lnTo>
                  <a:pt x="5907" y="68"/>
                </a:lnTo>
                <a:cubicBezTo>
                  <a:pt x="5907" y="49"/>
                  <a:pt x="5907" y="38"/>
                  <a:pt x="5906" y="34"/>
                </a:cubicBezTo>
                <a:cubicBezTo>
                  <a:pt x="5905" y="30"/>
                  <a:pt x="5904" y="27"/>
                  <a:pt x="5902" y="26"/>
                </a:cubicBezTo>
                <a:cubicBezTo>
                  <a:pt x="5900" y="24"/>
                  <a:pt x="5898" y="23"/>
                  <a:pt x="5895" y="23"/>
                </a:cubicBezTo>
                <a:cubicBezTo>
                  <a:pt x="5892" y="23"/>
                  <a:pt x="5888" y="24"/>
                  <a:pt x="5883" y="26"/>
                </a:cubicBezTo>
                <a:lnTo>
                  <a:pt x="5880" y="20"/>
                </a:lnTo>
                <a:lnTo>
                  <a:pt x="5929" y="0"/>
                </a:lnTo>
                <a:lnTo>
                  <a:pt x="5937" y="0"/>
                </a:lnTo>
                <a:moveTo>
                  <a:pt x="6037" y="0"/>
                </a:moveTo>
                <a:lnTo>
                  <a:pt x="6037" y="215"/>
                </a:lnTo>
                <a:cubicBezTo>
                  <a:pt x="6037" y="225"/>
                  <a:pt x="6038" y="232"/>
                  <a:pt x="6039" y="235"/>
                </a:cubicBezTo>
                <a:cubicBezTo>
                  <a:pt x="6040" y="238"/>
                  <a:pt x="6043" y="240"/>
                  <a:pt x="6046" y="242"/>
                </a:cubicBezTo>
                <a:cubicBezTo>
                  <a:pt x="6049" y="244"/>
                  <a:pt x="6055" y="244"/>
                  <a:pt x="6063" y="244"/>
                </a:cubicBezTo>
                <a:lnTo>
                  <a:pt x="6063" y="251"/>
                </a:lnTo>
                <a:lnTo>
                  <a:pt x="5984" y="251"/>
                </a:lnTo>
                <a:lnTo>
                  <a:pt x="5984" y="244"/>
                </a:lnTo>
                <a:cubicBezTo>
                  <a:pt x="5991" y="244"/>
                  <a:pt x="5996" y="244"/>
                  <a:pt x="5999" y="243"/>
                </a:cubicBezTo>
                <a:cubicBezTo>
                  <a:pt x="6002" y="241"/>
                  <a:pt x="6004" y="238"/>
                  <a:pt x="6005" y="235"/>
                </a:cubicBezTo>
                <a:cubicBezTo>
                  <a:pt x="6007" y="231"/>
                  <a:pt x="6008" y="224"/>
                  <a:pt x="6008" y="215"/>
                </a:cubicBezTo>
                <a:lnTo>
                  <a:pt x="6008" y="68"/>
                </a:lnTo>
                <a:cubicBezTo>
                  <a:pt x="6008" y="49"/>
                  <a:pt x="6007" y="38"/>
                  <a:pt x="6006" y="34"/>
                </a:cubicBezTo>
                <a:cubicBezTo>
                  <a:pt x="6005" y="30"/>
                  <a:pt x="6004" y="27"/>
                  <a:pt x="6002" y="26"/>
                </a:cubicBezTo>
                <a:cubicBezTo>
                  <a:pt x="6000" y="24"/>
                  <a:pt x="5998" y="23"/>
                  <a:pt x="5995" y="23"/>
                </a:cubicBezTo>
                <a:cubicBezTo>
                  <a:pt x="5992" y="23"/>
                  <a:pt x="5988" y="24"/>
                  <a:pt x="5984" y="26"/>
                </a:cubicBezTo>
                <a:lnTo>
                  <a:pt x="5981" y="20"/>
                </a:lnTo>
                <a:lnTo>
                  <a:pt x="6029" y="0"/>
                </a:lnTo>
                <a:lnTo>
                  <a:pt x="6037" y="0"/>
                </a:lnTo>
                <a:moveTo>
                  <a:pt x="6085" y="157"/>
                </a:moveTo>
                <a:lnTo>
                  <a:pt x="6176" y="157"/>
                </a:lnTo>
                <a:lnTo>
                  <a:pt x="6176" y="183"/>
                </a:lnTo>
                <a:lnTo>
                  <a:pt x="6085" y="183"/>
                </a:lnTo>
                <a:lnTo>
                  <a:pt x="6085" y="157"/>
                </a:lnTo>
                <a:moveTo>
                  <a:pt x="6249" y="36"/>
                </a:moveTo>
                <a:lnTo>
                  <a:pt x="6249" y="90"/>
                </a:lnTo>
                <a:lnTo>
                  <a:pt x="6287" y="90"/>
                </a:lnTo>
                <a:lnTo>
                  <a:pt x="6287" y="102"/>
                </a:lnTo>
                <a:lnTo>
                  <a:pt x="6249" y="102"/>
                </a:lnTo>
                <a:lnTo>
                  <a:pt x="6249" y="206"/>
                </a:lnTo>
                <a:cubicBezTo>
                  <a:pt x="6249" y="217"/>
                  <a:pt x="6250" y="224"/>
                  <a:pt x="6253" y="228"/>
                </a:cubicBezTo>
                <a:cubicBezTo>
                  <a:pt x="6256" y="232"/>
                  <a:pt x="6260" y="234"/>
                  <a:pt x="6265" y="234"/>
                </a:cubicBezTo>
                <a:cubicBezTo>
                  <a:pt x="6269" y="234"/>
                  <a:pt x="6273" y="232"/>
                  <a:pt x="6276" y="230"/>
                </a:cubicBezTo>
                <a:cubicBezTo>
                  <a:pt x="6280" y="227"/>
                  <a:pt x="6283" y="224"/>
                  <a:pt x="6285" y="219"/>
                </a:cubicBezTo>
                <a:lnTo>
                  <a:pt x="6292" y="219"/>
                </a:lnTo>
                <a:cubicBezTo>
                  <a:pt x="6287" y="230"/>
                  <a:pt x="6282" y="239"/>
                  <a:pt x="6274" y="245"/>
                </a:cubicBezTo>
                <a:cubicBezTo>
                  <a:pt x="6266" y="251"/>
                  <a:pt x="6259" y="253"/>
                  <a:pt x="6251" y="253"/>
                </a:cubicBezTo>
                <a:cubicBezTo>
                  <a:pt x="6245" y="253"/>
                  <a:pt x="6240" y="252"/>
                  <a:pt x="6235" y="249"/>
                </a:cubicBezTo>
                <a:cubicBezTo>
                  <a:pt x="6229" y="246"/>
                  <a:pt x="6226" y="242"/>
                  <a:pt x="6223" y="237"/>
                </a:cubicBezTo>
                <a:cubicBezTo>
                  <a:pt x="6221" y="231"/>
                  <a:pt x="6220" y="222"/>
                  <a:pt x="6220" y="211"/>
                </a:cubicBezTo>
                <a:lnTo>
                  <a:pt x="6220" y="102"/>
                </a:lnTo>
                <a:lnTo>
                  <a:pt x="6194" y="102"/>
                </a:lnTo>
                <a:lnTo>
                  <a:pt x="6194" y="96"/>
                </a:lnTo>
                <a:cubicBezTo>
                  <a:pt x="6201" y="93"/>
                  <a:pt x="6207" y="89"/>
                  <a:pt x="6214" y="83"/>
                </a:cubicBezTo>
                <a:cubicBezTo>
                  <a:pt x="6220" y="77"/>
                  <a:pt x="6227" y="69"/>
                  <a:pt x="6232" y="61"/>
                </a:cubicBezTo>
                <a:cubicBezTo>
                  <a:pt x="6235" y="56"/>
                  <a:pt x="6238" y="48"/>
                  <a:pt x="6243" y="36"/>
                </a:cubicBezTo>
                <a:lnTo>
                  <a:pt x="6249" y="36"/>
                </a:lnTo>
                <a:moveTo>
                  <a:pt x="6440" y="113"/>
                </a:moveTo>
                <a:cubicBezTo>
                  <a:pt x="6453" y="128"/>
                  <a:pt x="6459" y="146"/>
                  <a:pt x="6459" y="167"/>
                </a:cubicBezTo>
                <a:cubicBezTo>
                  <a:pt x="6459" y="182"/>
                  <a:pt x="6456" y="196"/>
                  <a:pt x="6449" y="211"/>
                </a:cubicBezTo>
                <a:cubicBezTo>
                  <a:pt x="6442" y="226"/>
                  <a:pt x="6432" y="237"/>
                  <a:pt x="6420" y="245"/>
                </a:cubicBezTo>
                <a:cubicBezTo>
                  <a:pt x="6408" y="252"/>
                  <a:pt x="6394" y="256"/>
                  <a:pt x="6379" y="256"/>
                </a:cubicBezTo>
                <a:cubicBezTo>
                  <a:pt x="6355" y="256"/>
                  <a:pt x="6336" y="246"/>
                  <a:pt x="6321" y="227"/>
                </a:cubicBezTo>
                <a:cubicBezTo>
                  <a:pt x="6309" y="210"/>
                  <a:pt x="6303" y="192"/>
                  <a:pt x="6303" y="172"/>
                </a:cubicBezTo>
                <a:cubicBezTo>
                  <a:pt x="6303" y="157"/>
                  <a:pt x="6307" y="142"/>
                  <a:pt x="6314" y="128"/>
                </a:cubicBezTo>
                <a:cubicBezTo>
                  <a:pt x="6321" y="113"/>
                  <a:pt x="6331" y="102"/>
                  <a:pt x="6343" y="95"/>
                </a:cubicBezTo>
                <a:cubicBezTo>
                  <a:pt x="6355" y="88"/>
                  <a:pt x="6368" y="85"/>
                  <a:pt x="6382" y="85"/>
                </a:cubicBezTo>
                <a:cubicBezTo>
                  <a:pt x="6406" y="85"/>
                  <a:pt x="6425" y="94"/>
                  <a:pt x="6440" y="113"/>
                </a:cubicBezTo>
                <a:moveTo>
                  <a:pt x="6376" y="96"/>
                </a:moveTo>
                <a:cubicBezTo>
                  <a:pt x="6370" y="96"/>
                  <a:pt x="6363" y="98"/>
                  <a:pt x="6357" y="102"/>
                </a:cubicBezTo>
                <a:cubicBezTo>
                  <a:pt x="6351" y="105"/>
                  <a:pt x="6346" y="112"/>
                  <a:pt x="6342" y="121"/>
                </a:cubicBezTo>
                <a:cubicBezTo>
                  <a:pt x="6338" y="130"/>
                  <a:pt x="6336" y="142"/>
                  <a:pt x="6336" y="157"/>
                </a:cubicBezTo>
                <a:cubicBezTo>
                  <a:pt x="6336" y="181"/>
                  <a:pt x="6340" y="201"/>
                  <a:pt x="6350" y="218"/>
                </a:cubicBezTo>
                <a:cubicBezTo>
                  <a:pt x="6359" y="235"/>
                  <a:pt x="6372" y="243"/>
                  <a:pt x="6387" y="243"/>
                </a:cubicBezTo>
                <a:cubicBezTo>
                  <a:pt x="6398" y="243"/>
                  <a:pt x="6408" y="239"/>
                  <a:pt x="6415" y="229"/>
                </a:cubicBezTo>
                <a:cubicBezTo>
                  <a:pt x="6422" y="220"/>
                  <a:pt x="6426" y="204"/>
                  <a:pt x="6426" y="181"/>
                </a:cubicBezTo>
                <a:cubicBezTo>
                  <a:pt x="6426" y="152"/>
                  <a:pt x="6420" y="130"/>
                  <a:pt x="6408" y="113"/>
                </a:cubicBezTo>
                <a:cubicBezTo>
                  <a:pt x="6399" y="102"/>
                  <a:pt x="6389" y="96"/>
                  <a:pt x="6376" y="96"/>
                </a:cubicBezTo>
                <a:moveTo>
                  <a:pt x="6486" y="157"/>
                </a:moveTo>
                <a:lnTo>
                  <a:pt x="6577" y="157"/>
                </a:lnTo>
                <a:lnTo>
                  <a:pt x="6577" y="183"/>
                </a:lnTo>
                <a:lnTo>
                  <a:pt x="6486" y="183"/>
                </a:lnTo>
                <a:lnTo>
                  <a:pt x="6486" y="157"/>
                </a:lnTo>
                <a:moveTo>
                  <a:pt x="6695" y="227"/>
                </a:moveTo>
                <a:cubicBezTo>
                  <a:pt x="6678" y="240"/>
                  <a:pt x="6668" y="248"/>
                  <a:pt x="6664" y="250"/>
                </a:cubicBezTo>
                <a:cubicBezTo>
                  <a:pt x="6657" y="253"/>
                  <a:pt x="6651" y="255"/>
                  <a:pt x="6643" y="255"/>
                </a:cubicBezTo>
                <a:cubicBezTo>
                  <a:pt x="6632" y="255"/>
                  <a:pt x="6623" y="251"/>
                  <a:pt x="6616" y="243"/>
                </a:cubicBezTo>
                <a:cubicBezTo>
                  <a:pt x="6608" y="236"/>
                  <a:pt x="6605" y="225"/>
                  <a:pt x="6605" y="213"/>
                </a:cubicBezTo>
                <a:cubicBezTo>
                  <a:pt x="6605" y="205"/>
                  <a:pt x="6606" y="198"/>
                  <a:pt x="6610" y="192"/>
                </a:cubicBezTo>
                <a:cubicBezTo>
                  <a:pt x="6615" y="184"/>
                  <a:pt x="6623" y="177"/>
                  <a:pt x="6635" y="170"/>
                </a:cubicBezTo>
                <a:cubicBezTo>
                  <a:pt x="6647" y="163"/>
                  <a:pt x="6667" y="154"/>
                  <a:pt x="6695" y="144"/>
                </a:cubicBezTo>
                <a:lnTo>
                  <a:pt x="6695" y="137"/>
                </a:lnTo>
                <a:cubicBezTo>
                  <a:pt x="6695" y="121"/>
                  <a:pt x="6692" y="110"/>
                  <a:pt x="6687" y="104"/>
                </a:cubicBezTo>
                <a:cubicBezTo>
                  <a:pt x="6682" y="98"/>
                  <a:pt x="6675" y="95"/>
                  <a:pt x="6665" y="95"/>
                </a:cubicBezTo>
                <a:cubicBezTo>
                  <a:pt x="6657" y="95"/>
                  <a:pt x="6651" y="97"/>
                  <a:pt x="6647" y="101"/>
                </a:cubicBezTo>
                <a:cubicBezTo>
                  <a:pt x="6642" y="105"/>
                  <a:pt x="6640" y="110"/>
                  <a:pt x="6640" y="115"/>
                </a:cubicBezTo>
                <a:lnTo>
                  <a:pt x="6641" y="125"/>
                </a:lnTo>
                <a:cubicBezTo>
                  <a:pt x="6641" y="131"/>
                  <a:pt x="6639" y="135"/>
                  <a:pt x="6637" y="138"/>
                </a:cubicBezTo>
                <a:cubicBezTo>
                  <a:pt x="6634" y="141"/>
                  <a:pt x="6630" y="142"/>
                  <a:pt x="6626" y="142"/>
                </a:cubicBezTo>
                <a:cubicBezTo>
                  <a:pt x="6621" y="142"/>
                  <a:pt x="6618" y="141"/>
                  <a:pt x="6615" y="138"/>
                </a:cubicBezTo>
                <a:cubicBezTo>
                  <a:pt x="6612" y="135"/>
                  <a:pt x="6611" y="131"/>
                  <a:pt x="6611" y="125"/>
                </a:cubicBezTo>
                <a:cubicBezTo>
                  <a:pt x="6611" y="115"/>
                  <a:pt x="6616" y="106"/>
                  <a:pt x="6626" y="98"/>
                </a:cubicBezTo>
                <a:cubicBezTo>
                  <a:pt x="6637" y="89"/>
                  <a:pt x="6651" y="85"/>
                  <a:pt x="6670" y="85"/>
                </a:cubicBezTo>
                <a:cubicBezTo>
                  <a:pt x="6684" y="85"/>
                  <a:pt x="6696" y="87"/>
                  <a:pt x="6706" y="92"/>
                </a:cubicBezTo>
                <a:cubicBezTo>
                  <a:pt x="6712" y="96"/>
                  <a:pt x="6717" y="101"/>
                  <a:pt x="6721" y="109"/>
                </a:cubicBezTo>
                <a:cubicBezTo>
                  <a:pt x="6723" y="114"/>
                  <a:pt x="6724" y="125"/>
                  <a:pt x="6724" y="140"/>
                </a:cubicBezTo>
                <a:lnTo>
                  <a:pt x="6724" y="195"/>
                </a:lnTo>
                <a:cubicBezTo>
                  <a:pt x="6724" y="210"/>
                  <a:pt x="6724" y="220"/>
                  <a:pt x="6724" y="223"/>
                </a:cubicBezTo>
                <a:cubicBezTo>
                  <a:pt x="6725" y="227"/>
                  <a:pt x="6726" y="229"/>
                  <a:pt x="6727" y="230"/>
                </a:cubicBezTo>
                <a:cubicBezTo>
                  <a:pt x="6729" y="231"/>
                  <a:pt x="6730" y="232"/>
                  <a:pt x="6732" y="232"/>
                </a:cubicBezTo>
                <a:cubicBezTo>
                  <a:pt x="6734" y="232"/>
                  <a:pt x="6736" y="231"/>
                  <a:pt x="6738" y="230"/>
                </a:cubicBezTo>
                <a:cubicBezTo>
                  <a:pt x="6740" y="229"/>
                  <a:pt x="6745" y="225"/>
                  <a:pt x="6751" y="218"/>
                </a:cubicBezTo>
                <a:lnTo>
                  <a:pt x="6751" y="227"/>
                </a:lnTo>
                <a:cubicBezTo>
                  <a:pt x="6739" y="245"/>
                  <a:pt x="6726" y="254"/>
                  <a:pt x="6714" y="254"/>
                </a:cubicBezTo>
                <a:cubicBezTo>
                  <a:pt x="6708" y="254"/>
                  <a:pt x="6703" y="252"/>
                  <a:pt x="6700" y="248"/>
                </a:cubicBezTo>
                <a:cubicBezTo>
                  <a:pt x="6697" y="244"/>
                  <a:pt x="6695" y="237"/>
                  <a:pt x="6695" y="227"/>
                </a:cubicBezTo>
                <a:moveTo>
                  <a:pt x="6695" y="155"/>
                </a:moveTo>
                <a:cubicBezTo>
                  <a:pt x="6677" y="162"/>
                  <a:pt x="6665" y="167"/>
                  <a:pt x="6660" y="169"/>
                </a:cubicBezTo>
                <a:cubicBezTo>
                  <a:pt x="6651" y="175"/>
                  <a:pt x="6644" y="180"/>
                  <a:pt x="6640" y="186"/>
                </a:cubicBezTo>
                <a:cubicBezTo>
                  <a:pt x="6636" y="191"/>
                  <a:pt x="6634" y="198"/>
                  <a:pt x="6634" y="204"/>
                </a:cubicBezTo>
                <a:cubicBezTo>
                  <a:pt x="6634" y="213"/>
                  <a:pt x="6637" y="220"/>
                  <a:pt x="6642" y="226"/>
                </a:cubicBezTo>
                <a:cubicBezTo>
                  <a:pt x="6647" y="231"/>
                  <a:pt x="6653" y="234"/>
                  <a:pt x="6660" y="234"/>
                </a:cubicBezTo>
                <a:cubicBezTo>
                  <a:pt x="6668" y="234"/>
                  <a:pt x="6680" y="228"/>
                  <a:pt x="6695" y="216"/>
                </a:cubicBezTo>
                <a:lnTo>
                  <a:pt x="6695" y="155"/>
                </a:lnTo>
                <a:moveTo>
                  <a:pt x="6819" y="0"/>
                </a:moveTo>
                <a:lnTo>
                  <a:pt x="6819" y="215"/>
                </a:lnTo>
                <a:cubicBezTo>
                  <a:pt x="6819" y="225"/>
                  <a:pt x="6820" y="232"/>
                  <a:pt x="6821" y="235"/>
                </a:cubicBezTo>
                <a:cubicBezTo>
                  <a:pt x="6823" y="238"/>
                  <a:pt x="6825" y="240"/>
                  <a:pt x="6828" y="242"/>
                </a:cubicBezTo>
                <a:cubicBezTo>
                  <a:pt x="6831" y="244"/>
                  <a:pt x="6837" y="244"/>
                  <a:pt x="6845" y="244"/>
                </a:cubicBezTo>
                <a:lnTo>
                  <a:pt x="6845" y="251"/>
                </a:lnTo>
                <a:lnTo>
                  <a:pt x="6766" y="251"/>
                </a:lnTo>
                <a:lnTo>
                  <a:pt x="6766" y="244"/>
                </a:lnTo>
                <a:cubicBezTo>
                  <a:pt x="6773" y="244"/>
                  <a:pt x="6778" y="244"/>
                  <a:pt x="6781" y="243"/>
                </a:cubicBezTo>
                <a:cubicBezTo>
                  <a:pt x="6784" y="241"/>
                  <a:pt x="6786" y="238"/>
                  <a:pt x="6787" y="235"/>
                </a:cubicBezTo>
                <a:cubicBezTo>
                  <a:pt x="6789" y="231"/>
                  <a:pt x="6790" y="224"/>
                  <a:pt x="6790" y="215"/>
                </a:cubicBezTo>
                <a:lnTo>
                  <a:pt x="6790" y="68"/>
                </a:lnTo>
                <a:cubicBezTo>
                  <a:pt x="6790" y="49"/>
                  <a:pt x="6789" y="38"/>
                  <a:pt x="6789" y="34"/>
                </a:cubicBezTo>
                <a:cubicBezTo>
                  <a:pt x="6788" y="30"/>
                  <a:pt x="6786" y="27"/>
                  <a:pt x="6784" y="26"/>
                </a:cubicBezTo>
                <a:cubicBezTo>
                  <a:pt x="6783" y="24"/>
                  <a:pt x="6780" y="23"/>
                  <a:pt x="6778" y="23"/>
                </a:cubicBezTo>
                <a:cubicBezTo>
                  <a:pt x="6774" y="23"/>
                  <a:pt x="6771" y="24"/>
                  <a:pt x="6766" y="26"/>
                </a:cubicBezTo>
                <a:lnTo>
                  <a:pt x="6763" y="20"/>
                </a:lnTo>
                <a:lnTo>
                  <a:pt x="6811" y="0"/>
                </a:lnTo>
                <a:lnTo>
                  <a:pt x="6819" y="0"/>
                </a:lnTo>
                <a:moveTo>
                  <a:pt x="6920" y="0"/>
                </a:moveTo>
                <a:lnTo>
                  <a:pt x="6920" y="215"/>
                </a:lnTo>
                <a:cubicBezTo>
                  <a:pt x="6920" y="225"/>
                  <a:pt x="6920" y="232"/>
                  <a:pt x="6921" y="235"/>
                </a:cubicBezTo>
                <a:cubicBezTo>
                  <a:pt x="6923" y="238"/>
                  <a:pt x="6925" y="240"/>
                  <a:pt x="6928" y="242"/>
                </a:cubicBezTo>
                <a:cubicBezTo>
                  <a:pt x="6931" y="244"/>
                  <a:pt x="6937" y="244"/>
                  <a:pt x="6946" y="244"/>
                </a:cubicBezTo>
                <a:lnTo>
                  <a:pt x="6946" y="251"/>
                </a:lnTo>
                <a:lnTo>
                  <a:pt x="6866" y="251"/>
                </a:lnTo>
                <a:lnTo>
                  <a:pt x="6866" y="244"/>
                </a:lnTo>
                <a:cubicBezTo>
                  <a:pt x="6874" y="244"/>
                  <a:pt x="6879" y="244"/>
                  <a:pt x="6882" y="243"/>
                </a:cubicBezTo>
                <a:cubicBezTo>
                  <a:pt x="6884" y="241"/>
                  <a:pt x="6886" y="238"/>
                  <a:pt x="6888" y="235"/>
                </a:cubicBezTo>
                <a:cubicBezTo>
                  <a:pt x="6889" y="231"/>
                  <a:pt x="6890" y="224"/>
                  <a:pt x="6890" y="215"/>
                </a:cubicBezTo>
                <a:lnTo>
                  <a:pt x="6890" y="68"/>
                </a:lnTo>
                <a:cubicBezTo>
                  <a:pt x="6890" y="49"/>
                  <a:pt x="6890" y="38"/>
                  <a:pt x="6889" y="34"/>
                </a:cubicBezTo>
                <a:cubicBezTo>
                  <a:pt x="6888" y="30"/>
                  <a:pt x="6887" y="27"/>
                  <a:pt x="6885" y="26"/>
                </a:cubicBezTo>
                <a:cubicBezTo>
                  <a:pt x="6883" y="24"/>
                  <a:pt x="6881" y="23"/>
                  <a:pt x="6878" y="23"/>
                </a:cubicBezTo>
                <a:cubicBezTo>
                  <a:pt x="6875" y="23"/>
                  <a:pt x="6871" y="24"/>
                  <a:pt x="6866" y="26"/>
                </a:cubicBezTo>
                <a:lnTo>
                  <a:pt x="6863" y="20"/>
                </a:lnTo>
                <a:lnTo>
                  <a:pt x="6912" y="0"/>
                </a:lnTo>
                <a:lnTo>
                  <a:pt x="6920" y="0"/>
                </a:lnTo>
                <a:moveTo>
                  <a:pt x="7192" y="189"/>
                </a:moveTo>
                <a:cubicBezTo>
                  <a:pt x="7187" y="211"/>
                  <a:pt x="7179" y="227"/>
                  <a:pt x="7166" y="239"/>
                </a:cubicBezTo>
                <a:cubicBezTo>
                  <a:pt x="7153" y="250"/>
                  <a:pt x="7140" y="256"/>
                  <a:pt x="7124" y="256"/>
                </a:cubicBezTo>
                <a:cubicBezTo>
                  <a:pt x="7106" y="256"/>
                  <a:pt x="7089" y="248"/>
                  <a:pt x="7076" y="233"/>
                </a:cubicBezTo>
                <a:cubicBezTo>
                  <a:pt x="7062" y="218"/>
                  <a:pt x="7055" y="197"/>
                  <a:pt x="7055" y="171"/>
                </a:cubicBezTo>
                <a:cubicBezTo>
                  <a:pt x="7055" y="145"/>
                  <a:pt x="7063" y="124"/>
                  <a:pt x="7078" y="108"/>
                </a:cubicBezTo>
                <a:cubicBezTo>
                  <a:pt x="7093" y="93"/>
                  <a:pt x="7111" y="85"/>
                  <a:pt x="7133" y="85"/>
                </a:cubicBezTo>
                <a:cubicBezTo>
                  <a:pt x="7148" y="85"/>
                  <a:pt x="7161" y="89"/>
                  <a:pt x="7171" y="98"/>
                </a:cubicBezTo>
                <a:cubicBezTo>
                  <a:pt x="7182" y="106"/>
                  <a:pt x="7187" y="114"/>
                  <a:pt x="7187" y="124"/>
                </a:cubicBezTo>
                <a:cubicBezTo>
                  <a:pt x="7187" y="128"/>
                  <a:pt x="7186" y="132"/>
                  <a:pt x="7183" y="134"/>
                </a:cubicBezTo>
                <a:cubicBezTo>
                  <a:pt x="7180" y="137"/>
                  <a:pt x="7176" y="139"/>
                  <a:pt x="7171" y="139"/>
                </a:cubicBezTo>
                <a:cubicBezTo>
                  <a:pt x="7164" y="139"/>
                  <a:pt x="7159" y="136"/>
                  <a:pt x="7155" y="132"/>
                </a:cubicBezTo>
                <a:cubicBezTo>
                  <a:pt x="7153" y="129"/>
                  <a:pt x="7152" y="124"/>
                  <a:pt x="7151" y="117"/>
                </a:cubicBezTo>
                <a:cubicBezTo>
                  <a:pt x="7150" y="111"/>
                  <a:pt x="7148" y="105"/>
                  <a:pt x="7144" y="102"/>
                </a:cubicBezTo>
                <a:cubicBezTo>
                  <a:pt x="7140" y="98"/>
                  <a:pt x="7134" y="96"/>
                  <a:pt x="7127" y="96"/>
                </a:cubicBezTo>
                <a:cubicBezTo>
                  <a:pt x="7115" y="96"/>
                  <a:pt x="7106" y="101"/>
                  <a:pt x="7098" y="110"/>
                </a:cubicBezTo>
                <a:cubicBezTo>
                  <a:pt x="7089" y="121"/>
                  <a:pt x="7084" y="136"/>
                  <a:pt x="7084" y="155"/>
                </a:cubicBezTo>
                <a:cubicBezTo>
                  <a:pt x="7084" y="174"/>
                  <a:pt x="7089" y="191"/>
                  <a:pt x="7098" y="206"/>
                </a:cubicBezTo>
                <a:cubicBezTo>
                  <a:pt x="7108" y="221"/>
                  <a:pt x="7121" y="229"/>
                  <a:pt x="7137" y="229"/>
                </a:cubicBezTo>
                <a:cubicBezTo>
                  <a:pt x="7148" y="229"/>
                  <a:pt x="7158" y="225"/>
                  <a:pt x="7168" y="217"/>
                </a:cubicBezTo>
                <a:cubicBezTo>
                  <a:pt x="7174" y="211"/>
                  <a:pt x="7180" y="201"/>
                  <a:pt x="7186" y="187"/>
                </a:cubicBezTo>
                <a:lnTo>
                  <a:pt x="7192" y="189"/>
                </a:lnTo>
                <a:moveTo>
                  <a:pt x="7256" y="0"/>
                </a:moveTo>
                <a:cubicBezTo>
                  <a:pt x="7261" y="0"/>
                  <a:pt x="7265" y="2"/>
                  <a:pt x="7268" y="6"/>
                </a:cubicBezTo>
                <a:cubicBezTo>
                  <a:pt x="7272" y="9"/>
                  <a:pt x="7274" y="13"/>
                  <a:pt x="7274" y="18"/>
                </a:cubicBezTo>
                <a:cubicBezTo>
                  <a:pt x="7274" y="23"/>
                  <a:pt x="7272" y="27"/>
                  <a:pt x="7268" y="31"/>
                </a:cubicBezTo>
                <a:cubicBezTo>
                  <a:pt x="7265" y="34"/>
                  <a:pt x="7261" y="36"/>
                  <a:pt x="7256" y="36"/>
                </a:cubicBezTo>
                <a:cubicBezTo>
                  <a:pt x="7251" y="36"/>
                  <a:pt x="7246" y="34"/>
                  <a:pt x="7243" y="31"/>
                </a:cubicBezTo>
                <a:cubicBezTo>
                  <a:pt x="7240" y="27"/>
                  <a:pt x="7238" y="23"/>
                  <a:pt x="7238" y="18"/>
                </a:cubicBezTo>
                <a:cubicBezTo>
                  <a:pt x="7238" y="13"/>
                  <a:pt x="7240" y="9"/>
                  <a:pt x="7243" y="6"/>
                </a:cubicBezTo>
                <a:cubicBezTo>
                  <a:pt x="7246" y="2"/>
                  <a:pt x="7251" y="0"/>
                  <a:pt x="7256" y="0"/>
                </a:cubicBezTo>
                <a:moveTo>
                  <a:pt x="7271" y="85"/>
                </a:moveTo>
                <a:lnTo>
                  <a:pt x="7271" y="215"/>
                </a:lnTo>
                <a:cubicBezTo>
                  <a:pt x="7271" y="225"/>
                  <a:pt x="7271" y="232"/>
                  <a:pt x="7272" y="235"/>
                </a:cubicBezTo>
                <a:cubicBezTo>
                  <a:pt x="7274" y="238"/>
                  <a:pt x="7276" y="240"/>
                  <a:pt x="7279" y="242"/>
                </a:cubicBezTo>
                <a:cubicBezTo>
                  <a:pt x="7282" y="244"/>
                  <a:pt x="7288" y="244"/>
                  <a:pt x="7295" y="244"/>
                </a:cubicBezTo>
                <a:lnTo>
                  <a:pt x="7295" y="251"/>
                </a:lnTo>
                <a:lnTo>
                  <a:pt x="7217" y="251"/>
                </a:lnTo>
                <a:lnTo>
                  <a:pt x="7217" y="244"/>
                </a:lnTo>
                <a:cubicBezTo>
                  <a:pt x="7224" y="244"/>
                  <a:pt x="7230" y="244"/>
                  <a:pt x="7233" y="243"/>
                </a:cubicBezTo>
                <a:cubicBezTo>
                  <a:pt x="7235" y="241"/>
                  <a:pt x="7237" y="238"/>
                  <a:pt x="7239" y="235"/>
                </a:cubicBezTo>
                <a:cubicBezTo>
                  <a:pt x="7240" y="231"/>
                  <a:pt x="7241" y="224"/>
                  <a:pt x="7241" y="215"/>
                </a:cubicBezTo>
                <a:lnTo>
                  <a:pt x="7241" y="152"/>
                </a:lnTo>
                <a:cubicBezTo>
                  <a:pt x="7241" y="135"/>
                  <a:pt x="7241" y="123"/>
                  <a:pt x="7240" y="118"/>
                </a:cubicBezTo>
                <a:cubicBezTo>
                  <a:pt x="7239" y="114"/>
                  <a:pt x="7238" y="112"/>
                  <a:pt x="7236" y="110"/>
                </a:cubicBezTo>
                <a:cubicBezTo>
                  <a:pt x="7234" y="109"/>
                  <a:pt x="7232" y="108"/>
                  <a:pt x="7228" y="108"/>
                </a:cubicBezTo>
                <a:cubicBezTo>
                  <a:pt x="7225" y="108"/>
                  <a:pt x="7221" y="109"/>
                  <a:pt x="7217" y="111"/>
                </a:cubicBezTo>
                <a:lnTo>
                  <a:pt x="7214" y="104"/>
                </a:lnTo>
                <a:lnTo>
                  <a:pt x="7263" y="85"/>
                </a:lnTo>
                <a:lnTo>
                  <a:pt x="7271" y="85"/>
                </a:lnTo>
                <a:moveTo>
                  <a:pt x="7363" y="85"/>
                </a:moveTo>
                <a:lnTo>
                  <a:pt x="7363" y="121"/>
                </a:lnTo>
                <a:cubicBezTo>
                  <a:pt x="7376" y="97"/>
                  <a:pt x="7390" y="85"/>
                  <a:pt x="7404" y="85"/>
                </a:cubicBezTo>
                <a:cubicBezTo>
                  <a:pt x="7411" y="85"/>
                  <a:pt x="7416" y="87"/>
                  <a:pt x="7420" y="91"/>
                </a:cubicBezTo>
                <a:cubicBezTo>
                  <a:pt x="7424" y="94"/>
                  <a:pt x="7427" y="99"/>
                  <a:pt x="7427" y="104"/>
                </a:cubicBezTo>
                <a:cubicBezTo>
                  <a:pt x="7427" y="109"/>
                  <a:pt x="7425" y="112"/>
                  <a:pt x="7422" y="116"/>
                </a:cubicBezTo>
                <a:cubicBezTo>
                  <a:pt x="7419" y="119"/>
                  <a:pt x="7415" y="120"/>
                  <a:pt x="7411" y="120"/>
                </a:cubicBezTo>
                <a:cubicBezTo>
                  <a:pt x="7407" y="120"/>
                  <a:pt x="7402" y="119"/>
                  <a:pt x="7397" y="114"/>
                </a:cubicBezTo>
                <a:cubicBezTo>
                  <a:pt x="7392" y="111"/>
                  <a:pt x="7388" y="108"/>
                  <a:pt x="7386" y="108"/>
                </a:cubicBezTo>
                <a:cubicBezTo>
                  <a:pt x="7384" y="108"/>
                  <a:pt x="7381" y="110"/>
                  <a:pt x="7379" y="112"/>
                </a:cubicBezTo>
                <a:cubicBezTo>
                  <a:pt x="7374" y="117"/>
                  <a:pt x="7368" y="125"/>
                  <a:pt x="7363" y="136"/>
                </a:cubicBezTo>
                <a:lnTo>
                  <a:pt x="7363" y="214"/>
                </a:lnTo>
                <a:cubicBezTo>
                  <a:pt x="7363" y="222"/>
                  <a:pt x="7364" y="229"/>
                  <a:pt x="7366" y="234"/>
                </a:cubicBezTo>
                <a:cubicBezTo>
                  <a:pt x="7367" y="237"/>
                  <a:pt x="7370" y="239"/>
                  <a:pt x="7374" y="241"/>
                </a:cubicBezTo>
                <a:cubicBezTo>
                  <a:pt x="7378" y="243"/>
                  <a:pt x="7384" y="244"/>
                  <a:pt x="7391" y="244"/>
                </a:cubicBezTo>
                <a:lnTo>
                  <a:pt x="7391" y="251"/>
                </a:lnTo>
                <a:lnTo>
                  <a:pt x="7308" y="251"/>
                </a:lnTo>
                <a:lnTo>
                  <a:pt x="7308" y="244"/>
                </a:lnTo>
                <a:cubicBezTo>
                  <a:pt x="7316" y="244"/>
                  <a:pt x="7322" y="243"/>
                  <a:pt x="7326" y="241"/>
                </a:cubicBezTo>
                <a:cubicBezTo>
                  <a:pt x="7329" y="239"/>
                  <a:pt x="7331" y="236"/>
                  <a:pt x="7332" y="232"/>
                </a:cubicBezTo>
                <a:cubicBezTo>
                  <a:pt x="7333" y="230"/>
                  <a:pt x="7334" y="224"/>
                  <a:pt x="7334" y="215"/>
                </a:cubicBezTo>
                <a:lnTo>
                  <a:pt x="7334" y="152"/>
                </a:lnTo>
                <a:cubicBezTo>
                  <a:pt x="7334" y="133"/>
                  <a:pt x="7333" y="122"/>
                  <a:pt x="7332" y="119"/>
                </a:cubicBezTo>
                <a:cubicBezTo>
                  <a:pt x="7332" y="115"/>
                  <a:pt x="7330" y="112"/>
                  <a:pt x="7328" y="111"/>
                </a:cubicBezTo>
                <a:cubicBezTo>
                  <a:pt x="7326" y="109"/>
                  <a:pt x="7324" y="108"/>
                  <a:pt x="7320" y="108"/>
                </a:cubicBezTo>
                <a:cubicBezTo>
                  <a:pt x="7317" y="108"/>
                  <a:pt x="7313" y="109"/>
                  <a:pt x="7308" y="111"/>
                </a:cubicBezTo>
                <a:lnTo>
                  <a:pt x="7306" y="104"/>
                </a:lnTo>
                <a:lnTo>
                  <a:pt x="7355" y="85"/>
                </a:lnTo>
                <a:lnTo>
                  <a:pt x="7363" y="85"/>
                </a:lnTo>
                <a:moveTo>
                  <a:pt x="7573" y="189"/>
                </a:moveTo>
                <a:cubicBezTo>
                  <a:pt x="7568" y="211"/>
                  <a:pt x="7560" y="227"/>
                  <a:pt x="7547" y="239"/>
                </a:cubicBezTo>
                <a:cubicBezTo>
                  <a:pt x="7534" y="250"/>
                  <a:pt x="7521" y="256"/>
                  <a:pt x="7505" y="256"/>
                </a:cubicBezTo>
                <a:cubicBezTo>
                  <a:pt x="7487" y="256"/>
                  <a:pt x="7471" y="248"/>
                  <a:pt x="7457" y="233"/>
                </a:cubicBezTo>
                <a:cubicBezTo>
                  <a:pt x="7443" y="218"/>
                  <a:pt x="7436" y="197"/>
                  <a:pt x="7436" y="171"/>
                </a:cubicBezTo>
                <a:cubicBezTo>
                  <a:pt x="7436" y="145"/>
                  <a:pt x="7444" y="124"/>
                  <a:pt x="7459" y="108"/>
                </a:cubicBezTo>
                <a:cubicBezTo>
                  <a:pt x="7474" y="93"/>
                  <a:pt x="7492" y="85"/>
                  <a:pt x="7514" y="85"/>
                </a:cubicBezTo>
                <a:cubicBezTo>
                  <a:pt x="7529" y="85"/>
                  <a:pt x="7542" y="89"/>
                  <a:pt x="7552" y="98"/>
                </a:cubicBezTo>
                <a:cubicBezTo>
                  <a:pt x="7563" y="106"/>
                  <a:pt x="7568" y="114"/>
                  <a:pt x="7568" y="124"/>
                </a:cubicBezTo>
                <a:cubicBezTo>
                  <a:pt x="7568" y="128"/>
                  <a:pt x="7567" y="132"/>
                  <a:pt x="7564" y="134"/>
                </a:cubicBezTo>
                <a:cubicBezTo>
                  <a:pt x="7561" y="137"/>
                  <a:pt x="7557" y="139"/>
                  <a:pt x="7552" y="139"/>
                </a:cubicBezTo>
                <a:cubicBezTo>
                  <a:pt x="7545" y="139"/>
                  <a:pt x="7540" y="136"/>
                  <a:pt x="7536" y="132"/>
                </a:cubicBezTo>
                <a:cubicBezTo>
                  <a:pt x="7534" y="129"/>
                  <a:pt x="7533" y="124"/>
                  <a:pt x="7532" y="117"/>
                </a:cubicBezTo>
                <a:cubicBezTo>
                  <a:pt x="7531" y="111"/>
                  <a:pt x="7529" y="105"/>
                  <a:pt x="7525" y="102"/>
                </a:cubicBezTo>
                <a:cubicBezTo>
                  <a:pt x="7521" y="98"/>
                  <a:pt x="7515" y="96"/>
                  <a:pt x="7508" y="96"/>
                </a:cubicBezTo>
                <a:cubicBezTo>
                  <a:pt x="7496" y="96"/>
                  <a:pt x="7487" y="101"/>
                  <a:pt x="7479" y="110"/>
                </a:cubicBezTo>
                <a:cubicBezTo>
                  <a:pt x="7470" y="121"/>
                  <a:pt x="7465" y="136"/>
                  <a:pt x="7465" y="155"/>
                </a:cubicBezTo>
                <a:cubicBezTo>
                  <a:pt x="7465" y="174"/>
                  <a:pt x="7470" y="191"/>
                  <a:pt x="7479" y="206"/>
                </a:cubicBezTo>
                <a:cubicBezTo>
                  <a:pt x="7489" y="221"/>
                  <a:pt x="7502" y="229"/>
                  <a:pt x="7518" y="229"/>
                </a:cubicBezTo>
                <a:cubicBezTo>
                  <a:pt x="7529" y="229"/>
                  <a:pt x="7539" y="225"/>
                  <a:pt x="7549" y="217"/>
                </a:cubicBezTo>
                <a:cubicBezTo>
                  <a:pt x="7555" y="211"/>
                  <a:pt x="7562" y="201"/>
                  <a:pt x="7568" y="187"/>
                </a:cubicBezTo>
                <a:lnTo>
                  <a:pt x="7573" y="189"/>
                </a:lnTo>
                <a:moveTo>
                  <a:pt x="7738" y="90"/>
                </a:moveTo>
                <a:lnTo>
                  <a:pt x="7738" y="188"/>
                </a:lnTo>
                <a:cubicBezTo>
                  <a:pt x="7738" y="206"/>
                  <a:pt x="7738" y="218"/>
                  <a:pt x="7739" y="222"/>
                </a:cubicBezTo>
                <a:cubicBezTo>
                  <a:pt x="7740" y="226"/>
                  <a:pt x="7741" y="229"/>
                  <a:pt x="7743" y="230"/>
                </a:cubicBezTo>
                <a:cubicBezTo>
                  <a:pt x="7745" y="232"/>
                  <a:pt x="7747" y="233"/>
                  <a:pt x="7750" y="233"/>
                </a:cubicBezTo>
                <a:cubicBezTo>
                  <a:pt x="7754" y="233"/>
                  <a:pt x="7758" y="232"/>
                  <a:pt x="7762" y="230"/>
                </a:cubicBezTo>
                <a:lnTo>
                  <a:pt x="7765" y="236"/>
                </a:lnTo>
                <a:lnTo>
                  <a:pt x="7716" y="256"/>
                </a:lnTo>
                <a:lnTo>
                  <a:pt x="7709" y="256"/>
                </a:lnTo>
                <a:lnTo>
                  <a:pt x="7709" y="222"/>
                </a:lnTo>
                <a:cubicBezTo>
                  <a:pt x="7695" y="237"/>
                  <a:pt x="7684" y="247"/>
                  <a:pt x="7676" y="250"/>
                </a:cubicBezTo>
                <a:cubicBezTo>
                  <a:pt x="7669" y="254"/>
                  <a:pt x="7662" y="256"/>
                  <a:pt x="7654" y="256"/>
                </a:cubicBezTo>
                <a:cubicBezTo>
                  <a:pt x="7645" y="256"/>
                  <a:pt x="7637" y="253"/>
                  <a:pt x="7630" y="248"/>
                </a:cubicBezTo>
                <a:cubicBezTo>
                  <a:pt x="7623" y="243"/>
                  <a:pt x="7619" y="236"/>
                  <a:pt x="7616" y="228"/>
                </a:cubicBezTo>
                <a:cubicBezTo>
                  <a:pt x="7614" y="220"/>
                  <a:pt x="7612" y="208"/>
                  <a:pt x="7612" y="193"/>
                </a:cubicBezTo>
                <a:lnTo>
                  <a:pt x="7612" y="121"/>
                </a:lnTo>
                <a:cubicBezTo>
                  <a:pt x="7612" y="114"/>
                  <a:pt x="7612" y="108"/>
                  <a:pt x="7610" y="105"/>
                </a:cubicBezTo>
                <a:cubicBezTo>
                  <a:pt x="7608" y="102"/>
                  <a:pt x="7606" y="100"/>
                  <a:pt x="7603" y="98"/>
                </a:cubicBezTo>
                <a:cubicBezTo>
                  <a:pt x="7599" y="97"/>
                  <a:pt x="7594" y="96"/>
                  <a:pt x="7585" y="96"/>
                </a:cubicBezTo>
                <a:lnTo>
                  <a:pt x="7585" y="90"/>
                </a:lnTo>
                <a:lnTo>
                  <a:pt x="7641" y="90"/>
                </a:lnTo>
                <a:lnTo>
                  <a:pt x="7641" y="198"/>
                </a:lnTo>
                <a:cubicBezTo>
                  <a:pt x="7641" y="213"/>
                  <a:pt x="7644" y="223"/>
                  <a:pt x="7649" y="227"/>
                </a:cubicBezTo>
                <a:cubicBezTo>
                  <a:pt x="7654" y="232"/>
                  <a:pt x="7661" y="234"/>
                  <a:pt x="7669" y="234"/>
                </a:cubicBezTo>
                <a:cubicBezTo>
                  <a:pt x="7673" y="234"/>
                  <a:pt x="7679" y="233"/>
                  <a:pt x="7686" y="229"/>
                </a:cubicBezTo>
                <a:cubicBezTo>
                  <a:pt x="7692" y="226"/>
                  <a:pt x="7700" y="220"/>
                  <a:pt x="7709" y="211"/>
                </a:cubicBezTo>
                <a:lnTo>
                  <a:pt x="7709" y="120"/>
                </a:lnTo>
                <a:cubicBezTo>
                  <a:pt x="7709" y="111"/>
                  <a:pt x="7707" y="104"/>
                  <a:pt x="7703" y="101"/>
                </a:cubicBezTo>
                <a:cubicBezTo>
                  <a:pt x="7700" y="98"/>
                  <a:pt x="7693" y="96"/>
                  <a:pt x="7683" y="96"/>
                </a:cubicBezTo>
                <a:lnTo>
                  <a:pt x="7683" y="90"/>
                </a:lnTo>
                <a:lnTo>
                  <a:pt x="7738" y="90"/>
                </a:lnTo>
                <a:moveTo>
                  <a:pt x="7818" y="0"/>
                </a:moveTo>
                <a:cubicBezTo>
                  <a:pt x="7823" y="0"/>
                  <a:pt x="7827" y="2"/>
                  <a:pt x="7830" y="6"/>
                </a:cubicBezTo>
                <a:cubicBezTo>
                  <a:pt x="7834" y="9"/>
                  <a:pt x="7835" y="13"/>
                  <a:pt x="7835" y="18"/>
                </a:cubicBezTo>
                <a:cubicBezTo>
                  <a:pt x="7835" y="23"/>
                  <a:pt x="7834" y="27"/>
                  <a:pt x="7830" y="31"/>
                </a:cubicBezTo>
                <a:cubicBezTo>
                  <a:pt x="7827" y="34"/>
                  <a:pt x="7823" y="36"/>
                  <a:pt x="7818" y="36"/>
                </a:cubicBezTo>
                <a:cubicBezTo>
                  <a:pt x="7813" y="36"/>
                  <a:pt x="7808" y="34"/>
                  <a:pt x="7805" y="31"/>
                </a:cubicBezTo>
                <a:cubicBezTo>
                  <a:pt x="7801" y="27"/>
                  <a:pt x="7800" y="23"/>
                  <a:pt x="7800" y="18"/>
                </a:cubicBezTo>
                <a:cubicBezTo>
                  <a:pt x="7800" y="13"/>
                  <a:pt x="7801" y="9"/>
                  <a:pt x="7805" y="6"/>
                </a:cubicBezTo>
                <a:cubicBezTo>
                  <a:pt x="7808" y="2"/>
                  <a:pt x="7813" y="0"/>
                  <a:pt x="7818" y="0"/>
                </a:cubicBezTo>
                <a:moveTo>
                  <a:pt x="7832" y="85"/>
                </a:moveTo>
                <a:lnTo>
                  <a:pt x="7832" y="215"/>
                </a:lnTo>
                <a:cubicBezTo>
                  <a:pt x="7832" y="225"/>
                  <a:pt x="7833" y="232"/>
                  <a:pt x="7834" y="235"/>
                </a:cubicBezTo>
                <a:cubicBezTo>
                  <a:pt x="7836" y="238"/>
                  <a:pt x="7838" y="240"/>
                  <a:pt x="7841" y="242"/>
                </a:cubicBezTo>
                <a:cubicBezTo>
                  <a:pt x="7844" y="244"/>
                  <a:pt x="7849" y="244"/>
                  <a:pt x="7857" y="244"/>
                </a:cubicBezTo>
                <a:lnTo>
                  <a:pt x="7857" y="251"/>
                </a:lnTo>
                <a:lnTo>
                  <a:pt x="7779" y="251"/>
                </a:lnTo>
                <a:lnTo>
                  <a:pt x="7779" y="244"/>
                </a:lnTo>
                <a:cubicBezTo>
                  <a:pt x="7786" y="244"/>
                  <a:pt x="7791" y="244"/>
                  <a:pt x="7794" y="243"/>
                </a:cubicBezTo>
                <a:cubicBezTo>
                  <a:pt x="7797" y="241"/>
                  <a:pt x="7799" y="238"/>
                  <a:pt x="7800" y="235"/>
                </a:cubicBezTo>
                <a:cubicBezTo>
                  <a:pt x="7802" y="231"/>
                  <a:pt x="7803" y="224"/>
                  <a:pt x="7803" y="215"/>
                </a:cubicBezTo>
                <a:lnTo>
                  <a:pt x="7803" y="152"/>
                </a:lnTo>
                <a:cubicBezTo>
                  <a:pt x="7803" y="135"/>
                  <a:pt x="7802" y="123"/>
                  <a:pt x="7802" y="118"/>
                </a:cubicBezTo>
                <a:cubicBezTo>
                  <a:pt x="7801" y="114"/>
                  <a:pt x="7799" y="112"/>
                  <a:pt x="7797" y="110"/>
                </a:cubicBezTo>
                <a:cubicBezTo>
                  <a:pt x="7796" y="109"/>
                  <a:pt x="7793" y="108"/>
                  <a:pt x="7790" y="108"/>
                </a:cubicBezTo>
                <a:cubicBezTo>
                  <a:pt x="7787" y="108"/>
                  <a:pt x="7783" y="109"/>
                  <a:pt x="7779" y="111"/>
                </a:cubicBezTo>
                <a:lnTo>
                  <a:pt x="7776" y="104"/>
                </a:lnTo>
                <a:lnTo>
                  <a:pt x="7825" y="85"/>
                </a:lnTo>
                <a:lnTo>
                  <a:pt x="7832" y="85"/>
                </a:lnTo>
                <a:moveTo>
                  <a:pt x="7924" y="36"/>
                </a:moveTo>
                <a:lnTo>
                  <a:pt x="7924" y="90"/>
                </a:lnTo>
                <a:lnTo>
                  <a:pt x="7962" y="90"/>
                </a:lnTo>
                <a:lnTo>
                  <a:pt x="7962" y="102"/>
                </a:lnTo>
                <a:lnTo>
                  <a:pt x="7924" y="102"/>
                </a:lnTo>
                <a:lnTo>
                  <a:pt x="7924" y="206"/>
                </a:lnTo>
                <a:cubicBezTo>
                  <a:pt x="7924" y="217"/>
                  <a:pt x="7925" y="224"/>
                  <a:pt x="7928" y="228"/>
                </a:cubicBezTo>
                <a:cubicBezTo>
                  <a:pt x="7931" y="232"/>
                  <a:pt x="7935" y="234"/>
                  <a:pt x="7940" y="234"/>
                </a:cubicBezTo>
                <a:cubicBezTo>
                  <a:pt x="7944" y="234"/>
                  <a:pt x="7948" y="232"/>
                  <a:pt x="7951" y="230"/>
                </a:cubicBezTo>
                <a:cubicBezTo>
                  <a:pt x="7955" y="227"/>
                  <a:pt x="7958" y="224"/>
                  <a:pt x="7960" y="219"/>
                </a:cubicBezTo>
                <a:lnTo>
                  <a:pt x="7967" y="219"/>
                </a:lnTo>
                <a:cubicBezTo>
                  <a:pt x="7963" y="230"/>
                  <a:pt x="7957" y="239"/>
                  <a:pt x="7949" y="245"/>
                </a:cubicBezTo>
                <a:cubicBezTo>
                  <a:pt x="7941" y="251"/>
                  <a:pt x="7934" y="253"/>
                  <a:pt x="7926" y="253"/>
                </a:cubicBezTo>
                <a:cubicBezTo>
                  <a:pt x="7920" y="253"/>
                  <a:pt x="7915" y="252"/>
                  <a:pt x="7910" y="249"/>
                </a:cubicBezTo>
                <a:cubicBezTo>
                  <a:pt x="7904" y="246"/>
                  <a:pt x="7901" y="242"/>
                  <a:pt x="7898" y="237"/>
                </a:cubicBezTo>
                <a:cubicBezTo>
                  <a:pt x="7896" y="231"/>
                  <a:pt x="7895" y="222"/>
                  <a:pt x="7895" y="211"/>
                </a:cubicBezTo>
                <a:lnTo>
                  <a:pt x="7895" y="102"/>
                </a:lnTo>
                <a:lnTo>
                  <a:pt x="7869" y="102"/>
                </a:lnTo>
                <a:lnTo>
                  <a:pt x="7869" y="96"/>
                </a:lnTo>
                <a:cubicBezTo>
                  <a:pt x="7876" y="93"/>
                  <a:pt x="7882" y="89"/>
                  <a:pt x="7889" y="83"/>
                </a:cubicBezTo>
                <a:cubicBezTo>
                  <a:pt x="7895" y="77"/>
                  <a:pt x="7902" y="69"/>
                  <a:pt x="7907" y="61"/>
                </a:cubicBezTo>
                <a:cubicBezTo>
                  <a:pt x="7910" y="56"/>
                  <a:pt x="7913" y="48"/>
                  <a:pt x="7918" y="36"/>
                </a:cubicBezTo>
                <a:lnTo>
                  <a:pt x="7924" y="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4205880" y="5052240"/>
            <a:ext cx="652320" cy="118440"/>
          </a:xfrm>
          <a:custGeom>
            <a:avLst/>
            <a:gdLst/>
            <a:ahLst/>
            <a:rect l="0" t="0" r="r" b="b"/>
            <a:pathLst>
              <a:path w="1812" h="329">
                <a:moveTo>
                  <a:pt x="137" y="189"/>
                </a:moveTo>
                <a:cubicBezTo>
                  <a:pt x="132" y="211"/>
                  <a:pt x="124" y="227"/>
                  <a:pt x="111" y="239"/>
                </a:cubicBezTo>
                <a:cubicBezTo>
                  <a:pt x="98" y="250"/>
                  <a:pt x="84" y="256"/>
                  <a:pt x="69" y="256"/>
                </a:cubicBezTo>
                <a:cubicBezTo>
                  <a:pt x="50" y="256"/>
                  <a:pt x="34" y="248"/>
                  <a:pt x="21" y="233"/>
                </a:cubicBezTo>
                <a:cubicBezTo>
                  <a:pt x="7" y="217"/>
                  <a:pt x="0" y="197"/>
                  <a:pt x="0" y="170"/>
                </a:cubicBezTo>
                <a:cubicBezTo>
                  <a:pt x="0" y="145"/>
                  <a:pt x="8" y="124"/>
                  <a:pt x="22" y="108"/>
                </a:cubicBezTo>
                <a:cubicBezTo>
                  <a:pt x="38" y="92"/>
                  <a:pt x="56" y="84"/>
                  <a:pt x="77" y="84"/>
                </a:cubicBezTo>
                <a:cubicBezTo>
                  <a:pt x="93" y="84"/>
                  <a:pt x="106" y="89"/>
                  <a:pt x="116" y="97"/>
                </a:cubicBezTo>
                <a:cubicBezTo>
                  <a:pt x="127" y="105"/>
                  <a:pt x="132" y="114"/>
                  <a:pt x="132" y="123"/>
                </a:cubicBezTo>
                <a:cubicBezTo>
                  <a:pt x="132" y="128"/>
                  <a:pt x="130" y="131"/>
                  <a:pt x="128" y="134"/>
                </a:cubicBezTo>
                <a:cubicBezTo>
                  <a:pt x="125" y="137"/>
                  <a:pt x="121" y="138"/>
                  <a:pt x="116" y="138"/>
                </a:cubicBezTo>
                <a:cubicBezTo>
                  <a:pt x="109" y="138"/>
                  <a:pt x="103" y="136"/>
                  <a:pt x="100" y="132"/>
                </a:cubicBezTo>
                <a:cubicBezTo>
                  <a:pt x="98" y="129"/>
                  <a:pt x="96" y="124"/>
                  <a:pt x="96" y="117"/>
                </a:cubicBezTo>
                <a:cubicBezTo>
                  <a:pt x="95" y="110"/>
                  <a:pt x="93" y="105"/>
                  <a:pt x="89" y="101"/>
                </a:cubicBezTo>
                <a:cubicBezTo>
                  <a:pt x="85" y="98"/>
                  <a:pt x="79" y="96"/>
                  <a:pt x="71" y="96"/>
                </a:cubicBezTo>
                <a:cubicBezTo>
                  <a:pt x="60" y="96"/>
                  <a:pt x="50" y="101"/>
                  <a:pt x="43" y="109"/>
                </a:cubicBezTo>
                <a:cubicBezTo>
                  <a:pt x="34" y="121"/>
                  <a:pt x="29" y="136"/>
                  <a:pt x="29" y="155"/>
                </a:cubicBezTo>
                <a:cubicBezTo>
                  <a:pt x="29" y="174"/>
                  <a:pt x="34" y="191"/>
                  <a:pt x="43" y="206"/>
                </a:cubicBezTo>
                <a:cubicBezTo>
                  <a:pt x="53" y="221"/>
                  <a:pt x="66" y="228"/>
                  <a:pt x="82" y="228"/>
                </a:cubicBezTo>
                <a:cubicBezTo>
                  <a:pt x="93" y="228"/>
                  <a:pt x="103" y="224"/>
                  <a:pt x="113" y="216"/>
                </a:cubicBezTo>
                <a:cubicBezTo>
                  <a:pt x="119" y="211"/>
                  <a:pt x="125" y="201"/>
                  <a:pt x="131" y="187"/>
                </a:cubicBezTo>
                <a:lnTo>
                  <a:pt x="137" y="189"/>
                </a:lnTo>
                <a:moveTo>
                  <a:pt x="239" y="84"/>
                </a:moveTo>
                <a:cubicBezTo>
                  <a:pt x="263" y="84"/>
                  <a:pt x="283" y="94"/>
                  <a:pt x="298" y="112"/>
                </a:cubicBezTo>
                <a:cubicBezTo>
                  <a:pt x="310" y="128"/>
                  <a:pt x="316" y="146"/>
                  <a:pt x="316" y="167"/>
                </a:cubicBezTo>
                <a:cubicBezTo>
                  <a:pt x="316" y="181"/>
                  <a:pt x="313" y="196"/>
                  <a:pt x="306" y="211"/>
                </a:cubicBezTo>
                <a:cubicBezTo>
                  <a:pt x="299" y="226"/>
                  <a:pt x="289" y="237"/>
                  <a:pt x="277" y="245"/>
                </a:cubicBezTo>
                <a:cubicBezTo>
                  <a:pt x="265" y="252"/>
                  <a:pt x="251" y="256"/>
                  <a:pt x="237" y="256"/>
                </a:cubicBezTo>
                <a:cubicBezTo>
                  <a:pt x="212" y="256"/>
                  <a:pt x="193" y="246"/>
                  <a:pt x="179" y="227"/>
                </a:cubicBezTo>
                <a:cubicBezTo>
                  <a:pt x="166" y="210"/>
                  <a:pt x="160" y="192"/>
                  <a:pt x="160" y="172"/>
                </a:cubicBezTo>
                <a:cubicBezTo>
                  <a:pt x="160" y="157"/>
                  <a:pt x="164" y="142"/>
                  <a:pt x="171" y="127"/>
                </a:cubicBezTo>
                <a:cubicBezTo>
                  <a:pt x="179" y="113"/>
                  <a:pt x="189" y="102"/>
                  <a:pt x="200" y="95"/>
                </a:cubicBezTo>
                <a:cubicBezTo>
                  <a:pt x="212" y="88"/>
                  <a:pt x="225" y="84"/>
                  <a:pt x="239" y="84"/>
                </a:cubicBezTo>
                <a:moveTo>
                  <a:pt x="233" y="96"/>
                </a:moveTo>
                <a:cubicBezTo>
                  <a:pt x="227" y="96"/>
                  <a:pt x="221" y="98"/>
                  <a:pt x="214" y="101"/>
                </a:cubicBezTo>
                <a:cubicBezTo>
                  <a:pt x="208" y="105"/>
                  <a:pt x="203" y="112"/>
                  <a:pt x="199" y="121"/>
                </a:cubicBezTo>
                <a:cubicBezTo>
                  <a:pt x="195" y="130"/>
                  <a:pt x="193" y="142"/>
                  <a:pt x="193" y="156"/>
                </a:cubicBezTo>
                <a:cubicBezTo>
                  <a:pt x="193" y="180"/>
                  <a:pt x="198" y="201"/>
                  <a:pt x="207" y="217"/>
                </a:cubicBezTo>
                <a:cubicBezTo>
                  <a:pt x="217" y="234"/>
                  <a:pt x="229" y="243"/>
                  <a:pt x="244" y="243"/>
                </a:cubicBezTo>
                <a:cubicBezTo>
                  <a:pt x="256" y="243"/>
                  <a:pt x="265" y="238"/>
                  <a:pt x="272" y="229"/>
                </a:cubicBezTo>
                <a:cubicBezTo>
                  <a:pt x="280" y="220"/>
                  <a:pt x="284" y="204"/>
                  <a:pt x="284" y="181"/>
                </a:cubicBezTo>
                <a:cubicBezTo>
                  <a:pt x="284" y="152"/>
                  <a:pt x="277" y="130"/>
                  <a:pt x="265" y="113"/>
                </a:cubicBezTo>
                <a:cubicBezTo>
                  <a:pt x="257" y="102"/>
                  <a:pt x="246" y="96"/>
                  <a:pt x="233" y="96"/>
                </a:cubicBezTo>
                <a:moveTo>
                  <a:pt x="388" y="119"/>
                </a:moveTo>
                <a:cubicBezTo>
                  <a:pt x="400" y="107"/>
                  <a:pt x="407" y="100"/>
                  <a:pt x="409" y="98"/>
                </a:cubicBezTo>
                <a:cubicBezTo>
                  <a:pt x="414" y="94"/>
                  <a:pt x="420" y="91"/>
                  <a:pt x="426" y="88"/>
                </a:cubicBezTo>
                <a:cubicBezTo>
                  <a:pt x="432" y="86"/>
                  <a:pt x="438" y="84"/>
                  <a:pt x="444" y="84"/>
                </a:cubicBezTo>
                <a:cubicBezTo>
                  <a:pt x="454" y="84"/>
                  <a:pt x="463" y="88"/>
                  <a:pt x="470" y="94"/>
                </a:cubicBezTo>
                <a:cubicBezTo>
                  <a:pt x="478" y="99"/>
                  <a:pt x="482" y="108"/>
                  <a:pt x="485" y="119"/>
                </a:cubicBezTo>
                <a:cubicBezTo>
                  <a:pt x="497" y="105"/>
                  <a:pt x="507" y="96"/>
                  <a:pt x="516" y="91"/>
                </a:cubicBezTo>
                <a:cubicBezTo>
                  <a:pt x="524" y="87"/>
                  <a:pt x="533" y="84"/>
                  <a:pt x="542" y="84"/>
                </a:cubicBezTo>
                <a:cubicBezTo>
                  <a:pt x="550" y="84"/>
                  <a:pt x="557" y="87"/>
                  <a:pt x="564" y="91"/>
                </a:cubicBezTo>
                <a:cubicBezTo>
                  <a:pt x="571" y="96"/>
                  <a:pt x="576" y="103"/>
                  <a:pt x="580" y="112"/>
                </a:cubicBezTo>
                <a:cubicBezTo>
                  <a:pt x="583" y="119"/>
                  <a:pt x="584" y="130"/>
                  <a:pt x="584" y="145"/>
                </a:cubicBezTo>
                <a:lnTo>
                  <a:pt x="584" y="214"/>
                </a:lnTo>
                <a:cubicBezTo>
                  <a:pt x="584" y="225"/>
                  <a:pt x="585" y="231"/>
                  <a:pt x="586" y="235"/>
                </a:cubicBezTo>
                <a:cubicBezTo>
                  <a:pt x="588" y="237"/>
                  <a:pt x="590" y="240"/>
                  <a:pt x="593" y="242"/>
                </a:cubicBezTo>
                <a:cubicBezTo>
                  <a:pt x="596" y="243"/>
                  <a:pt x="601" y="244"/>
                  <a:pt x="609" y="244"/>
                </a:cubicBezTo>
                <a:lnTo>
                  <a:pt x="609" y="251"/>
                </a:lnTo>
                <a:lnTo>
                  <a:pt x="529" y="251"/>
                </a:lnTo>
                <a:lnTo>
                  <a:pt x="529" y="244"/>
                </a:lnTo>
                <a:lnTo>
                  <a:pt x="532" y="244"/>
                </a:lnTo>
                <a:cubicBezTo>
                  <a:pt x="539" y="244"/>
                  <a:pt x="544" y="243"/>
                  <a:pt x="548" y="240"/>
                </a:cubicBezTo>
                <a:cubicBezTo>
                  <a:pt x="551" y="238"/>
                  <a:pt x="553" y="235"/>
                  <a:pt x="554" y="231"/>
                </a:cubicBezTo>
                <a:cubicBezTo>
                  <a:pt x="555" y="229"/>
                  <a:pt x="555" y="224"/>
                  <a:pt x="555" y="214"/>
                </a:cubicBezTo>
                <a:lnTo>
                  <a:pt x="555" y="145"/>
                </a:lnTo>
                <a:cubicBezTo>
                  <a:pt x="555" y="132"/>
                  <a:pt x="553" y="122"/>
                  <a:pt x="550" y="117"/>
                </a:cubicBezTo>
                <a:cubicBezTo>
                  <a:pt x="545" y="109"/>
                  <a:pt x="538" y="106"/>
                  <a:pt x="528" y="106"/>
                </a:cubicBezTo>
                <a:cubicBezTo>
                  <a:pt x="522" y="106"/>
                  <a:pt x="515" y="107"/>
                  <a:pt x="509" y="110"/>
                </a:cubicBezTo>
                <a:cubicBezTo>
                  <a:pt x="503" y="113"/>
                  <a:pt x="495" y="119"/>
                  <a:pt x="486" y="127"/>
                </a:cubicBezTo>
                <a:lnTo>
                  <a:pt x="486" y="214"/>
                </a:lnTo>
                <a:cubicBezTo>
                  <a:pt x="486" y="225"/>
                  <a:pt x="487" y="232"/>
                  <a:pt x="488" y="235"/>
                </a:cubicBezTo>
                <a:cubicBezTo>
                  <a:pt x="489" y="237"/>
                  <a:pt x="492" y="240"/>
                  <a:pt x="495" y="242"/>
                </a:cubicBezTo>
                <a:cubicBezTo>
                  <a:pt x="499" y="243"/>
                  <a:pt x="504" y="244"/>
                  <a:pt x="513" y="244"/>
                </a:cubicBezTo>
                <a:lnTo>
                  <a:pt x="513" y="251"/>
                </a:lnTo>
                <a:lnTo>
                  <a:pt x="431" y="251"/>
                </a:lnTo>
                <a:lnTo>
                  <a:pt x="431" y="244"/>
                </a:lnTo>
                <a:cubicBezTo>
                  <a:pt x="440" y="244"/>
                  <a:pt x="446" y="243"/>
                  <a:pt x="449" y="241"/>
                </a:cubicBezTo>
                <a:cubicBezTo>
                  <a:pt x="453" y="239"/>
                  <a:pt x="455" y="236"/>
                  <a:pt x="456" y="231"/>
                </a:cubicBezTo>
                <a:cubicBezTo>
                  <a:pt x="457" y="230"/>
                  <a:pt x="457" y="224"/>
                  <a:pt x="457" y="214"/>
                </a:cubicBezTo>
                <a:lnTo>
                  <a:pt x="457" y="145"/>
                </a:lnTo>
                <a:cubicBezTo>
                  <a:pt x="457" y="132"/>
                  <a:pt x="455" y="122"/>
                  <a:pt x="452" y="117"/>
                </a:cubicBezTo>
                <a:cubicBezTo>
                  <a:pt x="446" y="109"/>
                  <a:pt x="439" y="105"/>
                  <a:pt x="430" y="105"/>
                </a:cubicBezTo>
                <a:cubicBezTo>
                  <a:pt x="423" y="105"/>
                  <a:pt x="417" y="107"/>
                  <a:pt x="410" y="110"/>
                </a:cubicBezTo>
                <a:cubicBezTo>
                  <a:pt x="401" y="115"/>
                  <a:pt x="393" y="121"/>
                  <a:pt x="388" y="127"/>
                </a:cubicBezTo>
                <a:lnTo>
                  <a:pt x="388" y="214"/>
                </a:lnTo>
                <a:cubicBezTo>
                  <a:pt x="388" y="225"/>
                  <a:pt x="389" y="232"/>
                  <a:pt x="390" y="235"/>
                </a:cubicBezTo>
                <a:cubicBezTo>
                  <a:pt x="391" y="238"/>
                  <a:pt x="394" y="241"/>
                  <a:pt x="397" y="242"/>
                </a:cubicBezTo>
                <a:cubicBezTo>
                  <a:pt x="400" y="243"/>
                  <a:pt x="406" y="244"/>
                  <a:pt x="415" y="244"/>
                </a:cubicBezTo>
                <a:lnTo>
                  <a:pt x="415" y="251"/>
                </a:lnTo>
                <a:lnTo>
                  <a:pt x="334" y="251"/>
                </a:lnTo>
                <a:lnTo>
                  <a:pt x="334" y="244"/>
                </a:lnTo>
                <a:cubicBezTo>
                  <a:pt x="342" y="244"/>
                  <a:pt x="347" y="243"/>
                  <a:pt x="350" y="242"/>
                </a:cubicBezTo>
                <a:cubicBezTo>
                  <a:pt x="353" y="241"/>
                  <a:pt x="355" y="238"/>
                  <a:pt x="357" y="234"/>
                </a:cubicBezTo>
                <a:cubicBezTo>
                  <a:pt x="358" y="231"/>
                  <a:pt x="359" y="224"/>
                  <a:pt x="359" y="214"/>
                </a:cubicBezTo>
                <a:lnTo>
                  <a:pt x="359" y="152"/>
                </a:lnTo>
                <a:cubicBezTo>
                  <a:pt x="359" y="135"/>
                  <a:pt x="358" y="123"/>
                  <a:pt x="357" y="118"/>
                </a:cubicBezTo>
                <a:cubicBezTo>
                  <a:pt x="356" y="114"/>
                  <a:pt x="355" y="112"/>
                  <a:pt x="353" y="110"/>
                </a:cubicBezTo>
                <a:cubicBezTo>
                  <a:pt x="351" y="108"/>
                  <a:pt x="349" y="107"/>
                  <a:pt x="346" y="107"/>
                </a:cubicBezTo>
                <a:cubicBezTo>
                  <a:pt x="343" y="107"/>
                  <a:pt x="339" y="109"/>
                  <a:pt x="334" y="110"/>
                </a:cubicBezTo>
                <a:lnTo>
                  <a:pt x="332" y="104"/>
                </a:lnTo>
                <a:lnTo>
                  <a:pt x="381" y="84"/>
                </a:lnTo>
                <a:lnTo>
                  <a:pt x="388" y="84"/>
                </a:lnTo>
                <a:lnTo>
                  <a:pt x="388" y="119"/>
                </a:lnTo>
                <a:moveTo>
                  <a:pt x="609" y="105"/>
                </a:moveTo>
                <a:lnTo>
                  <a:pt x="659" y="85"/>
                </a:lnTo>
                <a:lnTo>
                  <a:pt x="666" y="85"/>
                </a:lnTo>
                <a:lnTo>
                  <a:pt x="666" y="123"/>
                </a:lnTo>
                <a:cubicBezTo>
                  <a:pt x="675" y="109"/>
                  <a:pt x="683" y="99"/>
                  <a:pt x="691" y="93"/>
                </a:cubicBezTo>
                <a:cubicBezTo>
                  <a:pt x="699" y="87"/>
                  <a:pt x="708" y="84"/>
                  <a:pt x="717" y="84"/>
                </a:cubicBezTo>
                <a:cubicBezTo>
                  <a:pt x="734" y="84"/>
                  <a:pt x="748" y="91"/>
                  <a:pt x="759" y="103"/>
                </a:cubicBezTo>
                <a:cubicBezTo>
                  <a:pt x="772" y="119"/>
                  <a:pt x="779" y="139"/>
                  <a:pt x="779" y="164"/>
                </a:cubicBezTo>
                <a:cubicBezTo>
                  <a:pt x="779" y="192"/>
                  <a:pt x="770" y="215"/>
                  <a:pt x="754" y="233"/>
                </a:cubicBezTo>
                <a:cubicBezTo>
                  <a:pt x="741" y="248"/>
                  <a:pt x="724" y="256"/>
                  <a:pt x="705" y="256"/>
                </a:cubicBezTo>
                <a:cubicBezTo>
                  <a:pt x="696" y="256"/>
                  <a:pt x="688" y="254"/>
                  <a:pt x="682" y="252"/>
                </a:cubicBezTo>
                <a:cubicBezTo>
                  <a:pt x="677" y="250"/>
                  <a:pt x="672" y="247"/>
                  <a:pt x="666" y="242"/>
                </a:cubicBezTo>
                <a:lnTo>
                  <a:pt x="666" y="291"/>
                </a:lnTo>
                <a:cubicBezTo>
                  <a:pt x="666" y="301"/>
                  <a:pt x="667" y="308"/>
                  <a:pt x="668" y="311"/>
                </a:cubicBezTo>
                <a:cubicBezTo>
                  <a:pt x="669" y="314"/>
                  <a:pt x="672" y="317"/>
                  <a:pt x="675" y="318"/>
                </a:cubicBezTo>
                <a:cubicBezTo>
                  <a:pt x="678" y="320"/>
                  <a:pt x="684" y="321"/>
                  <a:pt x="693" y="321"/>
                </a:cubicBezTo>
                <a:lnTo>
                  <a:pt x="693" y="328"/>
                </a:lnTo>
                <a:lnTo>
                  <a:pt x="609" y="328"/>
                </a:lnTo>
                <a:lnTo>
                  <a:pt x="609" y="321"/>
                </a:lnTo>
                <a:lnTo>
                  <a:pt x="613" y="321"/>
                </a:lnTo>
                <a:cubicBezTo>
                  <a:pt x="619" y="321"/>
                  <a:pt x="625" y="320"/>
                  <a:pt x="630" y="318"/>
                </a:cubicBezTo>
                <a:cubicBezTo>
                  <a:pt x="632" y="317"/>
                  <a:pt x="633" y="314"/>
                  <a:pt x="635" y="311"/>
                </a:cubicBezTo>
                <a:cubicBezTo>
                  <a:pt x="636" y="308"/>
                  <a:pt x="637" y="301"/>
                  <a:pt x="637" y="289"/>
                </a:cubicBezTo>
                <a:lnTo>
                  <a:pt x="637" y="136"/>
                </a:lnTo>
                <a:cubicBezTo>
                  <a:pt x="637" y="126"/>
                  <a:pt x="636" y="119"/>
                  <a:pt x="635" y="117"/>
                </a:cubicBezTo>
                <a:cubicBezTo>
                  <a:pt x="634" y="114"/>
                  <a:pt x="633" y="112"/>
                  <a:pt x="630" y="110"/>
                </a:cubicBezTo>
                <a:cubicBezTo>
                  <a:pt x="628" y="109"/>
                  <a:pt x="626" y="108"/>
                  <a:pt x="623" y="108"/>
                </a:cubicBezTo>
                <a:cubicBezTo>
                  <a:pt x="620" y="108"/>
                  <a:pt x="616" y="109"/>
                  <a:pt x="612" y="110"/>
                </a:cubicBezTo>
                <a:lnTo>
                  <a:pt x="609" y="105"/>
                </a:lnTo>
                <a:moveTo>
                  <a:pt x="666" y="193"/>
                </a:moveTo>
                <a:cubicBezTo>
                  <a:pt x="666" y="207"/>
                  <a:pt x="666" y="215"/>
                  <a:pt x="667" y="219"/>
                </a:cubicBezTo>
                <a:cubicBezTo>
                  <a:pt x="669" y="226"/>
                  <a:pt x="673" y="232"/>
                  <a:pt x="679" y="237"/>
                </a:cubicBezTo>
                <a:cubicBezTo>
                  <a:pt x="686" y="243"/>
                  <a:pt x="694" y="245"/>
                  <a:pt x="704" y="245"/>
                </a:cubicBezTo>
                <a:cubicBezTo>
                  <a:pt x="716" y="245"/>
                  <a:pt x="725" y="241"/>
                  <a:pt x="733" y="231"/>
                </a:cubicBezTo>
                <a:cubicBezTo>
                  <a:pt x="742" y="219"/>
                  <a:pt x="747" y="202"/>
                  <a:pt x="747" y="181"/>
                </a:cubicBezTo>
                <a:cubicBezTo>
                  <a:pt x="747" y="156"/>
                  <a:pt x="742" y="137"/>
                  <a:pt x="731" y="124"/>
                </a:cubicBezTo>
                <a:cubicBezTo>
                  <a:pt x="723" y="115"/>
                  <a:pt x="714" y="110"/>
                  <a:pt x="704" y="110"/>
                </a:cubicBezTo>
                <a:cubicBezTo>
                  <a:pt x="698" y="110"/>
                  <a:pt x="692" y="111"/>
                  <a:pt x="687" y="114"/>
                </a:cubicBezTo>
                <a:cubicBezTo>
                  <a:pt x="683" y="116"/>
                  <a:pt x="676" y="123"/>
                  <a:pt x="666" y="133"/>
                </a:cubicBezTo>
                <a:lnTo>
                  <a:pt x="666" y="193"/>
                </a:lnTo>
                <a:moveTo>
                  <a:pt x="862" y="249"/>
                </a:moveTo>
                <a:cubicBezTo>
                  <a:pt x="856" y="253"/>
                  <a:pt x="849" y="254"/>
                  <a:pt x="842" y="254"/>
                </a:cubicBezTo>
                <a:cubicBezTo>
                  <a:pt x="831" y="254"/>
                  <a:pt x="821" y="251"/>
                  <a:pt x="814" y="243"/>
                </a:cubicBezTo>
                <a:cubicBezTo>
                  <a:pt x="807" y="235"/>
                  <a:pt x="803" y="225"/>
                  <a:pt x="803" y="213"/>
                </a:cubicBezTo>
                <a:cubicBezTo>
                  <a:pt x="803" y="205"/>
                  <a:pt x="805" y="198"/>
                  <a:pt x="809" y="192"/>
                </a:cubicBezTo>
                <a:cubicBezTo>
                  <a:pt x="813" y="184"/>
                  <a:pt x="822" y="177"/>
                  <a:pt x="833" y="170"/>
                </a:cubicBezTo>
                <a:cubicBezTo>
                  <a:pt x="845" y="162"/>
                  <a:pt x="865" y="154"/>
                  <a:pt x="893" y="144"/>
                </a:cubicBezTo>
                <a:lnTo>
                  <a:pt x="893" y="137"/>
                </a:lnTo>
                <a:cubicBezTo>
                  <a:pt x="893" y="121"/>
                  <a:pt x="890" y="110"/>
                  <a:pt x="885" y="104"/>
                </a:cubicBezTo>
                <a:cubicBezTo>
                  <a:pt x="881" y="98"/>
                  <a:pt x="873" y="95"/>
                  <a:pt x="864" y="95"/>
                </a:cubicBezTo>
                <a:cubicBezTo>
                  <a:pt x="856" y="95"/>
                  <a:pt x="850" y="97"/>
                  <a:pt x="845" y="101"/>
                </a:cubicBezTo>
                <a:cubicBezTo>
                  <a:pt x="841" y="105"/>
                  <a:pt x="839" y="110"/>
                  <a:pt x="839" y="115"/>
                </a:cubicBezTo>
                <a:lnTo>
                  <a:pt x="839" y="125"/>
                </a:lnTo>
                <a:cubicBezTo>
                  <a:pt x="839" y="131"/>
                  <a:pt x="838" y="135"/>
                  <a:pt x="835" y="138"/>
                </a:cubicBezTo>
                <a:cubicBezTo>
                  <a:pt x="832" y="141"/>
                  <a:pt x="829" y="142"/>
                  <a:pt x="824" y="142"/>
                </a:cubicBezTo>
                <a:cubicBezTo>
                  <a:pt x="820" y="142"/>
                  <a:pt x="816" y="141"/>
                  <a:pt x="813" y="138"/>
                </a:cubicBezTo>
                <a:cubicBezTo>
                  <a:pt x="811" y="135"/>
                  <a:pt x="810" y="130"/>
                  <a:pt x="810" y="125"/>
                </a:cubicBezTo>
                <a:cubicBezTo>
                  <a:pt x="810" y="115"/>
                  <a:pt x="815" y="106"/>
                  <a:pt x="825" y="97"/>
                </a:cubicBezTo>
                <a:cubicBezTo>
                  <a:pt x="835" y="89"/>
                  <a:pt x="850" y="84"/>
                  <a:pt x="868" y="84"/>
                </a:cubicBezTo>
                <a:cubicBezTo>
                  <a:pt x="883" y="84"/>
                  <a:pt x="895" y="87"/>
                  <a:pt x="904" y="92"/>
                </a:cubicBezTo>
                <a:cubicBezTo>
                  <a:pt x="911" y="95"/>
                  <a:pt x="916" y="101"/>
                  <a:pt x="919" y="109"/>
                </a:cubicBezTo>
                <a:cubicBezTo>
                  <a:pt x="921" y="114"/>
                  <a:pt x="922" y="124"/>
                  <a:pt x="922" y="139"/>
                </a:cubicBezTo>
                <a:lnTo>
                  <a:pt x="922" y="194"/>
                </a:lnTo>
                <a:cubicBezTo>
                  <a:pt x="922" y="210"/>
                  <a:pt x="922" y="219"/>
                  <a:pt x="923" y="223"/>
                </a:cubicBezTo>
                <a:cubicBezTo>
                  <a:pt x="924" y="227"/>
                  <a:pt x="925" y="229"/>
                  <a:pt x="926" y="230"/>
                </a:cubicBezTo>
                <a:cubicBezTo>
                  <a:pt x="927" y="231"/>
                  <a:pt x="929" y="231"/>
                  <a:pt x="931" y="231"/>
                </a:cubicBezTo>
                <a:cubicBezTo>
                  <a:pt x="933" y="231"/>
                  <a:pt x="934" y="231"/>
                  <a:pt x="936" y="230"/>
                </a:cubicBezTo>
                <a:cubicBezTo>
                  <a:pt x="939" y="229"/>
                  <a:pt x="943" y="225"/>
                  <a:pt x="950" y="217"/>
                </a:cubicBezTo>
                <a:lnTo>
                  <a:pt x="950" y="227"/>
                </a:lnTo>
                <a:cubicBezTo>
                  <a:pt x="937" y="245"/>
                  <a:pt x="925" y="254"/>
                  <a:pt x="913" y="254"/>
                </a:cubicBezTo>
                <a:cubicBezTo>
                  <a:pt x="907" y="254"/>
                  <a:pt x="902" y="252"/>
                  <a:pt x="899" y="248"/>
                </a:cubicBezTo>
                <a:cubicBezTo>
                  <a:pt x="895" y="244"/>
                  <a:pt x="894" y="237"/>
                  <a:pt x="893" y="227"/>
                </a:cubicBezTo>
                <a:cubicBezTo>
                  <a:pt x="877" y="240"/>
                  <a:pt x="866" y="248"/>
                  <a:pt x="862" y="249"/>
                </a:cubicBezTo>
                <a:moveTo>
                  <a:pt x="893" y="155"/>
                </a:moveTo>
                <a:cubicBezTo>
                  <a:pt x="875" y="162"/>
                  <a:pt x="864" y="166"/>
                  <a:pt x="859" y="169"/>
                </a:cubicBezTo>
                <a:cubicBezTo>
                  <a:pt x="849" y="174"/>
                  <a:pt x="843" y="180"/>
                  <a:pt x="839" y="185"/>
                </a:cubicBezTo>
                <a:cubicBezTo>
                  <a:pt x="835" y="191"/>
                  <a:pt x="833" y="197"/>
                  <a:pt x="833" y="204"/>
                </a:cubicBezTo>
                <a:cubicBezTo>
                  <a:pt x="833" y="213"/>
                  <a:pt x="835" y="220"/>
                  <a:pt x="840" y="225"/>
                </a:cubicBezTo>
                <a:cubicBezTo>
                  <a:pt x="845" y="231"/>
                  <a:pt x="851" y="234"/>
                  <a:pt x="858" y="234"/>
                </a:cubicBezTo>
                <a:cubicBezTo>
                  <a:pt x="867" y="234"/>
                  <a:pt x="879" y="228"/>
                  <a:pt x="893" y="216"/>
                </a:cubicBezTo>
                <a:lnTo>
                  <a:pt x="893" y="155"/>
                </a:lnTo>
                <a:moveTo>
                  <a:pt x="1009" y="36"/>
                </a:moveTo>
                <a:lnTo>
                  <a:pt x="1009" y="89"/>
                </a:lnTo>
                <a:lnTo>
                  <a:pt x="1047" y="89"/>
                </a:lnTo>
                <a:lnTo>
                  <a:pt x="1047" y="101"/>
                </a:lnTo>
                <a:lnTo>
                  <a:pt x="1009" y="101"/>
                </a:lnTo>
                <a:lnTo>
                  <a:pt x="1009" y="206"/>
                </a:lnTo>
                <a:cubicBezTo>
                  <a:pt x="1009" y="217"/>
                  <a:pt x="1010" y="224"/>
                  <a:pt x="1013" y="228"/>
                </a:cubicBezTo>
                <a:cubicBezTo>
                  <a:pt x="1016" y="231"/>
                  <a:pt x="1020" y="233"/>
                  <a:pt x="1025" y="233"/>
                </a:cubicBezTo>
                <a:cubicBezTo>
                  <a:pt x="1029" y="233"/>
                  <a:pt x="1033" y="232"/>
                  <a:pt x="1037" y="230"/>
                </a:cubicBezTo>
                <a:cubicBezTo>
                  <a:pt x="1040" y="227"/>
                  <a:pt x="1043" y="224"/>
                  <a:pt x="1045" y="219"/>
                </a:cubicBezTo>
                <a:lnTo>
                  <a:pt x="1052" y="219"/>
                </a:lnTo>
                <a:cubicBezTo>
                  <a:pt x="1048" y="230"/>
                  <a:pt x="1042" y="239"/>
                  <a:pt x="1034" y="245"/>
                </a:cubicBezTo>
                <a:cubicBezTo>
                  <a:pt x="1027" y="250"/>
                  <a:pt x="1019" y="253"/>
                  <a:pt x="1011" y="253"/>
                </a:cubicBezTo>
                <a:cubicBezTo>
                  <a:pt x="1006" y="253"/>
                  <a:pt x="1000" y="252"/>
                  <a:pt x="995" y="249"/>
                </a:cubicBezTo>
                <a:cubicBezTo>
                  <a:pt x="990" y="246"/>
                  <a:pt x="986" y="241"/>
                  <a:pt x="984" y="236"/>
                </a:cubicBezTo>
                <a:cubicBezTo>
                  <a:pt x="981" y="231"/>
                  <a:pt x="980" y="222"/>
                  <a:pt x="980" y="210"/>
                </a:cubicBezTo>
                <a:lnTo>
                  <a:pt x="980" y="101"/>
                </a:lnTo>
                <a:lnTo>
                  <a:pt x="955" y="101"/>
                </a:lnTo>
                <a:lnTo>
                  <a:pt x="955" y="95"/>
                </a:lnTo>
                <a:cubicBezTo>
                  <a:pt x="961" y="93"/>
                  <a:pt x="967" y="89"/>
                  <a:pt x="974" y="83"/>
                </a:cubicBezTo>
                <a:cubicBezTo>
                  <a:pt x="981" y="76"/>
                  <a:pt x="987" y="69"/>
                  <a:pt x="993" y="60"/>
                </a:cubicBezTo>
                <a:cubicBezTo>
                  <a:pt x="995" y="56"/>
                  <a:pt x="999" y="48"/>
                  <a:pt x="1004" y="36"/>
                </a:cubicBezTo>
                <a:lnTo>
                  <a:pt x="1009" y="36"/>
                </a:lnTo>
                <a:moveTo>
                  <a:pt x="1104" y="0"/>
                </a:moveTo>
                <a:cubicBezTo>
                  <a:pt x="1109" y="0"/>
                  <a:pt x="1113" y="2"/>
                  <a:pt x="1116" y="5"/>
                </a:cubicBezTo>
                <a:cubicBezTo>
                  <a:pt x="1120" y="9"/>
                  <a:pt x="1121" y="13"/>
                  <a:pt x="1121" y="17"/>
                </a:cubicBezTo>
                <a:cubicBezTo>
                  <a:pt x="1121" y="23"/>
                  <a:pt x="1120" y="27"/>
                  <a:pt x="1116" y="31"/>
                </a:cubicBezTo>
                <a:cubicBezTo>
                  <a:pt x="1113" y="34"/>
                  <a:pt x="1109" y="36"/>
                  <a:pt x="1104" y="36"/>
                </a:cubicBezTo>
                <a:cubicBezTo>
                  <a:pt x="1099" y="36"/>
                  <a:pt x="1094" y="34"/>
                  <a:pt x="1091" y="31"/>
                </a:cubicBezTo>
                <a:cubicBezTo>
                  <a:pt x="1087" y="27"/>
                  <a:pt x="1086" y="23"/>
                  <a:pt x="1086" y="17"/>
                </a:cubicBezTo>
                <a:cubicBezTo>
                  <a:pt x="1086" y="13"/>
                  <a:pt x="1087" y="9"/>
                  <a:pt x="1091" y="5"/>
                </a:cubicBezTo>
                <a:cubicBezTo>
                  <a:pt x="1094" y="2"/>
                  <a:pt x="1099" y="0"/>
                  <a:pt x="1104" y="0"/>
                </a:cubicBezTo>
                <a:moveTo>
                  <a:pt x="1118" y="84"/>
                </a:moveTo>
                <a:lnTo>
                  <a:pt x="1118" y="214"/>
                </a:lnTo>
                <a:cubicBezTo>
                  <a:pt x="1118" y="225"/>
                  <a:pt x="1119" y="231"/>
                  <a:pt x="1120" y="234"/>
                </a:cubicBezTo>
                <a:cubicBezTo>
                  <a:pt x="1122" y="238"/>
                  <a:pt x="1124" y="240"/>
                  <a:pt x="1127" y="242"/>
                </a:cubicBezTo>
                <a:cubicBezTo>
                  <a:pt x="1130" y="243"/>
                  <a:pt x="1135" y="244"/>
                  <a:pt x="1143" y="244"/>
                </a:cubicBezTo>
                <a:lnTo>
                  <a:pt x="1143" y="251"/>
                </a:lnTo>
                <a:lnTo>
                  <a:pt x="1065" y="251"/>
                </a:lnTo>
                <a:lnTo>
                  <a:pt x="1065" y="244"/>
                </a:lnTo>
                <a:cubicBezTo>
                  <a:pt x="1072" y="244"/>
                  <a:pt x="1077" y="243"/>
                  <a:pt x="1080" y="242"/>
                </a:cubicBezTo>
                <a:cubicBezTo>
                  <a:pt x="1083" y="241"/>
                  <a:pt x="1085" y="238"/>
                  <a:pt x="1086" y="234"/>
                </a:cubicBezTo>
                <a:cubicBezTo>
                  <a:pt x="1088" y="231"/>
                  <a:pt x="1089" y="224"/>
                  <a:pt x="1089" y="214"/>
                </a:cubicBezTo>
                <a:lnTo>
                  <a:pt x="1089" y="152"/>
                </a:lnTo>
                <a:cubicBezTo>
                  <a:pt x="1089" y="134"/>
                  <a:pt x="1088" y="123"/>
                  <a:pt x="1088" y="118"/>
                </a:cubicBezTo>
                <a:cubicBezTo>
                  <a:pt x="1087" y="114"/>
                  <a:pt x="1085" y="112"/>
                  <a:pt x="1083" y="110"/>
                </a:cubicBezTo>
                <a:cubicBezTo>
                  <a:pt x="1082" y="108"/>
                  <a:pt x="1079" y="107"/>
                  <a:pt x="1076" y="107"/>
                </a:cubicBezTo>
                <a:cubicBezTo>
                  <a:pt x="1073" y="107"/>
                  <a:pt x="1069" y="109"/>
                  <a:pt x="1065" y="110"/>
                </a:cubicBezTo>
                <a:lnTo>
                  <a:pt x="1062" y="104"/>
                </a:lnTo>
                <a:lnTo>
                  <a:pt x="1110" y="84"/>
                </a:lnTo>
                <a:lnTo>
                  <a:pt x="1118" y="84"/>
                </a:lnTo>
                <a:moveTo>
                  <a:pt x="1207" y="117"/>
                </a:moveTo>
                <a:cubicBezTo>
                  <a:pt x="1223" y="95"/>
                  <a:pt x="1240" y="84"/>
                  <a:pt x="1258" y="84"/>
                </a:cubicBezTo>
                <a:cubicBezTo>
                  <a:pt x="1274" y="84"/>
                  <a:pt x="1289" y="92"/>
                  <a:pt x="1301" y="106"/>
                </a:cubicBezTo>
                <a:cubicBezTo>
                  <a:pt x="1313" y="120"/>
                  <a:pt x="1320" y="139"/>
                  <a:pt x="1320" y="164"/>
                </a:cubicBezTo>
                <a:cubicBezTo>
                  <a:pt x="1320" y="192"/>
                  <a:pt x="1310" y="215"/>
                  <a:pt x="1291" y="233"/>
                </a:cubicBezTo>
                <a:cubicBezTo>
                  <a:pt x="1275" y="248"/>
                  <a:pt x="1256" y="256"/>
                  <a:pt x="1236" y="256"/>
                </a:cubicBezTo>
                <a:cubicBezTo>
                  <a:pt x="1227" y="256"/>
                  <a:pt x="1217" y="254"/>
                  <a:pt x="1208" y="251"/>
                </a:cubicBezTo>
                <a:cubicBezTo>
                  <a:pt x="1198" y="247"/>
                  <a:pt x="1188" y="242"/>
                  <a:pt x="1178" y="235"/>
                </a:cubicBezTo>
                <a:lnTo>
                  <a:pt x="1178" y="68"/>
                </a:lnTo>
                <a:cubicBezTo>
                  <a:pt x="1178" y="49"/>
                  <a:pt x="1178" y="38"/>
                  <a:pt x="1176" y="34"/>
                </a:cubicBezTo>
                <a:cubicBezTo>
                  <a:pt x="1175" y="30"/>
                  <a:pt x="1174" y="27"/>
                  <a:pt x="1172" y="25"/>
                </a:cubicBezTo>
                <a:cubicBezTo>
                  <a:pt x="1170" y="24"/>
                  <a:pt x="1168" y="23"/>
                  <a:pt x="1165" y="23"/>
                </a:cubicBezTo>
                <a:cubicBezTo>
                  <a:pt x="1162" y="23"/>
                  <a:pt x="1158" y="24"/>
                  <a:pt x="1153" y="26"/>
                </a:cubicBezTo>
                <a:lnTo>
                  <a:pt x="1151" y="19"/>
                </a:lnTo>
                <a:lnTo>
                  <a:pt x="1199" y="0"/>
                </a:lnTo>
                <a:lnTo>
                  <a:pt x="1207" y="0"/>
                </a:lnTo>
                <a:lnTo>
                  <a:pt x="1207" y="117"/>
                </a:lnTo>
                <a:moveTo>
                  <a:pt x="1207" y="225"/>
                </a:moveTo>
                <a:cubicBezTo>
                  <a:pt x="1213" y="231"/>
                  <a:pt x="1219" y="235"/>
                  <a:pt x="1226" y="239"/>
                </a:cubicBezTo>
                <a:cubicBezTo>
                  <a:pt x="1232" y="241"/>
                  <a:pt x="1239" y="243"/>
                  <a:pt x="1245" y="243"/>
                </a:cubicBezTo>
                <a:cubicBezTo>
                  <a:pt x="1256" y="243"/>
                  <a:pt x="1266" y="237"/>
                  <a:pt x="1275" y="225"/>
                </a:cubicBezTo>
                <a:cubicBezTo>
                  <a:pt x="1285" y="213"/>
                  <a:pt x="1289" y="196"/>
                  <a:pt x="1289" y="174"/>
                </a:cubicBezTo>
                <a:cubicBezTo>
                  <a:pt x="1289" y="153"/>
                  <a:pt x="1285" y="137"/>
                  <a:pt x="1275" y="126"/>
                </a:cubicBezTo>
                <a:cubicBezTo>
                  <a:pt x="1266" y="115"/>
                  <a:pt x="1256" y="109"/>
                  <a:pt x="1244" y="109"/>
                </a:cubicBezTo>
                <a:cubicBezTo>
                  <a:pt x="1238" y="109"/>
                  <a:pt x="1231" y="111"/>
                  <a:pt x="1225" y="114"/>
                </a:cubicBezTo>
                <a:cubicBezTo>
                  <a:pt x="1220" y="117"/>
                  <a:pt x="1214" y="121"/>
                  <a:pt x="1207" y="128"/>
                </a:cubicBezTo>
                <a:lnTo>
                  <a:pt x="1207" y="225"/>
                </a:lnTo>
                <a:moveTo>
                  <a:pt x="1399" y="0"/>
                </a:moveTo>
                <a:lnTo>
                  <a:pt x="1399" y="214"/>
                </a:lnTo>
                <a:cubicBezTo>
                  <a:pt x="1399" y="225"/>
                  <a:pt x="1400" y="231"/>
                  <a:pt x="1401" y="234"/>
                </a:cubicBezTo>
                <a:cubicBezTo>
                  <a:pt x="1403" y="238"/>
                  <a:pt x="1405" y="240"/>
                  <a:pt x="1408" y="242"/>
                </a:cubicBezTo>
                <a:cubicBezTo>
                  <a:pt x="1411" y="243"/>
                  <a:pt x="1417" y="244"/>
                  <a:pt x="1425" y="244"/>
                </a:cubicBezTo>
                <a:lnTo>
                  <a:pt x="1425" y="251"/>
                </a:lnTo>
                <a:lnTo>
                  <a:pt x="1346" y="251"/>
                </a:lnTo>
                <a:lnTo>
                  <a:pt x="1346" y="244"/>
                </a:lnTo>
                <a:cubicBezTo>
                  <a:pt x="1353" y="244"/>
                  <a:pt x="1358" y="243"/>
                  <a:pt x="1361" y="242"/>
                </a:cubicBezTo>
                <a:cubicBezTo>
                  <a:pt x="1364" y="241"/>
                  <a:pt x="1366" y="238"/>
                  <a:pt x="1367" y="234"/>
                </a:cubicBezTo>
                <a:cubicBezTo>
                  <a:pt x="1369" y="231"/>
                  <a:pt x="1370" y="224"/>
                  <a:pt x="1370" y="214"/>
                </a:cubicBezTo>
                <a:lnTo>
                  <a:pt x="1370" y="68"/>
                </a:lnTo>
                <a:cubicBezTo>
                  <a:pt x="1370" y="49"/>
                  <a:pt x="1369" y="38"/>
                  <a:pt x="1368" y="34"/>
                </a:cubicBezTo>
                <a:cubicBezTo>
                  <a:pt x="1368" y="30"/>
                  <a:pt x="1366" y="27"/>
                  <a:pt x="1364" y="25"/>
                </a:cubicBezTo>
                <a:cubicBezTo>
                  <a:pt x="1363" y="24"/>
                  <a:pt x="1360" y="23"/>
                  <a:pt x="1358" y="23"/>
                </a:cubicBezTo>
                <a:cubicBezTo>
                  <a:pt x="1354" y="23"/>
                  <a:pt x="1350" y="24"/>
                  <a:pt x="1346" y="26"/>
                </a:cubicBezTo>
                <a:lnTo>
                  <a:pt x="1343" y="19"/>
                </a:lnTo>
                <a:lnTo>
                  <a:pt x="1391" y="0"/>
                </a:lnTo>
                <a:lnTo>
                  <a:pt x="1399" y="0"/>
                </a:lnTo>
                <a:moveTo>
                  <a:pt x="1485" y="0"/>
                </a:moveTo>
                <a:cubicBezTo>
                  <a:pt x="1490" y="0"/>
                  <a:pt x="1494" y="2"/>
                  <a:pt x="1497" y="5"/>
                </a:cubicBezTo>
                <a:cubicBezTo>
                  <a:pt x="1501" y="9"/>
                  <a:pt x="1503" y="13"/>
                  <a:pt x="1503" y="17"/>
                </a:cubicBezTo>
                <a:cubicBezTo>
                  <a:pt x="1503" y="23"/>
                  <a:pt x="1501" y="27"/>
                  <a:pt x="1497" y="31"/>
                </a:cubicBezTo>
                <a:cubicBezTo>
                  <a:pt x="1494" y="34"/>
                  <a:pt x="1490" y="36"/>
                  <a:pt x="1485" y="36"/>
                </a:cubicBezTo>
                <a:cubicBezTo>
                  <a:pt x="1480" y="36"/>
                  <a:pt x="1476" y="34"/>
                  <a:pt x="1472" y="31"/>
                </a:cubicBezTo>
                <a:cubicBezTo>
                  <a:pt x="1469" y="27"/>
                  <a:pt x="1467" y="23"/>
                  <a:pt x="1467" y="17"/>
                </a:cubicBezTo>
                <a:cubicBezTo>
                  <a:pt x="1467" y="13"/>
                  <a:pt x="1469" y="9"/>
                  <a:pt x="1472" y="5"/>
                </a:cubicBezTo>
                <a:cubicBezTo>
                  <a:pt x="1476" y="2"/>
                  <a:pt x="1480" y="0"/>
                  <a:pt x="1485" y="0"/>
                </a:cubicBezTo>
                <a:moveTo>
                  <a:pt x="1500" y="84"/>
                </a:moveTo>
                <a:lnTo>
                  <a:pt x="1500" y="214"/>
                </a:lnTo>
                <a:cubicBezTo>
                  <a:pt x="1500" y="225"/>
                  <a:pt x="1500" y="231"/>
                  <a:pt x="1502" y="234"/>
                </a:cubicBezTo>
                <a:cubicBezTo>
                  <a:pt x="1503" y="238"/>
                  <a:pt x="1505" y="240"/>
                  <a:pt x="1508" y="242"/>
                </a:cubicBezTo>
                <a:cubicBezTo>
                  <a:pt x="1511" y="243"/>
                  <a:pt x="1517" y="244"/>
                  <a:pt x="1524" y="244"/>
                </a:cubicBezTo>
                <a:lnTo>
                  <a:pt x="1524" y="251"/>
                </a:lnTo>
                <a:lnTo>
                  <a:pt x="1446" y="251"/>
                </a:lnTo>
                <a:lnTo>
                  <a:pt x="1446" y="244"/>
                </a:lnTo>
                <a:cubicBezTo>
                  <a:pt x="1453" y="244"/>
                  <a:pt x="1459" y="243"/>
                  <a:pt x="1462" y="242"/>
                </a:cubicBezTo>
                <a:cubicBezTo>
                  <a:pt x="1464" y="241"/>
                  <a:pt x="1466" y="238"/>
                  <a:pt x="1468" y="234"/>
                </a:cubicBezTo>
                <a:cubicBezTo>
                  <a:pt x="1469" y="231"/>
                  <a:pt x="1470" y="224"/>
                  <a:pt x="1470" y="214"/>
                </a:cubicBezTo>
                <a:lnTo>
                  <a:pt x="1470" y="152"/>
                </a:lnTo>
                <a:cubicBezTo>
                  <a:pt x="1470" y="134"/>
                  <a:pt x="1470" y="123"/>
                  <a:pt x="1469" y="118"/>
                </a:cubicBezTo>
                <a:cubicBezTo>
                  <a:pt x="1468" y="114"/>
                  <a:pt x="1467" y="112"/>
                  <a:pt x="1465" y="110"/>
                </a:cubicBezTo>
                <a:cubicBezTo>
                  <a:pt x="1463" y="108"/>
                  <a:pt x="1461" y="107"/>
                  <a:pt x="1457" y="107"/>
                </a:cubicBezTo>
                <a:cubicBezTo>
                  <a:pt x="1454" y="107"/>
                  <a:pt x="1450" y="109"/>
                  <a:pt x="1446" y="110"/>
                </a:cubicBezTo>
                <a:lnTo>
                  <a:pt x="1444" y="104"/>
                </a:lnTo>
                <a:lnTo>
                  <a:pt x="1492" y="84"/>
                </a:lnTo>
                <a:lnTo>
                  <a:pt x="1500" y="84"/>
                </a:lnTo>
                <a:moveTo>
                  <a:pt x="1591" y="36"/>
                </a:moveTo>
                <a:lnTo>
                  <a:pt x="1591" y="89"/>
                </a:lnTo>
                <a:lnTo>
                  <a:pt x="1629" y="89"/>
                </a:lnTo>
                <a:lnTo>
                  <a:pt x="1629" y="101"/>
                </a:lnTo>
                <a:lnTo>
                  <a:pt x="1591" y="101"/>
                </a:lnTo>
                <a:lnTo>
                  <a:pt x="1591" y="206"/>
                </a:lnTo>
                <a:cubicBezTo>
                  <a:pt x="1591" y="217"/>
                  <a:pt x="1592" y="224"/>
                  <a:pt x="1595" y="228"/>
                </a:cubicBezTo>
                <a:cubicBezTo>
                  <a:pt x="1598" y="231"/>
                  <a:pt x="1602" y="233"/>
                  <a:pt x="1607" y="233"/>
                </a:cubicBezTo>
                <a:cubicBezTo>
                  <a:pt x="1611" y="233"/>
                  <a:pt x="1615" y="232"/>
                  <a:pt x="1619" y="230"/>
                </a:cubicBezTo>
                <a:cubicBezTo>
                  <a:pt x="1622" y="227"/>
                  <a:pt x="1625" y="224"/>
                  <a:pt x="1627" y="219"/>
                </a:cubicBezTo>
                <a:lnTo>
                  <a:pt x="1634" y="219"/>
                </a:lnTo>
                <a:cubicBezTo>
                  <a:pt x="1630" y="230"/>
                  <a:pt x="1624" y="239"/>
                  <a:pt x="1616" y="245"/>
                </a:cubicBezTo>
                <a:cubicBezTo>
                  <a:pt x="1609" y="250"/>
                  <a:pt x="1601" y="253"/>
                  <a:pt x="1593" y="253"/>
                </a:cubicBezTo>
                <a:cubicBezTo>
                  <a:pt x="1588" y="253"/>
                  <a:pt x="1582" y="252"/>
                  <a:pt x="1577" y="249"/>
                </a:cubicBezTo>
                <a:cubicBezTo>
                  <a:pt x="1572" y="246"/>
                  <a:pt x="1568" y="241"/>
                  <a:pt x="1566" y="236"/>
                </a:cubicBezTo>
                <a:cubicBezTo>
                  <a:pt x="1563" y="231"/>
                  <a:pt x="1562" y="222"/>
                  <a:pt x="1562" y="210"/>
                </a:cubicBezTo>
                <a:lnTo>
                  <a:pt x="1562" y="101"/>
                </a:lnTo>
                <a:lnTo>
                  <a:pt x="1537" y="101"/>
                </a:lnTo>
                <a:lnTo>
                  <a:pt x="1537" y="95"/>
                </a:lnTo>
                <a:cubicBezTo>
                  <a:pt x="1543" y="93"/>
                  <a:pt x="1549" y="89"/>
                  <a:pt x="1556" y="83"/>
                </a:cubicBezTo>
                <a:cubicBezTo>
                  <a:pt x="1563" y="76"/>
                  <a:pt x="1569" y="69"/>
                  <a:pt x="1575" y="60"/>
                </a:cubicBezTo>
                <a:cubicBezTo>
                  <a:pt x="1577" y="56"/>
                  <a:pt x="1581" y="48"/>
                  <a:pt x="1586" y="36"/>
                </a:cubicBezTo>
                <a:lnTo>
                  <a:pt x="1591" y="36"/>
                </a:lnTo>
                <a:moveTo>
                  <a:pt x="1636" y="89"/>
                </a:moveTo>
                <a:lnTo>
                  <a:pt x="1711" y="89"/>
                </a:lnTo>
                <a:lnTo>
                  <a:pt x="1711" y="95"/>
                </a:lnTo>
                <a:lnTo>
                  <a:pt x="1707" y="95"/>
                </a:lnTo>
                <a:cubicBezTo>
                  <a:pt x="1702" y="95"/>
                  <a:pt x="1698" y="97"/>
                  <a:pt x="1695" y="99"/>
                </a:cubicBezTo>
                <a:cubicBezTo>
                  <a:pt x="1693" y="101"/>
                  <a:pt x="1691" y="104"/>
                  <a:pt x="1691" y="107"/>
                </a:cubicBezTo>
                <a:cubicBezTo>
                  <a:pt x="1691" y="112"/>
                  <a:pt x="1693" y="119"/>
                  <a:pt x="1697" y="127"/>
                </a:cubicBezTo>
                <a:lnTo>
                  <a:pt x="1737" y="208"/>
                </a:lnTo>
                <a:lnTo>
                  <a:pt x="1772" y="119"/>
                </a:lnTo>
                <a:cubicBezTo>
                  <a:pt x="1774" y="114"/>
                  <a:pt x="1775" y="109"/>
                  <a:pt x="1775" y="104"/>
                </a:cubicBezTo>
                <a:cubicBezTo>
                  <a:pt x="1775" y="102"/>
                  <a:pt x="1775" y="101"/>
                  <a:pt x="1774" y="100"/>
                </a:cubicBezTo>
                <a:cubicBezTo>
                  <a:pt x="1773" y="98"/>
                  <a:pt x="1772" y="97"/>
                  <a:pt x="1770" y="97"/>
                </a:cubicBezTo>
                <a:cubicBezTo>
                  <a:pt x="1768" y="96"/>
                  <a:pt x="1764" y="95"/>
                  <a:pt x="1759" y="95"/>
                </a:cubicBezTo>
                <a:lnTo>
                  <a:pt x="1759" y="89"/>
                </a:lnTo>
                <a:lnTo>
                  <a:pt x="1812" y="89"/>
                </a:lnTo>
                <a:lnTo>
                  <a:pt x="1812" y="95"/>
                </a:lnTo>
                <a:cubicBezTo>
                  <a:pt x="1807" y="96"/>
                  <a:pt x="1804" y="97"/>
                  <a:pt x="1802" y="99"/>
                </a:cubicBezTo>
                <a:cubicBezTo>
                  <a:pt x="1799" y="100"/>
                  <a:pt x="1797" y="103"/>
                  <a:pt x="1794" y="106"/>
                </a:cubicBezTo>
                <a:cubicBezTo>
                  <a:pt x="1793" y="108"/>
                  <a:pt x="1791" y="113"/>
                  <a:pt x="1788" y="120"/>
                </a:cubicBezTo>
                <a:lnTo>
                  <a:pt x="1722" y="282"/>
                </a:lnTo>
                <a:cubicBezTo>
                  <a:pt x="1716" y="297"/>
                  <a:pt x="1707" y="308"/>
                  <a:pt x="1697" y="317"/>
                </a:cubicBezTo>
                <a:cubicBezTo>
                  <a:pt x="1687" y="325"/>
                  <a:pt x="1677" y="329"/>
                  <a:pt x="1668" y="329"/>
                </a:cubicBezTo>
                <a:cubicBezTo>
                  <a:pt x="1660" y="329"/>
                  <a:pt x="1655" y="327"/>
                  <a:pt x="1650" y="323"/>
                </a:cubicBezTo>
                <a:cubicBezTo>
                  <a:pt x="1646" y="319"/>
                  <a:pt x="1644" y="314"/>
                  <a:pt x="1644" y="309"/>
                </a:cubicBezTo>
                <a:cubicBezTo>
                  <a:pt x="1644" y="304"/>
                  <a:pt x="1645" y="300"/>
                  <a:pt x="1648" y="297"/>
                </a:cubicBezTo>
                <a:cubicBezTo>
                  <a:pt x="1652" y="294"/>
                  <a:pt x="1656" y="292"/>
                  <a:pt x="1662" y="292"/>
                </a:cubicBezTo>
                <a:cubicBezTo>
                  <a:pt x="1666" y="292"/>
                  <a:pt x="1671" y="294"/>
                  <a:pt x="1678" y="297"/>
                </a:cubicBezTo>
                <a:cubicBezTo>
                  <a:pt x="1682" y="298"/>
                  <a:pt x="1685" y="299"/>
                  <a:pt x="1686" y="299"/>
                </a:cubicBezTo>
                <a:cubicBezTo>
                  <a:pt x="1690" y="299"/>
                  <a:pt x="1694" y="297"/>
                  <a:pt x="1698" y="294"/>
                </a:cubicBezTo>
                <a:cubicBezTo>
                  <a:pt x="1702" y="290"/>
                  <a:pt x="1707" y="283"/>
                  <a:pt x="1711" y="272"/>
                </a:cubicBezTo>
                <a:lnTo>
                  <a:pt x="1722" y="244"/>
                </a:lnTo>
                <a:lnTo>
                  <a:pt x="1664" y="123"/>
                </a:lnTo>
                <a:cubicBezTo>
                  <a:pt x="1662" y="119"/>
                  <a:pt x="1660" y="114"/>
                  <a:pt x="1656" y="109"/>
                </a:cubicBezTo>
                <a:cubicBezTo>
                  <a:pt x="1653" y="105"/>
                  <a:pt x="1650" y="102"/>
                  <a:pt x="1648" y="101"/>
                </a:cubicBezTo>
                <a:cubicBezTo>
                  <a:pt x="1646" y="99"/>
                  <a:pt x="1641" y="97"/>
                  <a:pt x="1636" y="95"/>
                </a:cubicBezTo>
                <a:lnTo>
                  <a:pt x="1636" y="8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5429520" y="2557440"/>
            <a:ext cx="1907640" cy="12960"/>
          </a:xfrm>
          <a:custGeom>
            <a:avLst/>
            <a:gdLst/>
            <a:ahLst/>
            <a:rect l="0" t="0" r="r" b="b"/>
            <a:pathLst>
              <a:path w="5299" h="36">
                <a:moveTo>
                  <a:pt x="5299" y="36"/>
                </a:moveTo>
                <a:lnTo>
                  <a:pt x="5190" y="36"/>
                </a:lnTo>
                <a:lnTo>
                  <a:pt x="5190" y="0"/>
                </a:lnTo>
                <a:lnTo>
                  <a:pt x="5299" y="0"/>
                </a:lnTo>
                <a:lnTo>
                  <a:pt x="5299" y="36"/>
                </a:lnTo>
                <a:moveTo>
                  <a:pt x="5082" y="36"/>
                </a:moveTo>
                <a:lnTo>
                  <a:pt x="4974" y="36"/>
                </a:lnTo>
                <a:lnTo>
                  <a:pt x="4974" y="0"/>
                </a:lnTo>
                <a:lnTo>
                  <a:pt x="5082" y="0"/>
                </a:lnTo>
                <a:lnTo>
                  <a:pt x="5082" y="36"/>
                </a:lnTo>
                <a:moveTo>
                  <a:pt x="4865" y="36"/>
                </a:moveTo>
                <a:lnTo>
                  <a:pt x="4757" y="36"/>
                </a:lnTo>
                <a:lnTo>
                  <a:pt x="4757" y="0"/>
                </a:lnTo>
                <a:lnTo>
                  <a:pt x="4865" y="0"/>
                </a:lnTo>
                <a:lnTo>
                  <a:pt x="4865" y="36"/>
                </a:lnTo>
                <a:moveTo>
                  <a:pt x="4649" y="36"/>
                </a:moveTo>
                <a:lnTo>
                  <a:pt x="4540" y="36"/>
                </a:lnTo>
                <a:lnTo>
                  <a:pt x="4540" y="0"/>
                </a:lnTo>
                <a:lnTo>
                  <a:pt x="4649" y="0"/>
                </a:lnTo>
                <a:lnTo>
                  <a:pt x="4649" y="36"/>
                </a:lnTo>
                <a:moveTo>
                  <a:pt x="4432" y="36"/>
                </a:moveTo>
                <a:lnTo>
                  <a:pt x="4323" y="36"/>
                </a:lnTo>
                <a:lnTo>
                  <a:pt x="4323" y="0"/>
                </a:lnTo>
                <a:lnTo>
                  <a:pt x="4432" y="0"/>
                </a:lnTo>
                <a:lnTo>
                  <a:pt x="4432" y="36"/>
                </a:lnTo>
                <a:moveTo>
                  <a:pt x="4215" y="36"/>
                </a:moveTo>
                <a:lnTo>
                  <a:pt x="4107" y="36"/>
                </a:lnTo>
                <a:lnTo>
                  <a:pt x="4107" y="0"/>
                </a:lnTo>
                <a:lnTo>
                  <a:pt x="4215" y="0"/>
                </a:lnTo>
                <a:lnTo>
                  <a:pt x="4215" y="36"/>
                </a:lnTo>
                <a:moveTo>
                  <a:pt x="3998" y="36"/>
                </a:moveTo>
                <a:lnTo>
                  <a:pt x="3890" y="36"/>
                </a:lnTo>
                <a:lnTo>
                  <a:pt x="3890" y="0"/>
                </a:lnTo>
                <a:lnTo>
                  <a:pt x="3998" y="0"/>
                </a:lnTo>
                <a:lnTo>
                  <a:pt x="3998" y="36"/>
                </a:lnTo>
                <a:moveTo>
                  <a:pt x="3782" y="36"/>
                </a:moveTo>
                <a:lnTo>
                  <a:pt x="3673" y="36"/>
                </a:lnTo>
                <a:lnTo>
                  <a:pt x="3673" y="0"/>
                </a:lnTo>
                <a:lnTo>
                  <a:pt x="3782" y="0"/>
                </a:lnTo>
                <a:lnTo>
                  <a:pt x="3782" y="36"/>
                </a:lnTo>
                <a:moveTo>
                  <a:pt x="3565" y="36"/>
                </a:moveTo>
                <a:lnTo>
                  <a:pt x="3456" y="36"/>
                </a:lnTo>
                <a:lnTo>
                  <a:pt x="3456" y="0"/>
                </a:lnTo>
                <a:lnTo>
                  <a:pt x="3565" y="0"/>
                </a:lnTo>
                <a:lnTo>
                  <a:pt x="3565" y="36"/>
                </a:lnTo>
                <a:moveTo>
                  <a:pt x="3348" y="36"/>
                </a:moveTo>
                <a:lnTo>
                  <a:pt x="3240" y="36"/>
                </a:lnTo>
                <a:lnTo>
                  <a:pt x="3240" y="0"/>
                </a:lnTo>
                <a:lnTo>
                  <a:pt x="3348" y="0"/>
                </a:lnTo>
                <a:lnTo>
                  <a:pt x="3348" y="36"/>
                </a:lnTo>
                <a:moveTo>
                  <a:pt x="3131" y="36"/>
                </a:moveTo>
                <a:lnTo>
                  <a:pt x="3023" y="36"/>
                </a:lnTo>
                <a:lnTo>
                  <a:pt x="3023" y="0"/>
                </a:lnTo>
                <a:lnTo>
                  <a:pt x="3131" y="0"/>
                </a:lnTo>
                <a:lnTo>
                  <a:pt x="3131" y="36"/>
                </a:lnTo>
                <a:moveTo>
                  <a:pt x="2915" y="36"/>
                </a:moveTo>
                <a:lnTo>
                  <a:pt x="2806" y="36"/>
                </a:lnTo>
                <a:lnTo>
                  <a:pt x="2806" y="0"/>
                </a:lnTo>
                <a:lnTo>
                  <a:pt x="2915" y="0"/>
                </a:lnTo>
                <a:lnTo>
                  <a:pt x="2915" y="36"/>
                </a:lnTo>
                <a:moveTo>
                  <a:pt x="2698" y="36"/>
                </a:moveTo>
                <a:lnTo>
                  <a:pt x="2589" y="36"/>
                </a:lnTo>
                <a:lnTo>
                  <a:pt x="2589" y="0"/>
                </a:lnTo>
                <a:lnTo>
                  <a:pt x="2698" y="0"/>
                </a:lnTo>
                <a:lnTo>
                  <a:pt x="2698" y="36"/>
                </a:lnTo>
                <a:moveTo>
                  <a:pt x="2481" y="36"/>
                </a:moveTo>
                <a:lnTo>
                  <a:pt x="2373" y="36"/>
                </a:lnTo>
                <a:lnTo>
                  <a:pt x="2373" y="0"/>
                </a:lnTo>
                <a:lnTo>
                  <a:pt x="2481" y="0"/>
                </a:lnTo>
                <a:lnTo>
                  <a:pt x="2481" y="36"/>
                </a:lnTo>
                <a:moveTo>
                  <a:pt x="2264" y="36"/>
                </a:moveTo>
                <a:lnTo>
                  <a:pt x="2156" y="36"/>
                </a:lnTo>
                <a:lnTo>
                  <a:pt x="2156" y="0"/>
                </a:lnTo>
                <a:lnTo>
                  <a:pt x="2264" y="0"/>
                </a:lnTo>
                <a:lnTo>
                  <a:pt x="2264" y="36"/>
                </a:lnTo>
                <a:moveTo>
                  <a:pt x="2048" y="36"/>
                </a:moveTo>
                <a:lnTo>
                  <a:pt x="1939" y="36"/>
                </a:lnTo>
                <a:lnTo>
                  <a:pt x="1939" y="0"/>
                </a:lnTo>
                <a:lnTo>
                  <a:pt x="2048" y="0"/>
                </a:lnTo>
                <a:lnTo>
                  <a:pt x="2048" y="36"/>
                </a:lnTo>
                <a:moveTo>
                  <a:pt x="1831" y="36"/>
                </a:moveTo>
                <a:lnTo>
                  <a:pt x="1722" y="36"/>
                </a:lnTo>
                <a:lnTo>
                  <a:pt x="1722" y="0"/>
                </a:lnTo>
                <a:lnTo>
                  <a:pt x="1831" y="0"/>
                </a:lnTo>
                <a:lnTo>
                  <a:pt x="1831" y="36"/>
                </a:lnTo>
                <a:moveTo>
                  <a:pt x="1614" y="36"/>
                </a:moveTo>
                <a:lnTo>
                  <a:pt x="1506" y="36"/>
                </a:lnTo>
                <a:lnTo>
                  <a:pt x="1506" y="0"/>
                </a:lnTo>
                <a:lnTo>
                  <a:pt x="1614" y="0"/>
                </a:lnTo>
                <a:lnTo>
                  <a:pt x="1614" y="36"/>
                </a:lnTo>
                <a:moveTo>
                  <a:pt x="1397" y="36"/>
                </a:moveTo>
                <a:lnTo>
                  <a:pt x="1289" y="36"/>
                </a:lnTo>
                <a:lnTo>
                  <a:pt x="1289" y="0"/>
                </a:lnTo>
                <a:lnTo>
                  <a:pt x="1397" y="0"/>
                </a:lnTo>
                <a:lnTo>
                  <a:pt x="1397" y="36"/>
                </a:lnTo>
                <a:moveTo>
                  <a:pt x="1181" y="36"/>
                </a:moveTo>
                <a:lnTo>
                  <a:pt x="1072" y="36"/>
                </a:lnTo>
                <a:lnTo>
                  <a:pt x="1072" y="0"/>
                </a:lnTo>
                <a:lnTo>
                  <a:pt x="1181" y="0"/>
                </a:lnTo>
                <a:lnTo>
                  <a:pt x="1181" y="36"/>
                </a:lnTo>
                <a:moveTo>
                  <a:pt x="964" y="36"/>
                </a:moveTo>
                <a:lnTo>
                  <a:pt x="855" y="36"/>
                </a:lnTo>
                <a:lnTo>
                  <a:pt x="855" y="0"/>
                </a:lnTo>
                <a:lnTo>
                  <a:pt x="964" y="0"/>
                </a:lnTo>
                <a:lnTo>
                  <a:pt x="964" y="36"/>
                </a:lnTo>
                <a:moveTo>
                  <a:pt x="747" y="36"/>
                </a:moveTo>
                <a:lnTo>
                  <a:pt x="639" y="36"/>
                </a:lnTo>
                <a:lnTo>
                  <a:pt x="639" y="0"/>
                </a:lnTo>
                <a:lnTo>
                  <a:pt x="747" y="0"/>
                </a:lnTo>
                <a:lnTo>
                  <a:pt x="747" y="36"/>
                </a:lnTo>
                <a:moveTo>
                  <a:pt x="530" y="36"/>
                </a:moveTo>
                <a:lnTo>
                  <a:pt x="422" y="36"/>
                </a:lnTo>
                <a:lnTo>
                  <a:pt x="422" y="0"/>
                </a:lnTo>
                <a:lnTo>
                  <a:pt x="530" y="0"/>
                </a:lnTo>
                <a:lnTo>
                  <a:pt x="530" y="36"/>
                </a:lnTo>
                <a:moveTo>
                  <a:pt x="314" y="36"/>
                </a:moveTo>
                <a:lnTo>
                  <a:pt x="205" y="36"/>
                </a:lnTo>
                <a:lnTo>
                  <a:pt x="205" y="0"/>
                </a:lnTo>
                <a:lnTo>
                  <a:pt x="314" y="0"/>
                </a:lnTo>
                <a:lnTo>
                  <a:pt x="314" y="36"/>
                </a:lnTo>
                <a:moveTo>
                  <a:pt x="97" y="36"/>
                </a:moveTo>
                <a:lnTo>
                  <a:pt x="0" y="36"/>
                </a:lnTo>
                <a:lnTo>
                  <a:pt x="0" y="0"/>
                </a:lnTo>
                <a:lnTo>
                  <a:pt x="97" y="0"/>
                </a:lnTo>
                <a:lnTo>
                  <a:pt x="97" y="36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-32040" bIns="-32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5431680" y="2323440"/>
            <a:ext cx="1907640" cy="12960"/>
          </a:xfrm>
          <a:custGeom>
            <a:avLst/>
            <a:gdLst/>
            <a:ahLst/>
            <a:rect l="0" t="0" r="r" b="b"/>
            <a:pathLst>
              <a:path w="5299" h="36">
                <a:moveTo>
                  <a:pt x="5299" y="36"/>
                </a:moveTo>
                <a:lnTo>
                  <a:pt x="5190" y="36"/>
                </a:lnTo>
                <a:lnTo>
                  <a:pt x="5190" y="0"/>
                </a:lnTo>
                <a:lnTo>
                  <a:pt x="5299" y="0"/>
                </a:lnTo>
                <a:lnTo>
                  <a:pt x="5299" y="36"/>
                </a:lnTo>
                <a:moveTo>
                  <a:pt x="5082" y="36"/>
                </a:moveTo>
                <a:lnTo>
                  <a:pt x="4973" y="36"/>
                </a:lnTo>
                <a:lnTo>
                  <a:pt x="4973" y="0"/>
                </a:lnTo>
                <a:lnTo>
                  <a:pt x="5082" y="0"/>
                </a:lnTo>
                <a:lnTo>
                  <a:pt x="5082" y="36"/>
                </a:lnTo>
                <a:moveTo>
                  <a:pt x="4865" y="36"/>
                </a:moveTo>
                <a:lnTo>
                  <a:pt x="4757" y="36"/>
                </a:lnTo>
                <a:lnTo>
                  <a:pt x="4757" y="0"/>
                </a:lnTo>
                <a:lnTo>
                  <a:pt x="4865" y="0"/>
                </a:lnTo>
                <a:lnTo>
                  <a:pt x="4865" y="36"/>
                </a:lnTo>
                <a:moveTo>
                  <a:pt x="4648" y="36"/>
                </a:moveTo>
                <a:lnTo>
                  <a:pt x="4540" y="36"/>
                </a:lnTo>
                <a:lnTo>
                  <a:pt x="4540" y="0"/>
                </a:lnTo>
                <a:lnTo>
                  <a:pt x="4648" y="0"/>
                </a:lnTo>
                <a:lnTo>
                  <a:pt x="4648" y="36"/>
                </a:lnTo>
                <a:moveTo>
                  <a:pt x="4432" y="36"/>
                </a:moveTo>
                <a:lnTo>
                  <a:pt x="4323" y="36"/>
                </a:lnTo>
                <a:lnTo>
                  <a:pt x="4323" y="0"/>
                </a:lnTo>
                <a:lnTo>
                  <a:pt x="4432" y="0"/>
                </a:lnTo>
                <a:lnTo>
                  <a:pt x="4432" y="36"/>
                </a:lnTo>
                <a:moveTo>
                  <a:pt x="4215" y="36"/>
                </a:moveTo>
                <a:lnTo>
                  <a:pt x="4106" y="36"/>
                </a:lnTo>
                <a:lnTo>
                  <a:pt x="4106" y="0"/>
                </a:lnTo>
                <a:lnTo>
                  <a:pt x="4215" y="0"/>
                </a:lnTo>
                <a:lnTo>
                  <a:pt x="4215" y="36"/>
                </a:lnTo>
                <a:moveTo>
                  <a:pt x="3998" y="36"/>
                </a:moveTo>
                <a:lnTo>
                  <a:pt x="3890" y="36"/>
                </a:lnTo>
                <a:lnTo>
                  <a:pt x="3890" y="0"/>
                </a:lnTo>
                <a:lnTo>
                  <a:pt x="3998" y="0"/>
                </a:lnTo>
                <a:lnTo>
                  <a:pt x="3998" y="36"/>
                </a:lnTo>
                <a:moveTo>
                  <a:pt x="3781" y="36"/>
                </a:moveTo>
                <a:lnTo>
                  <a:pt x="3673" y="36"/>
                </a:lnTo>
                <a:lnTo>
                  <a:pt x="3673" y="0"/>
                </a:lnTo>
                <a:lnTo>
                  <a:pt x="3781" y="0"/>
                </a:lnTo>
                <a:lnTo>
                  <a:pt x="3781" y="36"/>
                </a:lnTo>
                <a:moveTo>
                  <a:pt x="3565" y="36"/>
                </a:moveTo>
                <a:lnTo>
                  <a:pt x="3456" y="36"/>
                </a:lnTo>
                <a:lnTo>
                  <a:pt x="3456" y="0"/>
                </a:lnTo>
                <a:lnTo>
                  <a:pt x="3565" y="0"/>
                </a:lnTo>
                <a:lnTo>
                  <a:pt x="3565" y="36"/>
                </a:lnTo>
                <a:moveTo>
                  <a:pt x="3348" y="36"/>
                </a:moveTo>
                <a:lnTo>
                  <a:pt x="3239" y="36"/>
                </a:lnTo>
                <a:lnTo>
                  <a:pt x="3239" y="0"/>
                </a:lnTo>
                <a:lnTo>
                  <a:pt x="3348" y="0"/>
                </a:lnTo>
                <a:lnTo>
                  <a:pt x="3348" y="36"/>
                </a:lnTo>
                <a:moveTo>
                  <a:pt x="3131" y="36"/>
                </a:moveTo>
                <a:lnTo>
                  <a:pt x="3023" y="36"/>
                </a:lnTo>
                <a:lnTo>
                  <a:pt x="3023" y="0"/>
                </a:lnTo>
                <a:lnTo>
                  <a:pt x="3131" y="0"/>
                </a:lnTo>
                <a:lnTo>
                  <a:pt x="3131" y="36"/>
                </a:lnTo>
                <a:moveTo>
                  <a:pt x="2914" y="36"/>
                </a:moveTo>
                <a:lnTo>
                  <a:pt x="2806" y="36"/>
                </a:lnTo>
                <a:lnTo>
                  <a:pt x="2806" y="0"/>
                </a:lnTo>
                <a:lnTo>
                  <a:pt x="2914" y="0"/>
                </a:lnTo>
                <a:lnTo>
                  <a:pt x="2914" y="36"/>
                </a:lnTo>
                <a:moveTo>
                  <a:pt x="2698" y="36"/>
                </a:moveTo>
                <a:lnTo>
                  <a:pt x="2589" y="36"/>
                </a:lnTo>
                <a:lnTo>
                  <a:pt x="2589" y="0"/>
                </a:lnTo>
                <a:lnTo>
                  <a:pt x="2698" y="0"/>
                </a:lnTo>
                <a:lnTo>
                  <a:pt x="2698" y="36"/>
                </a:lnTo>
                <a:moveTo>
                  <a:pt x="2481" y="36"/>
                </a:moveTo>
                <a:lnTo>
                  <a:pt x="2372" y="36"/>
                </a:lnTo>
                <a:lnTo>
                  <a:pt x="2372" y="0"/>
                </a:lnTo>
                <a:lnTo>
                  <a:pt x="2481" y="0"/>
                </a:lnTo>
                <a:lnTo>
                  <a:pt x="2481" y="36"/>
                </a:lnTo>
                <a:moveTo>
                  <a:pt x="2264" y="36"/>
                </a:moveTo>
                <a:lnTo>
                  <a:pt x="2156" y="36"/>
                </a:lnTo>
                <a:lnTo>
                  <a:pt x="2156" y="0"/>
                </a:lnTo>
                <a:lnTo>
                  <a:pt x="2264" y="0"/>
                </a:lnTo>
                <a:lnTo>
                  <a:pt x="2264" y="36"/>
                </a:lnTo>
                <a:moveTo>
                  <a:pt x="2047" y="36"/>
                </a:moveTo>
                <a:lnTo>
                  <a:pt x="1939" y="36"/>
                </a:lnTo>
                <a:lnTo>
                  <a:pt x="1939" y="0"/>
                </a:lnTo>
                <a:lnTo>
                  <a:pt x="2047" y="0"/>
                </a:lnTo>
                <a:lnTo>
                  <a:pt x="2047" y="36"/>
                </a:lnTo>
                <a:moveTo>
                  <a:pt x="1831" y="36"/>
                </a:moveTo>
                <a:lnTo>
                  <a:pt x="1722" y="36"/>
                </a:lnTo>
                <a:lnTo>
                  <a:pt x="1722" y="0"/>
                </a:lnTo>
                <a:lnTo>
                  <a:pt x="1831" y="0"/>
                </a:lnTo>
                <a:lnTo>
                  <a:pt x="1831" y="36"/>
                </a:lnTo>
                <a:moveTo>
                  <a:pt x="1614" y="36"/>
                </a:moveTo>
                <a:lnTo>
                  <a:pt x="1505" y="36"/>
                </a:lnTo>
                <a:lnTo>
                  <a:pt x="1505" y="0"/>
                </a:lnTo>
                <a:lnTo>
                  <a:pt x="1614" y="0"/>
                </a:lnTo>
                <a:lnTo>
                  <a:pt x="1614" y="36"/>
                </a:lnTo>
                <a:moveTo>
                  <a:pt x="1397" y="36"/>
                </a:moveTo>
                <a:lnTo>
                  <a:pt x="1289" y="36"/>
                </a:lnTo>
                <a:lnTo>
                  <a:pt x="1289" y="0"/>
                </a:lnTo>
                <a:lnTo>
                  <a:pt x="1397" y="0"/>
                </a:lnTo>
                <a:lnTo>
                  <a:pt x="1397" y="36"/>
                </a:lnTo>
                <a:moveTo>
                  <a:pt x="1180" y="36"/>
                </a:moveTo>
                <a:lnTo>
                  <a:pt x="1072" y="36"/>
                </a:lnTo>
                <a:lnTo>
                  <a:pt x="1072" y="0"/>
                </a:lnTo>
                <a:lnTo>
                  <a:pt x="1180" y="0"/>
                </a:lnTo>
                <a:lnTo>
                  <a:pt x="1180" y="36"/>
                </a:lnTo>
                <a:moveTo>
                  <a:pt x="964" y="36"/>
                </a:moveTo>
                <a:lnTo>
                  <a:pt x="855" y="36"/>
                </a:lnTo>
                <a:lnTo>
                  <a:pt x="855" y="0"/>
                </a:lnTo>
                <a:lnTo>
                  <a:pt x="964" y="0"/>
                </a:lnTo>
                <a:lnTo>
                  <a:pt x="964" y="36"/>
                </a:lnTo>
                <a:moveTo>
                  <a:pt x="747" y="36"/>
                </a:moveTo>
                <a:lnTo>
                  <a:pt x="638" y="36"/>
                </a:lnTo>
                <a:lnTo>
                  <a:pt x="638" y="0"/>
                </a:lnTo>
                <a:lnTo>
                  <a:pt x="747" y="0"/>
                </a:lnTo>
                <a:lnTo>
                  <a:pt x="747" y="36"/>
                </a:lnTo>
                <a:moveTo>
                  <a:pt x="530" y="36"/>
                </a:moveTo>
                <a:lnTo>
                  <a:pt x="422" y="36"/>
                </a:lnTo>
                <a:lnTo>
                  <a:pt x="422" y="0"/>
                </a:lnTo>
                <a:lnTo>
                  <a:pt x="530" y="0"/>
                </a:lnTo>
                <a:lnTo>
                  <a:pt x="530" y="36"/>
                </a:lnTo>
                <a:moveTo>
                  <a:pt x="313" y="36"/>
                </a:moveTo>
                <a:lnTo>
                  <a:pt x="205" y="36"/>
                </a:lnTo>
                <a:lnTo>
                  <a:pt x="205" y="0"/>
                </a:lnTo>
                <a:lnTo>
                  <a:pt x="313" y="0"/>
                </a:lnTo>
                <a:lnTo>
                  <a:pt x="313" y="36"/>
                </a:lnTo>
                <a:moveTo>
                  <a:pt x="97" y="36"/>
                </a:moveTo>
                <a:lnTo>
                  <a:pt x="0" y="36"/>
                </a:lnTo>
                <a:lnTo>
                  <a:pt x="0" y="0"/>
                </a:lnTo>
                <a:lnTo>
                  <a:pt x="97" y="0"/>
                </a:lnTo>
                <a:lnTo>
                  <a:pt x="97" y="36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-32040" bIns="-32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5432040" y="2052720"/>
            <a:ext cx="1907280" cy="13320"/>
          </a:xfrm>
          <a:custGeom>
            <a:avLst/>
            <a:gdLst/>
            <a:ahLst/>
            <a:rect l="0" t="0" r="r" b="b"/>
            <a:pathLst>
              <a:path w="5298" h="37">
                <a:moveTo>
                  <a:pt x="5298" y="37"/>
                </a:moveTo>
                <a:lnTo>
                  <a:pt x="5190" y="37"/>
                </a:lnTo>
                <a:lnTo>
                  <a:pt x="5190" y="0"/>
                </a:lnTo>
                <a:lnTo>
                  <a:pt x="5298" y="0"/>
                </a:lnTo>
                <a:lnTo>
                  <a:pt x="5298" y="37"/>
                </a:lnTo>
                <a:moveTo>
                  <a:pt x="5081" y="37"/>
                </a:moveTo>
                <a:lnTo>
                  <a:pt x="4973" y="37"/>
                </a:lnTo>
                <a:lnTo>
                  <a:pt x="4973" y="0"/>
                </a:lnTo>
                <a:lnTo>
                  <a:pt x="5081" y="0"/>
                </a:lnTo>
                <a:lnTo>
                  <a:pt x="5081" y="37"/>
                </a:lnTo>
                <a:moveTo>
                  <a:pt x="4864" y="37"/>
                </a:moveTo>
                <a:lnTo>
                  <a:pt x="4756" y="37"/>
                </a:lnTo>
                <a:lnTo>
                  <a:pt x="4756" y="0"/>
                </a:lnTo>
                <a:lnTo>
                  <a:pt x="4864" y="0"/>
                </a:lnTo>
                <a:lnTo>
                  <a:pt x="4864" y="37"/>
                </a:lnTo>
                <a:moveTo>
                  <a:pt x="4648" y="37"/>
                </a:moveTo>
                <a:lnTo>
                  <a:pt x="4539" y="37"/>
                </a:lnTo>
                <a:lnTo>
                  <a:pt x="4539" y="0"/>
                </a:lnTo>
                <a:lnTo>
                  <a:pt x="4648" y="0"/>
                </a:lnTo>
                <a:lnTo>
                  <a:pt x="4648" y="37"/>
                </a:lnTo>
                <a:moveTo>
                  <a:pt x="4431" y="37"/>
                </a:moveTo>
                <a:lnTo>
                  <a:pt x="4323" y="37"/>
                </a:lnTo>
                <a:lnTo>
                  <a:pt x="4323" y="0"/>
                </a:lnTo>
                <a:lnTo>
                  <a:pt x="4431" y="0"/>
                </a:lnTo>
                <a:lnTo>
                  <a:pt x="4431" y="37"/>
                </a:lnTo>
                <a:moveTo>
                  <a:pt x="4214" y="37"/>
                </a:moveTo>
                <a:lnTo>
                  <a:pt x="4106" y="37"/>
                </a:lnTo>
                <a:lnTo>
                  <a:pt x="4106" y="0"/>
                </a:lnTo>
                <a:lnTo>
                  <a:pt x="4214" y="0"/>
                </a:lnTo>
                <a:lnTo>
                  <a:pt x="4214" y="37"/>
                </a:lnTo>
                <a:moveTo>
                  <a:pt x="3997" y="37"/>
                </a:moveTo>
                <a:lnTo>
                  <a:pt x="3889" y="37"/>
                </a:lnTo>
                <a:lnTo>
                  <a:pt x="3889" y="0"/>
                </a:lnTo>
                <a:lnTo>
                  <a:pt x="3997" y="0"/>
                </a:lnTo>
                <a:lnTo>
                  <a:pt x="3997" y="37"/>
                </a:lnTo>
                <a:moveTo>
                  <a:pt x="3781" y="37"/>
                </a:moveTo>
                <a:lnTo>
                  <a:pt x="3672" y="37"/>
                </a:lnTo>
                <a:lnTo>
                  <a:pt x="3672" y="0"/>
                </a:lnTo>
                <a:lnTo>
                  <a:pt x="3781" y="0"/>
                </a:lnTo>
                <a:lnTo>
                  <a:pt x="3781" y="37"/>
                </a:lnTo>
                <a:moveTo>
                  <a:pt x="3564" y="37"/>
                </a:moveTo>
                <a:lnTo>
                  <a:pt x="3456" y="37"/>
                </a:lnTo>
                <a:lnTo>
                  <a:pt x="3456" y="0"/>
                </a:lnTo>
                <a:lnTo>
                  <a:pt x="3564" y="0"/>
                </a:lnTo>
                <a:lnTo>
                  <a:pt x="3564" y="37"/>
                </a:lnTo>
                <a:moveTo>
                  <a:pt x="3347" y="37"/>
                </a:moveTo>
                <a:lnTo>
                  <a:pt x="3239" y="37"/>
                </a:lnTo>
                <a:lnTo>
                  <a:pt x="3239" y="0"/>
                </a:lnTo>
                <a:lnTo>
                  <a:pt x="3347" y="0"/>
                </a:lnTo>
                <a:lnTo>
                  <a:pt x="3347" y="37"/>
                </a:lnTo>
                <a:moveTo>
                  <a:pt x="3130" y="37"/>
                </a:moveTo>
                <a:lnTo>
                  <a:pt x="3022" y="37"/>
                </a:lnTo>
                <a:lnTo>
                  <a:pt x="3022" y="0"/>
                </a:lnTo>
                <a:lnTo>
                  <a:pt x="3130" y="0"/>
                </a:lnTo>
                <a:lnTo>
                  <a:pt x="3130" y="37"/>
                </a:lnTo>
                <a:moveTo>
                  <a:pt x="2914" y="37"/>
                </a:moveTo>
                <a:lnTo>
                  <a:pt x="2805" y="37"/>
                </a:lnTo>
                <a:lnTo>
                  <a:pt x="2805" y="0"/>
                </a:lnTo>
                <a:lnTo>
                  <a:pt x="2914" y="0"/>
                </a:lnTo>
                <a:lnTo>
                  <a:pt x="2914" y="37"/>
                </a:lnTo>
                <a:moveTo>
                  <a:pt x="2697" y="37"/>
                </a:moveTo>
                <a:lnTo>
                  <a:pt x="2589" y="37"/>
                </a:lnTo>
                <a:lnTo>
                  <a:pt x="2589" y="0"/>
                </a:lnTo>
                <a:lnTo>
                  <a:pt x="2697" y="0"/>
                </a:lnTo>
                <a:lnTo>
                  <a:pt x="2697" y="37"/>
                </a:lnTo>
                <a:moveTo>
                  <a:pt x="2480" y="37"/>
                </a:moveTo>
                <a:lnTo>
                  <a:pt x="2372" y="37"/>
                </a:lnTo>
                <a:lnTo>
                  <a:pt x="2372" y="0"/>
                </a:lnTo>
                <a:lnTo>
                  <a:pt x="2480" y="0"/>
                </a:lnTo>
                <a:lnTo>
                  <a:pt x="2480" y="37"/>
                </a:lnTo>
                <a:moveTo>
                  <a:pt x="2263" y="37"/>
                </a:moveTo>
                <a:lnTo>
                  <a:pt x="2155" y="37"/>
                </a:lnTo>
                <a:lnTo>
                  <a:pt x="2155" y="0"/>
                </a:lnTo>
                <a:lnTo>
                  <a:pt x="2263" y="0"/>
                </a:lnTo>
                <a:lnTo>
                  <a:pt x="2263" y="37"/>
                </a:lnTo>
                <a:moveTo>
                  <a:pt x="2047" y="37"/>
                </a:moveTo>
                <a:lnTo>
                  <a:pt x="1938" y="37"/>
                </a:lnTo>
                <a:lnTo>
                  <a:pt x="1938" y="0"/>
                </a:lnTo>
                <a:lnTo>
                  <a:pt x="2047" y="0"/>
                </a:lnTo>
                <a:lnTo>
                  <a:pt x="2047" y="37"/>
                </a:lnTo>
                <a:moveTo>
                  <a:pt x="1830" y="37"/>
                </a:moveTo>
                <a:lnTo>
                  <a:pt x="1722" y="37"/>
                </a:lnTo>
                <a:lnTo>
                  <a:pt x="1722" y="0"/>
                </a:lnTo>
                <a:lnTo>
                  <a:pt x="1830" y="0"/>
                </a:lnTo>
                <a:lnTo>
                  <a:pt x="1830" y="37"/>
                </a:lnTo>
                <a:moveTo>
                  <a:pt x="1613" y="37"/>
                </a:moveTo>
                <a:lnTo>
                  <a:pt x="1505" y="37"/>
                </a:lnTo>
                <a:lnTo>
                  <a:pt x="1505" y="0"/>
                </a:lnTo>
                <a:lnTo>
                  <a:pt x="1613" y="0"/>
                </a:lnTo>
                <a:lnTo>
                  <a:pt x="1613" y="37"/>
                </a:lnTo>
                <a:moveTo>
                  <a:pt x="1396" y="37"/>
                </a:moveTo>
                <a:lnTo>
                  <a:pt x="1288" y="37"/>
                </a:lnTo>
                <a:lnTo>
                  <a:pt x="1288" y="0"/>
                </a:lnTo>
                <a:lnTo>
                  <a:pt x="1396" y="0"/>
                </a:lnTo>
                <a:lnTo>
                  <a:pt x="1396" y="37"/>
                </a:lnTo>
                <a:moveTo>
                  <a:pt x="1180" y="37"/>
                </a:moveTo>
                <a:lnTo>
                  <a:pt x="1071" y="37"/>
                </a:lnTo>
                <a:lnTo>
                  <a:pt x="1071" y="0"/>
                </a:lnTo>
                <a:lnTo>
                  <a:pt x="1180" y="0"/>
                </a:lnTo>
                <a:lnTo>
                  <a:pt x="1180" y="37"/>
                </a:lnTo>
                <a:moveTo>
                  <a:pt x="963" y="37"/>
                </a:moveTo>
                <a:lnTo>
                  <a:pt x="855" y="37"/>
                </a:lnTo>
                <a:lnTo>
                  <a:pt x="855" y="0"/>
                </a:lnTo>
                <a:lnTo>
                  <a:pt x="963" y="0"/>
                </a:lnTo>
                <a:lnTo>
                  <a:pt x="963" y="37"/>
                </a:lnTo>
                <a:moveTo>
                  <a:pt x="746" y="37"/>
                </a:moveTo>
                <a:lnTo>
                  <a:pt x="638" y="37"/>
                </a:lnTo>
                <a:lnTo>
                  <a:pt x="638" y="0"/>
                </a:lnTo>
                <a:lnTo>
                  <a:pt x="746" y="0"/>
                </a:lnTo>
                <a:lnTo>
                  <a:pt x="746" y="37"/>
                </a:lnTo>
                <a:moveTo>
                  <a:pt x="529" y="37"/>
                </a:moveTo>
                <a:lnTo>
                  <a:pt x="421" y="37"/>
                </a:lnTo>
                <a:lnTo>
                  <a:pt x="421" y="0"/>
                </a:lnTo>
                <a:lnTo>
                  <a:pt x="529" y="0"/>
                </a:lnTo>
                <a:lnTo>
                  <a:pt x="529" y="37"/>
                </a:lnTo>
                <a:moveTo>
                  <a:pt x="313" y="37"/>
                </a:moveTo>
                <a:lnTo>
                  <a:pt x="204" y="37"/>
                </a:lnTo>
                <a:lnTo>
                  <a:pt x="204" y="0"/>
                </a:lnTo>
                <a:lnTo>
                  <a:pt x="313" y="0"/>
                </a:lnTo>
                <a:lnTo>
                  <a:pt x="313" y="37"/>
                </a:lnTo>
                <a:moveTo>
                  <a:pt x="96" y="37"/>
                </a:moveTo>
                <a:lnTo>
                  <a:pt x="0" y="37"/>
                </a:lnTo>
                <a:lnTo>
                  <a:pt x="0" y="0"/>
                </a:lnTo>
                <a:lnTo>
                  <a:pt x="96" y="0"/>
                </a:lnTo>
                <a:lnTo>
                  <a:pt x="96" y="37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-31680" bIns="-31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6215040" y="1318680"/>
            <a:ext cx="20160" cy="1287000"/>
          </a:xfrm>
          <a:custGeom>
            <a:avLst/>
            <a:gdLst/>
            <a:ahLst/>
            <a:rect l="0" t="0" r="r" b="b"/>
            <a:pathLst>
              <a:path w="56" h="3575">
                <a:moveTo>
                  <a:pt x="0" y="3574"/>
                </a:moveTo>
                <a:lnTo>
                  <a:pt x="1" y="3466"/>
                </a:lnTo>
                <a:lnTo>
                  <a:pt x="37" y="3466"/>
                </a:lnTo>
                <a:lnTo>
                  <a:pt x="36" y="3575"/>
                </a:lnTo>
                <a:lnTo>
                  <a:pt x="0" y="3574"/>
                </a:lnTo>
                <a:moveTo>
                  <a:pt x="1" y="3358"/>
                </a:moveTo>
                <a:lnTo>
                  <a:pt x="2" y="3249"/>
                </a:lnTo>
                <a:lnTo>
                  <a:pt x="38" y="3250"/>
                </a:lnTo>
                <a:lnTo>
                  <a:pt x="38" y="3358"/>
                </a:lnTo>
                <a:lnTo>
                  <a:pt x="1" y="3358"/>
                </a:lnTo>
                <a:moveTo>
                  <a:pt x="3" y="3141"/>
                </a:moveTo>
                <a:lnTo>
                  <a:pt x="3" y="3033"/>
                </a:lnTo>
                <a:lnTo>
                  <a:pt x="39" y="3033"/>
                </a:lnTo>
                <a:lnTo>
                  <a:pt x="39" y="3142"/>
                </a:lnTo>
                <a:lnTo>
                  <a:pt x="3" y="3141"/>
                </a:lnTo>
                <a:moveTo>
                  <a:pt x="4" y="2925"/>
                </a:moveTo>
                <a:lnTo>
                  <a:pt x="4" y="2816"/>
                </a:lnTo>
                <a:lnTo>
                  <a:pt x="41" y="2817"/>
                </a:lnTo>
                <a:lnTo>
                  <a:pt x="40" y="2925"/>
                </a:lnTo>
                <a:lnTo>
                  <a:pt x="4" y="2925"/>
                </a:lnTo>
                <a:moveTo>
                  <a:pt x="5" y="2708"/>
                </a:moveTo>
                <a:lnTo>
                  <a:pt x="6" y="2600"/>
                </a:lnTo>
                <a:lnTo>
                  <a:pt x="42" y="2600"/>
                </a:lnTo>
                <a:lnTo>
                  <a:pt x="41" y="2708"/>
                </a:lnTo>
                <a:lnTo>
                  <a:pt x="5" y="2708"/>
                </a:lnTo>
                <a:moveTo>
                  <a:pt x="6" y="2491"/>
                </a:moveTo>
                <a:lnTo>
                  <a:pt x="7" y="2383"/>
                </a:lnTo>
                <a:lnTo>
                  <a:pt x="43" y="2383"/>
                </a:lnTo>
                <a:lnTo>
                  <a:pt x="42" y="2492"/>
                </a:lnTo>
                <a:lnTo>
                  <a:pt x="6" y="2491"/>
                </a:lnTo>
                <a:moveTo>
                  <a:pt x="7" y="2275"/>
                </a:moveTo>
                <a:lnTo>
                  <a:pt x="8" y="2166"/>
                </a:lnTo>
                <a:lnTo>
                  <a:pt x="44" y="2167"/>
                </a:lnTo>
                <a:lnTo>
                  <a:pt x="44" y="2275"/>
                </a:lnTo>
                <a:lnTo>
                  <a:pt x="7" y="2275"/>
                </a:lnTo>
                <a:moveTo>
                  <a:pt x="9" y="2058"/>
                </a:moveTo>
                <a:lnTo>
                  <a:pt x="9" y="1950"/>
                </a:lnTo>
                <a:lnTo>
                  <a:pt x="45" y="1950"/>
                </a:lnTo>
                <a:lnTo>
                  <a:pt x="45" y="2059"/>
                </a:lnTo>
                <a:lnTo>
                  <a:pt x="9" y="2058"/>
                </a:lnTo>
                <a:moveTo>
                  <a:pt x="10" y="1842"/>
                </a:moveTo>
                <a:lnTo>
                  <a:pt x="10" y="1733"/>
                </a:lnTo>
                <a:lnTo>
                  <a:pt x="47" y="1734"/>
                </a:lnTo>
                <a:lnTo>
                  <a:pt x="46" y="1842"/>
                </a:lnTo>
                <a:lnTo>
                  <a:pt x="10" y="1842"/>
                </a:lnTo>
                <a:moveTo>
                  <a:pt x="11" y="1625"/>
                </a:moveTo>
                <a:lnTo>
                  <a:pt x="12" y="1517"/>
                </a:lnTo>
                <a:lnTo>
                  <a:pt x="48" y="1517"/>
                </a:lnTo>
                <a:lnTo>
                  <a:pt x="47" y="1625"/>
                </a:lnTo>
                <a:lnTo>
                  <a:pt x="11" y="1625"/>
                </a:lnTo>
                <a:moveTo>
                  <a:pt x="12" y="1408"/>
                </a:moveTo>
                <a:lnTo>
                  <a:pt x="13" y="1300"/>
                </a:lnTo>
                <a:lnTo>
                  <a:pt x="49" y="1300"/>
                </a:lnTo>
                <a:lnTo>
                  <a:pt x="48" y="1409"/>
                </a:lnTo>
                <a:lnTo>
                  <a:pt x="12" y="1408"/>
                </a:lnTo>
                <a:moveTo>
                  <a:pt x="13" y="1192"/>
                </a:moveTo>
                <a:lnTo>
                  <a:pt x="14" y="1083"/>
                </a:lnTo>
                <a:lnTo>
                  <a:pt x="50" y="1084"/>
                </a:lnTo>
                <a:lnTo>
                  <a:pt x="50" y="1192"/>
                </a:lnTo>
                <a:lnTo>
                  <a:pt x="13" y="1192"/>
                </a:lnTo>
                <a:moveTo>
                  <a:pt x="15" y="975"/>
                </a:moveTo>
                <a:lnTo>
                  <a:pt x="15" y="867"/>
                </a:lnTo>
                <a:lnTo>
                  <a:pt x="51" y="867"/>
                </a:lnTo>
                <a:lnTo>
                  <a:pt x="51" y="976"/>
                </a:lnTo>
                <a:lnTo>
                  <a:pt x="15" y="975"/>
                </a:lnTo>
                <a:moveTo>
                  <a:pt x="16" y="759"/>
                </a:moveTo>
                <a:lnTo>
                  <a:pt x="16" y="650"/>
                </a:lnTo>
                <a:lnTo>
                  <a:pt x="53" y="651"/>
                </a:lnTo>
                <a:lnTo>
                  <a:pt x="52" y="759"/>
                </a:lnTo>
                <a:lnTo>
                  <a:pt x="16" y="759"/>
                </a:lnTo>
                <a:moveTo>
                  <a:pt x="17" y="542"/>
                </a:moveTo>
                <a:lnTo>
                  <a:pt x="18" y="434"/>
                </a:lnTo>
                <a:lnTo>
                  <a:pt x="54" y="434"/>
                </a:lnTo>
                <a:lnTo>
                  <a:pt x="53" y="542"/>
                </a:lnTo>
                <a:lnTo>
                  <a:pt x="17" y="542"/>
                </a:lnTo>
                <a:moveTo>
                  <a:pt x="18" y="325"/>
                </a:moveTo>
                <a:lnTo>
                  <a:pt x="19" y="217"/>
                </a:lnTo>
                <a:lnTo>
                  <a:pt x="55" y="217"/>
                </a:lnTo>
                <a:lnTo>
                  <a:pt x="54" y="326"/>
                </a:lnTo>
                <a:lnTo>
                  <a:pt x="18" y="325"/>
                </a:lnTo>
                <a:moveTo>
                  <a:pt x="19" y="109"/>
                </a:moveTo>
                <a:lnTo>
                  <a:pt x="20" y="0"/>
                </a:lnTo>
                <a:lnTo>
                  <a:pt x="56" y="1"/>
                </a:lnTo>
                <a:lnTo>
                  <a:pt x="56" y="109"/>
                </a:lnTo>
                <a:lnTo>
                  <a:pt x="19" y="109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6556320" y="1316880"/>
            <a:ext cx="19800" cy="1288800"/>
          </a:xfrm>
          <a:custGeom>
            <a:avLst/>
            <a:gdLst/>
            <a:ahLst/>
            <a:rect l="0" t="0" r="r" b="b"/>
            <a:pathLst>
              <a:path w="55" h="3580">
                <a:moveTo>
                  <a:pt x="19" y="3580"/>
                </a:moveTo>
                <a:lnTo>
                  <a:pt x="19" y="3471"/>
                </a:lnTo>
                <a:lnTo>
                  <a:pt x="55" y="3471"/>
                </a:lnTo>
                <a:lnTo>
                  <a:pt x="55" y="3579"/>
                </a:lnTo>
                <a:lnTo>
                  <a:pt x="19" y="3580"/>
                </a:lnTo>
                <a:moveTo>
                  <a:pt x="18" y="3363"/>
                </a:moveTo>
                <a:lnTo>
                  <a:pt x="18" y="3254"/>
                </a:lnTo>
                <a:lnTo>
                  <a:pt x="54" y="3254"/>
                </a:lnTo>
                <a:lnTo>
                  <a:pt x="54" y="3362"/>
                </a:lnTo>
                <a:lnTo>
                  <a:pt x="18" y="3363"/>
                </a:lnTo>
                <a:moveTo>
                  <a:pt x="17" y="3146"/>
                </a:moveTo>
                <a:lnTo>
                  <a:pt x="16" y="3037"/>
                </a:lnTo>
                <a:lnTo>
                  <a:pt x="52" y="3037"/>
                </a:lnTo>
                <a:lnTo>
                  <a:pt x="53" y="3145"/>
                </a:lnTo>
                <a:lnTo>
                  <a:pt x="17" y="3146"/>
                </a:lnTo>
                <a:moveTo>
                  <a:pt x="16" y="2929"/>
                </a:moveTo>
                <a:lnTo>
                  <a:pt x="15" y="2820"/>
                </a:lnTo>
                <a:lnTo>
                  <a:pt x="51" y="2820"/>
                </a:lnTo>
                <a:lnTo>
                  <a:pt x="52" y="2929"/>
                </a:lnTo>
                <a:lnTo>
                  <a:pt x="16" y="2929"/>
                </a:lnTo>
                <a:moveTo>
                  <a:pt x="15" y="2712"/>
                </a:moveTo>
                <a:lnTo>
                  <a:pt x="14" y="2604"/>
                </a:lnTo>
                <a:lnTo>
                  <a:pt x="50" y="2603"/>
                </a:lnTo>
                <a:lnTo>
                  <a:pt x="51" y="2712"/>
                </a:lnTo>
                <a:lnTo>
                  <a:pt x="15" y="2712"/>
                </a:lnTo>
                <a:moveTo>
                  <a:pt x="13" y="2495"/>
                </a:moveTo>
                <a:lnTo>
                  <a:pt x="13" y="2387"/>
                </a:lnTo>
                <a:lnTo>
                  <a:pt x="49" y="2386"/>
                </a:lnTo>
                <a:lnTo>
                  <a:pt x="49" y="2495"/>
                </a:lnTo>
                <a:lnTo>
                  <a:pt x="13" y="2495"/>
                </a:lnTo>
                <a:moveTo>
                  <a:pt x="12" y="2278"/>
                </a:moveTo>
                <a:lnTo>
                  <a:pt x="12" y="2170"/>
                </a:lnTo>
                <a:lnTo>
                  <a:pt x="48" y="2169"/>
                </a:lnTo>
                <a:lnTo>
                  <a:pt x="48" y="2278"/>
                </a:lnTo>
                <a:lnTo>
                  <a:pt x="12" y="2278"/>
                </a:lnTo>
                <a:moveTo>
                  <a:pt x="11" y="2061"/>
                </a:moveTo>
                <a:lnTo>
                  <a:pt x="10" y="1953"/>
                </a:lnTo>
                <a:lnTo>
                  <a:pt x="46" y="1952"/>
                </a:lnTo>
                <a:lnTo>
                  <a:pt x="47" y="2061"/>
                </a:lnTo>
                <a:lnTo>
                  <a:pt x="11" y="2061"/>
                </a:lnTo>
                <a:moveTo>
                  <a:pt x="10" y="1844"/>
                </a:moveTo>
                <a:lnTo>
                  <a:pt x="9" y="1736"/>
                </a:lnTo>
                <a:lnTo>
                  <a:pt x="45" y="1736"/>
                </a:lnTo>
                <a:lnTo>
                  <a:pt x="46" y="1844"/>
                </a:lnTo>
                <a:lnTo>
                  <a:pt x="10" y="1844"/>
                </a:lnTo>
                <a:moveTo>
                  <a:pt x="9" y="1627"/>
                </a:moveTo>
                <a:lnTo>
                  <a:pt x="8" y="1519"/>
                </a:lnTo>
                <a:lnTo>
                  <a:pt x="44" y="1519"/>
                </a:lnTo>
                <a:lnTo>
                  <a:pt x="45" y="1627"/>
                </a:lnTo>
                <a:lnTo>
                  <a:pt x="9" y="1627"/>
                </a:lnTo>
                <a:moveTo>
                  <a:pt x="7" y="1410"/>
                </a:moveTo>
                <a:lnTo>
                  <a:pt x="7" y="1302"/>
                </a:lnTo>
                <a:lnTo>
                  <a:pt x="43" y="1302"/>
                </a:lnTo>
                <a:lnTo>
                  <a:pt x="43" y="1410"/>
                </a:lnTo>
                <a:lnTo>
                  <a:pt x="7" y="1410"/>
                </a:lnTo>
                <a:moveTo>
                  <a:pt x="6" y="1194"/>
                </a:moveTo>
                <a:lnTo>
                  <a:pt x="6" y="1085"/>
                </a:lnTo>
                <a:lnTo>
                  <a:pt x="42" y="1085"/>
                </a:lnTo>
                <a:lnTo>
                  <a:pt x="42" y="1193"/>
                </a:lnTo>
                <a:lnTo>
                  <a:pt x="6" y="1194"/>
                </a:lnTo>
                <a:moveTo>
                  <a:pt x="5" y="977"/>
                </a:moveTo>
                <a:lnTo>
                  <a:pt x="4" y="868"/>
                </a:lnTo>
                <a:lnTo>
                  <a:pt x="40" y="868"/>
                </a:lnTo>
                <a:lnTo>
                  <a:pt x="41" y="976"/>
                </a:lnTo>
                <a:lnTo>
                  <a:pt x="5" y="977"/>
                </a:lnTo>
                <a:moveTo>
                  <a:pt x="4" y="760"/>
                </a:moveTo>
                <a:lnTo>
                  <a:pt x="3" y="651"/>
                </a:lnTo>
                <a:lnTo>
                  <a:pt x="39" y="651"/>
                </a:lnTo>
                <a:lnTo>
                  <a:pt x="40" y="759"/>
                </a:lnTo>
                <a:lnTo>
                  <a:pt x="4" y="760"/>
                </a:lnTo>
                <a:moveTo>
                  <a:pt x="3" y="543"/>
                </a:moveTo>
                <a:lnTo>
                  <a:pt x="2" y="434"/>
                </a:lnTo>
                <a:lnTo>
                  <a:pt x="38" y="434"/>
                </a:lnTo>
                <a:lnTo>
                  <a:pt x="39" y="542"/>
                </a:lnTo>
                <a:lnTo>
                  <a:pt x="3" y="543"/>
                </a:lnTo>
                <a:moveTo>
                  <a:pt x="1" y="326"/>
                </a:moveTo>
                <a:lnTo>
                  <a:pt x="1" y="217"/>
                </a:lnTo>
                <a:lnTo>
                  <a:pt x="37" y="217"/>
                </a:lnTo>
                <a:lnTo>
                  <a:pt x="38" y="325"/>
                </a:lnTo>
                <a:lnTo>
                  <a:pt x="1" y="326"/>
                </a:lnTo>
                <a:moveTo>
                  <a:pt x="0" y="109"/>
                </a:moveTo>
                <a:lnTo>
                  <a:pt x="0" y="1"/>
                </a:lnTo>
                <a:lnTo>
                  <a:pt x="36" y="0"/>
                </a:lnTo>
                <a:lnTo>
                  <a:pt x="36" y="109"/>
                </a:lnTo>
                <a:lnTo>
                  <a:pt x="0" y="109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6892560" y="1163160"/>
            <a:ext cx="12960" cy="1443600"/>
          </a:xfrm>
          <a:custGeom>
            <a:avLst/>
            <a:gdLst/>
            <a:ahLst/>
            <a:rect l="0" t="0" r="r" b="b"/>
            <a:pathLst>
              <a:path w="36" h="4010">
                <a:moveTo>
                  <a:pt x="0" y="4010"/>
                </a:moveTo>
                <a:lnTo>
                  <a:pt x="0" y="3901"/>
                </a:lnTo>
                <a:lnTo>
                  <a:pt x="36" y="3901"/>
                </a:lnTo>
                <a:lnTo>
                  <a:pt x="36" y="4010"/>
                </a:lnTo>
                <a:lnTo>
                  <a:pt x="0" y="4010"/>
                </a:lnTo>
                <a:moveTo>
                  <a:pt x="0" y="3793"/>
                </a:moveTo>
                <a:lnTo>
                  <a:pt x="0" y="3685"/>
                </a:lnTo>
                <a:lnTo>
                  <a:pt x="36" y="3685"/>
                </a:lnTo>
                <a:lnTo>
                  <a:pt x="36" y="3793"/>
                </a:lnTo>
                <a:lnTo>
                  <a:pt x="0" y="3793"/>
                </a:lnTo>
                <a:moveTo>
                  <a:pt x="0" y="3576"/>
                </a:moveTo>
                <a:lnTo>
                  <a:pt x="0" y="3468"/>
                </a:lnTo>
                <a:lnTo>
                  <a:pt x="36" y="3468"/>
                </a:lnTo>
                <a:lnTo>
                  <a:pt x="36" y="3576"/>
                </a:lnTo>
                <a:lnTo>
                  <a:pt x="0" y="3576"/>
                </a:lnTo>
                <a:moveTo>
                  <a:pt x="0" y="3359"/>
                </a:moveTo>
                <a:lnTo>
                  <a:pt x="0" y="3251"/>
                </a:lnTo>
                <a:lnTo>
                  <a:pt x="36" y="3251"/>
                </a:lnTo>
                <a:lnTo>
                  <a:pt x="36" y="3359"/>
                </a:lnTo>
                <a:lnTo>
                  <a:pt x="0" y="3359"/>
                </a:lnTo>
                <a:moveTo>
                  <a:pt x="0" y="3143"/>
                </a:moveTo>
                <a:lnTo>
                  <a:pt x="0" y="3034"/>
                </a:lnTo>
                <a:lnTo>
                  <a:pt x="36" y="3034"/>
                </a:lnTo>
                <a:lnTo>
                  <a:pt x="36" y="3143"/>
                </a:lnTo>
                <a:lnTo>
                  <a:pt x="0" y="3143"/>
                </a:lnTo>
                <a:moveTo>
                  <a:pt x="0" y="2926"/>
                </a:moveTo>
                <a:lnTo>
                  <a:pt x="0" y="2818"/>
                </a:lnTo>
                <a:lnTo>
                  <a:pt x="36" y="2818"/>
                </a:lnTo>
                <a:lnTo>
                  <a:pt x="36" y="2926"/>
                </a:lnTo>
                <a:lnTo>
                  <a:pt x="0" y="2926"/>
                </a:lnTo>
                <a:moveTo>
                  <a:pt x="0" y="2709"/>
                </a:moveTo>
                <a:lnTo>
                  <a:pt x="0" y="2601"/>
                </a:lnTo>
                <a:lnTo>
                  <a:pt x="36" y="2601"/>
                </a:lnTo>
                <a:lnTo>
                  <a:pt x="36" y="2709"/>
                </a:lnTo>
                <a:lnTo>
                  <a:pt x="0" y="2709"/>
                </a:lnTo>
                <a:moveTo>
                  <a:pt x="0" y="2492"/>
                </a:moveTo>
                <a:lnTo>
                  <a:pt x="0" y="2384"/>
                </a:lnTo>
                <a:lnTo>
                  <a:pt x="36" y="2384"/>
                </a:lnTo>
                <a:lnTo>
                  <a:pt x="36" y="2492"/>
                </a:lnTo>
                <a:lnTo>
                  <a:pt x="0" y="2492"/>
                </a:lnTo>
                <a:moveTo>
                  <a:pt x="0" y="2276"/>
                </a:moveTo>
                <a:lnTo>
                  <a:pt x="0" y="2167"/>
                </a:lnTo>
                <a:lnTo>
                  <a:pt x="36" y="2167"/>
                </a:lnTo>
                <a:lnTo>
                  <a:pt x="36" y="2276"/>
                </a:lnTo>
                <a:lnTo>
                  <a:pt x="0" y="2276"/>
                </a:lnTo>
                <a:moveTo>
                  <a:pt x="0" y="2059"/>
                </a:moveTo>
                <a:lnTo>
                  <a:pt x="0" y="1951"/>
                </a:lnTo>
                <a:lnTo>
                  <a:pt x="36" y="1951"/>
                </a:lnTo>
                <a:lnTo>
                  <a:pt x="36" y="2059"/>
                </a:lnTo>
                <a:lnTo>
                  <a:pt x="0" y="2059"/>
                </a:lnTo>
                <a:moveTo>
                  <a:pt x="0" y="1842"/>
                </a:moveTo>
                <a:lnTo>
                  <a:pt x="0" y="1734"/>
                </a:lnTo>
                <a:lnTo>
                  <a:pt x="36" y="1734"/>
                </a:lnTo>
                <a:lnTo>
                  <a:pt x="36" y="1842"/>
                </a:lnTo>
                <a:lnTo>
                  <a:pt x="0" y="1842"/>
                </a:lnTo>
                <a:moveTo>
                  <a:pt x="0" y="1625"/>
                </a:moveTo>
                <a:lnTo>
                  <a:pt x="0" y="1517"/>
                </a:lnTo>
                <a:lnTo>
                  <a:pt x="36" y="1517"/>
                </a:lnTo>
                <a:lnTo>
                  <a:pt x="36" y="1625"/>
                </a:lnTo>
                <a:lnTo>
                  <a:pt x="0" y="1625"/>
                </a:lnTo>
                <a:moveTo>
                  <a:pt x="0" y="1409"/>
                </a:moveTo>
                <a:lnTo>
                  <a:pt x="0" y="1300"/>
                </a:lnTo>
                <a:lnTo>
                  <a:pt x="36" y="1300"/>
                </a:lnTo>
                <a:lnTo>
                  <a:pt x="36" y="1409"/>
                </a:lnTo>
                <a:lnTo>
                  <a:pt x="0" y="1409"/>
                </a:lnTo>
                <a:moveTo>
                  <a:pt x="0" y="1192"/>
                </a:moveTo>
                <a:lnTo>
                  <a:pt x="0" y="1083"/>
                </a:lnTo>
                <a:lnTo>
                  <a:pt x="36" y="1083"/>
                </a:lnTo>
                <a:lnTo>
                  <a:pt x="36" y="1192"/>
                </a:lnTo>
                <a:lnTo>
                  <a:pt x="0" y="1192"/>
                </a:lnTo>
                <a:moveTo>
                  <a:pt x="0" y="975"/>
                </a:moveTo>
                <a:lnTo>
                  <a:pt x="0" y="867"/>
                </a:lnTo>
                <a:lnTo>
                  <a:pt x="36" y="867"/>
                </a:lnTo>
                <a:lnTo>
                  <a:pt x="36" y="975"/>
                </a:lnTo>
                <a:lnTo>
                  <a:pt x="0" y="975"/>
                </a:lnTo>
                <a:moveTo>
                  <a:pt x="0" y="758"/>
                </a:moveTo>
                <a:lnTo>
                  <a:pt x="0" y="650"/>
                </a:lnTo>
                <a:lnTo>
                  <a:pt x="36" y="650"/>
                </a:lnTo>
                <a:lnTo>
                  <a:pt x="36" y="758"/>
                </a:lnTo>
                <a:lnTo>
                  <a:pt x="0" y="758"/>
                </a:lnTo>
                <a:moveTo>
                  <a:pt x="0" y="542"/>
                </a:moveTo>
                <a:lnTo>
                  <a:pt x="0" y="433"/>
                </a:lnTo>
                <a:lnTo>
                  <a:pt x="36" y="433"/>
                </a:lnTo>
                <a:lnTo>
                  <a:pt x="36" y="542"/>
                </a:lnTo>
                <a:lnTo>
                  <a:pt x="0" y="542"/>
                </a:lnTo>
                <a:moveTo>
                  <a:pt x="0" y="325"/>
                </a:moveTo>
                <a:lnTo>
                  <a:pt x="0" y="216"/>
                </a:lnTo>
                <a:lnTo>
                  <a:pt x="36" y="216"/>
                </a:lnTo>
                <a:lnTo>
                  <a:pt x="36" y="325"/>
                </a:lnTo>
                <a:lnTo>
                  <a:pt x="0" y="325"/>
                </a:lnTo>
                <a:moveTo>
                  <a:pt x="0" y="108"/>
                </a:moveTo>
                <a:lnTo>
                  <a:pt x="0" y="0"/>
                </a:lnTo>
                <a:lnTo>
                  <a:pt x="36" y="0"/>
                </a:lnTo>
                <a:lnTo>
                  <a:pt x="36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214760" y="1164600"/>
            <a:ext cx="12960" cy="1429200"/>
          </a:xfrm>
          <a:custGeom>
            <a:avLst/>
            <a:gdLst/>
            <a:ahLst/>
            <a:rect l="0" t="0" r="r" b="b"/>
            <a:pathLst>
              <a:path w="36" h="3970">
                <a:moveTo>
                  <a:pt x="0" y="3970"/>
                </a:moveTo>
                <a:lnTo>
                  <a:pt x="0" y="3861"/>
                </a:lnTo>
                <a:lnTo>
                  <a:pt x="36" y="3861"/>
                </a:lnTo>
                <a:lnTo>
                  <a:pt x="36" y="3970"/>
                </a:lnTo>
                <a:lnTo>
                  <a:pt x="0" y="3970"/>
                </a:lnTo>
                <a:moveTo>
                  <a:pt x="0" y="3753"/>
                </a:moveTo>
                <a:lnTo>
                  <a:pt x="0" y="3645"/>
                </a:lnTo>
                <a:lnTo>
                  <a:pt x="36" y="3645"/>
                </a:lnTo>
                <a:lnTo>
                  <a:pt x="36" y="3753"/>
                </a:lnTo>
                <a:lnTo>
                  <a:pt x="0" y="3753"/>
                </a:lnTo>
                <a:moveTo>
                  <a:pt x="0" y="3536"/>
                </a:moveTo>
                <a:lnTo>
                  <a:pt x="0" y="3428"/>
                </a:lnTo>
                <a:lnTo>
                  <a:pt x="36" y="3428"/>
                </a:lnTo>
                <a:lnTo>
                  <a:pt x="36" y="3536"/>
                </a:lnTo>
                <a:lnTo>
                  <a:pt x="0" y="3536"/>
                </a:lnTo>
                <a:moveTo>
                  <a:pt x="0" y="3319"/>
                </a:moveTo>
                <a:lnTo>
                  <a:pt x="0" y="3211"/>
                </a:lnTo>
                <a:lnTo>
                  <a:pt x="36" y="3211"/>
                </a:lnTo>
                <a:lnTo>
                  <a:pt x="36" y="3319"/>
                </a:lnTo>
                <a:lnTo>
                  <a:pt x="0" y="3319"/>
                </a:lnTo>
                <a:moveTo>
                  <a:pt x="0" y="3103"/>
                </a:moveTo>
                <a:lnTo>
                  <a:pt x="0" y="2994"/>
                </a:lnTo>
                <a:lnTo>
                  <a:pt x="36" y="2994"/>
                </a:lnTo>
                <a:lnTo>
                  <a:pt x="36" y="3103"/>
                </a:lnTo>
                <a:lnTo>
                  <a:pt x="0" y="3103"/>
                </a:lnTo>
                <a:moveTo>
                  <a:pt x="0" y="2886"/>
                </a:moveTo>
                <a:lnTo>
                  <a:pt x="0" y="2777"/>
                </a:lnTo>
                <a:lnTo>
                  <a:pt x="36" y="2777"/>
                </a:lnTo>
                <a:lnTo>
                  <a:pt x="36" y="2886"/>
                </a:lnTo>
                <a:lnTo>
                  <a:pt x="0" y="2886"/>
                </a:lnTo>
                <a:moveTo>
                  <a:pt x="0" y="2669"/>
                </a:moveTo>
                <a:lnTo>
                  <a:pt x="0" y="2561"/>
                </a:lnTo>
                <a:lnTo>
                  <a:pt x="36" y="2561"/>
                </a:lnTo>
                <a:lnTo>
                  <a:pt x="36" y="2669"/>
                </a:lnTo>
                <a:lnTo>
                  <a:pt x="0" y="2669"/>
                </a:lnTo>
                <a:moveTo>
                  <a:pt x="0" y="2452"/>
                </a:moveTo>
                <a:lnTo>
                  <a:pt x="0" y="2344"/>
                </a:lnTo>
                <a:lnTo>
                  <a:pt x="36" y="2344"/>
                </a:lnTo>
                <a:lnTo>
                  <a:pt x="36" y="2452"/>
                </a:lnTo>
                <a:lnTo>
                  <a:pt x="0" y="2452"/>
                </a:lnTo>
                <a:moveTo>
                  <a:pt x="0" y="2236"/>
                </a:moveTo>
                <a:lnTo>
                  <a:pt x="0" y="2127"/>
                </a:lnTo>
                <a:lnTo>
                  <a:pt x="36" y="2127"/>
                </a:lnTo>
                <a:lnTo>
                  <a:pt x="36" y="2236"/>
                </a:lnTo>
                <a:lnTo>
                  <a:pt x="0" y="2236"/>
                </a:lnTo>
                <a:moveTo>
                  <a:pt x="0" y="2019"/>
                </a:moveTo>
                <a:lnTo>
                  <a:pt x="0" y="1910"/>
                </a:lnTo>
                <a:lnTo>
                  <a:pt x="36" y="1910"/>
                </a:lnTo>
                <a:lnTo>
                  <a:pt x="36" y="2019"/>
                </a:lnTo>
                <a:lnTo>
                  <a:pt x="0" y="2019"/>
                </a:lnTo>
                <a:moveTo>
                  <a:pt x="0" y="1802"/>
                </a:moveTo>
                <a:lnTo>
                  <a:pt x="0" y="1694"/>
                </a:lnTo>
                <a:lnTo>
                  <a:pt x="36" y="1694"/>
                </a:lnTo>
                <a:lnTo>
                  <a:pt x="36" y="1802"/>
                </a:lnTo>
                <a:lnTo>
                  <a:pt x="0" y="1802"/>
                </a:lnTo>
                <a:moveTo>
                  <a:pt x="0" y="1585"/>
                </a:moveTo>
                <a:lnTo>
                  <a:pt x="0" y="1477"/>
                </a:lnTo>
                <a:lnTo>
                  <a:pt x="36" y="1477"/>
                </a:lnTo>
                <a:lnTo>
                  <a:pt x="36" y="1585"/>
                </a:lnTo>
                <a:lnTo>
                  <a:pt x="0" y="1585"/>
                </a:lnTo>
                <a:moveTo>
                  <a:pt x="0" y="1368"/>
                </a:moveTo>
                <a:lnTo>
                  <a:pt x="0" y="1260"/>
                </a:lnTo>
                <a:lnTo>
                  <a:pt x="36" y="1260"/>
                </a:lnTo>
                <a:lnTo>
                  <a:pt x="36" y="1368"/>
                </a:lnTo>
                <a:lnTo>
                  <a:pt x="0" y="1368"/>
                </a:lnTo>
                <a:moveTo>
                  <a:pt x="0" y="1152"/>
                </a:moveTo>
                <a:lnTo>
                  <a:pt x="0" y="1043"/>
                </a:lnTo>
                <a:lnTo>
                  <a:pt x="36" y="1043"/>
                </a:lnTo>
                <a:lnTo>
                  <a:pt x="36" y="1152"/>
                </a:lnTo>
                <a:lnTo>
                  <a:pt x="0" y="1152"/>
                </a:lnTo>
                <a:moveTo>
                  <a:pt x="0" y="935"/>
                </a:moveTo>
                <a:lnTo>
                  <a:pt x="0" y="827"/>
                </a:lnTo>
                <a:lnTo>
                  <a:pt x="36" y="827"/>
                </a:lnTo>
                <a:lnTo>
                  <a:pt x="36" y="935"/>
                </a:lnTo>
                <a:lnTo>
                  <a:pt x="0" y="935"/>
                </a:lnTo>
                <a:moveTo>
                  <a:pt x="0" y="718"/>
                </a:moveTo>
                <a:lnTo>
                  <a:pt x="0" y="610"/>
                </a:lnTo>
                <a:lnTo>
                  <a:pt x="36" y="610"/>
                </a:lnTo>
                <a:lnTo>
                  <a:pt x="36" y="718"/>
                </a:lnTo>
                <a:lnTo>
                  <a:pt x="0" y="718"/>
                </a:lnTo>
                <a:moveTo>
                  <a:pt x="0" y="501"/>
                </a:moveTo>
                <a:lnTo>
                  <a:pt x="0" y="393"/>
                </a:lnTo>
                <a:lnTo>
                  <a:pt x="36" y="393"/>
                </a:lnTo>
                <a:lnTo>
                  <a:pt x="36" y="501"/>
                </a:lnTo>
                <a:lnTo>
                  <a:pt x="0" y="501"/>
                </a:lnTo>
                <a:moveTo>
                  <a:pt x="0" y="285"/>
                </a:moveTo>
                <a:lnTo>
                  <a:pt x="0" y="176"/>
                </a:lnTo>
                <a:lnTo>
                  <a:pt x="36" y="176"/>
                </a:lnTo>
                <a:lnTo>
                  <a:pt x="36" y="285"/>
                </a:lnTo>
                <a:lnTo>
                  <a:pt x="0" y="285"/>
                </a:lnTo>
                <a:moveTo>
                  <a:pt x="0" y="68"/>
                </a:moveTo>
                <a:lnTo>
                  <a:pt x="0" y="0"/>
                </a:lnTo>
                <a:lnTo>
                  <a:pt x="36" y="0"/>
                </a:lnTo>
                <a:lnTo>
                  <a:pt x="36" y="68"/>
                </a:lnTo>
                <a:lnTo>
                  <a:pt x="0" y="68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442120" y="1497240"/>
            <a:ext cx="1907280" cy="13320"/>
          </a:xfrm>
          <a:custGeom>
            <a:avLst/>
            <a:gdLst/>
            <a:ahLst/>
            <a:rect l="0" t="0" r="r" b="b"/>
            <a:pathLst>
              <a:path w="5298" h="37">
                <a:moveTo>
                  <a:pt x="5298" y="37"/>
                </a:moveTo>
                <a:lnTo>
                  <a:pt x="5189" y="37"/>
                </a:lnTo>
                <a:lnTo>
                  <a:pt x="5189" y="0"/>
                </a:lnTo>
                <a:lnTo>
                  <a:pt x="5298" y="0"/>
                </a:lnTo>
                <a:lnTo>
                  <a:pt x="5298" y="37"/>
                </a:lnTo>
                <a:moveTo>
                  <a:pt x="5081" y="37"/>
                </a:moveTo>
                <a:lnTo>
                  <a:pt x="4973" y="37"/>
                </a:lnTo>
                <a:lnTo>
                  <a:pt x="4973" y="0"/>
                </a:lnTo>
                <a:lnTo>
                  <a:pt x="5081" y="0"/>
                </a:lnTo>
                <a:lnTo>
                  <a:pt x="5081" y="37"/>
                </a:lnTo>
                <a:moveTo>
                  <a:pt x="4864" y="37"/>
                </a:moveTo>
                <a:lnTo>
                  <a:pt x="4756" y="37"/>
                </a:lnTo>
                <a:lnTo>
                  <a:pt x="4756" y="0"/>
                </a:lnTo>
                <a:lnTo>
                  <a:pt x="4864" y="0"/>
                </a:lnTo>
                <a:lnTo>
                  <a:pt x="4864" y="37"/>
                </a:lnTo>
                <a:moveTo>
                  <a:pt x="4647" y="37"/>
                </a:moveTo>
                <a:lnTo>
                  <a:pt x="4539" y="37"/>
                </a:lnTo>
                <a:lnTo>
                  <a:pt x="4539" y="0"/>
                </a:lnTo>
                <a:lnTo>
                  <a:pt x="4647" y="0"/>
                </a:lnTo>
                <a:lnTo>
                  <a:pt x="4647" y="37"/>
                </a:lnTo>
                <a:moveTo>
                  <a:pt x="4431" y="37"/>
                </a:moveTo>
                <a:lnTo>
                  <a:pt x="4322" y="37"/>
                </a:lnTo>
                <a:lnTo>
                  <a:pt x="4322" y="0"/>
                </a:lnTo>
                <a:lnTo>
                  <a:pt x="4431" y="0"/>
                </a:lnTo>
                <a:lnTo>
                  <a:pt x="4431" y="37"/>
                </a:lnTo>
                <a:moveTo>
                  <a:pt x="4214" y="37"/>
                </a:moveTo>
                <a:lnTo>
                  <a:pt x="4106" y="37"/>
                </a:lnTo>
                <a:lnTo>
                  <a:pt x="4106" y="0"/>
                </a:lnTo>
                <a:lnTo>
                  <a:pt x="4214" y="0"/>
                </a:lnTo>
                <a:lnTo>
                  <a:pt x="4214" y="37"/>
                </a:lnTo>
                <a:moveTo>
                  <a:pt x="3997" y="37"/>
                </a:moveTo>
                <a:lnTo>
                  <a:pt x="3889" y="37"/>
                </a:lnTo>
                <a:lnTo>
                  <a:pt x="3889" y="0"/>
                </a:lnTo>
                <a:lnTo>
                  <a:pt x="3997" y="0"/>
                </a:lnTo>
                <a:lnTo>
                  <a:pt x="3997" y="37"/>
                </a:lnTo>
                <a:moveTo>
                  <a:pt x="3780" y="37"/>
                </a:moveTo>
                <a:lnTo>
                  <a:pt x="3672" y="37"/>
                </a:lnTo>
                <a:lnTo>
                  <a:pt x="3672" y="0"/>
                </a:lnTo>
                <a:lnTo>
                  <a:pt x="3780" y="0"/>
                </a:lnTo>
                <a:lnTo>
                  <a:pt x="3780" y="37"/>
                </a:lnTo>
                <a:moveTo>
                  <a:pt x="3564" y="37"/>
                </a:moveTo>
                <a:lnTo>
                  <a:pt x="3455" y="37"/>
                </a:lnTo>
                <a:lnTo>
                  <a:pt x="3455" y="0"/>
                </a:lnTo>
                <a:lnTo>
                  <a:pt x="3564" y="0"/>
                </a:lnTo>
                <a:lnTo>
                  <a:pt x="3564" y="37"/>
                </a:lnTo>
                <a:moveTo>
                  <a:pt x="3347" y="37"/>
                </a:moveTo>
                <a:lnTo>
                  <a:pt x="3239" y="37"/>
                </a:lnTo>
                <a:lnTo>
                  <a:pt x="3239" y="0"/>
                </a:lnTo>
                <a:lnTo>
                  <a:pt x="3347" y="0"/>
                </a:lnTo>
                <a:lnTo>
                  <a:pt x="3347" y="37"/>
                </a:lnTo>
                <a:moveTo>
                  <a:pt x="3130" y="37"/>
                </a:moveTo>
                <a:lnTo>
                  <a:pt x="3022" y="37"/>
                </a:lnTo>
                <a:lnTo>
                  <a:pt x="3022" y="0"/>
                </a:lnTo>
                <a:lnTo>
                  <a:pt x="3130" y="0"/>
                </a:lnTo>
                <a:lnTo>
                  <a:pt x="3130" y="37"/>
                </a:lnTo>
                <a:moveTo>
                  <a:pt x="2913" y="37"/>
                </a:moveTo>
                <a:lnTo>
                  <a:pt x="2805" y="37"/>
                </a:lnTo>
                <a:lnTo>
                  <a:pt x="2805" y="0"/>
                </a:lnTo>
                <a:lnTo>
                  <a:pt x="2913" y="0"/>
                </a:lnTo>
                <a:lnTo>
                  <a:pt x="2913" y="37"/>
                </a:lnTo>
                <a:moveTo>
                  <a:pt x="2697" y="37"/>
                </a:moveTo>
                <a:lnTo>
                  <a:pt x="2588" y="37"/>
                </a:lnTo>
                <a:lnTo>
                  <a:pt x="2588" y="0"/>
                </a:lnTo>
                <a:lnTo>
                  <a:pt x="2697" y="0"/>
                </a:lnTo>
                <a:lnTo>
                  <a:pt x="2697" y="37"/>
                </a:lnTo>
                <a:moveTo>
                  <a:pt x="2480" y="37"/>
                </a:moveTo>
                <a:lnTo>
                  <a:pt x="2372" y="37"/>
                </a:lnTo>
                <a:lnTo>
                  <a:pt x="2372" y="0"/>
                </a:lnTo>
                <a:lnTo>
                  <a:pt x="2480" y="0"/>
                </a:lnTo>
                <a:lnTo>
                  <a:pt x="2480" y="37"/>
                </a:lnTo>
                <a:moveTo>
                  <a:pt x="2263" y="37"/>
                </a:moveTo>
                <a:lnTo>
                  <a:pt x="2155" y="37"/>
                </a:lnTo>
                <a:lnTo>
                  <a:pt x="2155" y="0"/>
                </a:lnTo>
                <a:lnTo>
                  <a:pt x="2263" y="0"/>
                </a:lnTo>
                <a:lnTo>
                  <a:pt x="2263" y="37"/>
                </a:lnTo>
                <a:moveTo>
                  <a:pt x="2046" y="37"/>
                </a:moveTo>
                <a:lnTo>
                  <a:pt x="1938" y="37"/>
                </a:lnTo>
                <a:lnTo>
                  <a:pt x="1938" y="0"/>
                </a:lnTo>
                <a:lnTo>
                  <a:pt x="2046" y="0"/>
                </a:lnTo>
                <a:lnTo>
                  <a:pt x="2046" y="37"/>
                </a:lnTo>
                <a:moveTo>
                  <a:pt x="1830" y="37"/>
                </a:moveTo>
                <a:lnTo>
                  <a:pt x="1721" y="37"/>
                </a:lnTo>
                <a:lnTo>
                  <a:pt x="1721" y="0"/>
                </a:lnTo>
                <a:lnTo>
                  <a:pt x="1830" y="0"/>
                </a:lnTo>
                <a:lnTo>
                  <a:pt x="1830" y="37"/>
                </a:lnTo>
                <a:moveTo>
                  <a:pt x="1613" y="37"/>
                </a:moveTo>
                <a:lnTo>
                  <a:pt x="1505" y="37"/>
                </a:lnTo>
                <a:lnTo>
                  <a:pt x="1505" y="0"/>
                </a:lnTo>
                <a:lnTo>
                  <a:pt x="1613" y="0"/>
                </a:lnTo>
                <a:lnTo>
                  <a:pt x="1613" y="37"/>
                </a:lnTo>
                <a:moveTo>
                  <a:pt x="1396" y="37"/>
                </a:moveTo>
                <a:lnTo>
                  <a:pt x="1288" y="37"/>
                </a:lnTo>
                <a:lnTo>
                  <a:pt x="1288" y="0"/>
                </a:lnTo>
                <a:lnTo>
                  <a:pt x="1396" y="0"/>
                </a:lnTo>
                <a:lnTo>
                  <a:pt x="1396" y="37"/>
                </a:lnTo>
                <a:moveTo>
                  <a:pt x="1179" y="37"/>
                </a:moveTo>
                <a:lnTo>
                  <a:pt x="1071" y="37"/>
                </a:lnTo>
                <a:lnTo>
                  <a:pt x="1071" y="0"/>
                </a:lnTo>
                <a:lnTo>
                  <a:pt x="1179" y="0"/>
                </a:lnTo>
                <a:lnTo>
                  <a:pt x="1179" y="37"/>
                </a:lnTo>
                <a:moveTo>
                  <a:pt x="963" y="37"/>
                </a:moveTo>
                <a:lnTo>
                  <a:pt x="854" y="37"/>
                </a:lnTo>
                <a:lnTo>
                  <a:pt x="854" y="0"/>
                </a:lnTo>
                <a:lnTo>
                  <a:pt x="963" y="0"/>
                </a:lnTo>
                <a:lnTo>
                  <a:pt x="963" y="37"/>
                </a:lnTo>
                <a:moveTo>
                  <a:pt x="746" y="37"/>
                </a:moveTo>
                <a:lnTo>
                  <a:pt x="638" y="37"/>
                </a:lnTo>
                <a:lnTo>
                  <a:pt x="638" y="0"/>
                </a:lnTo>
                <a:lnTo>
                  <a:pt x="746" y="0"/>
                </a:lnTo>
                <a:lnTo>
                  <a:pt x="746" y="37"/>
                </a:lnTo>
                <a:moveTo>
                  <a:pt x="529" y="37"/>
                </a:moveTo>
                <a:lnTo>
                  <a:pt x="421" y="37"/>
                </a:lnTo>
                <a:lnTo>
                  <a:pt x="421" y="0"/>
                </a:lnTo>
                <a:lnTo>
                  <a:pt x="529" y="0"/>
                </a:lnTo>
                <a:lnTo>
                  <a:pt x="529" y="37"/>
                </a:lnTo>
                <a:moveTo>
                  <a:pt x="312" y="37"/>
                </a:moveTo>
                <a:lnTo>
                  <a:pt x="204" y="37"/>
                </a:lnTo>
                <a:lnTo>
                  <a:pt x="204" y="0"/>
                </a:lnTo>
                <a:lnTo>
                  <a:pt x="312" y="0"/>
                </a:lnTo>
                <a:lnTo>
                  <a:pt x="312" y="37"/>
                </a:lnTo>
                <a:moveTo>
                  <a:pt x="96" y="37"/>
                </a:moveTo>
                <a:lnTo>
                  <a:pt x="0" y="37"/>
                </a:lnTo>
                <a:lnTo>
                  <a:pt x="0" y="0"/>
                </a:lnTo>
                <a:lnTo>
                  <a:pt x="96" y="0"/>
                </a:lnTo>
                <a:lnTo>
                  <a:pt x="96" y="37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-31680" bIns="-316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398920" y="1783440"/>
            <a:ext cx="1989720" cy="12960"/>
          </a:xfrm>
          <a:custGeom>
            <a:avLst/>
            <a:gdLst/>
            <a:ahLst/>
            <a:rect l="0" t="0" r="r" b="b"/>
            <a:pathLst>
              <a:path w="5527" h="36">
                <a:moveTo>
                  <a:pt x="5527" y="36"/>
                </a:moveTo>
                <a:lnTo>
                  <a:pt x="5419" y="36"/>
                </a:lnTo>
                <a:lnTo>
                  <a:pt x="5419" y="0"/>
                </a:lnTo>
                <a:lnTo>
                  <a:pt x="5527" y="0"/>
                </a:lnTo>
                <a:lnTo>
                  <a:pt x="5527" y="36"/>
                </a:lnTo>
                <a:moveTo>
                  <a:pt x="5310" y="36"/>
                </a:moveTo>
                <a:lnTo>
                  <a:pt x="5202" y="36"/>
                </a:lnTo>
                <a:lnTo>
                  <a:pt x="5202" y="0"/>
                </a:lnTo>
                <a:lnTo>
                  <a:pt x="5310" y="0"/>
                </a:lnTo>
                <a:lnTo>
                  <a:pt x="5310" y="36"/>
                </a:lnTo>
                <a:moveTo>
                  <a:pt x="5094" y="36"/>
                </a:moveTo>
                <a:lnTo>
                  <a:pt x="4985" y="36"/>
                </a:lnTo>
                <a:lnTo>
                  <a:pt x="4985" y="0"/>
                </a:lnTo>
                <a:lnTo>
                  <a:pt x="5094" y="0"/>
                </a:lnTo>
                <a:lnTo>
                  <a:pt x="5094" y="36"/>
                </a:lnTo>
                <a:moveTo>
                  <a:pt x="4877" y="36"/>
                </a:moveTo>
                <a:lnTo>
                  <a:pt x="4769" y="36"/>
                </a:lnTo>
                <a:lnTo>
                  <a:pt x="4769" y="0"/>
                </a:lnTo>
                <a:lnTo>
                  <a:pt x="4877" y="0"/>
                </a:lnTo>
                <a:lnTo>
                  <a:pt x="4877" y="36"/>
                </a:lnTo>
                <a:moveTo>
                  <a:pt x="4660" y="36"/>
                </a:moveTo>
                <a:lnTo>
                  <a:pt x="4552" y="36"/>
                </a:lnTo>
                <a:lnTo>
                  <a:pt x="4552" y="0"/>
                </a:lnTo>
                <a:lnTo>
                  <a:pt x="4660" y="0"/>
                </a:lnTo>
                <a:lnTo>
                  <a:pt x="4660" y="36"/>
                </a:lnTo>
                <a:moveTo>
                  <a:pt x="4443" y="36"/>
                </a:moveTo>
                <a:lnTo>
                  <a:pt x="4335" y="36"/>
                </a:lnTo>
                <a:lnTo>
                  <a:pt x="4335" y="0"/>
                </a:lnTo>
                <a:lnTo>
                  <a:pt x="4443" y="0"/>
                </a:lnTo>
                <a:lnTo>
                  <a:pt x="4443" y="36"/>
                </a:lnTo>
                <a:moveTo>
                  <a:pt x="4227" y="36"/>
                </a:moveTo>
                <a:lnTo>
                  <a:pt x="4118" y="36"/>
                </a:lnTo>
                <a:lnTo>
                  <a:pt x="4118" y="0"/>
                </a:lnTo>
                <a:lnTo>
                  <a:pt x="4227" y="0"/>
                </a:lnTo>
                <a:lnTo>
                  <a:pt x="4227" y="36"/>
                </a:lnTo>
                <a:moveTo>
                  <a:pt x="4010" y="36"/>
                </a:moveTo>
                <a:lnTo>
                  <a:pt x="3902" y="36"/>
                </a:lnTo>
                <a:lnTo>
                  <a:pt x="3902" y="0"/>
                </a:lnTo>
                <a:lnTo>
                  <a:pt x="4010" y="0"/>
                </a:lnTo>
                <a:lnTo>
                  <a:pt x="4010" y="36"/>
                </a:lnTo>
                <a:moveTo>
                  <a:pt x="3793" y="36"/>
                </a:moveTo>
                <a:lnTo>
                  <a:pt x="3685" y="36"/>
                </a:lnTo>
                <a:lnTo>
                  <a:pt x="3685" y="0"/>
                </a:lnTo>
                <a:lnTo>
                  <a:pt x="3793" y="0"/>
                </a:lnTo>
                <a:lnTo>
                  <a:pt x="3793" y="36"/>
                </a:lnTo>
                <a:moveTo>
                  <a:pt x="3576" y="36"/>
                </a:moveTo>
                <a:lnTo>
                  <a:pt x="3468" y="36"/>
                </a:lnTo>
                <a:lnTo>
                  <a:pt x="3468" y="0"/>
                </a:lnTo>
                <a:lnTo>
                  <a:pt x="3576" y="0"/>
                </a:lnTo>
                <a:lnTo>
                  <a:pt x="3576" y="36"/>
                </a:lnTo>
                <a:moveTo>
                  <a:pt x="3360" y="36"/>
                </a:moveTo>
                <a:lnTo>
                  <a:pt x="3251" y="36"/>
                </a:lnTo>
                <a:lnTo>
                  <a:pt x="3251" y="0"/>
                </a:lnTo>
                <a:lnTo>
                  <a:pt x="3360" y="0"/>
                </a:lnTo>
                <a:lnTo>
                  <a:pt x="3360" y="36"/>
                </a:lnTo>
                <a:moveTo>
                  <a:pt x="3143" y="36"/>
                </a:moveTo>
                <a:lnTo>
                  <a:pt x="3035" y="36"/>
                </a:lnTo>
                <a:lnTo>
                  <a:pt x="3035" y="0"/>
                </a:lnTo>
                <a:lnTo>
                  <a:pt x="3143" y="0"/>
                </a:lnTo>
                <a:lnTo>
                  <a:pt x="3143" y="36"/>
                </a:lnTo>
                <a:moveTo>
                  <a:pt x="2926" y="36"/>
                </a:moveTo>
                <a:lnTo>
                  <a:pt x="2818" y="36"/>
                </a:lnTo>
                <a:lnTo>
                  <a:pt x="2818" y="0"/>
                </a:lnTo>
                <a:lnTo>
                  <a:pt x="2926" y="0"/>
                </a:lnTo>
                <a:lnTo>
                  <a:pt x="2926" y="36"/>
                </a:lnTo>
                <a:moveTo>
                  <a:pt x="2709" y="36"/>
                </a:moveTo>
                <a:lnTo>
                  <a:pt x="2601" y="36"/>
                </a:lnTo>
                <a:lnTo>
                  <a:pt x="2601" y="0"/>
                </a:lnTo>
                <a:lnTo>
                  <a:pt x="2709" y="0"/>
                </a:lnTo>
                <a:lnTo>
                  <a:pt x="2709" y="36"/>
                </a:lnTo>
                <a:moveTo>
                  <a:pt x="2493" y="36"/>
                </a:moveTo>
                <a:lnTo>
                  <a:pt x="2384" y="36"/>
                </a:lnTo>
                <a:lnTo>
                  <a:pt x="2384" y="0"/>
                </a:lnTo>
                <a:lnTo>
                  <a:pt x="2493" y="0"/>
                </a:lnTo>
                <a:lnTo>
                  <a:pt x="2493" y="36"/>
                </a:lnTo>
                <a:moveTo>
                  <a:pt x="2276" y="36"/>
                </a:moveTo>
                <a:lnTo>
                  <a:pt x="2168" y="36"/>
                </a:lnTo>
                <a:lnTo>
                  <a:pt x="2168" y="0"/>
                </a:lnTo>
                <a:lnTo>
                  <a:pt x="2276" y="0"/>
                </a:lnTo>
                <a:lnTo>
                  <a:pt x="2276" y="36"/>
                </a:lnTo>
                <a:moveTo>
                  <a:pt x="2059" y="36"/>
                </a:moveTo>
                <a:lnTo>
                  <a:pt x="1951" y="36"/>
                </a:lnTo>
                <a:lnTo>
                  <a:pt x="1951" y="0"/>
                </a:lnTo>
                <a:lnTo>
                  <a:pt x="2059" y="0"/>
                </a:lnTo>
                <a:lnTo>
                  <a:pt x="2059" y="36"/>
                </a:lnTo>
                <a:moveTo>
                  <a:pt x="1842" y="36"/>
                </a:moveTo>
                <a:lnTo>
                  <a:pt x="1734" y="36"/>
                </a:lnTo>
                <a:lnTo>
                  <a:pt x="1734" y="0"/>
                </a:lnTo>
                <a:lnTo>
                  <a:pt x="1842" y="0"/>
                </a:lnTo>
                <a:lnTo>
                  <a:pt x="1842" y="36"/>
                </a:lnTo>
                <a:moveTo>
                  <a:pt x="1626" y="36"/>
                </a:moveTo>
                <a:lnTo>
                  <a:pt x="1517" y="36"/>
                </a:lnTo>
                <a:lnTo>
                  <a:pt x="1517" y="0"/>
                </a:lnTo>
                <a:lnTo>
                  <a:pt x="1626" y="0"/>
                </a:lnTo>
                <a:lnTo>
                  <a:pt x="1626" y="36"/>
                </a:lnTo>
                <a:moveTo>
                  <a:pt x="1409" y="36"/>
                </a:moveTo>
                <a:lnTo>
                  <a:pt x="1301" y="36"/>
                </a:lnTo>
                <a:lnTo>
                  <a:pt x="1301" y="0"/>
                </a:lnTo>
                <a:lnTo>
                  <a:pt x="1409" y="0"/>
                </a:lnTo>
                <a:lnTo>
                  <a:pt x="1409" y="36"/>
                </a:lnTo>
                <a:moveTo>
                  <a:pt x="1192" y="36"/>
                </a:moveTo>
                <a:lnTo>
                  <a:pt x="1084" y="36"/>
                </a:lnTo>
                <a:lnTo>
                  <a:pt x="1084" y="0"/>
                </a:lnTo>
                <a:lnTo>
                  <a:pt x="1192" y="0"/>
                </a:lnTo>
                <a:lnTo>
                  <a:pt x="1192" y="36"/>
                </a:lnTo>
                <a:moveTo>
                  <a:pt x="975" y="36"/>
                </a:moveTo>
                <a:lnTo>
                  <a:pt x="867" y="36"/>
                </a:lnTo>
                <a:lnTo>
                  <a:pt x="867" y="0"/>
                </a:lnTo>
                <a:lnTo>
                  <a:pt x="975" y="0"/>
                </a:lnTo>
                <a:lnTo>
                  <a:pt x="975" y="36"/>
                </a:lnTo>
                <a:moveTo>
                  <a:pt x="759" y="36"/>
                </a:moveTo>
                <a:lnTo>
                  <a:pt x="650" y="36"/>
                </a:lnTo>
                <a:lnTo>
                  <a:pt x="650" y="0"/>
                </a:lnTo>
                <a:lnTo>
                  <a:pt x="759" y="0"/>
                </a:lnTo>
                <a:lnTo>
                  <a:pt x="759" y="36"/>
                </a:lnTo>
                <a:moveTo>
                  <a:pt x="542" y="36"/>
                </a:moveTo>
                <a:lnTo>
                  <a:pt x="434" y="36"/>
                </a:lnTo>
                <a:lnTo>
                  <a:pt x="434" y="0"/>
                </a:lnTo>
                <a:lnTo>
                  <a:pt x="542" y="0"/>
                </a:lnTo>
                <a:lnTo>
                  <a:pt x="542" y="36"/>
                </a:lnTo>
                <a:moveTo>
                  <a:pt x="325" y="36"/>
                </a:moveTo>
                <a:lnTo>
                  <a:pt x="217" y="36"/>
                </a:lnTo>
                <a:lnTo>
                  <a:pt x="217" y="0"/>
                </a:lnTo>
                <a:lnTo>
                  <a:pt x="325" y="0"/>
                </a:lnTo>
                <a:lnTo>
                  <a:pt x="325" y="36"/>
                </a:lnTo>
                <a:moveTo>
                  <a:pt x="108" y="36"/>
                </a:moveTo>
                <a:lnTo>
                  <a:pt x="0" y="36"/>
                </a:lnTo>
                <a:lnTo>
                  <a:pt x="0" y="0"/>
                </a:lnTo>
                <a:lnTo>
                  <a:pt x="108" y="0"/>
                </a:lnTo>
                <a:lnTo>
                  <a:pt x="108" y="36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-32040" bIns="-32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5893920" y="1109520"/>
            <a:ext cx="17280" cy="1495800"/>
          </a:xfrm>
          <a:custGeom>
            <a:avLst/>
            <a:gdLst/>
            <a:ahLst/>
            <a:rect l="0" t="0" r="r" b="b"/>
            <a:pathLst>
              <a:path w="48" h="4155">
                <a:moveTo>
                  <a:pt x="0" y="4155"/>
                </a:moveTo>
                <a:lnTo>
                  <a:pt x="1" y="4047"/>
                </a:lnTo>
                <a:lnTo>
                  <a:pt x="37" y="4047"/>
                </a:lnTo>
                <a:lnTo>
                  <a:pt x="36" y="4155"/>
                </a:lnTo>
                <a:lnTo>
                  <a:pt x="0" y="4155"/>
                </a:lnTo>
                <a:moveTo>
                  <a:pt x="1" y="3939"/>
                </a:moveTo>
                <a:lnTo>
                  <a:pt x="1" y="3830"/>
                </a:lnTo>
                <a:lnTo>
                  <a:pt x="37" y="3830"/>
                </a:lnTo>
                <a:lnTo>
                  <a:pt x="37" y="3939"/>
                </a:lnTo>
                <a:lnTo>
                  <a:pt x="1" y="3939"/>
                </a:lnTo>
                <a:moveTo>
                  <a:pt x="2" y="3722"/>
                </a:moveTo>
                <a:lnTo>
                  <a:pt x="2" y="3613"/>
                </a:lnTo>
                <a:lnTo>
                  <a:pt x="38" y="3613"/>
                </a:lnTo>
                <a:lnTo>
                  <a:pt x="38" y="3722"/>
                </a:lnTo>
                <a:lnTo>
                  <a:pt x="2" y="3722"/>
                </a:lnTo>
                <a:moveTo>
                  <a:pt x="2" y="3505"/>
                </a:moveTo>
                <a:lnTo>
                  <a:pt x="3" y="3397"/>
                </a:lnTo>
                <a:lnTo>
                  <a:pt x="39" y="3397"/>
                </a:lnTo>
                <a:lnTo>
                  <a:pt x="38" y="3505"/>
                </a:lnTo>
                <a:lnTo>
                  <a:pt x="2" y="3505"/>
                </a:lnTo>
                <a:moveTo>
                  <a:pt x="3" y="3288"/>
                </a:moveTo>
                <a:lnTo>
                  <a:pt x="3" y="3180"/>
                </a:lnTo>
                <a:lnTo>
                  <a:pt x="39" y="3180"/>
                </a:lnTo>
                <a:lnTo>
                  <a:pt x="39" y="3288"/>
                </a:lnTo>
                <a:lnTo>
                  <a:pt x="3" y="3288"/>
                </a:lnTo>
                <a:moveTo>
                  <a:pt x="3" y="3071"/>
                </a:moveTo>
                <a:lnTo>
                  <a:pt x="4" y="2963"/>
                </a:lnTo>
                <a:lnTo>
                  <a:pt x="40" y="2963"/>
                </a:lnTo>
                <a:lnTo>
                  <a:pt x="39" y="3071"/>
                </a:lnTo>
                <a:lnTo>
                  <a:pt x="3" y="3071"/>
                </a:lnTo>
                <a:moveTo>
                  <a:pt x="4" y="2854"/>
                </a:moveTo>
                <a:lnTo>
                  <a:pt x="4" y="2746"/>
                </a:lnTo>
                <a:lnTo>
                  <a:pt x="40" y="2746"/>
                </a:lnTo>
                <a:lnTo>
                  <a:pt x="40" y="2854"/>
                </a:lnTo>
                <a:lnTo>
                  <a:pt x="4" y="2854"/>
                </a:lnTo>
                <a:moveTo>
                  <a:pt x="5" y="2637"/>
                </a:moveTo>
                <a:lnTo>
                  <a:pt x="5" y="2529"/>
                </a:lnTo>
                <a:lnTo>
                  <a:pt x="41" y="2529"/>
                </a:lnTo>
                <a:lnTo>
                  <a:pt x="41" y="2637"/>
                </a:lnTo>
                <a:lnTo>
                  <a:pt x="5" y="2637"/>
                </a:lnTo>
                <a:moveTo>
                  <a:pt x="5" y="2421"/>
                </a:moveTo>
                <a:lnTo>
                  <a:pt x="6" y="2312"/>
                </a:lnTo>
                <a:lnTo>
                  <a:pt x="42" y="2312"/>
                </a:lnTo>
                <a:lnTo>
                  <a:pt x="41" y="2421"/>
                </a:lnTo>
                <a:lnTo>
                  <a:pt x="5" y="2421"/>
                </a:lnTo>
                <a:moveTo>
                  <a:pt x="6" y="2204"/>
                </a:moveTo>
                <a:lnTo>
                  <a:pt x="6" y="2095"/>
                </a:lnTo>
                <a:lnTo>
                  <a:pt x="42" y="2095"/>
                </a:lnTo>
                <a:lnTo>
                  <a:pt x="42" y="2204"/>
                </a:lnTo>
                <a:lnTo>
                  <a:pt x="6" y="2204"/>
                </a:lnTo>
                <a:moveTo>
                  <a:pt x="6" y="1987"/>
                </a:moveTo>
                <a:lnTo>
                  <a:pt x="7" y="1878"/>
                </a:lnTo>
                <a:lnTo>
                  <a:pt x="43" y="1878"/>
                </a:lnTo>
                <a:lnTo>
                  <a:pt x="42" y="1987"/>
                </a:lnTo>
                <a:lnTo>
                  <a:pt x="6" y="1987"/>
                </a:lnTo>
                <a:moveTo>
                  <a:pt x="7" y="1770"/>
                </a:moveTo>
                <a:lnTo>
                  <a:pt x="7" y="1662"/>
                </a:lnTo>
                <a:lnTo>
                  <a:pt x="43" y="1662"/>
                </a:lnTo>
                <a:lnTo>
                  <a:pt x="43" y="1770"/>
                </a:lnTo>
                <a:lnTo>
                  <a:pt x="7" y="1770"/>
                </a:lnTo>
                <a:moveTo>
                  <a:pt x="8" y="1553"/>
                </a:moveTo>
                <a:lnTo>
                  <a:pt x="8" y="1445"/>
                </a:lnTo>
                <a:lnTo>
                  <a:pt x="44" y="1445"/>
                </a:lnTo>
                <a:lnTo>
                  <a:pt x="44" y="1553"/>
                </a:lnTo>
                <a:lnTo>
                  <a:pt x="8" y="1553"/>
                </a:lnTo>
                <a:moveTo>
                  <a:pt x="8" y="1336"/>
                </a:moveTo>
                <a:lnTo>
                  <a:pt x="9" y="1228"/>
                </a:lnTo>
                <a:lnTo>
                  <a:pt x="45" y="1228"/>
                </a:lnTo>
                <a:lnTo>
                  <a:pt x="44" y="1336"/>
                </a:lnTo>
                <a:lnTo>
                  <a:pt x="8" y="1336"/>
                </a:lnTo>
                <a:moveTo>
                  <a:pt x="9" y="1119"/>
                </a:moveTo>
                <a:lnTo>
                  <a:pt x="9" y="1011"/>
                </a:lnTo>
                <a:lnTo>
                  <a:pt x="45" y="1011"/>
                </a:lnTo>
                <a:lnTo>
                  <a:pt x="45" y="1119"/>
                </a:lnTo>
                <a:lnTo>
                  <a:pt x="9" y="1119"/>
                </a:lnTo>
                <a:moveTo>
                  <a:pt x="9" y="903"/>
                </a:moveTo>
                <a:lnTo>
                  <a:pt x="10" y="794"/>
                </a:lnTo>
                <a:lnTo>
                  <a:pt x="46" y="794"/>
                </a:lnTo>
                <a:lnTo>
                  <a:pt x="46" y="903"/>
                </a:lnTo>
                <a:lnTo>
                  <a:pt x="9" y="903"/>
                </a:lnTo>
                <a:moveTo>
                  <a:pt x="10" y="686"/>
                </a:moveTo>
                <a:lnTo>
                  <a:pt x="10" y="577"/>
                </a:lnTo>
                <a:lnTo>
                  <a:pt x="46" y="577"/>
                </a:lnTo>
                <a:lnTo>
                  <a:pt x="46" y="686"/>
                </a:lnTo>
                <a:lnTo>
                  <a:pt x="10" y="686"/>
                </a:lnTo>
                <a:moveTo>
                  <a:pt x="11" y="469"/>
                </a:moveTo>
                <a:lnTo>
                  <a:pt x="11" y="360"/>
                </a:lnTo>
                <a:lnTo>
                  <a:pt x="47" y="360"/>
                </a:lnTo>
                <a:lnTo>
                  <a:pt x="47" y="469"/>
                </a:lnTo>
                <a:lnTo>
                  <a:pt x="11" y="469"/>
                </a:lnTo>
                <a:moveTo>
                  <a:pt x="11" y="252"/>
                </a:moveTo>
                <a:lnTo>
                  <a:pt x="12" y="144"/>
                </a:lnTo>
                <a:lnTo>
                  <a:pt x="48" y="144"/>
                </a:lnTo>
                <a:lnTo>
                  <a:pt x="47" y="252"/>
                </a:lnTo>
                <a:lnTo>
                  <a:pt x="11" y="252"/>
                </a:lnTo>
                <a:moveTo>
                  <a:pt x="12" y="35"/>
                </a:moveTo>
                <a:lnTo>
                  <a:pt x="12" y="0"/>
                </a:lnTo>
                <a:lnTo>
                  <a:pt x="48" y="0"/>
                </a:lnTo>
                <a:lnTo>
                  <a:pt x="48" y="35"/>
                </a:lnTo>
                <a:lnTo>
                  <a:pt x="12" y="35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556600" y="1105200"/>
            <a:ext cx="15480" cy="1500480"/>
          </a:xfrm>
          <a:custGeom>
            <a:avLst/>
            <a:gdLst/>
            <a:ahLst/>
            <a:rect l="0" t="0" r="r" b="b"/>
            <a:pathLst>
              <a:path w="43" h="4168">
                <a:moveTo>
                  <a:pt x="6" y="4168"/>
                </a:moveTo>
                <a:lnTo>
                  <a:pt x="6" y="4059"/>
                </a:lnTo>
                <a:lnTo>
                  <a:pt x="43" y="4059"/>
                </a:lnTo>
                <a:lnTo>
                  <a:pt x="43" y="4168"/>
                </a:lnTo>
                <a:lnTo>
                  <a:pt x="6" y="4168"/>
                </a:lnTo>
                <a:moveTo>
                  <a:pt x="6" y="3951"/>
                </a:moveTo>
                <a:lnTo>
                  <a:pt x="6" y="3842"/>
                </a:lnTo>
                <a:lnTo>
                  <a:pt x="42" y="3842"/>
                </a:lnTo>
                <a:lnTo>
                  <a:pt x="42" y="3951"/>
                </a:lnTo>
                <a:lnTo>
                  <a:pt x="6" y="3951"/>
                </a:lnTo>
                <a:moveTo>
                  <a:pt x="6" y="3734"/>
                </a:moveTo>
                <a:lnTo>
                  <a:pt x="6" y="3626"/>
                </a:lnTo>
                <a:lnTo>
                  <a:pt x="42" y="3626"/>
                </a:lnTo>
                <a:lnTo>
                  <a:pt x="42" y="3734"/>
                </a:lnTo>
                <a:lnTo>
                  <a:pt x="6" y="3734"/>
                </a:lnTo>
                <a:moveTo>
                  <a:pt x="5" y="3517"/>
                </a:moveTo>
                <a:lnTo>
                  <a:pt x="5" y="3409"/>
                </a:lnTo>
                <a:lnTo>
                  <a:pt x="42" y="3409"/>
                </a:lnTo>
                <a:lnTo>
                  <a:pt x="42" y="3517"/>
                </a:lnTo>
                <a:lnTo>
                  <a:pt x="5" y="3517"/>
                </a:lnTo>
                <a:moveTo>
                  <a:pt x="5" y="3301"/>
                </a:moveTo>
                <a:lnTo>
                  <a:pt x="5" y="3192"/>
                </a:lnTo>
                <a:lnTo>
                  <a:pt x="41" y="3192"/>
                </a:lnTo>
                <a:lnTo>
                  <a:pt x="41" y="3301"/>
                </a:lnTo>
                <a:lnTo>
                  <a:pt x="5" y="3301"/>
                </a:lnTo>
                <a:moveTo>
                  <a:pt x="5" y="3084"/>
                </a:moveTo>
                <a:lnTo>
                  <a:pt x="5" y="2976"/>
                </a:lnTo>
                <a:lnTo>
                  <a:pt x="41" y="2976"/>
                </a:lnTo>
                <a:lnTo>
                  <a:pt x="41" y="3084"/>
                </a:lnTo>
                <a:lnTo>
                  <a:pt x="5" y="3084"/>
                </a:lnTo>
                <a:moveTo>
                  <a:pt x="5" y="2867"/>
                </a:moveTo>
                <a:lnTo>
                  <a:pt x="5" y="2759"/>
                </a:lnTo>
                <a:lnTo>
                  <a:pt x="41" y="2759"/>
                </a:lnTo>
                <a:lnTo>
                  <a:pt x="41" y="2867"/>
                </a:lnTo>
                <a:lnTo>
                  <a:pt x="5" y="2867"/>
                </a:lnTo>
                <a:moveTo>
                  <a:pt x="4" y="2651"/>
                </a:moveTo>
                <a:lnTo>
                  <a:pt x="4" y="2542"/>
                </a:lnTo>
                <a:lnTo>
                  <a:pt x="40" y="2542"/>
                </a:lnTo>
                <a:lnTo>
                  <a:pt x="40" y="2651"/>
                </a:lnTo>
                <a:lnTo>
                  <a:pt x="4" y="2651"/>
                </a:lnTo>
                <a:moveTo>
                  <a:pt x="4" y="2434"/>
                </a:moveTo>
                <a:lnTo>
                  <a:pt x="4" y="2325"/>
                </a:lnTo>
                <a:lnTo>
                  <a:pt x="40" y="2325"/>
                </a:lnTo>
                <a:lnTo>
                  <a:pt x="40" y="2434"/>
                </a:lnTo>
                <a:lnTo>
                  <a:pt x="4" y="2434"/>
                </a:lnTo>
                <a:moveTo>
                  <a:pt x="4" y="2217"/>
                </a:moveTo>
                <a:lnTo>
                  <a:pt x="4" y="2109"/>
                </a:lnTo>
                <a:lnTo>
                  <a:pt x="40" y="2109"/>
                </a:lnTo>
                <a:lnTo>
                  <a:pt x="40" y="2217"/>
                </a:lnTo>
                <a:lnTo>
                  <a:pt x="4" y="2217"/>
                </a:lnTo>
                <a:moveTo>
                  <a:pt x="3" y="2000"/>
                </a:moveTo>
                <a:lnTo>
                  <a:pt x="3" y="1892"/>
                </a:lnTo>
                <a:lnTo>
                  <a:pt x="39" y="1892"/>
                </a:lnTo>
                <a:lnTo>
                  <a:pt x="39" y="2000"/>
                </a:lnTo>
                <a:lnTo>
                  <a:pt x="3" y="2000"/>
                </a:lnTo>
                <a:moveTo>
                  <a:pt x="3" y="1784"/>
                </a:moveTo>
                <a:lnTo>
                  <a:pt x="3" y="1675"/>
                </a:lnTo>
                <a:lnTo>
                  <a:pt x="39" y="1675"/>
                </a:lnTo>
                <a:lnTo>
                  <a:pt x="39" y="1784"/>
                </a:lnTo>
                <a:lnTo>
                  <a:pt x="3" y="1784"/>
                </a:lnTo>
                <a:moveTo>
                  <a:pt x="3" y="1567"/>
                </a:moveTo>
                <a:lnTo>
                  <a:pt x="3" y="1459"/>
                </a:lnTo>
                <a:lnTo>
                  <a:pt x="39" y="1459"/>
                </a:lnTo>
                <a:lnTo>
                  <a:pt x="39" y="1567"/>
                </a:lnTo>
                <a:lnTo>
                  <a:pt x="3" y="1567"/>
                </a:lnTo>
                <a:moveTo>
                  <a:pt x="2" y="1350"/>
                </a:moveTo>
                <a:lnTo>
                  <a:pt x="2" y="1242"/>
                </a:lnTo>
                <a:lnTo>
                  <a:pt x="38" y="1242"/>
                </a:lnTo>
                <a:lnTo>
                  <a:pt x="38" y="1350"/>
                </a:lnTo>
                <a:lnTo>
                  <a:pt x="2" y="1350"/>
                </a:lnTo>
                <a:moveTo>
                  <a:pt x="2" y="1134"/>
                </a:moveTo>
                <a:lnTo>
                  <a:pt x="2" y="1025"/>
                </a:lnTo>
                <a:lnTo>
                  <a:pt x="38" y="1025"/>
                </a:lnTo>
                <a:lnTo>
                  <a:pt x="38" y="1134"/>
                </a:lnTo>
                <a:lnTo>
                  <a:pt x="2" y="1134"/>
                </a:lnTo>
                <a:moveTo>
                  <a:pt x="2" y="917"/>
                </a:moveTo>
                <a:lnTo>
                  <a:pt x="2" y="809"/>
                </a:lnTo>
                <a:lnTo>
                  <a:pt x="38" y="809"/>
                </a:lnTo>
                <a:lnTo>
                  <a:pt x="38" y="917"/>
                </a:lnTo>
                <a:lnTo>
                  <a:pt x="2" y="917"/>
                </a:lnTo>
                <a:moveTo>
                  <a:pt x="1" y="700"/>
                </a:moveTo>
                <a:lnTo>
                  <a:pt x="1" y="592"/>
                </a:lnTo>
                <a:lnTo>
                  <a:pt x="37" y="592"/>
                </a:lnTo>
                <a:lnTo>
                  <a:pt x="37" y="700"/>
                </a:lnTo>
                <a:lnTo>
                  <a:pt x="1" y="700"/>
                </a:lnTo>
                <a:moveTo>
                  <a:pt x="1" y="483"/>
                </a:moveTo>
                <a:lnTo>
                  <a:pt x="1" y="375"/>
                </a:lnTo>
                <a:lnTo>
                  <a:pt x="37" y="375"/>
                </a:lnTo>
                <a:lnTo>
                  <a:pt x="37" y="483"/>
                </a:lnTo>
                <a:lnTo>
                  <a:pt x="1" y="483"/>
                </a:lnTo>
                <a:moveTo>
                  <a:pt x="1" y="267"/>
                </a:moveTo>
                <a:lnTo>
                  <a:pt x="1" y="158"/>
                </a:lnTo>
                <a:lnTo>
                  <a:pt x="37" y="158"/>
                </a:lnTo>
                <a:lnTo>
                  <a:pt x="37" y="267"/>
                </a:lnTo>
                <a:lnTo>
                  <a:pt x="1" y="267"/>
                </a:lnTo>
                <a:moveTo>
                  <a:pt x="0" y="50"/>
                </a:moveTo>
                <a:lnTo>
                  <a:pt x="0" y="0"/>
                </a:lnTo>
                <a:lnTo>
                  <a:pt x="36" y="0"/>
                </a:lnTo>
                <a:lnTo>
                  <a:pt x="36" y="50"/>
                </a:lnTo>
                <a:lnTo>
                  <a:pt x="0" y="50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5346720" y="1103040"/>
            <a:ext cx="2098080" cy="560880"/>
          </a:xfrm>
          <a:custGeom>
            <a:avLst/>
            <a:gdLst/>
            <a:ahLst/>
            <a:rect l="0" t="0" r="r" b="b"/>
            <a:pathLst>
              <a:path w="5828" h="1558">
                <a:moveTo>
                  <a:pt x="124" y="0"/>
                </a:moveTo>
                <a:lnTo>
                  <a:pt x="5703" y="0"/>
                </a:lnTo>
                <a:cubicBezTo>
                  <a:pt x="5720" y="0"/>
                  <a:pt x="5736" y="3"/>
                  <a:pt x="5751" y="9"/>
                </a:cubicBezTo>
                <a:cubicBezTo>
                  <a:pt x="5766" y="16"/>
                  <a:pt x="5780" y="25"/>
                  <a:pt x="5791" y="36"/>
                </a:cubicBezTo>
                <a:cubicBezTo>
                  <a:pt x="5803" y="48"/>
                  <a:pt x="5812" y="61"/>
                  <a:pt x="5818" y="77"/>
                </a:cubicBezTo>
                <a:cubicBezTo>
                  <a:pt x="5825" y="92"/>
                  <a:pt x="5828" y="108"/>
                  <a:pt x="5828" y="124"/>
                </a:cubicBezTo>
                <a:lnTo>
                  <a:pt x="5828" y="1433"/>
                </a:lnTo>
                <a:cubicBezTo>
                  <a:pt x="5828" y="1449"/>
                  <a:pt x="5825" y="1465"/>
                  <a:pt x="5818" y="1481"/>
                </a:cubicBezTo>
                <a:cubicBezTo>
                  <a:pt x="5812" y="1496"/>
                  <a:pt x="5803" y="1509"/>
                  <a:pt x="5791" y="1521"/>
                </a:cubicBezTo>
                <a:cubicBezTo>
                  <a:pt x="5780" y="1533"/>
                  <a:pt x="5766" y="1542"/>
                  <a:pt x="5751" y="1548"/>
                </a:cubicBezTo>
                <a:cubicBezTo>
                  <a:pt x="5736" y="1554"/>
                  <a:pt x="5720" y="1558"/>
                  <a:pt x="5703" y="1558"/>
                </a:cubicBezTo>
                <a:lnTo>
                  <a:pt x="124" y="1558"/>
                </a:lnTo>
                <a:cubicBezTo>
                  <a:pt x="108" y="1558"/>
                  <a:pt x="92" y="1554"/>
                  <a:pt x="77" y="1548"/>
                </a:cubicBezTo>
                <a:cubicBezTo>
                  <a:pt x="62" y="1542"/>
                  <a:pt x="48" y="1533"/>
                  <a:pt x="36" y="1521"/>
                </a:cubicBezTo>
                <a:cubicBezTo>
                  <a:pt x="25" y="1509"/>
                  <a:pt x="16" y="1496"/>
                  <a:pt x="9" y="1481"/>
                </a:cubicBezTo>
                <a:cubicBezTo>
                  <a:pt x="3" y="1465"/>
                  <a:pt x="0" y="1449"/>
                  <a:pt x="0" y="1433"/>
                </a:cubicBezTo>
                <a:lnTo>
                  <a:pt x="0" y="124"/>
                </a:lnTo>
                <a:cubicBezTo>
                  <a:pt x="0" y="108"/>
                  <a:pt x="3" y="92"/>
                  <a:pt x="9" y="77"/>
                </a:cubicBezTo>
                <a:cubicBezTo>
                  <a:pt x="16" y="61"/>
                  <a:pt x="25" y="48"/>
                  <a:pt x="36" y="36"/>
                </a:cubicBezTo>
                <a:cubicBezTo>
                  <a:pt x="48" y="25"/>
                  <a:pt x="62" y="16"/>
                  <a:pt x="77" y="9"/>
                </a:cubicBezTo>
                <a:cubicBezTo>
                  <a:pt x="92" y="3"/>
                  <a:pt x="108" y="0"/>
                  <a:pt x="124" y="0"/>
                </a:cubicBezTo>
                <a:close/>
              </a:path>
            </a:pathLst>
          </a:custGeom>
          <a:solidFill>
            <a:srgbClr val="d5e8d4">
              <a:alpha val="5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5346720" y="1659600"/>
            <a:ext cx="2098080" cy="524520"/>
          </a:xfrm>
          <a:custGeom>
            <a:avLst/>
            <a:gdLst/>
            <a:ahLst/>
            <a:rect l="0" t="0" r="r" b="b"/>
            <a:pathLst>
              <a:path w="5828" h="1457">
                <a:moveTo>
                  <a:pt x="117" y="0"/>
                </a:moveTo>
                <a:lnTo>
                  <a:pt x="5711" y="0"/>
                </a:lnTo>
                <a:cubicBezTo>
                  <a:pt x="5727" y="0"/>
                  <a:pt x="5742" y="3"/>
                  <a:pt x="5756" y="9"/>
                </a:cubicBezTo>
                <a:cubicBezTo>
                  <a:pt x="5770" y="14"/>
                  <a:pt x="5783" y="23"/>
                  <a:pt x="5794" y="34"/>
                </a:cubicBezTo>
                <a:cubicBezTo>
                  <a:pt x="5805" y="45"/>
                  <a:pt x="5813" y="57"/>
                  <a:pt x="5819" y="72"/>
                </a:cubicBezTo>
                <a:cubicBezTo>
                  <a:pt x="5825" y="86"/>
                  <a:pt x="5828" y="101"/>
                  <a:pt x="5828" y="116"/>
                </a:cubicBezTo>
                <a:lnTo>
                  <a:pt x="5828" y="1340"/>
                </a:lnTo>
                <a:cubicBezTo>
                  <a:pt x="5828" y="1355"/>
                  <a:pt x="5825" y="1370"/>
                  <a:pt x="5819" y="1385"/>
                </a:cubicBezTo>
                <a:cubicBezTo>
                  <a:pt x="5813" y="1399"/>
                  <a:pt x="5805" y="1412"/>
                  <a:pt x="5794" y="1422"/>
                </a:cubicBezTo>
                <a:cubicBezTo>
                  <a:pt x="5783" y="1433"/>
                  <a:pt x="5770" y="1442"/>
                  <a:pt x="5756" y="1448"/>
                </a:cubicBezTo>
                <a:cubicBezTo>
                  <a:pt x="5742" y="1454"/>
                  <a:pt x="5727" y="1457"/>
                  <a:pt x="5711" y="1457"/>
                </a:cubicBezTo>
                <a:lnTo>
                  <a:pt x="117" y="1457"/>
                </a:lnTo>
                <a:cubicBezTo>
                  <a:pt x="101" y="1457"/>
                  <a:pt x="86" y="1454"/>
                  <a:pt x="72" y="1448"/>
                </a:cubicBezTo>
                <a:cubicBezTo>
                  <a:pt x="58" y="1442"/>
                  <a:pt x="45" y="1432"/>
                  <a:pt x="34" y="1422"/>
                </a:cubicBezTo>
                <a:cubicBezTo>
                  <a:pt x="23" y="1411"/>
                  <a:pt x="15" y="1399"/>
                  <a:pt x="9" y="1385"/>
                </a:cubicBezTo>
                <a:cubicBezTo>
                  <a:pt x="3" y="1370"/>
                  <a:pt x="0" y="1355"/>
                  <a:pt x="0" y="1340"/>
                </a:cubicBezTo>
                <a:lnTo>
                  <a:pt x="0" y="116"/>
                </a:lnTo>
                <a:cubicBezTo>
                  <a:pt x="0" y="101"/>
                  <a:pt x="3" y="86"/>
                  <a:pt x="9" y="72"/>
                </a:cubicBezTo>
                <a:cubicBezTo>
                  <a:pt x="15" y="57"/>
                  <a:pt x="23" y="45"/>
                  <a:pt x="34" y="34"/>
                </a:cubicBezTo>
                <a:cubicBezTo>
                  <a:pt x="45" y="23"/>
                  <a:pt x="58" y="14"/>
                  <a:pt x="72" y="9"/>
                </a:cubicBezTo>
                <a:cubicBezTo>
                  <a:pt x="86" y="3"/>
                  <a:pt x="101" y="0"/>
                  <a:pt x="117" y="0"/>
                </a:cubicBezTo>
                <a:close/>
              </a:path>
            </a:pathLst>
          </a:custGeom>
          <a:solidFill>
            <a:srgbClr val="f8cecc">
              <a:alpha val="50000"/>
            </a:srgbClr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5504760" y="2510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5"/>
                  <a:pt x="255" y="82"/>
                </a:cubicBezTo>
                <a:cubicBezTo>
                  <a:pt x="261" y="98"/>
                  <a:pt x="265" y="115"/>
                  <a:pt x="265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5504760" y="2510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5"/>
                  <a:pt x="255" y="82"/>
                </a:cubicBezTo>
                <a:cubicBezTo>
                  <a:pt x="261" y="98"/>
                  <a:pt x="265" y="115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852880" y="1456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199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ubicBezTo>
                  <a:pt x="265" y="150"/>
                  <a:pt x="262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5852880" y="1456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852880" y="2278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ubicBezTo>
                  <a:pt x="265" y="150"/>
                  <a:pt x="262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5852880" y="2278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5504760" y="2278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ubicBezTo>
                  <a:pt x="265" y="150"/>
                  <a:pt x="261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5504760" y="2278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852880" y="2510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199"/>
                  <a:pt x="238" y="214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5"/>
                  <a:pt x="255" y="82"/>
                </a:cubicBezTo>
                <a:cubicBezTo>
                  <a:pt x="261" y="98"/>
                  <a:pt x="265" y="115"/>
                  <a:pt x="265" y="132"/>
                </a:cubicBezTo>
                <a:cubicBezTo>
                  <a:pt x="265" y="150"/>
                  <a:pt x="262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5852880" y="2510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5"/>
                  <a:pt x="255" y="82"/>
                </a:cubicBezTo>
                <a:cubicBezTo>
                  <a:pt x="261" y="98"/>
                  <a:pt x="265" y="115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5504760" y="1456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5504760" y="1456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174000" y="2510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5"/>
                  <a:pt x="255" y="82"/>
                </a:cubicBezTo>
                <a:cubicBezTo>
                  <a:pt x="261" y="98"/>
                  <a:pt x="265" y="115"/>
                  <a:pt x="265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6174000" y="2510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5"/>
                  <a:pt x="255" y="82"/>
                </a:cubicBezTo>
                <a:cubicBezTo>
                  <a:pt x="261" y="98"/>
                  <a:pt x="265" y="115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6522120" y="1456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6522120" y="1456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6511680" y="22770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4"/>
                </a:moveTo>
                <a:cubicBezTo>
                  <a:pt x="248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ubicBezTo>
                  <a:pt x="265" y="150"/>
                  <a:pt x="262" y="167"/>
                  <a:pt x="255" y="184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511680" y="22770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4"/>
                </a:cubicBezTo>
                <a:cubicBezTo>
                  <a:pt x="248" y="200"/>
                  <a:pt x="239" y="214"/>
                  <a:pt x="227" y="227"/>
                </a:cubicBezTo>
                <a:cubicBezTo>
                  <a:pt x="214" y="239"/>
                  <a:pt x="200" y="249"/>
                  <a:pt x="184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9"/>
                  <a:pt x="39" y="227"/>
                </a:cubicBezTo>
                <a:cubicBezTo>
                  <a:pt x="27" y="214"/>
                  <a:pt x="17" y="200"/>
                  <a:pt x="10" y="184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6" y="17"/>
                  <a:pt x="82" y="11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4" y="11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174000" y="2278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ubicBezTo>
                  <a:pt x="265" y="150"/>
                  <a:pt x="261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174000" y="2278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522120" y="2510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5"/>
                  <a:pt x="255" y="82"/>
                </a:cubicBezTo>
                <a:cubicBezTo>
                  <a:pt x="261" y="98"/>
                  <a:pt x="265" y="115"/>
                  <a:pt x="265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522120" y="2510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5"/>
                  <a:pt x="255" y="82"/>
                </a:cubicBezTo>
                <a:cubicBezTo>
                  <a:pt x="261" y="98"/>
                  <a:pt x="265" y="115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6174000" y="1456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174000" y="14562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199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851520" y="2511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6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ubicBezTo>
                  <a:pt x="265" y="150"/>
                  <a:pt x="262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851520" y="251136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199" y="248"/>
                  <a:pt x="183" y="255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5"/>
                </a:cubicBezTo>
                <a:cubicBezTo>
                  <a:pt x="66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7173720" y="14443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3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7173720" y="14443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3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7173720" y="22795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3"/>
                  <a:pt x="226" y="226"/>
                </a:cubicBezTo>
                <a:cubicBezTo>
                  <a:pt x="213" y="238"/>
                  <a:pt x="199" y="248"/>
                  <a:pt x="183" y="254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3" y="26"/>
                  <a:pt x="226" y="38"/>
                </a:cubicBezTo>
                <a:cubicBezTo>
                  <a:pt x="238" y="51"/>
                  <a:pt x="248" y="65"/>
                  <a:pt x="255" y="81"/>
                </a:cubicBezTo>
                <a:cubicBezTo>
                  <a:pt x="261" y="98"/>
                  <a:pt x="265" y="114"/>
                  <a:pt x="265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7173720" y="22795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3"/>
                  <a:pt x="226" y="226"/>
                </a:cubicBezTo>
                <a:cubicBezTo>
                  <a:pt x="213" y="238"/>
                  <a:pt x="199" y="248"/>
                  <a:pt x="183" y="254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3" y="26"/>
                  <a:pt x="226" y="38"/>
                </a:cubicBezTo>
                <a:cubicBezTo>
                  <a:pt x="238" y="51"/>
                  <a:pt x="248" y="65"/>
                  <a:pt x="255" y="81"/>
                </a:cubicBezTo>
                <a:cubicBezTo>
                  <a:pt x="261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6851520" y="22795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199" y="248"/>
                  <a:pt x="183" y="254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6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ubicBezTo>
                  <a:pt x="265" y="150"/>
                  <a:pt x="262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6851520" y="22795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199" y="248"/>
                  <a:pt x="183" y="254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6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173720" y="24984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3"/>
                  <a:pt x="226" y="226"/>
                </a:cubicBezTo>
                <a:cubicBezTo>
                  <a:pt x="213" y="238"/>
                  <a:pt x="199" y="248"/>
                  <a:pt x="183" y="254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3" y="26"/>
                  <a:pt x="226" y="38"/>
                </a:cubicBezTo>
                <a:cubicBezTo>
                  <a:pt x="238" y="51"/>
                  <a:pt x="248" y="65"/>
                  <a:pt x="255" y="81"/>
                </a:cubicBezTo>
                <a:cubicBezTo>
                  <a:pt x="261" y="98"/>
                  <a:pt x="265" y="114"/>
                  <a:pt x="265" y="132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173720" y="24984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199"/>
                  <a:pt x="238" y="213"/>
                  <a:pt x="226" y="226"/>
                </a:cubicBezTo>
                <a:cubicBezTo>
                  <a:pt x="213" y="238"/>
                  <a:pt x="199" y="248"/>
                  <a:pt x="183" y="254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3" y="26"/>
                  <a:pt x="226" y="38"/>
                </a:cubicBezTo>
                <a:cubicBezTo>
                  <a:pt x="238" y="51"/>
                  <a:pt x="248" y="65"/>
                  <a:pt x="255" y="81"/>
                </a:cubicBezTo>
                <a:cubicBezTo>
                  <a:pt x="261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6851520" y="1457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ubicBezTo>
                  <a:pt x="265" y="150"/>
                  <a:pt x="262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851520" y="14572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9" y="52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5442120" y="1217880"/>
            <a:ext cx="1907280" cy="12960"/>
          </a:xfrm>
          <a:custGeom>
            <a:avLst/>
            <a:gdLst/>
            <a:ahLst/>
            <a:rect l="0" t="0" r="r" b="b"/>
            <a:pathLst>
              <a:path w="5298" h="36">
                <a:moveTo>
                  <a:pt x="5298" y="36"/>
                </a:moveTo>
                <a:lnTo>
                  <a:pt x="5189" y="36"/>
                </a:lnTo>
                <a:lnTo>
                  <a:pt x="5189" y="0"/>
                </a:lnTo>
                <a:lnTo>
                  <a:pt x="5298" y="0"/>
                </a:lnTo>
                <a:lnTo>
                  <a:pt x="5298" y="36"/>
                </a:lnTo>
                <a:moveTo>
                  <a:pt x="5081" y="36"/>
                </a:moveTo>
                <a:lnTo>
                  <a:pt x="4973" y="36"/>
                </a:lnTo>
                <a:lnTo>
                  <a:pt x="4973" y="0"/>
                </a:lnTo>
                <a:lnTo>
                  <a:pt x="5081" y="0"/>
                </a:lnTo>
                <a:lnTo>
                  <a:pt x="5081" y="36"/>
                </a:lnTo>
                <a:moveTo>
                  <a:pt x="4864" y="36"/>
                </a:moveTo>
                <a:lnTo>
                  <a:pt x="4756" y="36"/>
                </a:lnTo>
                <a:lnTo>
                  <a:pt x="4756" y="0"/>
                </a:lnTo>
                <a:lnTo>
                  <a:pt x="4864" y="0"/>
                </a:lnTo>
                <a:lnTo>
                  <a:pt x="4864" y="36"/>
                </a:lnTo>
                <a:moveTo>
                  <a:pt x="4647" y="36"/>
                </a:moveTo>
                <a:lnTo>
                  <a:pt x="4539" y="36"/>
                </a:lnTo>
                <a:lnTo>
                  <a:pt x="4539" y="0"/>
                </a:lnTo>
                <a:lnTo>
                  <a:pt x="4647" y="0"/>
                </a:lnTo>
                <a:lnTo>
                  <a:pt x="4647" y="36"/>
                </a:lnTo>
                <a:moveTo>
                  <a:pt x="4431" y="36"/>
                </a:moveTo>
                <a:lnTo>
                  <a:pt x="4322" y="36"/>
                </a:lnTo>
                <a:lnTo>
                  <a:pt x="4322" y="0"/>
                </a:lnTo>
                <a:lnTo>
                  <a:pt x="4431" y="0"/>
                </a:lnTo>
                <a:lnTo>
                  <a:pt x="4431" y="36"/>
                </a:lnTo>
                <a:moveTo>
                  <a:pt x="4214" y="36"/>
                </a:moveTo>
                <a:lnTo>
                  <a:pt x="4106" y="36"/>
                </a:lnTo>
                <a:lnTo>
                  <a:pt x="4106" y="0"/>
                </a:lnTo>
                <a:lnTo>
                  <a:pt x="4214" y="0"/>
                </a:lnTo>
                <a:lnTo>
                  <a:pt x="4214" y="36"/>
                </a:lnTo>
                <a:moveTo>
                  <a:pt x="3997" y="36"/>
                </a:moveTo>
                <a:lnTo>
                  <a:pt x="3889" y="36"/>
                </a:lnTo>
                <a:lnTo>
                  <a:pt x="3889" y="0"/>
                </a:lnTo>
                <a:lnTo>
                  <a:pt x="3997" y="0"/>
                </a:lnTo>
                <a:lnTo>
                  <a:pt x="3997" y="36"/>
                </a:lnTo>
                <a:moveTo>
                  <a:pt x="3780" y="36"/>
                </a:moveTo>
                <a:lnTo>
                  <a:pt x="3672" y="36"/>
                </a:lnTo>
                <a:lnTo>
                  <a:pt x="3672" y="0"/>
                </a:lnTo>
                <a:lnTo>
                  <a:pt x="3780" y="0"/>
                </a:lnTo>
                <a:lnTo>
                  <a:pt x="3780" y="36"/>
                </a:lnTo>
                <a:moveTo>
                  <a:pt x="3564" y="36"/>
                </a:moveTo>
                <a:lnTo>
                  <a:pt x="3455" y="36"/>
                </a:lnTo>
                <a:lnTo>
                  <a:pt x="3455" y="0"/>
                </a:lnTo>
                <a:lnTo>
                  <a:pt x="3564" y="0"/>
                </a:lnTo>
                <a:lnTo>
                  <a:pt x="3564" y="36"/>
                </a:lnTo>
                <a:moveTo>
                  <a:pt x="3347" y="36"/>
                </a:moveTo>
                <a:lnTo>
                  <a:pt x="3239" y="36"/>
                </a:lnTo>
                <a:lnTo>
                  <a:pt x="3239" y="0"/>
                </a:lnTo>
                <a:lnTo>
                  <a:pt x="3347" y="0"/>
                </a:lnTo>
                <a:lnTo>
                  <a:pt x="3347" y="36"/>
                </a:lnTo>
                <a:moveTo>
                  <a:pt x="3130" y="36"/>
                </a:moveTo>
                <a:lnTo>
                  <a:pt x="3022" y="36"/>
                </a:lnTo>
                <a:lnTo>
                  <a:pt x="3022" y="0"/>
                </a:lnTo>
                <a:lnTo>
                  <a:pt x="3130" y="0"/>
                </a:lnTo>
                <a:lnTo>
                  <a:pt x="3130" y="36"/>
                </a:lnTo>
                <a:moveTo>
                  <a:pt x="2913" y="36"/>
                </a:moveTo>
                <a:lnTo>
                  <a:pt x="2805" y="36"/>
                </a:lnTo>
                <a:lnTo>
                  <a:pt x="2805" y="0"/>
                </a:lnTo>
                <a:lnTo>
                  <a:pt x="2913" y="0"/>
                </a:lnTo>
                <a:lnTo>
                  <a:pt x="2913" y="36"/>
                </a:lnTo>
                <a:moveTo>
                  <a:pt x="2697" y="36"/>
                </a:moveTo>
                <a:lnTo>
                  <a:pt x="2588" y="36"/>
                </a:lnTo>
                <a:lnTo>
                  <a:pt x="2588" y="0"/>
                </a:lnTo>
                <a:lnTo>
                  <a:pt x="2697" y="0"/>
                </a:lnTo>
                <a:lnTo>
                  <a:pt x="2697" y="36"/>
                </a:lnTo>
                <a:moveTo>
                  <a:pt x="2480" y="36"/>
                </a:moveTo>
                <a:lnTo>
                  <a:pt x="2372" y="36"/>
                </a:lnTo>
                <a:lnTo>
                  <a:pt x="2372" y="0"/>
                </a:lnTo>
                <a:lnTo>
                  <a:pt x="2480" y="0"/>
                </a:lnTo>
                <a:lnTo>
                  <a:pt x="2480" y="36"/>
                </a:lnTo>
                <a:moveTo>
                  <a:pt x="2263" y="36"/>
                </a:moveTo>
                <a:lnTo>
                  <a:pt x="2155" y="36"/>
                </a:lnTo>
                <a:lnTo>
                  <a:pt x="2155" y="0"/>
                </a:lnTo>
                <a:lnTo>
                  <a:pt x="2263" y="0"/>
                </a:lnTo>
                <a:lnTo>
                  <a:pt x="2263" y="36"/>
                </a:lnTo>
                <a:moveTo>
                  <a:pt x="2046" y="36"/>
                </a:moveTo>
                <a:lnTo>
                  <a:pt x="1938" y="36"/>
                </a:lnTo>
                <a:lnTo>
                  <a:pt x="1938" y="0"/>
                </a:lnTo>
                <a:lnTo>
                  <a:pt x="2046" y="0"/>
                </a:lnTo>
                <a:lnTo>
                  <a:pt x="2046" y="36"/>
                </a:lnTo>
                <a:moveTo>
                  <a:pt x="1830" y="36"/>
                </a:moveTo>
                <a:lnTo>
                  <a:pt x="1721" y="36"/>
                </a:lnTo>
                <a:lnTo>
                  <a:pt x="1721" y="0"/>
                </a:lnTo>
                <a:lnTo>
                  <a:pt x="1830" y="0"/>
                </a:lnTo>
                <a:lnTo>
                  <a:pt x="1830" y="36"/>
                </a:lnTo>
                <a:moveTo>
                  <a:pt x="1613" y="36"/>
                </a:moveTo>
                <a:lnTo>
                  <a:pt x="1505" y="36"/>
                </a:lnTo>
                <a:lnTo>
                  <a:pt x="1505" y="0"/>
                </a:lnTo>
                <a:lnTo>
                  <a:pt x="1613" y="0"/>
                </a:lnTo>
                <a:lnTo>
                  <a:pt x="1613" y="36"/>
                </a:lnTo>
                <a:moveTo>
                  <a:pt x="1396" y="36"/>
                </a:moveTo>
                <a:lnTo>
                  <a:pt x="1288" y="36"/>
                </a:lnTo>
                <a:lnTo>
                  <a:pt x="1288" y="0"/>
                </a:lnTo>
                <a:lnTo>
                  <a:pt x="1396" y="0"/>
                </a:lnTo>
                <a:lnTo>
                  <a:pt x="1396" y="36"/>
                </a:lnTo>
                <a:moveTo>
                  <a:pt x="1179" y="36"/>
                </a:moveTo>
                <a:lnTo>
                  <a:pt x="1071" y="36"/>
                </a:lnTo>
                <a:lnTo>
                  <a:pt x="1071" y="0"/>
                </a:lnTo>
                <a:lnTo>
                  <a:pt x="1179" y="0"/>
                </a:lnTo>
                <a:lnTo>
                  <a:pt x="1179" y="36"/>
                </a:lnTo>
                <a:moveTo>
                  <a:pt x="963" y="36"/>
                </a:moveTo>
                <a:lnTo>
                  <a:pt x="854" y="36"/>
                </a:lnTo>
                <a:lnTo>
                  <a:pt x="854" y="0"/>
                </a:lnTo>
                <a:lnTo>
                  <a:pt x="963" y="0"/>
                </a:lnTo>
                <a:lnTo>
                  <a:pt x="963" y="36"/>
                </a:lnTo>
                <a:moveTo>
                  <a:pt x="746" y="36"/>
                </a:moveTo>
                <a:lnTo>
                  <a:pt x="638" y="36"/>
                </a:lnTo>
                <a:lnTo>
                  <a:pt x="638" y="0"/>
                </a:lnTo>
                <a:lnTo>
                  <a:pt x="746" y="0"/>
                </a:lnTo>
                <a:lnTo>
                  <a:pt x="746" y="36"/>
                </a:lnTo>
                <a:moveTo>
                  <a:pt x="529" y="36"/>
                </a:moveTo>
                <a:lnTo>
                  <a:pt x="421" y="36"/>
                </a:lnTo>
                <a:lnTo>
                  <a:pt x="421" y="0"/>
                </a:lnTo>
                <a:lnTo>
                  <a:pt x="529" y="0"/>
                </a:lnTo>
                <a:lnTo>
                  <a:pt x="529" y="36"/>
                </a:lnTo>
                <a:moveTo>
                  <a:pt x="312" y="36"/>
                </a:moveTo>
                <a:lnTo>
                  <a:pt x="204" y="36"/>
                </a:lnTo>
                <a:lnTo>
                  <a:pt x="204" y="0"/>
                </a:lnTo>
                <a:lnTo>
                  <a:pt x="312" y="0"/>
                </a:lnTo>
                <a:lnTo>
                  <a:pt x="312" y="36"/>
                </a:lnTo>
                <a:moveTo>
                  <a:pt x="96" y="36"/>
                </a:moveTo>
                <a:lnTo>
                  <a:pt x="0" y="36"/>
                </a:lnTo>
                <a:lnTo>
                  <a:pt x="0" y="0"/>
                </a:lnTo>
                <a:lnTo>
                  <a:pt x="96" y="0"/>
                </a:lnTo>
                <a:lnTo>
                  <a:pt x="96" y="36"/>
                </a:lnTo>
                <a:close/>
              </a:path>
            </a:pathLst>
          </a:custGeom>
          <a:solidFill>
            <a:srgbClr val="cccccc"/>
          </a:solidFill>
          <a:ln w="0">
            <a:noFill/>
          </a:ln>
        </p:spPr>
        <p:txBody>
          <a:bodyPr lIns="90000" rIns="90000" tIns="-32040" bIns="-32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852880" y="11764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4" y="150"/>
                  <a:pt x="261" y="167"/>
                  <a:pt x="254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3" y="239"/>
                  <a:pt x="199" y="248"/>
                  <a:pt x="183" y="255"/>
                </a:cubicBezTo>
                <a:cubicBezTo>
                  <a:pt x="166" y="262"/>
                  <a:pt x="150" y="265"/>
                  <a:pt x="132" y="265"/>
                </a:cubicBezTo>
                <a:cubicBezTo>
                  <a:pt x="114" y="265"/>
                  <a:pt x="98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2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8" y="4"/>
                  <a:pt x="114" y="0"/>
                  <a:pt x="132" y="0"/>
                </a:cubicBezTo>
                <a:cubicBezTo>
                  <a:pt x="150" y="0"/>
                  <a:pt x="166" y="4"/>
                  <a:pt x="183" y="10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2"/>
                  <a:pt x="248" y="66"/>
                  <a:pt x="254" y="82"/>
                </a:cubicBezTo>
                <a:cubicBezTo>
                  <a:pt x="261" y="98"/>
                  <a:pt x="264" y="115"/>
                  <a:pt x="265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852880" y="11764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4" y="150"/>
                  <a:pt x="261" y="167"/>
                  <a:pt x="254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3" y="239"/>
                  <a:pt x="199" y="248"/>
                  <a:pt x="183" y="255"/>
                </a:cubicBezTo>
                <a:cubicBezTo>
                  <a:pt x="166" y="262"/>
                  <a:pt x="150" y="265"/>
                  <a:pt x="132" y="265"/>
                </a:cubicBezTo>
                <a:cubicBezTo>
                  <a:pt x="114" y="265"/>
                  <a:pt x="98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2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8" y="4"/>
                  <a:pt x="114" y="0"/>
                  <a:pt x="132" y="0"/>
                </a:cubicBezTo>
                <a:cubicBezTo>
                  <a:pt x="150" y="0"/>
                  <a:pt x="166" y="4"/>
                  <a:pt x="183" y="10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2"/>
                  <a:pt x="248" y="66"/>
                  <a:pt x="254" y="82"/>
                </a:cubicBezTo>
                <a:cubicBezTo>
                  <a:pt x="261" y="98"/>
                  <a:pt x="264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504760" y="11764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9" y="262"/>
                  <a:pt x="82" y="255"/>
                </a:cubicBezTo>
                <a:cubicBezTo>
                  <a:pt x="66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504760" y="11764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9" y="262"/>
                  <a:pt x="82" y="255"/>
                </a:cubicBezTo>
                <a:cubicBezTo>
                  <a:pt x="66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522120" y="1176480"/>
            <a:ext cx="95040" cy="95400"/>
          </a:xfrm>
          <a:custGeom>
            <a:avLst/>
            <a:gdLst/>
            <a:ahLst/>
            <a:rect l="0" t="0" r="r" b="b"/>
            <a:pathLst>
              <a:path w="264" h="265">
                <a:moveTo>
                  <a:pt x="264" y="133"/>
                </a:moveTo>
                <a:cubicBezTo>
                  <a:pt x="264" y="150"/>
                  <a:pt x="261" y="167"/>
                  <a:pt x="254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3" y="239"/>
                  <a:pt x="199" y="248"/>
                  <a:pt x="183" y="255"/>
                </a:cubicBezTo>
                <a:cubicBezTo>
                  <a:pt x="166" y="262"/>
                  <a:pt x="150" y="265"/>
                  <a:pt x="132" y="265"/>
                </a:cubicBezTo>
                <a:cubicBezTo>
                  <a:pt x="114" y="265"/>
                  <a:pt x="98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2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8" y="4"/>
                  <a:pt x="114" y="0"/>
                  <a:pt x="132" y="0"/>
                </a:cubicBezTo>
                <a:cubicBezTo>
                  <a:pt x="150" y="0"/>
                  <a:pt x="166" y="4"/>
                  <a:pt x="183" y="10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2"/>
                  <a:pt x="248" y="66"/>
                  <a:pt x="254" y="82"/>
                </a:cubicBezTo>
                <a:cubicBezTo>
                  <a:pt x="261" y="98"/>
                  <a:pt x="264" y="115"/>
                  <a:pt x="264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522120" y="1176480"/>
            <a:ext cx="95040" cy="95400"/>
          </a:xfrm>
          <a:custGeom>
            <a:avLst/>
            <a:gdLst/>
            <a:ahLst/>
            <a:rect l="0" t="0" r="r" b="b"/>
            <a:pathLst>
              <a:path w="264" h="265">
                <a:moveTo>
                  <a:pt x="264" y="133"/>
                </a:moveTo>
                <a:cubicBezTo>
                  <a:pt x="264" y="150"/>
                  <a:pt x="261" y="167"/>
                  <a:pt x="254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3" y="239"/>
                  <a:pt x="199" y="248"/>
                  <a:pt x="183" y="255"/>
                </a:cubicBezTo>
                <a:cubicBezTo>
                  <a:pt x="166" y="262"/>
                  <a:pt x="150" y="265"/>
                  <a:pt x="132" y="265"/>
                </a:cubicBezTo>
                <a:cubicBezTo>
                  <a:pt x="114" y="265"/>
                  <a:pt x="98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2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8" y="4"/>
                  <a:pt x="114" y="0"/>
                  <a:pt x="132" y="0"/>
                </a:cubicBezTo>
                <a:cubicBezTo>
                  <a:pt x="150" y="0"/>
                  <a:pt x="166" y="4"/>
                  <a:pt x="183" y="10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2"/>
                  <a:pt x="248" y="66"/>
                  <a:pt x="254" y="82"/>
                </a:cubicBezTo>
                <a:cubicBezTo>
                  <a:pt x="261" y="98"/>
                  <a:pt x="264" y="115"/>
                  <a:pt x="264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174000" y="11764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174000" y="11764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7173720" y="11646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4"/>
                </a:cubicBezTo>
                <a:cubicBezTo>
                  <a:pt x="248" y="200"/>
                  <a:pt x="238" y="214"/>
                  <a:pt x="226" y="227"/>
                </a:cubicBezTo>
                <a:cubicBezTo>
                  <a:pt x="213" y="239"/>
                  <a:pt x="199" y="249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9" y="261"/>
                  <a:pt x="82" y="255"/>
                </a:cubicBezTo>
                <a:cubicBezTo>
                  <a:pt x="66" y="248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6" y="17"/>
                  <a:pt x="82" y="11"/>
                </a:cubicBezTo>
                <a:cubicBezTo>
                  <a:pt x="99" y="4"/>
                  <a:pt x="115" y="0"/>
                  <a:pt x="132" y="0"/>
                </a:cubicBezTo>
                <a:cubicBezTo>
                  <a:pt x="150" y="0"/>
                  <a:pt x="167" y="4"/>
                  <a:pt x="183" y="11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>
            <a:off x="7173720" y="116460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4"/>
                </a:cubicBezTo>
                <a:cubicBezTo>
                  <a:pt x="248" y="200"/>
                  <a:pt x="238" y="214"/>
                  <a:pt x="226" y="227"/>
                </a:cubicBezTo>
                <a:cubicBezTo>
                  <a:pt x="213" y="239"/>
                  <a:pt x="199" y="249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9" y="261"/>
                  <a:pt x="82" y="255"/>
                </a:cubicBezTo>
                <a:cubicBezTo>
                  <a:pt x="66" y="248"/>
                  <a:pt x="51" y="239"/>
                  <a:pt x="39" y="227"/>
                </a:cubicBezTo>
                <a:cubicBezTo>
                  <a:pt x="26" y="214"/>
                  <a:pt x="17" y="200"/>
                  <a:pt x="10" y="184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2"/>
                  <a:pt x="39" y="39"/>
                </a:cubicBezTo>
                <a:cubicBezTo>
                  <a:pt x="51" y="27"/>
                  <a:pt x="66" y="17"/>
                  <a:pt x="82" y="11"/>
                </a:cubicBezTo>
                <a:cubicBezTo>
                  <a:pt x="99" y="4"/>
                  <a:pt x="115" y="0"/>
                  <a:pt x="132" y="0"/>
                </a:cubicBezTo>
                <a:cubicBezTo>
                  <a:pt x="150" y="0"/>
                  <a:pt x="167" y="4"/>
                  <a:pt x="183" y="11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2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851520" y="11779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55" y="183"/>
                </a:move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199" y="248"/>
                  <a:pt x="183" y="254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6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ubicBezTo>
                  <a:pt x="265" y="150"/>
                  <a:pt x="262" y="167"/>
                  <a:pt x="255" y="183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851520" y="117792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199" y="248"/>
                  <a:pt x="183" y="254"/>
                </a:cubicBezTo>
                <a:cubicBezTo>
                  <a:pt x="167" y="261"/>
                  <a:pt x="150" y="265"/>
                  <a:pt x="132" y="265"/>
                </a:cubicBezTo>
                <a:cubicBezTo>
                  <a:pt x="115" y="265"/>
                  <a:pt x="98" y="261"/>
                  <a:pt x="82" y="254"/>
                </a:cubicBezTo>
                <a:cubicBezTo>
                  <a:pt x="66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354360" y="3068640"/>
            <a:ext cx="1060920" cy="2135520"/>
          </a:xfrm>
          <a:custGeom>
            <a:avLst/>
            <a:gdLst/>
            <a:ahLst/>
            <a:rect l="0" t="0" r="r" b="b"/>
            <a:pathLst>
              <a:path w="2947" h="5932">
                <a:moveTo>
                  <a:pt x="0" y="0"/>
                </a:moveTo>
                <a:lnTo>
                  <a:pt x="2947" y="0"/>
                </a:lnTo>
                <a:lnTo>
                  <a:pt x="2947" y="5932"/>
                </a:lnTo>
                <a:lnTo>
                  <a:pt x="0" y="593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tretch/>
          </a:blip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5391360" y="1930320"/>
            <a:ext cx="624240" cy="511560"/>
          </a:xfrm>
          <a:custGeom>
            <a:avLst/>
            <a:gdLst/>
            <a:ahLst/>
            <a:rect l="0" t="0" r="r" b="b"/>
            <a:pathLst>
              <a:path w="1734" h="1421">
                <a:moveTo>
                  <a:pt x="631" y="0"/>
                </a:moveTo>
                <a:lnTo>
                  <a:pt x="848" y="0"/>
                </a:lnTo>
                <a:lnTo>
                  <a:pt x="848" y="72"/>
                </a:lnTo>
                <a:lnTo>
                  <a:pt x="631" y="72"/>
                </a:lnTo>
                <a:lnTo>
                  <a:pt x="631" y="0"/>
                </a:lnTo>
                <a:moveTo>
                  <a:pt x="1065" y="0"/>
                </a:moveTo>
                <a:lnTo>
                  <a:pt x="1281" y="0"/>
                </a:lnTo>
                <a:lnTo>
                  <a:pt x="1281" y="72"/>
                </a:lnTo>
                <a:lnTo>
                  <a:pt x="1065" y="72"/>
                </a:lnTo>
                <a:lnTo>
                  <a:pt x="1065" y="0"/>
                </a:lnTo>
                <a:moveTo>
                  <a:pt x="1498" y="0"/>
                </a:moveTo>
                <a:lnTo>
                  <a:pt x="1536" y="0"/>
                </a:lnTo>
                <a:cubicBezTo>
                  <a:pt x="1621" y="0"/>
                  <a:pt x="1682" y="39"/>
                  <a:pt x="1717" y="117"/>
                </a:cubicBezTo>
                <a:lnTo>
                  <a:pt x="1651" y="147"/>
                </a:lnTo>
                <a:cubicBezTo>
                  <a:pt x="1628" y="97"/>
                  <a:pt x="1590" y="72"/>
                  <a:pt x="1536" y="72"/>
                </a:cubicBezTo>
                <a:lnTo>
                  <a:pt x="1498" y="72"/>
                </a:lnTo>
                <a:lnTo>
                  <a:pt x="1498" y="0"/>
                </a:lnTo>
                <a:moveTo>
                  <a:pt x="1734" y="346"/>
                </a:moveTo>
                <a:lnTo>
                  <a:pt x="1734" y="563"/>
                </a:lnTo>
                <a:lnTo>
                  <a:pt x="1662" y="563"/>
                </a:lnTo>
                <a:lnTo>
                  <a:pt x="1662" y="346"/>
                </a:lnTo>
                <a:lnTo>
                  <a:pt x="1734" y="346"/>
                </a:lnTo>
                <a:moveTo>
                  <a:pt x="1734" y="780"/>
                </a:moveTo>
                <a:lnTo>
                  <a:pt x="1734" y="997"/>
                </a:lnTo>
                <a:lnTo>
                  <a:pt x="1662" y="997"/>
                </a:lnTo>
                <a:lnTo>
                  <a:pt x="1662" y="780"/>
                </a:lnTo>
                <a:lnTo>
                  <a:pt x="1734" y="780"/>
                </a:lnTo>
                <a:moveTo>
                  <a:pt x="1734" y="1213"/>
                </a:moveTo>
                <a:lnTo>
                  <a:pt x="1734" y="1223"/>
                </a:lnTo>
                <a:cubicBezTo>
                  <a:pt x="1734" y="1326"/>
                  <a:pt x="1684" y="1390"/>
                  <a:pt x="1583" y="1415"/>
                </a:cubicBezTo>
                <a:lnTo>
                  <a:pt x="1566" y="1345"/>
                </a:lnTo>
                <a:cubicBezTo>
                  <a:pt x="1630" y="1329"/>
                  <a:pt x="1661" y="1289"/>
                  <a:pt x="1662" y="1223"/>
                </a:cubicBezTo>
                <a:lnTo>
                  <a:pt x="1662" y="1213"/>
                </a:lnTo>
                <a:lnTo>
                  <a:pt x="1734" y="1213"/>
                </a:lnTo>
                <a:moveTo>
                  <a:pt x="1360" y="1421"/>
                </a:moveTo>
                <a:lnTo>
                  <a:pt x="1143" y="1421"/>
                </a:lnTo>
                <a:lnTo>
                  <a:pt x="1143" y="1349"/>
                </a:lnTo>
                <a:lnTo>
                  <a:pt x="1360" y="1349"/>
                </a:lnTo>
                <a:lnTo>
                  <a:pt x="1360" y="1421"/>
                </a:lnTo>
                <a:moveTo>
                  <a:pt x="926" y="1421"/>
                </a:moveTo>
                <a:lnTo>
                  <a:pt x="709" y="1421"/>
                </a:lnTo>
                <a:lnTo>
                  <a:pt x="709" y="1349"/>
                </a:lnTo>
                <a:lnTo>
                  <a:pt x="926" y="1349"/>
                </a:lnTo>
                <a:lnTo>
                  <a:pt x="926" y="1421"/>
                </a:lnTo>
                <a:moveTo>
                  <a:pt x="493" y="1421"/>
                </a:moveTo>
                <a:lnTo>
                  <a:pt x="276" y="1421"/>
                </a:lnTo>
                <a:lnTo>
                  <a:pt x="276" y="1349"/>
                </a:lnTo>
                <a:lnTo>
                  <a:pt x="493" y="1349"/>
                </a:lnTo>
                <a:lnTo>
                  <a:pt x="493" y="1421"/>
                </a:lnTo>
                <a:moveTo>
                  <a:pt x="45" y="1349"/>
                </a:moveTo>
                <a:cubicBezTo>
                  <a:pt x="15" y="1312"/>
                  <a:pt x="0" y="1270"/>
                  <a:pt x="0" y="1223"/>
                </a:cubicBezTo>
                <a:lnTo>
                  <a:pt x="0" y="1116"/>
                </a:lnTo>
                <a:lnTo>
                  <a:pt x="72" y="1116"/>
                </a:lnTo>
                <a:lnTo>
                  <a:pt x="72" y="1223"/>
                </a:lnTo>
                <a:cubicBezTo>
                  <a:pt x="72" y="1253"/>
                  <a:pt x="82" y="1280"/>
                  <a:pt x="101" y="1303"/>
                </a:cubicBezTo>
                <a:lnTo>
                  <a:pt x="45" y="1349"/>
                </a:lnTo>
                <a:moveTo>
                  <a:pt x="0" y="899"/>
                </a:moveTo>
                <a:lnTo>
                  <a:pt x="0" y="682"/>
                </a:lnTo>
                <a:lnTo>
                  <a:pt x="72" y="682"/>
                </a:lnTo>
                <a:lnTo>
                  <a:pt x="72" y="899"/>
                </a:lnTo>
                <a:lnTo>
                  <a:pt x="0" y="899"/>
                </a:lnTo>
                <a:moveTo>
                  <a:pt x="0" y="465"/>
                </a:moveTo>
                <a:lnTo>
                  <a:pt x="0" y="248"/>
                </a:lnTo>
                <a:lnTo>
                  <a:pt x="72" y="248"/>
                </a:lnTo>
                <a:lnTo>
                  <a:pt x="72" y="465"/>
                </a:lnTo>
                <a:lnTo>
                  <a:pt x="0" y="465"/>
                </a:lnTo>
                <a:moveTo>
                  <a:pt x="102" y="25"/>
                </a:moveTo>
                <a:cubicBezTo>
                  <a:pt x="132" y="8"/>
                  <a:pt x="164" y="0"/>
                  <a:pt x="198" y="0"/>
                </a:cubicBezTo>
                <a:lnTo>
                  <a:pt x="414" y="0"/>
                </a:lnTo>
                <a:lnTo>
                  <a:pt x="414" y="72"/>
                </a:lnTo>
                <a:lnTo>
                  <a:pt x="198" y="72"/>
                </a:lnTo>
                <a:cubicBezTo>
                  <a:pt x="176" y="72"/>
                  <a:pt x="156" y="78"/>
                  <a:pt x="137" y="88"/>
                </a:cubicBezTo>
                <a:lnTo>
                  <a:pt x="102" y="25"/>
                </a:lnTo>
                <a:close/>
              </a:path>
            </a:pathLst>
          </a:custGeom>
          <a:solidFill>
            <a:srgbClr val="d79b0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6422040" y="1930320"/>
            <a:ext cx="910440" cy="507240"/>
          </a:xfrm>
          <a:custGeom>
            <a:avLst/>
            <a:gdLst/>
            <a:ahLst/>
            <a:rect l="0" t="0" r="r" b="b"/>
            <a:pathLst>
              <a:path w="2529" h="1409">
                <a:moveTo>
                  <a:pt x="630" y="0"/>
                </a:moveTo>
                <a:lnTo>
                  <a:pt x="847" y="0"/>
                </a:lnTo>
                <a:lnTo>
                  <a:pt x="847" y="72"/>
                </a:lnTo>
                <a:lnTo>
                  <a:pt x="630" y="72"/>
                </a:lnTo>
                <a:lnTo>
                  <a:pt x="630" y="0"/>
                </a:lnTo>
                <a:moveTo>
                  <a:pt x="1064" y="0"/>
                </a:moveTo>
                <a:lnTo>
                  <a:pt x="1281" y="0"/>
                </a:lnTo>
                <a:lnTo>
                  <a:pt x="1281" y="72"/>
                </a:lnTo>
                <a:lnTo>
                  <a:pt x="1064" y="72"/>
                </a:lnTo>
                <a:lnTo>
                  <a:pt x="1064" y="0"/>
                </a:lnTo>
                <a:moveTo>
                  <a:pt x="1497" y="0"/>
                </a:moveTo>
                <a:lnTo>
                  <a:pt x="1714" y="0"/>
                </a:lnTo>
                <a:lnTo>
                  <a:pt x="1714" y="72"/>
                </a:lnTo>
                <a:lnTo>
                  <a:pt x="1497" y="72"/>
                </a:lnTo>
                <a:lnTo>
                  <a:pt x="1497" y="0"/>
                </a:lnTo>
                <a:moveTo>
                  <a:pt x="1931" y="0"/>
                </a:moveTo>
                <a:lnTo>
                  <a:pt x="2148" y="0"/>
                </a:lnTo>
                <a:lnTo>
                  <a:pt x="2148" y="72"/>
                </a:lnTo>
                <a:lnTo>
                  <a:pt x="1931" y="72"/>
                </a:lnTo>
                <a:lnTo>
                  <a:pt x="1931" y="0"/>
                </a:lnTo>
                <a:moveTo>
                  <a:pt x="2370" y="4"/>
                </a:moveTo>
                <a:cubicBezTo>
                  <a:pt x="2476" y="24"/>
                  <a:pt x="2529" y="88"/>
                  <a:pt x="2529" y="197"/>
                </a:cubicBezTo>
                <a:lnTo>
                  <a:pt x="2529" y="200"/>
                </a:lnTo>
                <a:lnTo>
                  <a:pt x="2457" y="200"/>
                </a:lnTo>
                <a:lnTo>
                  <a:pt x="2457" y="197"/>
                </a:lnTo>
                <a:cubicBezTo>
                  <a:pt x="2457" y="128"/>
                  <a:pt x="2423" y="88"/>
                  <a:pt x="2356" y="75"/>
                </a:cubicBezTo>
                <a:lnTo>
                  <a:pt x="2370" y="4"/>
                </a:lnTo>
                <a:moveTo>
                  <a:pt x="2529" y="416"/>
                </a:moveTo>
                <a:lnTo>
                  <a:pt x="2529" y="633"/>
                </a:lnTo>
                <a:lnTo>
                  <a:pt x="2457" y="633"/>
                </a:lnTo>
                <a:lnTo>
                  <a:pt x="2457" y="416"/>
                </a:lnTo>
                <a:lnTo>
                  <a:pt x="2529" y="416"/>
                </a:lnTo>
                <a:moveTo>
                  <a:pt x="2529" y="850"/>
                </a:moveTo>
                <a:lnTo>
                  <a:pt x="2529" y="1067"/>
                </a:lnTo>
                <a:lnTo>
                  <a:pt x="2457" y="1067"/>
                </a:lnTo>
                <a:lnTo>
                  <a:pt x="2457" y="850"/>
                </a:lnTo>
                <a:lnTo>
                  <a:pt x="2529" y="850"/>
                </a:lnTo>
                <a:moveTo>
                  <a:pt x="2510" y="1296"/>
                </a:moveTo>
                <a:cubicBezTo>
                  <a:pt x="2475" y="1371"/>
                  <a:pt x="2416" y="1409"/>
                  <a:pt x="2333" y="1409"/>
                </a:cubicBezTo>
                <a:lnTo>
                  <a:pt x="2290" y="1409"/>
                </a:lnTo>
                <a:lnTo>
                  <a:pt x="2290" y="1337"/>
                </a:lnTo>
                <a:lnTo>
                  <a:pt x="2333" y="1337"/>
                </a:lnTo>
                <a:cubicBezTo>
                  <a:pt x="2385" y="1337"/>
                  <a:pt x="2423" y="1313"/>
                  <a:pt x="2445" y="1265"/>
                </a:cubicBezTo>
                <a:lnTo>
                  <a:pt x="2510" y="1296"/>
                </a:lnTo>
                <a:moveTo>
                  <a:pt x="2074" y="1409"/>
                </a:moveTo>
                <a:lnTo>
                  <a:pt x="1857" y="1409"/>
                </a:lnTo>
                <a:lnTo>
                  <a:pt x="1857" y="1337"/>
                </a:lnTo>
                <a:lnTo>
                  <a:pt x="2074" y="1337"/>
                </a:lnTo>
                <a:lnTo>
                  <a:pt x="2074" y="1409"/>
                </a:lnTo>
                <a:moveTo>
                  <a:pt x="1640" y="1409"/>
                </a:moveTo>
                <a:lnTo>
                  <a:pt x="1423" y="1409"/>
                </a:lnTo>
                <a:lnTo>
                  <a:pt x="1423" y="1337"/>
                </a:lnTo>
                <a:lnTo>
                  <a:pt x="1640" y="1337"/>
                </a:lnTo>
                <a:lnTo>
                  <a:pt x="1640" y="1409"/>
                </a:lnTo>
                <a:moveTo>
                  <a:pt x="1207" y="1409"/>
                </a:moveTo>
                <a:lnTo>
                  <a:pt x="990" y="1409"/>
                </a:lnTo>
                <a:lnTo>
                  <a:pt x="990" y="1337"/>
                </a:lnTo>
                <a:lnTo>
                  <a:pt x="1207" y="1337"/>
                </a:lnTo>
                <a:lnTo>
                  <a:pt x="1207" y="1409"/>
                </a:lnTo>
                <a:moveTo>
                  <a:pt x="773" y="1409"/>
                </a:moveTo>
                <a:lnTo>
                  <a:pt x="556" y="1409"/>
                </a:lnTo>
                <a:lnTo>
                  <a:pt x="556" y="1337"/>
                </a:lnTo>
                <a:lnTo>
                  <a:pt x="773" y="1337"/>
                </a:lnTo>
                <a:lnTo>
                  <a:pt x="773" y="1409"/>
                </a:lnTo>
                <a:moveTo>
                  <a:pt x="340" y="1409"/>
                </a:moveTo>
                <a:lnTo>
                  <a:pt x="197" y="1409"/>
                </a:lnTo>
                <a:cubicBezTo>
                  <a:pt x="166" y="1409"/>
                  <a:pt x="137" y="1402"/>
                  <a:pt x="110" y="1389"/>
                </a:cubicBezTo>
                <a:lnTo>
                  <a:pt x="142" y="1324"/>
                </a:lnTo>
                <a:cubicBezTo>
                  <a:pt x="159" y="1333"/>
                  <a:pt x="178" y="1337"/>
                  <a:pt x="197" y="1337"/>
                </a:cubicBezTo>
                <a:lnTo>
                  <a:pt x="340" y="1337"/>
                </a:lnTo>
                <a:lnTo>
                  <a:pt x="340" y="1409"/>
                </a:lnTo>
                <a:moveTo>
                  <a:pt x="0" y="1167"/>
                </a:moveTo>
                <a:lnTo>
                  <a:pt x="0" y="951"/>
                </a:lnTo>
                <a:lnTo>
                  <a:pt x="73" y="951"/>
                </a:lnTo>
                <a:lnTo>
                  <a:pt x="73" y="1167"/>
                </a:lnTo>
                <a:lnTo>
                  <a:pt x="0" y="1167"/>
                </a:lnTo>
                <a:moveTo>
                  <a:pt x="0" y="734"/>
                </a:moveTo>
                <a:lnTo>
                  <a:pt x="0" y="517"/>
                </a:lnTo>
                <a:lnTo>
                  <a:pt x="73" y="517"/>
                </a:lnTo>
                <a:lnTo>
                  <a:pt x="73" y="734"/>
                </a:lnTo>
                <a:lnTo>
                  <a:pt x="0" y="734"/>
                </a:lnTo>
                <a:moveTo>
                  <a:pt x="0" y="300"/>
                </a:moveTo>
                <a:lnTo>
                  <a:pt x="0" y="197"/>
                </a:lnTo>
                <a:cubicBezTo>
                  <a:pt x="0" y="147"/>
                  <a:pt x="17" y="104"/>
                  <a:pt x="49" y="67"/>
                </a:cubicBezTo>
                <a:lnTo>
                  <a:pt x="103" y="115"/>
                </a:lnTo>
                <a:cubicBezTo>
                  <a:pt x="83" y="138"/>
                  <a:pt x="73" y="165"/>
                  <a:pt x="73" y="197"/>
                </a:cubicBezTo>
                <a:lnTo>
                  <a:pt x="73" y="300"/>
                </a:lnTo>
                <a:lnTo>
                  <a:pt x="0" y="300"/>
                </a:lnTo>
                <a:moveTo>
                  <a:pt x="197" y="0"/>
                </a:moveTo>
                <a:lnTo>
                  <a:pt x="414" y="0"/>
                </a:lnTo>
                <a:lnTo>
                  <a:pt x="414" y="72"/>
                </a:lnTo>
                <a:lnTo>
                  <a:pt x="197" y="72"/>
                </a:lnTo>
                <a:lnTo>
                  <a:pt x="197" y="0"/>
                </a:lnTo>
                <a:close/>
              </a:path>
            </a:pathLst>
          </a:custGeom>
          <a:solidFill>
            <a:srgbClr val="b8545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5508720" y="1744200"/>
            <a:ext cx="95400" cy="95040"/>
          </a:xfrm>
          <a:custGeom>
            <a:avLst/>
            <a:gdLst/>
            <a:ahLst/>
            <a:rect l="0" t="0" r="r" b="b"/>
            <a:pathLst>
              <a:path w="265" h="264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8"/>
                  <a:pt x="184" y="254"/>
                </a:cubicBezTo>
                <a:cubicBezTo>
                  <a:pt x="167" y="261"/>
                  <a:pt x="150" y="264"/>
                  <a:pt x="133" y="264"/>
                </a:cubicBezTo>
                <a:cubicBezTo>
                  <a:pt x="115" y="264"/>
                  <a:pt x="98" y="261"/>
                  <a:pt x="82" y="254"/>
                </a:cubicBezTo>
                <a:cubicBezTo>
                  <a:pt x="66" y="248"/>
                  <a:pt x="52" y="238"/>
                  <a:pt x="39" y="226"/>
                </a:cubicBezTo>
                <a:cubicBezTo>
                  <a:pt x="27" y="213"/>
                  <a:pt x="17" y="199"/>
                  <a:pt x="11" y="183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1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560" bIns="43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5840640" y="1744200"/>
            <a:ext cx="95400" cy="95040"/>
          </a:xfrm>
          <a:custGeom>
            <a:avLst/>
            <a:gdLst/>
            <a:ahLst/>
            <a:rect l="0" t="0" r="r" b="b"/>
            <a:pathLst>
              <a:path w="265" h="264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200" y="248"/>
                  <a:pt x="183" y="254"/>
                </a:cubicBezTo>
                <a:cubicBezTo>
                  <a:pt x="167" y="261"/>
                  <a:pt x="150" y="264"/>
                  <a:pt x="133" y="264"/>
                </a:cubicBezTo>
                <a:cubicBezTo>
                  <a:pt x="115" y="264"/>
                  <a:pt x="98" y="261"/>
                  <a:pt x="82" y="254"/>
                </a:cubicBezTo>
                <a:cubicBezTo>
                  <a:pt x="66" y="248"/>
                  <a:pt x="52" y="238"/>
                  <a:pt x="39" y="226"/>
                </a:cubicBezTo>
                <a:cubicBezTo>
                  <a:pt x="27" y="213"/>
                  <a:pt x="17" y="199"/>
                  <a:pt x="10" y="183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200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560" bIns="43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5827680" y="2017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1" y="239"/>
                  <a:pt x="39" y="226"/>
                </a:cubicBezTo>
                <a:cubicBezTo>
                  <a:pt x="27" y="214"/>
                  <a:pt x="17" y="200"/>
                  <a:pt x="10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1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5502600" y="2017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6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511680" y="1744200"/>
            <a:ext cx="95400" cy="95040"/>
          </a:xfrm>
          <a:custGeom>
            <a:avLst/>
            <a:gdLst/>
            <a:ahLst/>
            <a:rect l="0" t="0" r="r" b="b"/>
            <a:pathLst>
              <a:path w="265" h="264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199" y="248"/>
                  <a:pt x="183" y="254"/>
                </a:cubicBezTo>
                <a:cubicBezTo>
                  <a:pt x="167" y="261"/>
                  <a:pt x="150" y="264"/>
                  <a:pt x="132" y="264"/>
                </a:cubicBezTo>
                <a:cubicBezTo>
                  <a:pt x="115" y="264"/>
                  <a:pt x="98" y="261"/>
                  <a:pt x="82" y="254"/>
                </a:cubicBezTo>
                <a:cubicBezTo>
                  <a:pt x="66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6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4" y="26"/>
                  <a:pt x="226" y="38"/>
                </a:cubicBezTo>
                <a:cubicBezTo>
                  <a:pt x="239" y="51"/>
                  <a:pt x="248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560" bIns="43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6843600" y="1744200"/>
            <a:ext cx="95400" cy="95040"/>
          </a:xfrm>
          <a:custGeom>
            <a:avLst/>
            <a:gdLst/>
            <a:ahLst/>
            <a:rect l="0" t="0" r="r" b="b"/>
            <a:pathLst>
              <a:path w="265" h="264">
                <a:moveTo>
                  <a:pt x="265" y="132"/>
                </a:moveTo>
                <a:cubicBezTo>
                  <a:pt x="265" y="150"/>
                  <a:pt x="261" y="166"/>
                  <a:pt x="255" y="183"/>
                </a:cubicBezTo>
                <a:cubicBezTo>
                  <a:pt x="248" y="199"/>
                  <a:pt x="238" y="213"/>
                  <a:pt x="226" y="226"/>
                </a:cubicBezTo>
                <a:cubicBezTo>
                  <a:pt x="214" y="238"/>
                  <a:pt x="199" y="248"/>
                  <a:pt x="183" y="254"/>
                </a:cubicBezTo>
                <a:cubicBezTo>
                  <a:pt x="167" y="261"/>
                  <a:pt x="150" y="264"/>
                  <a:pt x="132" y="264"/>
                </a:cubicBezTo>
                <a:cubicBezTo>
                  <a:pt x="115" y="264"/>
                  <a:pt x="98" y="261"/>
                  <a:pt x="82" y="254"/>
                </a:cubicBezTo>
                <a:cubicBezTo>
                  <a:pt x="65" y="248"/>
                  <a:pt x="51" y="238"/>
                  <a:pt x="39" y="226"/>
                </a:cubicBezTo>
                <a:cubicBezTo>
                  <a:pt x="26" y="213"/>
                  <a:pt x="17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7" y="65"/>
                  <a:pt x="26" y="51"/>
                  <a:pt x="39" y="38"/>
                </a:cubicBezTo>
                <a:cubicBezTo>
                  <a:pt x="51" y="26"/>
                  <a:pt x="65" y="16"/>
                  <a:pt x="82" y="10"/>
                </a:cubicBezTo>
                <a:cubicBezTo>
                  <a:pt x="98" y="3"/>
                  <a:pt x="115" y="0"/>
                  <a:pt x="132" y="0"/>
                </a:cubicBezTo>
                <a:cubicBezTo>
                  <a:pt x="150" y="0"/>
                  <a:pt x="167" y="3"/>
                  <a:pt x="183" y="10"/>
                </a:cubicBezTo>
                <a:cubicBezTo>
                  <a:pt x="199" y="16"/>
                  <a:pt x="214" y="26"/>
                  <a:pt x="226" y="38"/>
                </a:cubicBezTo>
                <a:cubicBezTo>
                  <a:pt x="238" y="51"/>
                  <a:pt x="248" y="65"/>
                  <a:pt x="255" y="81"/>
                </a:cubicBezTo>
                <a:cubicBezTo>
                  <a:pt x="261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560" bIns="43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830640" y="2017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4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5" y="248"/>
                  <a:pt x="51" y="239"/>
                  <a:pt x="39" y="226"/>
                </a:cubicBezTo>
                <a:cubicBezTo>
                  <a:pt x="26" y="214"/>
                  <a:pt x="17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7" y="66"/>
                  <a:pt x="26" y="51"/>
                  <a:pt x="39" y="39"/>
                </a:cubicBezTo>
                <a:cubicBezTo>
                  <a:pt x="51" y="27"/>
                  <a:pt x="65" y="17"/>
                  <a:pt x="82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4" y="27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505560" y="2017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1" y="167"/>
                  <a:pt x="255" y="183"/>
                </a:cubicBezTo>
                <a:cubicBezTo>
                  <a:pt x="248" y="200"/>
                  <a:pt x="238" y="214"/>
                  <a:pt x="226" y="226"/>
                </a:cubicBezTo>
                <a:cubicBezTo>
                  <a:pt x="213" y="239"/>
                  <a:pt x="199" y="248"/>
                  <a:pt x="183" y="255"/>
                </a:cubicBezTo>
                <a:cubicBezTo>
                  <a:pt x="167" y="262"/>
                  <a:pt x="150" y="265"/>
                  <a:pt x="132" y="265"/>
                </a:cubicBezTo>
                <a:cubicBezTo>
                  <a:pt x="115" y="265"/>
                  <a:pt x="98" y="262"/>
                  <a:pt x="81" y="255"/>
                </a:cubicBezTo>
                <a:cubicBezTo>
                  <a:pt x="65" y="248"/>
                  <a:pt x="51" y="239"/>
                  <a:pt x="38" y="226"/>
                </a:cubicBezTo>
                <a:cubicBezTo>
                  <a:pt x="26" y="214"/>
                  <a:pt x="16" y="200"/>
                  <a:pt x="10" y="183"/>
                </a:cubicBezTo>
                <a:cubicBezTo>
                  <a:pt x="3" y="167"/>
                  <a:pt x="0" y="150"/>
                  <a:pt x="0" y="133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1" y="27"/>
                  <a:pt x="65" y="17"/>
                  <a:pt x="81" y="10"/>
                </a:cubicBezTo>
                <a:cubicBezTo>
                  <a:pt x="98" y="4"/>
                  <a:pt x="115" y="0"/>
                  <a:pt x="132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199" y="17"/>
                  <a:pt x="213" y="27"/>
                  <a:pt x="226" y="39"/>
                </a:cubicBezTo>
                <a:cubicBezTo>
                  <a:pt x="238" y="51"/>
                  <a:pt x="248" y="66"/>
                  <a:pt x="255" y="82"/>
                </a:cubicBezTo>
                <a:cubicBezTo>
                  <a:pt x="261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7173360" y="1744200"/>
            <a:ext cx="95400" cy="95040"/>
          </a:xfrm>
          <a:custGeom>
            <a:avLst/>
            <a:gdLst/>
            <a:ahLst/>
            <a:rect l="0" t="0" r="r" b="b"/>
            <a:pathLst>
              <a:path w="265" h="264">
                <a:moveTo>
                  <a:pt x="265" y="132"/>
                </a:moveTo>
                <a:cubicBezTo>
                  <a:pt x="265" y="150"/>
                  <a:pt x="262" y="166"/>
                  <a:pt x="255" y="183"/>
                </a:cubicBezTo>
                <a:cubicBezTo>
                  <a:pt x="249" y="199"/>
                  <a:pt x="239" y="213"/>
                  <a:pt x="227" y="226"/>
                </a:cubicBezTo>
                <a:cubicBezTo>
                  <a:pt x="214" y="238"/>
                  <a:pt x="200" y="248"/>
                  <a:pt x="184" y="254"/>
                </a:cubicBezTo>
                <a:cubicBezTo>
                  <a:pt x="167" y="261"/>
                  <a:pt x="150" y="264"/>
                  <a:pt x="133" y="264"/>
                </a:cubicBezTo>
                <a:cubicBezTo>
                  <a:pt x="115" y="264"/>
                  <a:pt x="98" y="261"/>
                  <a:pt x="82" y="254"/>
                </a:cubicBezTo>
                <a:cubicBezTo>
                  <a:pt x="66" y="248"/>
                  <a:pt x="52" y="238"/>
                  <a:pt x="39" y="226"/>
                </a:cubicBezTo>
                <a:cubicBezTo>
                  <a:pt x="27" y="213"/>
                  <a:pt x="17" y="199"/>
                  <a:pt x="10" y="183"/>
                </a:cubicBezTo>
                <a:cubicBezTo>
                  <a:pt x="4" y="166"/>
                  <a:pt x="0" y="150"/>
                  <a:pt x="0" y="132"/>
                </a:cubicBezTo>
                <a:cubicBezTo>
                  <a:pt x="0" y="114"/>
                  <a:pt x="4" y="98"/>
                  <a:pt x="10" y="81"/>
                </a:cubicBezTo>
                <a:cubicBezTo>
                  <a:pt x="17" y="65"/>
                  <a:pt x="27" y="51"/>
                  <a:pt x="39" y="38"/>
                </a:cubicBezTo>
                <a:cubicBezTo>
                  <a:pt x="52" y="26"/>
                  <a:pt x="66" y="16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4" y="10"/>
                </a:cubicBezTo>
                <a:cubicBezTo>
                  <a:pt x="200" y="16"/>
                  <a:pt x="214" y="26"/>
                  <a:pt x="227" y="38"/>
                </a:cubicBezTo>
                <a:cubicBezTo>
                  <a:pt x="239" y="51"/>
                  <a:pt x="249" y="65"/>
                  <a:pt x="255" y="81"/>
                </a:cubicBezTo>
                <a:cubicBezTo>
                  <a:pt x="262" y="98"/>
                  <a:pt x="265" y="114"/>
                  <a:pt x="265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560" bIns="43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7160400" y="2017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200"/>
                  <a:pt x="239" y="214"/>
                  <a:pt x="226" y="226"/>
                </a:cubicBezTo>
                <a:cubicBezTo>
                  <a:pt x="214" y="239"/>
                  <a:pt x="200" y="248"/>
                  <a:pt x="183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2" y="239"/>
                  <a:pt x="39" y="226"/>
                </a:cubicBezTo>
                <a:cubicBezTo>
                  <a:pt x="27" y="214"/>
                  <a:pt x="17" y="200"/>
                  <a:pt x="10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3" y="10"/>
                </a:cubicBezTo>
                <a:cubicBezTo>
                  <a:pt x="200" y="17"/>
                  <a:pt x="214" y="27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6174000" y="1744200"/>
            <a:ext cx="95040" cy="95040"/>
          </a:xfrm>
          <a:custGeom>
            <a:avLst/>
            <a:gdLst/>
            <a:ahLst/>
            <a:rect l="0" t="0" r="r" b="b"/>
            <a:pathLst>
              <a:path w="264" h="264">
                <a:moveTo>
                  <a:pt x="264" y="132"/>
                </a:moveTo>
                <a:cubicBezTo>
                  <a:pt x="264" y="150"/>
                  <a:pt x="261" y="166"/>
                  <a:pt x="254" y="183"/>
                </a:cubicBezTo>
                <a:cubicBezTo>
                  <a:pt x="248" y="199"/>
                  <a:pt x="238" y="213"/>
                  <a:pt x="226" y="226"/>
                </a:cubicBezTo>
                <a:cubicBezTo>
                  <a:pt x="213" y="238"/>
                  <a:pt x="199" y="248"/>
                  <a:pt x="183" y="254"/>
                </a:cubicBezTo>
                <a:cubicBezTo>
                  <a:pt x="166" y="261"/>
                  <a:pt x="150" y="264"/>
                  <a:pt x="132" y="264"/>
                </a:cubicBezTo>
                <a:cubicBezTo>
                  <a:pt x="114" y="264"/>
                  <a:pt x="98" y="261"/>
                  <a:pt x="81" y="254"/>
                </a:cubicBezTo>
                <a:cubicBezTo>
                  <a:pt x="65" y="248"/>
                  <a:pt x="51" y="238"/>
                  <a:pt x="38" y="226"/>
                </a:cubicBezTo>
                <a:cubicBezTo>
                  <a:pt x="26" y="213"/>
                  <a:pt x="16" y="199"/>
                  <a:pt x="10" y="183"/>
                </a:cubicBezTo>
                <a:cubicBezTo>
                  <a:pt x="3" y="166"/>
                  <a:pt x="0" y="150"/>
                  <a:pt x="0" y="132"/>
                </a:cubicBezTo>
                <a:cubicBezTo>
                  <a:pt x="0" y="114"/>
                  <a:pt x="3" y="98"/>
                  <a:pt x="10" y="81"/>
                </a:cubicBezTo>
                <a:cubicBezTo>
                  <a:pt x="16" y="65"/>
                  <a:pt x="26" y="51"/>
                  <a:pt x="38" y="38"/>
                </a:cubicBezTo>
                <a:cubicBezTo>
                  <a:pt x="51" y="26"/>
                  <a:pt x="65" y="16"/>
                  <a:pt x="81" y="10"/>
                </a:cubicBezTo>
                <a:cubicBezTo>
                  <a:pt x="98" y="3"/>
                  <a:pt x="114" y="0"/>
                  <a:pt x="132" y="0"/>
                </a:cubicBezTo>
                <a:cubicBezTo>
                  <a:pt x="150" y="0"/>
                  <a:pt x="166" y="3"/>
                  <a:pt x="183" y="10"/>
                </a:cubicBezTo>
                <a:cubicBezTo>
                  <a:pt x="199" y="16"/>
                  <a:pt x="213" y="26"/>
                  <a:pt x="226" y="38"/>
                </a:cubicBezTo>
                <a:cubicBezTo>
                  <a:pt x="238" y="51"/>
                  <a:pt x="248" y="65"/>
                  <a:pt x="254" y="81"/>
                </a:cubicBezTo>
                <a:cubicBezTo>
                  <a:pt x="261" y="98"/>
                  <a:pt x="264" y="114"/>
                  <a:pt x="264" y="132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560" bIns="435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160680" y="201708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3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200"/>
                  <a:pt x="239" y="214"/>
                  <a:pt x="227" y="226"/>
                </a:cubicBezTo>
                <a:cubicBezTo>
                  <a:pt x="214" y="239"/>
                  <a:pt x="200" y="248"/>
                  <a:pt x="184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8"/>
                  <a:pt x="52" y="239"/>
                  <a:pt x="39" y="226"/>
                </a:cubicBezTo>
                <a:cubicBezTo>
                  <a:pt x="27" y="214"/>
                  <a:pt x="17" y="200"/>
                  <a:pt x="10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1"/>
                  <a:pt x="39" y="39"/>
                </a:cubicBezTo>
                <a:cubicBezTo>
                  <a:pt x="52" y="27"/>
                  <a:pt x="66" y="17"/>
                  <a:pt x="82" y="10"/>
                </a:cubicBezTo>
                <a:cubicBezTo>
                  <a:pt x="98" y="4"/>
                  <a:pt x="115" y="0"/>
                  <a:pt x="133" y="0"/>
                </a:cubicBezTo>
                <a:cubicBezTo>
                  <a:pt x="150" y="0"/>
                  <a:pt x="167" y="4"/>
                  <a:pt x="184" y="10"/>
                </a:cubicBezTo>
                <a:cubicBezTo>
                  <a:pt x="200" y="17"/>
                  <a:pt x="214" y="27"/>
                  <a:pt x="227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8"/>
                  <a:pt x="265" y="115"/>
                  <a:pt x="265" y="133"/>
                </a:cubicBezTo>
                <a:close/>
              </a:path>
            </a:pathLst>
          </a:custGeom>
          <a:noFill/>
          <a:ln w="12960">
            <a:solidFill>
              <a:srgbClr val="000000"/>
            </a:solidFill>
            <a:miter/>
          </a:ln>
        </p:spPr>
        <p:txBody>
          <a:bodyPr lIns="96480" rIns="96480" tIns="43920" bIns="4392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396120" y="1375560"/>
            <a:ext cx="624240" cy="511200"/>
          </a:xfrm>
          <a:custGeom>
            <a:avLst/>
            <a:gdLst/>
            <a:ahLst/>
            <a:rect l="0" t="0" r="r" b="b"/>
            <a:pathLst>
              <a:path w="1734" h="1420">
                <a:moveTo>
                  <a:pt x="632" y="0"/>
                </a:moveTo>
                <a:lnTo>
                  <a:pt x="848" y="0"/>
                </a:lnTo>
                <a:lnTo>
                  <a:pt x="848" y="72"/>
                </a:lnTo>
                <a:lnTo>
                  <a:pt x="632" y="72"/>
                </a:lnTo>
                <a:lnTo>
                  <a:pt x="632" y="0"/>
                </a:lnTo>
                <a:moveTo>
                  <a:pt x="1065" y="0"/>
                </a:moveTo>
                <a:lnTo>
                  <a:pt x="1282" y="0"/>
                </a:lnTo>
                <a:lnTo>
                  <a:pt x="1282" y="72"/>
                </a:lnTo>
                <a:lnTo>
                  <a:pt x="1065" y="72"/>
                </a:lnTo>
                <a:lnTo>
                  <a:pt x="1065" y="0"/>
                </a:lnTo>
                <a:moveTo>
                  <a:pt x="1499" y="0"/>
                </a:moveTo>
                <a:lnTo>
                  <a:pt x="1536" y="0"/>
                </a:lnTo>
                <a:cubicBezTo>
                  <a:pt x="1622" y="0"/>
                  <a:pt x="1682" y="39"/>
                  <a:pt x="1717" y="117"/>
                </a:cubicBezTo>
                <a:lnTo>
                  <a:pt x="1651" y="146"/>
                </a:lnTo>
                <a:cubicBezTo>
                  <a:pt x="1629" y="97"/>
                  <a:pt x="1591" y="72"/>
                  <a:pt x="1536" y="72"/>
                </a:cubicBezTo>
                <a:lnTo>
                  <a:pt x="1499" y="72"/>
                </a:lnTo>
                <a:lnTo>
                  <a:pt x="1499" y="0"/>
                </a:lnTo>
                <a:moveTo>
                  <a:pt x="1734" y="346"/>
                </a:moveTo>
                <a:lnTo>
                  <a:pt x="1734" y="563"/>
                </a:lnTo>
                <a:lnTo>
                  <a:pt x="1662" y="563"/>
                </a:lnTo>
                <a:lnTo>
                  <a:pt x="1662" y="346"/>
                </a:lnTo>
                <a:lnTo>
                  <a:pt x="1734" y="346"/>
                </a:lnTo>
                <a:moveTo>
                  <a:pt x="1734" y="779"/>
                </a:moveTo>
                <a:lnTo>
                  <a:pt x="1734" y="996"/>
                </a:lnTo>
                <a:lnTo>
                  <a:pt x="1662" y="996"/>
                </a:lnTo>
                <a:lnTo>
                  <a:pt x="1662" y="779"/>
                </a:lnTo>
                <a:lnTo>
                  <a:pt x="1734" y="779"/>
                </a:lnTo>
                <a:moveTo>
                  <a:pt x="1734" y="1213"/>
                </a:moveTo>
                <a:lnTo>
                  <a:pt x="1734" y="1223"/>
                </a:lnTo>
                <a:cubicBezTo>
                  <a:pt x="1734" y="1326"/>
                  <a:pt x="1684" y="1390"/>
                  <a:pt x="1584" y="1415"/>
                </a:cubicBezTo>
                <a:lnTo>
                  <a:pt x="1566" y="1345"/>
                </a:lnTo>
                <a:cubicBezTo>
                  <a:pt x="1630" y="1329"/>
                  <a:pt x="1662" y="1288"/>
                  <a:pt x="1662" y="1223"/>
                </a:cubicBezTo>
                <a:lnTo>
                  <a:pt x="1662" y="1213"/>
                </a:lnTo>
                <a:lnTo>
                  <a:pt x="1734" y="1213"/>
                </a:lnTo>
                <a:moveTo>
                  <a:pt x="1360" y="1420"/>
                </a:moveTo>
                <a:lnTo>
                  <a:pt x="1143" y="1420"/>
                </a:lnTo>
                <a:lnTo>
                  <a:pt x="1143" y="1348"/>
                </a:lnTo>
                <a:lnTo>
                  <a:pt x="1360" y="1348"/>
                </a:lnTo>
                <a:lnTo>
                  <a:pt x="1360" y="1420"/>
                </a:lnTo>
                <a:moveTo>
                  <a:pt x="927" y="1420"/>
                </a:moveTo>
                <a:lnTo>
                  <a:pt x="710" y="1420"/>
                </a:lnTo>
                <a:lnTo>
                  <a:pt x="710" y="1348"/>
                </a:lnTo>
                <a:lnTo>
                  <a:pt x="927" y="1348"/>
                </a:lnTo>
                <a:lnTo>
                  <a:pt x="927" y="1420"/>
                </a:lnTo>
                <a:moveTo>
                  <a:pt x="493" y="1420"/>
                </a:moveTo>
                <a:lnTo>
                  <a:pt x="276" y="1420"/>
                </a:lnTo>
                <a:lnTo>
                  <a:pt x="276" y="1348"/>
                </a:lnTo>
                <a:lnTo>
                  <a:pt x="493" y="1348"/>
                </a:lnTo>
                <a:lnTo>
                  <a:pt x="493" y="1420"/>
                </a:lnTo>
                <a:moveTo>
                  <a:pt x="45" y="1348"/>
                </a:moveTo>
                <a:cubicBezTo>
                  <a:pt x="15" y="1312"/>
                  <a:pt x="0" y="1270"/>
                  <a:pt x="0" y="1223"/>
                </a:cubicBezTo>
                <a:lnTo>
                  <a:pt x="0" y="1115"/>
                </a:lnTo>
                <a:lnTo>
                  <a:pt x="72" y="1115"/>
                </a:lnTo>
                <a:lnTo>
                  <a:pt x="72" y="1223"/>
                </a:lnTo>
                <a:cubicBezTo>
                  <a:pt x="72" y="1252"/>
                  <a:pt x="82" y="1279"/>
                  <a:pt x="101" y="1302"/>
                </a:cubicBezTo>
                <a:lnTo>
                  <a:pt x="45" y="1348"/>
                </a:lnTo>
                <a:moveTo>
                  <a:pt x="0" y="898"/>
                </a:moveTo>
                <a:lnTo>
                  <a:pt x="0" y="681"/>
                </a:lnTo>
                <a:lnTo>
                  <a:pt x="72" y="681"/>
                </a:lnTo>
                <a:lnTo>
                  <a:pt x="72" y="898"/>
                </a:lnTo>
                <a:lnTo>
                  <a:pt x="0" y="898"/>
                </a:lnTo>
                <a:moveTo>
                  <a:pt x="0" y="465"/>
                </a:moveTo>
                <a:lnTo>
                  <a:pt x="0" y="248"/>
                </a:lnTo>
                <a:lnTo>
                  <a:pt x="72" y="248"/>
                </a:lnTo>
                <a:lnTo>
                  <a:pt x="72" y="465"/>
                </a:lnTo>
                <a:lnTo>
                  <a:pt x="0" y="465"/>
                </a:lnTo>
                <a:moveTo>
                  <a:pt x="103" y="24"/>
                </a:moveTo>
                <a:cubicBezTo>
                  <a:pt x="132" y="8"/>
                  <a:pt x="164" y="0"/>
                  <a:pt x="198" y="0"/>
                </a:cubicBezTo>
                <a:lnTo>
                  <a:pt x="415" y="0"/>
                </a:lnTo>
                <a:lnTo>
                  <a:pt x="415" y="72"/>
                </a:lnTo>
                <a:lnTo>
                  <a:pt x="198" y="72"/>
                </a:lnTo>
                <a:cubicBezTo>
                  <a:pt x="177" y="72"/>
                  <a:pt x="156" y="77"/>
                  <a:pt x="138" y="87"/>
                </a:cubicBezTo>
                <a:lnTo>
                  <a:pt x="103" y="24"/>
                </a:lnTo>
                <a:close/>
              </a:path>
            </a:pathLst>
          </a:custGeom>
          <a:solidFill>
            <a:srgbClr val="82b36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2026-02-13T14:47:57Z</dcterms:created>
  <dc:creator/>
  <dc:description/>
  <dc:language>en-US</dc:language>
  <cp:lastModifiedBy/>
  <dcterms:modified xsi:type="dcterms:W3CDTF">2026-02-13T14:47:59Z</dcterms:modified>
  <cp:revision>1</cp:revision>
  <dc:subject/>
  <dc:title/>
</cp:coreProperties>
</file>