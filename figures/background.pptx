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9BC385-D938-4CB6-A6C0-AC76FA76E5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256A899-3F35-4D4B-AB3A-53FAFE6CB22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1649880" y="480960"/>
            <a:ext cx="5367960" cy="4722120"/>
          </a:xfrm>
          <a:custGeom>
            <a:avLst/>
            <a:gdLst/>
            <a:ahLst/>
            <a:rect l="0" t="0" r="r" b="b"/>
            <a:pathLst>
              <a:path w="14911" h="13117">
                <a:moveTo>
                  <a:pt x="2054" y="1569"/>
                </a:moveTo>
                <a:cubicBezTo>
                  <a:pt x="2058" y="1603"/>
                  <a:pt x="2061" y="1632"/>
                  <a:pt x="2061" y="1656"/>
                </a:cubicBezTo>
                <a:cubicBezTo>
                  <a:pt x="2054" y="1661"/>
                  <a:pt x="2044" y="1662"/>
                  <a:pt x="2031" y="1658"/>
                </a:cubicBezTo>
                <a:cubicBezTo>
                  <a:pt x="2029" y="1647"/>
                  <a:pt x="2026" y="1637"/>
                  <a:pt x="2022" y="1630"/>
                </a:cubicBezTo>
                <a:cubicBezTo>
                  <a:pt x="2019" y="1621"/>
                  <a:pt x="2015" y="1613"/>
                  <a:pt x="2009" y="1604"/>
                </a:cubicBezTo>
                <a:cubicBezTo>
                  <a:pt x="2003" y="1595"/>
                  <a:pt x="1996" y="1588"/>
                  <a:pt x="1987" y="1583"/>
                </a:cubicBezTo>
                <a:cubicBezTo>
                  <a:pt x="1978" y="1579"/>
                  <a:pt x="1968" y="1576"/>
                  <a:pt x="1957" y="1576"/>
                </a:cubicBezTo>
                <a:cubicBezTo>
                  <a:pt x="1942" y="1576"/>
                  <a:pt x="1930" y="1581"/>
                  <a:pt x="1921" y="1590"/>
                </a:cubicBezTo>
                <a:cubicBezTo>
                  <a:pt x="1913" y="1600"/>
                  <a:pt x="1908" y="1612"/>
                  <a:pt x="1908" y="1628"/>
                </a:cubicBezTo>
                <a:cubicBezTo>
                  <a:pt x="1908" y="1642"/>
                  <a:pt x="1915" y="1656"/>
                  <a:pt x="1928" y="1670"/>
                </a:cubicBezTo>
                <a:cubicBezTo>
                  <a:pt x="1942" y="1684"/>
                  <a:pt x="1956" y="1694"/>
                  <a:pt x="1971" y="1702"/>
                </a:cubicBezTo>
                <a:cubicBezTo>
                  <a:pt x="2006" y="1720"/>
                  <a:pt x="2032" y="1738"/>
                  <a:pt x="2048" y="1755"/>
                </a:cubicBezTo>
                <a:cubicBezTo>
                  <a:pt x="2068" y="1777"/>
                  <a:pt x="2078" y="1800"/>
                  <a:pt x="2078" y="1823"/>
                </a:cubicBezTo>
                <a:cubicBezTo>
                  <a:pt x="2078" y="1854"/>
                  <a:pt x="2065" y="1880"/>
                  <a:pt x="2039" y="1903"/>
                </a:cubicBezTo>
                <a:cubicBezTo>
                  <a:pt x="2016" y="1924"/>
                  <a:pt x="1987" y="1934"/>
                  <a:pt x="1953" y="1934"/>
                </a:cubicBezTo>
                <a:cubicBezTo>
                  <a:pt x="1923" y="1934"/>
                  <a:pt x="1898" y="1932"/>
                  <a:pt x="1878" y="1929"/>
                </a:cubicBezTo>
                <a:cubicBezTo>
                  <a:pt x="1859" y="1925"/>
                  <a:pt x="1846" y="1923"/>
                  <a:pt x="1840" y="1923"/>
                </a:cubicBezTo>
                <a:cubicBezTo>
                  <a:pt x="1833" y="1899"/>
                  <a:pt x="1829" y="1867"/>
                  <a:pt x="1829" y="1829"/>
                </a:cubicBezTo>
                <a:cubicBezTo>
                  <a:pt x="1842" y="1826"/>
                  <a:pt x="1851" y="1825"/>
                  <a:pt x="1858" y="1827"/>
                </a:cubicBezTo>
                <a:cubicBezTo>
                  <a:pt x="1863" y="1852"/>
                  <a:pt x="1875" y="1873"/>
                  <a:pt x="1891" y="1888"/>
                </a:cubicBezTo>
                <a:cubicBezTo>
                  <a:pt x="1908" y="1903"/>
                  <a:pt x="1927" y="1910"/>
                  <a:pt x="1947" y="1910"/>
                </a:cubicBezTo>
                <a:cubicBezTo>
                  <a:pt x="1964" y="1910"/>
                  <a:pt x="1978" y="1906"/>
                  <a:pt x="1989" y="1897"/>
                </a:cubicBezTo>
                <a:cubicBezTo>
                  <a:pt x="2000" y="1888"/>
                  <a:pt x="2006" y="1877"/>
                  <a:pt x="2006" y="1863"/>
                </a:cubicBezTo>
                <a:cubicBezTo>
                  <a:pt x="2006" y="1838"/>
                  <a:pt x="1989" y="1814"/>
                  <a:pt x="1954" y="1790"/>
                </a:cubicBezTo>
                <a:cubicBezTo>
                  <a:pt x="1950" y="1787"/>
                  <a:pt x="1940" y="1782"/>
                  <a:pt x="1925" y="1773"/>
                </a:cubicBezTo>
                <a:cubicBezTo>
                  <a:pt x="1911" y="1765"/>
                  <a:pt x="1898" y="1756"/>
                  <a:pt x="1886" y="1747"/>
                </a:cubicBezTo>
                <a:cubicBezTo>
                  <a:pt x="1874" y="1739"/>
                  <a:pt x="1864" y="1729"/>
                  <a:pt x="1856" y="1718"/>
                </a:cubicBezTo>
                <a:cubicBezTo>
                  <a:pt x="1843" y="1701"/>
                  <a:pt x="1837" y="1679"/>
                  <a:pt x="1837" y="1652"/>
                </a:cubicBezTo>
                <a:cubicBezTo>
                  <a:pt x="1837" y="1624"/>
                  <a:pt x="1849" y="1600"/>
                  <a:pt x="1875" y="1580"/>
                </a:cubicBezTo>
                <a:cubicBezTo>
                  <a:pt x="1897" y="1562"/>
                  <a:pt x="1925" y="1553"/>
                  <a:pt x="1958" y="1553"/>
                </a:cubicBezTo>
                <a:cubicBezTo>
                  <a:pt x="1979" y="1553"/>
                  <a:pt x="1999" y="1556"/>
                  <a:pt x="2020" y="1561"/>
                </a:cubicBezTo>
                <a:cubicBezTo>
                  <a:pt x="2041" y="1566"/>
                  <a:pt x="2052" y="1568"/>
                  <a:pt x="2054" y="1569"/>
                </a:cubicBezTo>
                <a:moveTo>
                  <a:pt x="2153" y="1681"/>
                </a:moveTo>
                <a:cubicBezTo>
                  <a:pt x="2153" y="1643"/>
                  <a:pt x="2155" y="1621"/>
                  <a:pt x="2160" y="1615"/>
                </a:cubicBezTo>
                <a:cubicBezTo>
                  <a:pt x="2161" y="1613"/>
                  <a:pt x="2163" y="1612"/>
                  <a:pt x="2166" y="1610"/>
                </a:cubicBezTo>
                <a:cubicBezTo>
                  <a:pt x="2169" y="1609"/>
                  <a:pt x="2174" y="1607"/>
                  <a:pt x="2179" y="1606"/>
                </a:cubicBezTo>
                <a:cubicBezTo>
                  <a:pt x="2184" y="1604"/>
                  <a:pt x="2187" y="1603"/>
                  <a:pt x="2190" y="1602"/>
                </a:cubicBezTo>
                <a:cubicBezTo>
                  <a:pt x="2194" y="1600"/>
                  <a:pt x="2201" y="1598"/>
                  <a:pt x="2209" y="1596"/>
                </a:cubicBezTo>
                <a:cubicBezTo>
                  <a:pt x="2217" y="1593"/>
                  <a:pt x="2222" y="1592"/>
                  <a:pt x="2224" y="1592"/>
                </a:cubicBezTo>
                <a:cubicBezTo>
                  <a:pt x="2227" y="1592"/>
                  <a:pt x="2229" y="1594"/>
                  <a:pt x="2229" y="1597"/>
                </a:cubicBezTo>
                <a:cubicBezTo>
                  <a:pt x="2227" y="1615"/>
                  <a:pt x="2226" y="1637"/>
                  <a:pt x="2226" y="1662"/>
                </a:cubicBezTo>
                <a:lnTo>
                  <a:pt x="2225" y="1681"/>
                </a:lnTo>
                <a:lnTo>
                  <a:pt x="2292" y="1681"/>
                </a:lnTo>
                <a:cubicBezTo>
                  <a:pt x="2295" y="1681"/>
                  <a:pt x="2297" y="1682"/>
                  <a:pt x="2297" y="1684"/>
                </a:cubicBezTo>
                <a:lnTo>
                  <a:pt x="2297" y="1702"/>
                </a:lnTo>
                <a:cubicBezTo>
                  <a:pt x="2297" y="1707"/>
                  <a:pt x="2292" y="1709"/>
                  <a:pt x="2283" y="1709"/>
                </a:cubicBezTo>
                <a:lnTo>
                  <a:pt x="2225" y="1709"/>
                </a:lnTo>
                <a:lnTo>
                  <a:pt x="2225" y="1794"/>
                </a:lnTo>
                <a:cubicBezTo>
                  <a:pt x="2225" y="1828"/>
                  <a:pt x="2226" y="1849"/>
                  <a:pt x="2226" y="1856"/>
                </a:cubicBezTo>
                <a:cubicBezTo>
                  <a:pt x="2226" y="1870"/>
                  <a:pt x="2228" y="1879"/>
                  <a:pt x="2233" y="1886"/>
                </a:cubicBezTo>
                <a:cubicBezTo>
                  <a:pt x="2237" y="1891"/>
                  <a:pt x="2243" y="1894"/>
                  <a:pt x="2251" y="1894"/>
                </a:cubicBezTo>
                <a:cubicBezTo>
                  <a:pt x="2266" y="1894"/>
                  <a:pt x="2277" y="1892"/>
                  <a:pt x="2283" y="1886"/>
                </a:cubicBezTo>
                <a:cubicBezTo>
                  <a:pt x="2290" y="1892"/>
                  <a:pt x="2293" y="1898"/>
                  <a:pt x="2293" y="1903"/>
                </a:cubicBezTo>
                <a:cubicBezTo>
                  <a:pt x="2287" y="1911"/>
                  <a:pt x="2277" y="1918"/>
                  <a:pt x="2261" y="1925"/>
                </a:cubicBezTo>
                <a:cubicBezTo>
                  <a:pt x="2246" y="1931"/>
                  <a:pt x="2231" y="1934"/>
                  <a:pt x="2216" y="1934"/>
                </a:cubicBezTo>
                <a:cubicBezTo>
                  <a:pt x="2197" y="1934"/>
                  <a:pt x="2181" y="1929"/>
                  <a:pt x="2169" y="1919"/>
                </a:cubicBezTo>
                <a:cubicBezTo>
                  <a:pt x="2158" y="1908"/>
                  <a:pt x="2152" y="1892"/>
                  <a:pt x="2151" y="1869"/>
                </a:cubicBezTo>
                <a:cubicBezTo>
                  <a:pt x="2151" y="1812"/>
                  <a:pt x="2152" y="1759"/>
                  <a:pt x="2153" y="1709"/>
                </a:cubicBezTo>
                <a:lnTo>
                  <a:pt x="2116" y="1709"/>
                </a:lnTo>
                <a:cubicBezTo>
                  <a:pt x="2114" y="1709"/>
                  <a:pt x="2113" y="1709"/>
                  <a:pt x="2113" y="1706"/>
                </a:cubicBezTo>
                <a:lnTo>
                  <a:pt x="2113" y="1689"/>
                </a:lnTo>
                <a:cubicBezTo>
                  <a:pt x="2120" y="1684"/>
                  <a:pt x="2128" y="1681"/>
                  <a:pt x="2137" y="1681"/>
                </a:cubicBezTo>
                <a:lnTo>
                  <a:pt x="2153" y="1681"/>
                </a:lnTo>
                <a:moveTo>
                  <a:pt x="2406" y="1798"/>
                </a:moveTo>
                <a:cubicBezTo>
                  <a:pt x="2406" y="1824"/>
                  <a:pt x="2412" y="1849"/>
                  <a:pt x="2423" y="1874"/>
                </a:cubicBezTo>
                <a:cubicBezTo>
                  <a:pt x="2434" y="1898"/>
                  <a:pt x="2450" y="1910"/>
                  <a:pt x="2471" y="1910"/>
                </a:cubicBezTo>
                <a:cubicBezTo>
                  <a:pt x="2484" y="1910"/>
                  <a:pt x="2495" y="1904"/>
                  <a:pt x="2505" y="1890"/>
                </a:cubicBezTo>
                <a:cubicBezTo>
                  <a:pt x="2514" y="1877"/>
                  <a:pt x="2519" y="1855"/>
                  <a:pt x="2519" y="1823"/>
                </a:cubicBezTo>
                <a:cubicBezTo>
                  <a:pt x="2519" y="1785"/>
                  <a:pt x="2513" y="1755"/>
                  <a:pt x="2501" y="1733"/>
                </a:cubicBezTo>
                <a:cubicBezTo>
                  <a:pt x="2489" y="1711"/>
                  <a:pt x="2473" y="1699"/>
                  <a:pt x="2454" y="1699"/>
                </a:cubicBezTo>
                <a:cubicBezTo>
                  <a:pt x="2422" y="1699"/>
                  <a:pt x="2406" y="1732"/>
                  <a:pt x="2406" y="1798"/>
                </a:cubicBezTo>
                <a:moveTo>
                  <a:pt x="2327" y="1810"/>
                </a:moveTo>
                <a:cubicBezTo>
                  <a:pt x="2327" y="1772"/>
                  <a:pt x="2337" y="1741"/>
                  <a:pt x="2358" y="1717"/>
                </a:cubicBezTo>
                <a:cubicBezTo>
                  <a:pt x="2382" y="1689"/>
                  <a:pt x="2417" y="1675"/>
                  <a:pt x="2463" y="1676"/>
                </a:cubicBezTo>
                <a:cubicBezTo>
                  <a:pt x="2504" y="1676"/>
                  <a:pt x="2537" y="1688"/>
                  <a:pt x="2561" y="1713"/>
                </a:cubicBezTo>
                <a:cubicBezTo>
                  <a:pt x="2586" y="1737"/>
                  <a:pt x="2599" y="1768"/>
                  <a:pt x="2599" y="1806"/>
                </a:cubicBezTo>
                <a:cubicBezTo>
                  <a:pt x="2599" y="1847"/>
                  <a:pt x="2586" y="1879"/>
                  <a:pt x="2560" y="1902"/>
                </a:cubicBezTo>
                <a:cubicBezTo>
                  <a:pt x="2535" y="1924"/>
                  <a:pt x="2503" y="1934"/>
                  <a:pt x="2462" y="1934"/>
                </a:cubicBezTo>
                <a:cubicBezTo>
                  <a:pt x="2423" y="1934"/>
                  <a:pt x="2391" y="1923"/>
                  <a:pt x="2365" y="1900"/>
                </a:cubicBezTo>
                <a:cubicBezTo>
                  <a:pt x="2340" y="1877"/>
                  <a:pt x="2327" y="1847"/>
                  <a:pt x="2327" y="1810"/>
                </a:cubicBezTo>
                <a:moveTo>
                  <a:pt x="2749" y="1776"/>
                </a:moveTo>
                <a:lnTo>
                  <a:pt x="2749" y="1859"/>
                </a:lnTo>
                <a:cubicBezTo>
                  <a:pt x="2749" y="1882"/>
                  <a:pt x="2752" y="1896"/>
                  <a:pt x="2756" y="1901"/>
                </a:cubicBezTo>
                <a:cubicBezTo>
                  <a:pt x="2761" y="1906"/>
                  <a:pt x="2772" y="1909"/>
                  <a:pt x="2790" y="1910"/>
                </a:cubicBezTo>
                <a:cubicBezTo>
                  <a:pt x="2792" y="1912"/>
                  <a:pt x="2792" y="1915"/>
                  <a:pt x="2792" y="1920"/>
                </a:cubicBezTo>
                <a:cubicBezTo>
                  <a:pt x="2793" y="1925"/>
                  <a:pt x="2792" y="1928"/>
                  <a:pt x="2790" y="1929"/>
                </a:cubicBezTo>
                <a:cubicBezTo>
                  <a:pt x="2758" y="1929"/>
                  <a:pt x="2732" y="1929"/>
                  <a:pt x="2712" y="1929"/>
                </a:cubicBezTo>
                <a:cubicBezTo>
                  <a:pt x="2692" y="1929"/>
                  <a:pt x="2666" y="1929"/>
                  <a:pt x="2634" y="1929"/>
                </a:cubicBezTo>
                <a:cubicBezTo>
                  <a:pt x="2632" y="1928"/>
                  <a:pt x="2632" y="1925"/>
                  <a:pt x="2632" y="1920"/>
                </a:cubicBezTo>
                <a:cubicBezTo>
                  <a:pt x="2632" y="1915"/>
                  <a:pt x="2632" y="1912"/>
                  <a:pt x="2634" y="1910"/>
                </a:cubicBezTo>
                <a:cubicBezTo>
                  <a:pt x="2652" y="1909"/>
                  <a:pt x="2664" y="1906"/>
                  <a:pt x="2669" y="1901"/>
                </a:cubicBezTo>
                <a:cubicBezTo>
                  <a:pt x="2673" y="1896"/>
                  <a:pt x="2675" y="1882"/>
                  <a:pt x="2675" y="1859"/>
                </a:cubicBezTo>
                <a:lnTo>
                  <a:pt x="2675" y="1753"/>
                </a:lnTo>
                <a:cubicBezTo>
                  <a:pt x="2675" y="1737"/>
                  <a:pt x="2673" y="1726"/>
                  <a:pt x="2669" y="1722"/>
                </a:cubicBezTo>
                <a:cubicBezTo>
                  <a:pt x="2664" y="1717"/>
                  <a:pt x="2654" y="1713"/>
                  <a:pt x="2639" y="1712"/>
                </a:cubicBezTo>
                <a:cubicBezTo>
                  <a:pt x="2636" y="1705"/>
                  <a:pt x="2635" y="1699"/>
                  <a:pt x="2637" y="1694"/>
                </a:cubicBezTo>
                <a:cubicBezTo>
                  <a:pt x="2659" y="1692"/>
                  <a:pt x="2690" y="1686"/>
                  <a:pt x="2732" y="1676"/>
                </a:cubicBezTo>
                <a:cubicBezTo>
                  <a:pt x="2740" y="1676"/>
                  <a:pt x="2744" y="1679"/>
                  <a:pt x="2745" y="1685"/>
                </a:cubicBezTo>
                <a:cubicBezTo>
                  <a:pt x="2747" y="1704"/>
                  <a:pt x="2748" y="1719"/>
                  <a:pt x="2749" y="1730"/>
                </a:cubicBezTo>
                <a:lnTo>
                  <a:pt x="2751" y="1730"/>
                </a:lnTo>
                <a:cubicBezTo>
                  <a:pt x="2776" y="1693"/>
                  <a:pt x="2799" y="1675"/>
                  <a:pt x="2819" y="1676"/>
                </a:cubicBezTo>
                <a:cubicBezTo>
                  <a:pt x="2829" y="1676"/>
                  <a:pt x="2838" y="1679"/>
                  <a:pt x="2845" y="1686"/>
                </a:cubicBezTo>
                <a:cubicBezTo>
                  <a:pt x="2853" y="1692"/>
                  <a:pt x="2857" y="1699"/>
                  <a:pt x="2857" y="1707"/>
                </a:cubicBezTo>
                <a:cubicBezTo>
                  <a:pt x="2857" y="1719"/>
                  <a:pt x="2853" y="1729"/>
                  <a:pt x="2847" y="1737"/>
                </a:cubicBezTo>
                <a:cubicBezTo>
                  <a:pt x="2840" y="1745"/>
                  <a:pt x="2833" y="1749"/>
                  <a:pt x="2824" y="1749"/>
                </a:cubicBezTo>
                <a:cubicBezTo>
                  <a:pt x="2812" y="1749"/>
                  <a:pt x="2802" y="1746"/>
                  <a:pt x="2796" y="1739"/>
                </a:cubicBezTo>
                <a:cubicBezTo>
                  <a:pt x="2796" y="1739"/>
                  <a:pt x="2795" y="1738"/>
                  <a:pt x="2793" y="1736"/>
                </a:cubicBezTo>
                <a:cubicBezTo>
                  <a:pt x="2792" y="1735"/>
                  <a:pt x="2791" y="1734"/>
                  <a:pt x="2790" y="1733"/>
                </a:cubicBezTo>
                <a:cubicBezTo>
                  <a:pt x="2789" y="1732"/>
                  <a:pt x="2788" y="1732"/>
                  <a:pt x="2787" y="1731"/>
                </a:cubicBezTo>
                <a:cubicBezTo>
                  <a:pt x="2786" y="1730"/>
                  <a:pt x="2785" y="1729"/>
                  <a:pt x="2784" y="1729"/>
                </a:cubicBezTo>
                <a:cubicBezTo>
                  <a:pt x="2783" y="1729"/>
                  <a:pt x="2782" y="1729"/>
                  <a:pt x="2781" y="1729"/>
                </a:cubicBezTo>
                <a:cubicBezTo>
                  <a:pt x="2776" y="1729"/>
                  <a:pt x="2770" y="1732"/>
                  <a:pt x="2763" y="1738"/>
                </a:cubicBezTo>
                <a:cubicBezTo>
                  <a:pt x="2759" y="1743"/>
                  <a:pt x="2755" y="1748"/>
                  <a:pt x="2752" y="1753"/>
                </a:cubicBezTo>
                <a:cubicBezTo>
                  <a:pt x="2750" y="1759"/>
                  <a:pt x="2749" y="1766"/>
                  <a:pt x="2749" y="1776"/>
                </a:cubicBezTo>
                <a:moveTo>
                  <a:pt x="3017" y="1901"/>
                </a:moveTo>
                <a:lnTo>
                  <a:pt x="3014" y="1901"/>
                </a:lnTo>
                <a:cubicBezTo>
                  <a:pt x="3004" y="1909"/>
                  <a:pt x="2992" y="1917"/>
                  <a:pt x="2977" y="1924"/>
                </a:cubicBezTo>
                <a:cubicBezTo>
                  <a:pt x="2964" y="1931"/>
                  <a:pt x="2953" y="1934"/>
                  <a:pt x="2945" y="1934"/>
                </a:cubicBezTo>
                <a:cubicBezTo>
                  <a:pt x="2898" y="1934"/>
                  <a:pt x="2874" y="1914"/>
                  <a:pt x="2874" y="1874"/>
                </a:cubicBezTo>
                <a:cubicBezTo>
                  <a:pt x="2874" y="1854"/>
                  <a:pt x="2882" y="1838"/>
                  <a:pt x="2898" y="1827"/>
                </a:cubicBezTo>
                <a:cubicBezTo>
                  <a:pt x="2915" y="1816"/>
                  <a:pt x="2941" y="1805"/>
                  <a:pt x="2977" y="1794"/>
                </a:cubicBezTo>
                <a:lnTo>
                  <a:pt x="3014" y="1782"/>
                </a:lnTo>
                <a:cubicBezTo>
                  <a:pt x="3014" y="1749"/>
                  <a:pt x="3011" y="1727"/>
                  <a:pt x="3003" y="1716"/>
                </a:cubicBezTo>
                <a:cubicBezTo>
                  <a:pt x="2996" y="1705"/>
                  <a:pt x="2985" y="1699"/>
                  <a:pt x="2971" y="1699"/>
                </a:cubicBezTo>
                <a:cubicBezTo>
                  <a:pt x="2956" y="1699"/>
                  <a:pt x="2948" y="1704"/>
                  <a:pt x="2947" y="1712"/>
                </a:cubicBezTo>
                <a:cubicBezTo>
                  <a:pt x="2946" y="1714"/>
                  <a:pt x="2946" y="1717"/>
                  <a:pt x="2946" y="1719"/>
                </a:cubicBezTo>
                <a:cubicBezTo>
                  <a:pt x="2946" y="1722"/>
                  <a:pt x="2947" y="1724"/>
                  <a:pt x="2947" y="1726"/>
                </a:cubicBezTo>
                <a:cubicBezTo>
                  <a:pt x="2948" y="1729"/>
                  <a:pt x="2948" y="1731"/>
                  <a:pt x="2948" y="1733"/>
                </a:cubicBezTo>
                <a:cubicBezTo>
                  <a:pt x="2949" y="1735"/>
                  <a:pt x="2949" y="1738"/>
                  <a:pt x="2949" y="1739"/>
                </a:cubicBezTo>
                <a:cubicBezTo>
                  <a:pt x="2949" y="1746"/>
                  <a:pt x="2945" y="1752"/>
                  <a:pt x="2938" y="1758"/>
                </a:cubicBezTo>
                <a:cubicBezTo>
                  <a:pt x="2932" y="1763"/>
                  <a:pt x="2923" y="1766"/>
                  <a:pt x="2914" y="1766"/>
                </a:cubicBezTo>
                <a:cubicBezTo>
                  <a:pt x="2903" y="1766"/>
                  <a:pt x="2895" y="1763"/>
                  <a:pt x="2891" y="1758"/>
                </a:cubicBezTo>
                <a:cubicBezTo>
                  <a:pt x="2886" y="1753"/>
                  <a:pt x="2884" y="1746"/>
                  <a:pt x="2884" y="1736"/>
                </a:cubicBezTo>
                <a:cubicBezTo>
                  <a:pt x="2884" y="1725"/>
                  <a:pt x="2890" y="1715"/>
                  <a:pt x="2902" y="1705"/>
                </a:cubicBezTo>
                <a:cubicBezTo>
                  <a:pt x="2914" y="1695"/>
                  <a:pt x="2928" y="1688"/>
                  <a:pt x="2944" y="1683"/>
                </a:cubicBezTo>
                <a:cubicBezTo>
                  <a:pt x="2960" y="1678"/>
                  <a:pt x="2975" y="1676"/>
                  <a:pt x="2990" y="1676"/>
                </a:cubicBezTo>
                <a:cubicBezTo>
                  <a:pt x="3055" y="1676"/>
                  <a:pt x="3087" y="1709"/>
                  <a:pt x="3087" y="1774"/>
                </a:cubicBezTo>
                <a:lnTo>
                  <a:pt x="3087" y="1856"/>
                </a:lnTo>
                <a:cubicBezTo>
                  <a:pt x="3087" y="1871"/>
                  <a:pt x="3088" y="1881"/>
                  <a:pt x="3090" y="1886"/>
                </a:cubicBezTo>
                <a:cubicBezTo>
                  <a:pt x="3092" y="1892"/>
                  <a:pt x="3096" y="1894"/>
                  <a:pt x="3102" y="1894"/>
                </a:cubicBezTo>
                <a:cubicBezTo>
                  <a:pt x="3111" y="1894"/>
                  <a:pt x="3119" y="1892"/>
                  <a:pt x="3126" y="1886"/>
                </a:cubicBezTo>
                <a:cubicBezTo>
                  <a:pt x="3133" y="1892"/>
                  <a:pt x="3137" y="1898"/>
                  <a:pt x="3137" y="1903"/>
                </a:cubicBezTo>
                <a:cubicBezTo>
                  <a:pt x="3114" y="1924"/>
                  <a:pt x="3089" y="1934"/>
                  <a:pt x="3062" y="1934"/>
                </a:cubicBezTo>
                <a:cubicBezTo>
                  <a:pt x="3036" y="1934"/>
                  <a:pt x="3021" y="1924"/>
                  <a:pt x="3017" y="1901"/>
                </a:cubicBezTo>
                <a:moveTo>
                  <a:pt x="3014" y="1804"/>
                </a:moveTo>
                <a:lnTo>
                  <a:pt x="2984" y="1814"/>
                </a:lnTo>
                <a:cubicBezTo>
                  <a:pt x="2975" y="1817"/>
                  <a:pt x="2967" y="1821"/>
                  <a:pt x="2961" y="1825"/>
                </a:cubicBezTo>
                <a:cubicBezTo>
                  <a:pt x="2955" y="1828"/>
                  <a:pt x="2951" y="1833"/>
                  <a:pt x="2948" y="1838"/>
                </a:cubicBezTo>
                <a:cubicBezTo>
                  <a:pt x="2946" y="1843"/>
                  <a:pt x="2945" y="1847"/>
                  <a:pt x="2944" y="1851"/>
                </a:cubicBezTo>
                <a:cubicBezTo>
                  <a:pt x="2943" y="1855"/>
                  <a:pt x="2943" y="1859"/>
                  <a:pt x="2943" y="1866"/>
                </a:cubicBezTo>
                <a:cubicBezTo>
                  <a:pt x="2943" y="1876"/>
                  <a:pt x="2945" y="1884"/>
                  <a:pt x="2951" y="1891"/>
                </a:cubicBezTo>
                <a:cubicBezTo>
                  <a:pt x="2956" y="1897"/>
                  <a:pt x="2964" y="1900"/>
                  <a:pt x="2976" y="1900"/>
                </a:cubicBezTo>
                <a:cubicBezTo>
                  <a:pt x="2985" y="1900"/>
                  <a:pt x="2997" y="1893"/>
                  <a:pt x="3014" y="1879"/>
                </a:cubicBezTo>
                <a:lnTo>
                  <a:pt x="3014" y="1804"/>
                </a:lnTo>
                <a:moveTo>
                  <a:pt x="3265" y="1697"/>
                </a:moveTo>
                <a:cubicBezTo>
                  <a:pt x="3253" y="1697"/>
                  <a:pt x="3245" y="1702"/>
                  <a:pt x="3240" y="1710"/>
                </a:cubicBezTo>
                <a:cubicBezTo>
                  <a:pt x="3235" y="1719"/>
                  <a:pt x="3232" y="1734"/>
                  <a:pt x="3232" y="1755"/>
                </a:cubicBezTo>
                <a:cubicBezTo>
                  <a:pt x="3232" y="1802"/>
                  <a:pt x="3245" y="1826"/>
                  <a:pt x="3272" y="1826"/>
                </a:cubicBezTo>
                <a:cubicBezTo>
                  <a:pt x="3281" y="1826"/>
                  <a:pt x="3289" y="1822"/>
                  <a:pt x="3295" y="1813"/>
                </a:cubicBezTo>
                <a:cubicBezTo>
                  <a:pt x="3300" y="1805"/>
                  <a:pt x="3303" y="1789"/>
                  <a:pt x="3303" y="1764"/>
                </a:cubicBezTo>
                <a:cubicBezTo>
                  <a:pt x="3303" y="1719"/>
                  <a:pt x="3290" y="1697"/>
                  <a:pt x="3265" y="1697"/>
                </a:cubicBezTo>
                <a:moveTo>
                  <a:pt x="3212" y="1939"/>
                </a:moveTo>
                <a:cubicBezTo>
                  <a:pt x="3208" y="1947"/>
                  <a:pt x="3206" y="1962"/>
                  <a:pt x="3206" y="1983"/>
                </a:cubicBezTo>
                <a:cubicBezTo>
                  <a:pt x="3206" y="1999"/>
                  <a:pt x="3212" y="2012"/>
                  <a:pt x="3224" y="2023"/>
                </a:cubicBezTo>
                <a:cubicBezTo>
                  <a:pt x="3236" y="2034"/>
                  <a:pt x="3251" y="2040"/>
                  <a:pt x="3269" y="2040"/>
                </a:cubicBezTo>
                <a:cubicBezTo>
                  <a:pt x="3283" y="2040"/>
                  <a:pt x="3296" y="2039"/>
                  <a:pt x="3308" y="2038"/>
                </a:cubicBezTo>
                <a:cubicBezTo>
                  <a:pt x="3320" y="2036"/>
                  <a:pt x="3330" y="2033"/>
                  <a:pt x="3338" y="2029"/>
                </a:cubicBezTo>
                <a:cubicBezTo>
                  <a:pt x="3347" y="2024"/>
                  <a:pt x="3354" y="2017"/>
                  <a:pt x="3358" y="2006"/>
                </a:cubicBezTo>
                <a:cubicBezTo>
                  <a:pt x="3363" y="1997"/>
                  <a:pt x="3366" y="1986"/>
                  <a:pt x="3366" y="1975"/>
                </a:cubicBezTo>
                <a:cubicBezTo>
                  <a:pt x="3366" y="1953"/>
                  <a:pt x="3323" y="1943"/>
                  <a:pt x="3238" y="1943"/>
                </a:cubicBezTo>
                <a:cubicBezTo>
                  <a:pt x="3226" y="1943"/>
                  <a:pt x="3218" y="1941"/>
                  <a:pt x="3212" y="1939"/>
                </a:cubicBezTo>
                <a:moveTo>
                  <a:pt x="3404" y="1704"/>
                </a:moveTo>
                <a:cubicBezTo>
                  <a:pt x="3398" y="1704"/>
                  <a:pt x="3392" y="1702"/>
                  <a:pt x="3387" y="1698"/>
                </a:cubicBezTo>
                <a:cubicBezTo>
                  <a:pt x="3382" y="1693"/>
                  <a:pt x="3379" y="1689"/>
                  <a:pt x="3378" y="1684"/>
                </a:cubicBezTo>
                <a:cubicBezTo>
                  <a:pt x="3375" y="1679"/>
                  <a:pt x="3371" y="1678"/>
                  <a:pt x="3366" y="1678"/>
                </a:cubicBezTo>
                <a:cubicBezTo>
                  <a:pt x="3363" y="1678"/>
                  <a:pt x="3359" y="1680"/>
                  <a:pt x="3351" y="1684"/>
                </a:cubicBezTo>
                <a:cubicBezTo>
                  <a:pt x="3344" y="1688"/>
                  <a:pt x="3340" y="1691"/>
                  <a:pt x="3338" y="1693"/>
                </a:cubicBezTo>
                <a:cubicBezTo>
                  <a:pt x="3361" y="1713"/>
                  <a:pt x="3373" y="1736"/>
                  <a:pt x="3373" y="1763"/>
                </a:cubicBezTo>
                <a:cubicBezTo>
                  <a:pt x="3373" y="1787"/>
                  <a:pt x="3363" y="1807"/>
                  <a:pt x="3345" y="1823"/>
                </a:cubicBezTo>
                <a:cubicBezTo>
                  <a:pt x="3326" y="1840"/>
                  <a:pt x="3301" y="1848"/>
                  <a:pt x="3269" y="1848"/>
                </a:cubicBezTo>
                <a:cubicBezTo>
                  <a:pt x="3250" y="1848"/>
                  <a:pt x="3236" y="1846"/>
                  <a:pt x="3228" y="1842"/>
                </a:cubicBezTo>
                <a:cubicBezTo>
                  <a:pt x="3227" y="1842"/>
                  <a:pt x="3226" y="1844"/>
                  <a:pt x="3224" y="1848"/>
                </a:cubicBezTo>
                <a:cubicBezTo>
                  <a:pt x="3222" y="1852"/>
                  <a:pt x="3221" y="1855"/>
                  <a:pt x="3220" y="1857"/>
                </a:cubicBezTo>
                <a:cubicBezTo>
                  <a:pt x="3219" y="1860"/>
                  <a:pt x="3219" y="1863"/>
                  <a:pt x="3219" y="1866"/>
                </a:cubicBezTo>
                <a:cubicBezTo>
                  <a:pt x="3219" y="1882"/>
                  <a:pt x="3228" y="1889"/>
                  <a:pt x="3245" y="1889"/>
                </a:cubicBezTo>
                <a:cubicBezTo>
                  <a:pt x="3273" y="1889"/>
                  <a:pt x="3303" y="1891"/>
                  <a:pt x="3334" y="1894"/>
                </a:cubicBezTo>
                <a:cubicBezTo>
                  <a:pt x="3364" y="1897"/>
                  <a:pt x="3385" y="1902"/>
                  <a:pt x="3395" y="1908"/>
                </a:cubicBezTo>
                <a:cubicBezTo>
                  <a:pt x="3414" y="1921"/>
                  <a:pt x="3424" y="1939"/>
                  <a:pt x="3424" y="1960"/>
                </a:cubicBezTo>
                <a:cubicBezTo>
                  <a:pt x="3424" y="1990"/>
                  <a:pt x="3406" y="2014"/>
                  <a:pt x="3370" y="2034"/>
                </a:cubicBezTo>
                <a:cubicBezTo>
                  <a:pt x="3335" y="2054"/>
                  <a:pt x="3296" y="2064"/>
                  <a:pt x="3254" y="2064"/>
                </a:cubicBezTo>
                <a:cubicBezTo>
                  <a:pt x="3213" y="2064"/>
                  <a:pt x="3184" y="2058"/>
                  <a:pt x="3166" y="2046"/>
                </a:cubicBezTo>
                <a:cubicBezTo>
                  <a:pt x="3151" y="2035"/>
                  <a:pt x="3144" y="2017"/>
                  <a:pt x="3144" y="1989"/>
                </a:cubicBezTo>
                <a:cubicBezTo>
                  <a:pt x="3144" y="1984"/>
                  <a:pt x="3149" y="1974"/>
                  <a:pt x="3160" y="1962"/>
                </a:cubicBezTo>
                <a:cubicBezTo>
                  <a:pt x="3171" y="1949"/>
                  <a:pt x="3182" y="1939"/>
                  <a:pt x="3194" y="1932"/>
                </a:cubicBezTo>
                <a:cubicBezTo>
                  <a:pt x="3182" y="1929"/>
                  <a:pt x="3175" y="1924"/>
                  <a:pt x="3170" y="1916"/>
                </a:cubicBezTo>
                <a:cubicBezTo>
                  <a:pt x="3165" y="1909"/>
                  <a:pt x="3163" y="1900"/>
                  <a:pt x="3163" y="1890"/>
                </a:cubicBezTo>
                <a:cubicBezTo>
                  <a:pt x="3163" y="1885"/>
                  <a:pt x="3168" y="1876"/>
                  <a:pt x="3178" y="1864"/>
                </a:cubicBezTo>
                <a:cubicBezTo>
                  <a:pt x="3187" y="1852"/>
                  <a:pt x="3197" y="1842"/>
                  <a:pt x="3208" y="1833"/>
                </a:cubicBezTo>
                <a:cubicBezTo>
                  <a:pt x="3194" y="1826"/>
                  <a:pt x="3183" y="1815"/>
                  <a:pt x="3175" y="1802"/>
                </a:cubicBezTo>
                <a:cubicBezTo>
                  <a:pt x="3168" y="1788"/>
                  <a:pt x="3164" y="1774"/>
                  <a:pt x="3164" y="1759"/>
                </a:cubicBezTo>
                <a:cubicBezTo>
                  <a:pt x="3164" y="1732"/>
                  <a:pt x="3176" y="1710"/>
                  <a:pt x="3202" y="1693"/>
                </a:cubicBezTo>
                <a:cubicBezTo>
                  <a:pt x="3221" y="1681"/>
                  <a:pt x="3244" y="1675"/>
                  <a:pt x="3270" y="1676"/>
                </a:cubicBezTo>
                <a:cubicBezTo>
                  <a:pt x="3293" y="1676"/>
                  <a:pt x="3309" y="1678"/>
                  <a:pt x="3318" y="1682"/>
                </a:cubicBezTo>
                <a:cubicBezTo>
                  <a:pt x="3327" y="1674"/>
                  <a:pt x="3339" y="1666"/>
                  <a:pt x="3354" y="1659"/>
                </a:cubicBezTo>
                <a:cubicBezTo>
                  <a:pt x="3368" y="1652"/>
                  <a:pt x="3381" y="1649"/>
                  <a:pt x="3393" y="1649"/>
                </a:cubicBezTo>
                <a:cubicBezTo>
                  <a:pt x="3403" y="1649"/>
                  <a:pt x="3411" y="1652"/>
                  <a:pt x="3418" y="1658"/>
                </a:cubicBezTo>
                <a:cubicBezTo>
                  <a:pt x="3425" y="1664"/>
                  <a:pt x="3429" y="1669"/>
                  <a:pt x="3429" y="1676"/>
                </a:cubicBezTo>
                <a:cubicBezTo>
                  <a:pt x="3429" y="1695"/>
                  <a:pt x="3421" y="1704"/>
                  <a:pt x="3404" y="1704"/>
                </a:cubicBezTo>
                <a:moveTo>
                  <a:pt x="3529" y="1772"/>
                </a:moveTo>
                <a:lnTo>
                  <a:pt x="3607" y="1772"/>
                </a:lnTo>
                <a:cubicBezTo>
                  <a:pt x="3607" y="1771"/>
                  <a:pt x="3608" y="1767"/>
                  <a:pt x="3608" y="1759"/>
                </a:cubicBezTo>
                <a:cubicBezTo>
                  <a:pt x="3608" y="1739"/>
                  <a:pt x="3604" y="1724"/>
                  <a:pt x="3596" y="1714"/>
                </a:cubicBezTo>
                <a:cubicBezTo>
                  <a:pt x="3589" y="1704"/>
                  <a:pt x="3581" y="1699"/>
                  <a:pt x="3572" y="1699"/>
                </a:cubicBezTo>
                <a:cubicBezTo>
                  <a:pt x="3567" y="1699"/>
                  <a:pt x="3562" y="1701"/>
                  <a:pt x="3555" y="1705"/>
                </a:cubicBezTo>
                <a:cubicBezTo>
                  <a:pt x="3550" y="1708"/>
                  <a:pt x="3545" y="1713"/>
                  <a:pt x="3540" y="1719"/>
                </a:cubicBezTo>
                <a:cubicBezTo>
                  <a:pt x="3533" y="1729"/>
                  <a:pt x="3530" y="1747"/>
                  <a:pt x="3529" y="1772"/>
                </a:cubicBezTo>
                <a:moveTo>
                  <a:pt x="3674" y="1855"/>
                </a:moveTo>
                <a:cubicBezTo>
                  <a:pt x="3679" y="1855"/>
                  <a:pt x="3682" y="1861"/>
                  <a:pt x="3682" y="1873"/>
                </a:cubicBezTo>
                <a:cubicBezTo>
                  <a:pt x="3654" y="1914"/>
                  <a:pt x="3618" y="1934"/>
                  <a:pt x="3575" y="1934"/>
                </a:cubicBezTo>
                <a:cubicBezTo>
                  <a:pt x="3538" y="1934"/>
                  <a:pt x="3509" y="1925"/>
                  <a:pt x="3489" y="1906"/>
                </a:cubicBezTo>
                <a:cubicBezTo>
                  <a:pt x="3464" y="1884"/>
                  <a:pt x="3452" y="1854"/>
                  <a:pt x="3452" y="1816"/>
                </a:cubicBezTo>
                <a:cubicBezTo>
                  <a:pt x="3452" y="1774"/>
                  <a:pt x="3465" y="1741"/>
                  <a:pt x="3491" y="1715"/>
                </a:cubicBezTo>
                <a:cubicBezTo>
                  <a:pt x="3516" y="1689"/>
                  <a:pt x="3545" y="1676"/>
                  <a:pt x="3578" y="1676"/>
                </a:cubicBezTo>
                <a:cubicBezTo>
                  <a:pt x="3598" y="1676"/>
                  <a:pt x="3615" y="1679"/>
                  <a:pt x="3628" y="1684"/>
                </a:cubicBezTo>
                <a:cubicBezTo>
                  <a:pt x="3643" y="1690"/>
                  <a:pt x="3653" y="1698"/>
                  <a:pt x="3660" y="1709"/>
                </a:cubicBezTo>
                <a:cubicBezTo>
                  <a:pt x="3667" y="1719"/>
                  <a:pt x="3672" y="1730"/>
                  <a:pt x="3675" y="1741"/>
                </a:cubicBezTo>
                <a:cubicBezTo>
                  <a:pt x="3678" y="1752"/>
                  <a:pt x="3680" y="1764"/>
                  <a:pt x="3680" y="1777"/>
                </a:cubicBezTo>
                <a:cubicBezTo>
                  <a:pt x="3680" y="1789"/>
                  <a:pt x="3675" y="1794"/>
                  <a:pt x="3664" y="1795"/>
                </a:cubicBezTo>
                <a:lnTo>
                  <a:pt x="3527" y="1795"/>
                </a:lnTo>
                <a:cubicBezTo>
                  <a:pt x="3527" y="1795"/>
                  <a:pt x="3527" y="1797"/>
                  <a:pt x="3526" y="1799"/>
                </a:cubicBezTo>
                <a:lnTo>
                  <a:pt x="3526" y="1803"/>
                </a:lnTo>
                <a:cubicBezTo>
                  <a:pt x="3526" y="1831"/>
                  <a:pt x="3532" y="1852"/>
                  <a:pt x="3545" y="1865"/>
                </a:cubicBezTo>
                <a:cubicBezTo>
                  <a:pt x="3557" y="1878"/>
                  <a:pt x="3575" y="1885"/>
                  <a:pt x="3598" y="1885"/>
                </a:cubicBezTo>
                <a:cubicBezTo>
                  <a:pt x="3629" y="1885"/>
                  <a:pt x="3654" y="1875"/>
                  <a:pt x="3674" y="1855"/>
                </a:cubicBezTo>
                <a:moveTo>
                  <a:pt x="2195" y="2387"/>
                </a:moveTo>
                <a:cubicBezTo>
                  <a:pt x="2197" y="2388"/>
                  <a:pt x="2200" y="2389"/>
                  <a:pt x="2204" y="2390"/>
                </a:cubicBezTo>
                <a:cubicBezTo>
                  <a:pt x="2207" y="2391"/>
                  <a:pt x="2211" y="2392"/>
                  <a:pt x="2215" y="2392"/>
                </a:cubicBezTo>
                <a:cubicBezTo>
                  <a:pt x="2219" y="2393"/>
                  <a:pt x="2224" y="2393"/>
                  <a:pt x="2229" y="2393"/>
                </a:cubicBezTo>
                <a:lnTo>
                  <a:pt x="2339" y="2393"/>
                </a:lnTo>
                <a:lnTo>
                  <a:pt x="2361" y="2393"/>
                </a:lnTo>
                <a:lnTo>
                  <a:pt x="2385" y="2393"/>
                </a:lnTo>
                <a:cubicBezTo>
                  <a:pt x="2393" y="2392"/>
                  <a:pt x="2397" y="2392"/>
                  <a:pt x="2398" y="2392"/>
                </a:cubicBezTo>
                <a:cubicBezTo>
                  <a:pt x="2402" y="2392"/>
                  <a:pt x="2405" y="2394"/>
                  <a:pt x="2405" y="2397"/>
                </a:cubicBezTo>
                <a:cubicBezTo>
                  <a:pt x="2405" y="2399"/>
                  <a:pt x="2401" y="2406"/>
                  <a:pt x="2395" y="2417"/>
                </a:cubicBezTo>
                <a:cubicBezTo>
                  <a:pt x="2373" y="2453"/>
                  <a:pt x="2350" y="2489"/>
                  <a:pt x="2325" y="2526"/>
                </a:cubicBezTo>
                <a:cubicBezTo>
                  <a:pt x="2301" y="2563"/>
                  <a:pt x="2280" y="2594"/>
                  <a:pt x="2261" y="2618"/>
                </a:cubicBezTo>
                <a:lnTo>
                  <a:pt x="2261" y="2620"/>
                </a:lnTo>
                <a:lnTo>
                  <a:pt x="2316" y="2620"/>
                </a:lnTo>
                <a:cubicBezTo>
                  <a:pt x="2330" y="2620"/>
                  <a:pt x="2341" y="2617"/>
                  <a:pt x="2349" y="2611"/>
                </a:cubicBezTo>
                <a:cubicBezTo>
                  <a:pt x="2357" y="2606"/>
                  <a:pt x="2365" y="2595"/>
                  <a:pt x="2372" y="2579"/>
                </a:cubicBezTo>
                <a:lnTo>
                  <a:pt x="2380" y="2563"/>
                </a:lnTo>
                <a:cubicBezTo>
                  <a:pt x="2391" y="2563"/>
                  <a:pt x="2398" y="2564"/>
                  <a:pt x="2402" y="2566"/>
                </a:cubicBezTo>
                <a:cubicBezTo>
                  <a:pt x="2398" y="2595"/>
                  <a:pt x="2392" y="2620"/>
                  <a:pt x="2385" y="2643"/>
                </a:cubicBezTo>
                <a:lnTo>
                  <a:pt x="2184" y="2642"/>
                </a:lnTo>
                <a:cubicBezTo>
                  <a:pt x="2175" y="2642"/>
                  <a:pt x="2171" y="2640"/>
                  <a:pt x="2171" y="2635"/>
                </a:cubicBezTo>
                <a:cubicBezTo>
                  <a:pt x="2171" y="2632"/>
                  <a:pt x="2172" y="2628"/>
                  <a:pt x="2175" y="2623"/>
                </a:cubicBezTo>
                <a:cubicBezTo>
                  <a:pt x="2222" y="2560"/>
                  <a:pt x="2269" y="2492"/>
                  <a:pt x="2314" y="2417"/>
                </a:cubicBezTo>
                <a:lnTo>
                  <a:pt x="2312" y="2415"/>
                </a:lnTo>
                <a:lnTo>
                  <a:pt x="2255" y="2417"/>
                </a:lnTo>
                <a:cubicBezTo>
                  <a:pt x="2233" y="2418"/>
                  <a:pt x="2218" y="2436"/>
                  <a:pt x="2208" y="2472"/>
                </a:cubicBezTo>
                <a:cubicBezTo>
                  <a:pt x="2200" y="2474"/>
                  <a:pt x="2192" y="2474"/>
                  <a:pt x="2184" y="2470"/>
                </a:cubicBezTo>
                <a:cubicBezTo>
                  <a:pt x="2189" y="2439"/>
                  <a:pt x="2192" y="2412"/>
                  <a:pt x="2192" y="2391"/>
                </a:cubicBezTo>
                <a:cubicBezTo>
                  <a:pt x="2192" y="2389"/>
                  <a:pt x="2193" y="2387"/>
                  <a:pt x="2195" y="2387"/>
                </a:cubicBezTo>
                <a:moveTo>
                  <a:pt x="2567" y="2413"/>
                </a:moveTo>
                <a:cubicBezTo>
                  <a:pt x="2535" y="2413"/>
                  <a:pt x="2519" y="2446"/>
                  <a:pt x="2519" y="2511"/>
                </a:cubicBezTo>
                <a:cubicBezTo>
                  <a:pt x="2519" y="2537"/>
                  <a:pt x="2525" y="2563"/>
                  <a:pt x="2536" y="2587"/>
                </a:cubicBezTo>
                <a:cubicBezTo>
                  <a:pt x="2547" y="2612"/>
                  <a:pt x="2563" y="2623"/>
                  <a:pt x="2585" y="2623"/>
                </a:cubicBezTo>
                <a:cubicBezTo>
                  <a:pt x="2597" y="2623"/>
                  <a:pt x="2608" y="2617"/>
                  <a:pt x="2618" y="2603"/>
                </a:cubicBezTo>
                <a:cubicBezTo>
                  <a:pt x="2627" y="2590"/>
                  <a:pt x="2632" y="2568"/>
                  <a:pt x="2632" y="2537"/>
                </a:cubicBezTo>
                <a:cubicBezTo>
                  <a:pt x="2632" y="2498"/>
                  <a:pt x="2626" y="2468"/>
                  <a:pt x="2614" y="2446"/>
                </a:cubicBezTo>
                <a:cubicBezTo>
                  <a:pt x="2602" y="2424"/>
                  <a:pt x="2586" y="2413"/>
                  <a:pt x="2567" y="2413"/>
                </a:cubicBezTo>
                <a:moveTo>
                  <a:pt x="2440" y="2524"/>
                </a:moveTo>
                <a:cubicBezTo>
                  <a:pt x="2440" y="2486"/>
                  <a:pt x="2450" y="2455"/>
                  <a:pt x="2471" y="2430"/>
                </a:cubicBezTo>
                <a:cubicBezTo>
                  <a:pt x="2495" y="2402"/>
                  <a:pt x="2530" y="2389"/>
                  <a:pt x="2576" y="2389"/>
                </a:cubicBezTo>
                <a:cubicBezTo>
                  <a:pt x="2617" y="2389"/>
                  <a:pt x="2650" y="2401"/>
                  <a:pt x="2674" y="2426"/>
                </a:cubicBezTo>
                <a:cubicBezTo>
                  <a:pt x="2699" y="2450"/>
                  <a:pt x="2712" y="2481"/>
                  <a:pt x="2712" y="2519"/>
                </a:cubicBezTo>
                <a:cubicBezTo>
                  <a:pt x="2712" y="2560"/>
                  <a:pt x="2699" y="2592"/>
                  <a:pt x="2673" y="2615"/>
                </a:cubicBezTo>
                <a:cubicBezTo>
                  <a:pt x="2648" y="2637"/>
                  <a:pt x="2616" y="2648"/>
                  <a:pt x="2575" y="2647"/>
                </a:cubicBezTo>
                <a:cubicBezTo>
                  <a:pt x="2536" y="2647"/>
                  <a:pt x="2504" y="2636"/>
                  <a:pt x="2478" y="2613"/>
                </a:cubicBezTo>
                <a:cubicBezTo>
                  <a:pt x="2453" y="2590"/>
                  <a:pt x="2440" y="2560"/>
                  <a:pt x="2440" y="2524"/>
                </a:cubicBezTo>
                <a:moveTo>
                  <a:pt x="2863" y="2572"/>
                </a:moveTo>
                <a:cubicBezTo>
                  <a:pt x="2863" y="2595"/>
                  <a:pt x="2864" y="2609"/>
                  <a:pt x="2868" y="2614"/>
                </a:cubicBezTo>
                <a:cubicBezTo>
                  <a:pt x="2871" y="2619"/>
                  <a:pt x="2880" y="2623"/>
                  <a:pt x="2893" y="2623"/>
                </a:cubicBezTo>
                <a:cubicBezTo>
                  <a:pt x="2893" y="2625"/>
                  <a:pt x="2894" y="2628"/>
                  <a:pt x="2894" y="2633"/>
                </a:cubicBezTo>
                <a:cubicBezTo>
                  <a:pt x="2894" y="2639"/>
                  <a:pt x="2894" y="2642"/>
                  <a:pt x="2893" y="2643"/>
                </a:cubicBezTo>
                <a:cubicBezTo>
                  <a:pt x="2860" y="2642"/>
                  <a:pt x="2837" y="2642"/>
                  <a:pt x="2826" y="2642"/>
                </a:cubicBezTo>
                <a:cubicBezTo>
                  <a:pt x="2806" y="2642"/>
                  <a:pt x="2779" y="2642"/>
                  <a:pt x="2747" y="2643"/>
                </a:cubicBezTo>
                <a:cubicBezTo>
                  <a:pt x="2746" y="2642"/>
                  <a:pt x="2745" y="2639"/>
                  <a:pt x="2745" y="2633"/>
                </a:cubicBezTo>
                <a:cubicBezTo>
                  <a:pt x="2745" y="2628"/>
                  <a:pt x="2746" y="2625"/>
                  <a:pt x="2747" y="2623"/>
                </a:cubicBezTo>
                <a:cubicBezTo>
                  <a:pt x="2766" y="2622"/>
                  <a:pt x="2777" y="2619"/>
                  <a:pt x="2782" y="2614"/>
                </a:cubicBezTo>
                <a:cubicBezTo>
                  <a:pt x="2786" y="2609"/>
                  <a:pt x="2789" y="2595"/>
                  <a:pt x="2789" y="2572"/>
                </a:cubicBezTo>
                <a:lnTo>
                  <a:pt x="2789" y="2466"/>
                </a:lnTo>
                <a:cubicBezTo>
                  <a:pt x="2789" y="2450"/>
                  <a:pt x="2786" y="2440"/>
                  <a:pt x="2782" y="2435"/>
                </a:cubicBezTo>
                <a:cubicBezTo>
                  <a:pt x="2778" y="2430"/>
                  <a:pt x="2768" y="2427"/>
                  <a:pt x="2752" y="2426"/>
                </a:cubicBezTo>
                <a:cubicBezTo>
                  <a:pt x="2749" y="2419"/>
                  <a:pt x="2749" y="2413"/>
                  <a:pt x="2750" y="2407"/>
                </a:cubicBezTo>
                <a:cubicBezTo>
                  <a:pt x="2783" y="2403"/>
                  <a:pt x="2814" y="2397"/>
                  <a:pt x="2845" y="2389"/>
                </a:cubicBezTo>
                <a:cubicBezTo>
                  <a:pt x="2853" y="2389"/>
                  <a:pt x="2857" y="2392"/>
                  <a:pt x="2858" y="2398"/>
                </a:cubicBezTo>
                <a:cubicBezTo>
                  <a:pt x="2860" y="2410"/>
                  <a:pt x="2861" y="2422"/>
                  <a:pt x="2862" y="2435"/>
                </a:cubicBezTo>
                <a:cubicBezTo>
                  <a:pt x="2907" y="2404"/>
                  <a:pt x="2939" y="2389"/>
                  <a:pt x="2957" y="2389"/>
                </a:cubicBezTo>
                <a:cubicBezTo>
                  <a:pt x="3007" y="2389"/>
                  <a:pt x="3032" y="2419"/>
                  <a:pt x="3032" y="2480"/>
                </a:cubicBezTo>
                <a:lnTo>
                  <a:pt x="3032" y="2569"/>
                </a:lnTo>
                <a:cubicBezTo>
                  <a:pt x="3032" y="2592"/>
                  <a:pt x="3035" y="2607"/>
                  <a:pt x="3041" y="2613"/>
                </a:cubicBezTo>
                <a:cubicBezTo>
                  <a:pt x="3047" y="2620"/>
                  <a:pt x="3058" y="2623"/>
                  <a:pt x="3076" y="2623"/>
                </a:cubicBezTo>
                <a:cubicBezTo>
                  <a:pt x="3078" y="2625"/>
                  <a:pt x="3079" y="2628"/>
                  <a:pt x="3079" y="2633"/>
                </a:cubicBezTo>
                <a:cubicBezTo>
                  <a:pt x="3079" y="2639"/>
                  <a:pt x="3078" y="2642"/>
                  <a:pt x="3076" y="2643"/>
                </a:cubicBezTo>
                <a:cubicBezTo>
                  <a:pt x="3044" y="2642"/>
                  <a:pt x="3017" y="2642"/>
                  <a:pt x="2996" y="2642"/>
                </a:cubicBezTo>
                <a:cubicBezTo>
                  <a:pt x="2981" y="2642"/>
                  <a:pt x="2958" y="2642"/>
                  <a:pt x="2926" y="2643"/>
                </a:cubicBezTo>
                <a:cubicBezTo>
                  <a:pt x="2924" y="2642"/>
                  <a:pt x="2923" y="2639"/>
                  <a:pt x="2923" y="2633"/>
                </a:cubicBezTo>
                <a:cubicBezTo>
                  <a:pt x="2923" y="2628"/>
                  <a:pt x="2924" y="2625"/>
                  <a:pt x="2926" y="2623"/>
                </a:cubicBezTo>
                <a:cubicBezTo>
                  <a:pt x="2938" y="2623"/>
                  <a:pt x="2947" y="2619"/>
                  <a:pt x="2952" y="2613"/>
                </a:cubicBezTo>
                <a:cubicBezTo>
                  <a:pt x="2956" y="2606"/>
                  <a:pt x="2959" y="2592"/>
                  <a:pt x="2959" y="2569"/>
                </a:cubicBezTo>
                <a:lnTo>
                  <a:pt x="2959" y="2474"/>
                </a:lnTo>
                <a:cubicBezTo>
                  <a:pt x="2959" y="2445"/>
                  <a:pt x="2945" y="2430"/>
                  <a:pt x="2919" y="2430"/>
                </a:cubicBezTo>
                <a:cubicBezTo>
                  <a:pt x="2907" y="2430"/>
                  <a:pt x="2889" y="2440"/>
                  <a:pt x="2863" y="2457"/>
                </a:cubicBezTo>
                <a:lnTo>
                  <a:pt x="2863" y="2572"/>
                </a:lnTo>
                <a:moveTo>
                  <a:pt x="3182" y="2485"/>
                </a:moveTo>
                <a:lnTo>
                  <a:pt x="3260" y="2485"/>
                </a:lnTo>
                <a:cubicBezTo>
                  <a:pt x="3260" y="2485"/>
                  <a:pt x="3261" y="2480"/>
                  <a:pt x="3261" y="2473"/>
                </a:cubicBezTo>
                <a:cubicBezTo>
                  <a:pt x="3261" y="2452"/>
                  <a:pt x="3257" y="2437"/>
                  <a:pt x="3249" y="2427"/>
                </a:cubicBezTo>
                <a:cubicBezTo>
                  <a:pt x="3242" y="2418"/>
                  <a:pt x="3234" y="2413"/>
                  <a:pt x="3225" y="2413"/>
                </a:cubicBezTo>
                <a:cubicBezTo>
                  <a:pt x="3220" y="2413"/>
                  <a:pt x="3215" y="2415"/>
                  <a:pt x="3208" y="2418"/>
                </a:cubicBezTo>
                <a:cubicBezTo>
                  <a:pt x="3203" y="2421"/>
                  <a:pt x="3198" y="2426"/>
                  <a:pt x="3193" y="2432"/>
                </a:cubicBezTo>
                <a:cubicBezTo>
                  <a:pt x="3186" y="2442"/>
                  <a:pt x="3183" y="2460"/>
                  <a:pt x="3182" y="2485"/>
                </a:cubicBezTo>
                <a:moveTo>
                  <a:pt x="3327" y="2568"/>
                </a:moveTo>
                <a:cubicBezTo>
                  <a:pt x="3332" y="2568"/>
                  <a:pt x="3335" y="2574"/>
                  <a:pt x="3335" y="2586"/>
                </a:cubicBezTo>
                <a:cubicBezTo>
                  <a:pt x="3307" y="2627"/>
                  <a:pt x="3271" y="2647"/>
                  <a:pt x="3228" y="2647"/>
                </a:cubicBezTo>
                <a:cubicBezTo>
                  <a:pt x="3191" y="2647"/>
                  <a:pt x="3162" y="2638"/>
                  <a:pt x="3141" y="2619"/>
                </a:cubicBezTo>
                <a:cubicBezTo>
                  <a:pt x="3117" y="2597"/>
                  <a:pt x="3105" y="2567"/>
                  <a:pt x="3105" y="2529"/>
                </a:cubicBezTo>
                <a:cubicBezTo>
                  <a:pt x="3105" y="2487"/>
                  <a:pt x="3118" y="2454"/>
                  <a:pt x="3144" y="2428"/>
                </a:cubicBezTo>
                <a:cubicBezTo>
                  <a:pt x="3169" y="2402"/>
                  <a:pt x="3198" y="2389"/>
                  <a:pt x="3231" y="2389"/>
                </a:cubicBezTo>
                <a:cubicBezTo>
                  <a:pt x="3251" y="2389"/>
                  <a:pt x="3268" y="2392"/>
                  <a:pt x="3281" y="2397"/>
                </a:cubicBezTo>
                <a:cubicBezTo>
                  <a:pt x="3296" y="2403"/>
                  <a:pt x="3306" y="2411"/>
                  <a:pt x="3313" y="2422"/>
                </a:cubicBezTo>
                <a:cubicBezTo>
                  <a:pt x="3320" y="2432"/>
                  <a:pt x="3325" y="2443"/>
                  <a:pt x="3328" y="2454"/>
                </a:cubicBezTo>
                <a:cubicBezTo>
                  <a:pt x="3331" y="2465"/>
                  <a:pt x="3333" y="2477"/>
                  <a:pt x="3333" y="2490"/>
                </a:cubicBezTo>
                <a:cubicBezTo>
                  <a:pt x="3333" y="2502"/>
                  <a:pt x="3328" y="2508"/>
                  <a:pt x="3317" y="2508"/>
                </a:cubicBezTo>
                <a:lnTo>
                  <a:pt x="3180" y="2508"/>
                </a:lnTo>
                <a:cubicBezTo>
                  <a:pt x="3180" y="2509"/>
                  <a:pt x="3180" y="2510"/>
                  <a:pt x="3179" y="2512"/>
                </a:cubicBezTo>
                <a:lnTo>
                  <a:pt x="3179" y="2517"/>
                </a:lnTo>
                <a:cubicBezTo>
                  <a:pt x="3179" y="2544"/>
                  <a:pt x="3185" y="2565"/>
                  <a:pt x="3198" y="2578"/>
                </a:cubicBezTo>
                <a:cubicBezTo>
                  <a:pt x="3210" y="2592"/>
                  <a:pt x="3228" y="2598"/>
                  <a:pt x="3251" y="2598"/>
                </a:cubicBezTo>
                <a:cubicBezTo>
                  <a:pt x="3282" y="2599"/>
                  <a:pt x="3307" y="2589"/>
                  <a:pt x="3327" y="2568"/>
                </a:cubicBezTo>
                <a:moveTo>
                  <a:pt x="2999" y="266"/>
                </a:moveTo>
                <a:cubicBezTo>
                  <a:pt x="2999" y="216"/>
                  <a:pt x="3011" y="168"/>
                  <a:pt x="3036" y="121"/>
                </a:cubicBezTo>
                <a:cubicBezTo>
                  <a:pt x="3060" y="75"/>
                  <a:pt x="3092" y="34"/>
                  <a:pt x="3132" y="0"/>
                </a:cubicBezTo>
                <a:lnTo>
                  <a:pt x="3148" y="19"/>
                </a:lnTo>
                <a:cubicBezTo>
                  <a:pt x="3092" y="84"/>
                  <a:pt x="3064" y="166"/>
                  <a:pt x="3064" y="266"/>
                </a:cubicBezTo>
                <a:cubicBezTo>
                  <a:pt x="3064" y="368"/>
                  <a:pt x="3092" y="451"/>
                  <a:pt x="3148" y="513"/>
                </a:cubicBezTo>
                <a:lnTo>
                  <a:pt x="3131" y="532"/>
                </a:lnTo>
                <a:cubicBezTo>
                  <a:pt x="3106" y="511"/>
                  <a:pt x="3085" y="488"/>
                  <a:pt x="3067" y="463"/>
                </a:cubicBezTo>
                <a:cubicBezTo>
                  <a:pt x="3050" y="439"/>
                  <a:pt x="3037" y="417"/>
                  <a:pt x="3028" y="398"/>
                </a:cubicBezTo>
                <a:cubicBezTo>
                  <a:pt x="3020" y="379"/>
                  <a:pt x="3013" y="359"/>
                  <a:pt x="3008" y="339"/>
                </a:cubicBezTo>
                <a:cubicBezTo>
                  <a:pt x="3003" y="318"/>
                  <a:pt x="3001" y="303"/>
                  <a:pt x="3000" y="293"/>
                </a:cubicBezTo>
                <a:cubicBezTo>
                  <a:pt x="2999" y="284"/>
                  <a:pt x="2999" y="275"/>
                  <a:pt x="2999" y="266"/>
                </a:cubicBezTo>
                <a:moveTo>
                  <a:pt x="3319" y="383"/>
                </a:moveTo>
                <a:lnTo>
                  <a:pt x="3315" y="383"/>
                </a:lnTo>
                <a:cubicBezTo>
                  <a:pt x="3306" y="391"/>
                  <a:pt x="3294" y="399"/>
                  <a:pt x="3279" y="406"/>
                </a:cubicBezTo>
                <a:cubicBezTo>
                  <a:pt x="3265" y="412"/>
                  <a:pt x="3255" y="416"/>
                  <a:pt x="3247" y="416"/>
                </a:cubicBezTo>
                <a:cubicBezTo>
                  <a:pt x="3200" y="416"/>
                  <a:pt x="3176" y="396"/>
                  <a:pt x="3176" y="356"/>
                </a:cubicBezTo>
                <a:cubicBezTo>
                  <a:pt x="3176" y="335"/>
                  <a:pt x="3184" y="320"/>
                  <a:pt x="3200" y="309"/>
                </a:cubicBezTo>
                <a:cubicBezTo>
                  <a:pt x="3216" y="298"/>
                  <a:pt x="3243" y="287"/>
                  <a:pt x="3279" y="276"/>
                </a:cubicBezTo>
                <a:lnTo>
                  <a:pt x="3316" y="263"/>
                </a:lnTo>
                <a:cubicBezTo>
                  <a:pt x="3316" y="231"/>
                  <a:pt x="3312" y="209"/>
                  <a:pt x="3305" y="198"/>
                </a:cubicBezTo>
                <a:cubicBezTo>
                  <a:pt x="3297" y="187"/>
                  <a:pt x="3287" y="181"/>
                  <a:pt x="3272" y="181"/>
                </a:cubicBezTo>
                <a:cubicBezTo>
                  <a:pt x="3257" y="181"/>
                  <a:pt x="3250" y="185"/>
                  <a:pt x="3249" y="194"/>
                </a:cubicBezTo>
                <a:cubicBezTo>
                  <a:pt x="3248" y="196"/>
                  <a:pt x="3248" y="199"/>
                  <a:pt x="3248" y="201"/>
                </a:cubicBezTo>
                <a:cubicBezTo>
                  <a:pt x="3248" y="204"/>
                  <a:pt x="3249" y="206"/>
                  <a:pt x="3249" y="208"/>
                </a:cubicBezTo>
                <a:cubicBezTo>
                  <a:pt x="3250" y="210"/>
                  <a:pt x="3250" y="213"/>
                  <a:pt x="3250" y="215"/>
                </a:cubicBezTo>
                <a:cubicBezTo>
                  <a:pt x="3250" y="217"/>
                  <a:pt x="3251" y="219"/>
                  <a:pt x="3251" y="221"/>
                </a:cubicBezTo>
                <a:cubicBezTo>
                  <a:pt x="3251" y="228"/>
                  <a:pt x="3247" y="234"/>
                  <a:pt x="3240" y="240"/>
                </a:cubicBezTo>
                <a:cubicBezTo>
                  <a:pt x="3233" y="245"/>
                  <a:pt x="3225" y="247"/>
                  <a:pt x="3215" y="247"/>
                </a:cubicBezTo>
                <a:cubicBezTo>
                  <a:pt x="3205" y="247"/>
                  <a:pt x="3197" y="245"/>
                  <a:pt x="3192" y="240"/>
                </a:cubicBezTo>
                <a:cubicBezTo>
                  <a:pt x="3188" y="235"/>
                  <a:pt x="3186" y="227"/>
                  <a:pt x="3186" y="218"/>
                </a:cubicBezTo>
                <a:cubicBezTo>
                  <a:pt x="3186" y="207"/>
                  <a:pt x="3192" y="196"/>
                  <a:pt x="3204" y="187"/>
                </a:cubicBezTo>
                <a:cubicBezTo>
                  <a:pt x="3216" y="177"/>
                  <a:pt x="3230" y="170"/>
                  <a:pt x="3245" y="165"/>
                </a:cubicBezTo>
                <a:cubicBezTo>
                  <a:pt x="3262" y="160"/>
                  <a:pt x="3277" y="157"/>
                  <a:pt x="3292" y="157"/>
                </a:cubicBezTo>
                <a:cubicBezTo>
                  <a:pt x="3357" y="157"/>
                  <a:pt x="3389" y="190"/>
                  <a:pt x="3389" y="256"/>
                </a:cubicBezTo>
                <a:lnTo>
                  <a:pt x="3389" y="338"/>
                </a:lnTo>
                <a:cubicBezTo>
                  <a:pt x="3389" y="353"/>
                  <a:pt x="3389" y="363"/>
                  <a:pt x="3392" y="368"/>
                </a:cubicBezTo>
                <a:cubicBezTo>
                  <a:pt x="3394" y="373"/>
                  <a:pt x="3398" y="376"/>
                  <a:pt x="3404" y="376"/>
                </a:cubicBezTo>
                <a:cubicBezTo>
                  <a:pt x="3413" y="376"/>
                  <a:pt x="3421" y="373"/>
                  <a:pt x="3428" y="368"/>
                </a:cubicBezTo>
                <a:cubicBezTo>
                  <a:pt x="3435" y="374"/>
                  <a:pt x="3439" y="379"/>
                  <a:pt x="3439" y="384"/>
                </a:cubicBezTo>
                <a:cubicBezTo>
                  <a:pt x="3416" y="406"/>
                  <a:pt x="3391" y="416"/>
                  <a:pt x="3364" y="416"/>
                </a:cubicBezTo>
                <a:cubicBezTo>
                  <a:pt x="3338" y="416"/>
                  <a:pt x="3323" y="405"/>
                  <a:pt x="3319" y="383"/>
                </a:cubicBezTo>
                <a:moveTo>
                  <a:pt x="3316" y="286"/>
                </a:moveTo>
                <a:lnTo>
                  <a:pt x="3286" y="296"/>
                </a:lnTo>
                <a:cubicBezTo>
                  <a:pt x="3277" y="299"/>
                  <a:pt x="3269" y="303"/>
                  <a:pt x="3263" y="307"/>
                </a:cubicBezTo>
                <a:cubicBezTo>
                  <a:pt x="3257" y="310"/>
                  <a:pt x="3253" y="315"/>
                  <a:pt x="3250" y="320"/>
                </a:cubicBezTo>
                <a:cubicBezTo>
                  <a:pt x="3248" y="324"/>
                  <a:pt x="3246" y="329"/>
                  <a:pt x="3245" y="333"/>
                </a:cubicBezTo>
                <a:cubicBezTo>
                  <a:pt x="3245" y="336"/>
                  <a:pt x="3245" y="341"/>
                  <a:pt x="3245" y="347"/>
                </a:cubicBezTo>
                <a:cubicBezTo>
                  <a:pt x="3245" y="358"/>
                  <a:pt x="3247" y="366"/>
                  <a:pt x="3252" y="373"/>
                </a:cubicBezTo>
                <a:cubicBezTo>
                  <a:pt x="3257" y="379"/>
                  <a:pt x="3266" y="382"/>
                  <a:pt x="3278" y="382"/>
                </a:cubicBezTo>
                <a:cubicBezTo>
                  <a:pt x="3286" y="382"/>
                  <a:pt x="3299" y="375"/>
                  <a:pt x="3316" y="361"/>
                </a:cubicBezTo>
                <a:lnTo>
                  <a:pt x="3316" y="286"/>
                </a:lnTo>
                <a:moveTo>
                  <a:pt x="3598" y="267"/>
                </a:moveTo>
                <a:cubicBezTo>
                  <a:pt x="3598" y="317"/>
                  <a:pt x="3586" y="365"/>
                  <a:pt x="3562" y="412"/>
                </a:cubicBezTo>
                <a:cubicBezTo>
                  <a:pt x="3537" y="458"/>
                  <a:pt x="3505" y="499"/>
                  <a:pt x="3465" y="533"/>
                </a:cubicBezTo>
                <a:lnTo>
                  <a:pt x="3449" y="514"/>
                </a:lnTo>
                <a:cubicBezTo>
                  <a:pt x="3505" y="449"/>
                  <a:pt x="3533" y="367"/>
                  <a:pt x="3533" y="267"/>
                </a:cubicBezTo>
                <a:cubicBezTo>
                  <a:pt x="3533" y="165"/>
                  <a:pt x="3505" y="82"/>
                  <a:pt x="3449" y="20"/>
                </a:cubicBezTo>
                <a:lnTo>
                  <a:pt x="3466" y="1"/>
                </a:lnTo>
                <a:cubicBezTo>
                  <a:pt x="3490" y="22"/>
                  <a:pt x="3511" y="45"/>
                  <a:pt x="3529" y="70"/>
                </a:cubicBezTo>
                <a:cubicBezTo>
                  <a:pt x="3547" y="94"/>
                  <a:pt x="3560" y="116"/>
                  <a:pt x="3568" y="135"/>
                </a:cubicBezTo>
                <a:cubicBezTo>
                  <a:pt x="3577" y="154"/>
                  <a:pt x="3584" y="174"/>
                  <a:pt x="3588" y="195"/>
                </a:cubicBezTo>
                <a:cubicBezTo>
                  <a:pt x="3593" y="216"/>
                  <a:pt x="3596" y="231"/>
                  <a:pt x="3597" y="240"/>
                </a:cubicBezTo>
                <a:cubicBezTo>
                  <a:pt x="3598" y="250"/>
                  <a:pt x="3598" y="259"/>
                  <a:pt x="3598" y="267"/>
                </a:cubicBezTo>
                <a:moveTo>
                  <a:pt x="14277" y="266"/>
                </a:moveTo>
                <a:cubicBezTo>
                  <a:pt x="14277" y="216"/>
                  <a:pt x="14289" y="168"/>
                  <a:pt x="14314" y="121"/>
                </a:cubicBezTo>
                <a:cubicBezTo>
                  <a:pt x="14338" y="75"/>
                  <a:pt x="14370" y="34"/>
                  <a:pt x="14410" y="0"/>
                </a:cubicBezTo>
                <a:lnTo>
                  <a:pt x="14426" y="19"/>
                </a:lnTo>
                <a:cubicBezTo>
                  <a:pt x="14370" y="84"/>
                  <a:pt x="14342" y="166"/>
                  <a:pt x="14342" y="266"/>
                </a:cubicBezTo>
                <a:cubicBezTo>
                  <a:pt x="14342" y="368"/>
                  <a:pt x="14370" y="451"/>
                  <a:pt x="14426" y="513"/>
                </a:cubicBezTo>
                <a:lnTo>
                  <a:pt x="14409" y="532"/>
                </a:lnTo>
                <a:cubicBezTo>
                  <a:pt x="14385" y="511"/>
                  <a:pt x="14363" y="488"/>
                  <a:pt x="14345" y="463"/>
                </a:cubicBezTo>
                <a:cubicBezTo>
                  <a:pt x="14328" y="439"/>
                  <a:pt x="14315" y="417"/>
                  <a:pt x="14306" y="398"/>
                </a:cubicBezTo>
                <a:cubicBezTo>
                  <a:pt x="14298" y="379"/>
                  <a:pt x="14291" y="359"/>
                  <a:pt x="14286" y="339"/>
                </a:cubicBezTo>
                <a:cubicBezTo>
                  <a:pt x="14282" y="318"/>
                  <a:pt x="14279" y="303"/>
                  <a:pt x="14278" y="293"/>
                </a:cubicBezTo>
                <a:cubicBezTo>
                  <a:pt x="14277" y="284"/>
                  <a:pt x="14277" y="275"/>
                  <a:pt x="14277" y="266"/>
                </a:cubicBezTo>
                <a:moveTo>
                  <a:pt x="14485" y="338"/>
                </a:moveTo>
                <a:lnTo>
                  <a:pt x="14485" y="88"/>
                </a:lnTo>
                <a:cubicBezTo>
                  <a:pt x="14485" y="69"/>
                  <a:pt x="14483" y="58"/>
                  <a:pt x="14479" y="54"/>
                </a:cubicBezTo>
                <a:cubicBezTo>
                  <a:pt x="14475" y="50"/>
                  <a:pt x="14464" y="47"/>
                  <a:pt x="14446" y="45"/>
                </a:cubicBezTo>
                <a:cubicBezTo>
                  <a:pt x="14443" y="40"/>
                  <a:pt x="14442" y="34"/>
                  <a:pt x="14444" y="27"/>
                </a:cubicBezTo>
                <a:cubicBezTo>
                  <a:pt x="14491" y="25"/>
                  <a:pt x="14527" y="20"/>
                  <a:pt x="14552" y="12"/>
                </a:cubicBezTo>
                <a:cubicBezTo>
                  <a:pt x="14558" y="12"/>
                  <a:pt x="14561" y="15"/>
                  <a:pt x="14561" y="20"/>
                </a:cubicBezTo>
                <a:cubicBezTo>
                  <a:pt x="14559" y="34"/>
                  <a:pt x="14559" y="53"/>
                  <a:pt x="14559" y="77"/>
                </a:cubicBezTo>
                <a:lnTo>
                  <a:pt x="14559" y="189"/>
                </a:lnTo>
                <a:cubicBezTo>
                  <a:pt x="14588" y="167"/>
                  <a:pt x="14610" y="157"/>
                  <a:pt x="14623" y="157"/>
                </a:cubicBezTo>
                <a:cubicBezTo>
                  <a:pt x="14658" y="157"/>
                  <a:pt x="14684" y="167"/>
                  <a:pt x="14702" y="186"/>
                </a:cubicBezTo>
                <a:cubicBezTo>
                  <a:pt x="14722" y="209"/>
                  <a:pt x="14732" y="238"/>
                  <a:pt x="14732" y="272"/>
                </a:cubicBezTo>
                <a:cubicBezTo>
                  <a:pt x="14732" y="312"/>
                  <a:pt x="14719" y="345"/>
                  <a:pt x="14692" y="373"/>
                </a:cubicBezTo>
                <a:cubicBezTo>
                  <a:pt x="14665" y="402"/>
                  <a:pt x="14635" y="416"/>
                  <a:pt x="14602" y="416"/>
                </a:cubicBezTo>
                <a:cubicBezTo>
                  <a:pt x="14567" y="416"/>
                  <a:pt x="14539" y="408"/>
                  <a:pt x="14519" y="393"/>
                </a:cubicBezTo>
                <a:cubicBezTo>
                  <a:pt x="14513" y="404"/>
                  <a:pt x="14507" y="412"/>
                  <a:pt x="14501" y="418"/>
                </a:cubicBezTo>
                <a:cubicBezTo>
                  <a:pt x="14496" y="418"/>
                  <a:pt x="14489" y="417"/>
                  <a:pt x="14481" y="413"/>
                </a:cubicBezTo>
                <a:cubicBezTo>
                  <a:pt x="14483" y="392"/>
                  <a:pt x="14485" y="367"/>
                  <a:pt x="14485" y="338"/>
                </a:cubicBezTo>
                <a:moveTo>
                  <a:pt x="14559" y="372"/>
                </a:moveTo>
                <a:cubicBezTo>
                  <a:pt x="14570" y="385"/>
                  <a:pt x="14583" y="392"/>
                  <a:pt x="14599" y="392"/>
                </a:cubicBezTo>
                <a:cubicBezTo>
                  <a:pt x="14635" y="392"/>
                  <a:pt x="14652" y="354"/>
                  <a:pt x="14652" y="279"/>
                </a:cubicBezTo>
                <a:cubicBezTo>
                  <a:pt x="14652" y="252"/>
                  <a:pt x="14648" y="232"/>
                  <a:pt x="14639" y="218"/>
                </a:cubicBezTo>
                <a:cubicBezTo>
                  <a:pt x="14630" y="204"/>
                  <a:pt x="14618" y="197"/>
                  <a:pt x="14603" y="197"/>
                </a:cubicBezTo>
                <a:cubicBezTo>
                  <a:pt x="14588" y="197"/>
                  <a:pt x="14573" y="202"/>
                  <a:pt x="14559" y="212"/>
                </a:cubicBezTo>
                <a:lnTo>
                  <a:pt x="14559" y="372"/>
                </a:lnTo>
                <a:moveTo>
                  <a:pt x="14911" y="267"/>
                </a:moveTo>
                <a:cubicBezTo>
                  <a:pt x="14911" y="317"/>
                  <a:pt x="14899" y="365"/>
                  <a:pt x="14874" y="412"/>
                </a:cubicBezTo>
                <a:cubicBezTo>
                  <a:pt x="14849" y="458"/>
                  <a:pt x="14817" y="499"/>
                  <a:pt x="14777" y="533"/>
                </a:cubicBezTo>
                <a:lnTo>
                  <a:pt x="14762" y="514"/>
                </a:lnTo>
                <a:cubicBezTo>
                  <a:pt x="14817" y="449"/>
                  <a:pt x="14845" y="367"/>
                  <a:pt x="14845" y="267"/>
                </a:cubicBezTo>
                <a:cubicBezTo>
                  <a:pt x="14845" y="165"/>
                  <a:pt x="14817" y="82"/>
                  <a:pt x="14762" y="20"/>
                </a:cubicBezTo>
                <a:lnTo>
                  <a:pt x="14779" y="1"/>
                </a:lnTo>
                <a:cubicBezTo>
                  <a:pt x="14803" y="22"/>
                  <a:pt x="14824" y="45"/>
                  <a:pt x="14842" y="70"/>
                </a:cubicBezTo>
                <a:cubicBezTo>
                  <a:pt x="14859" y="94"/>
                  <a:pt x="14873" y="116"/>
                  <a:pt x="14881" y="135"/>
                </a:cubicBezTo>
                <a:cubicBezTo>
                  <a:pt x="14889" y="154"/>
                  <a:pt x="14896" y="174"/>
                  <a:pt x="14901" y="195"/>
                </a:cubicBezTo>
                <a:cubicBezTo>
                  <a:pt x="14906" y="216"/>
                  <a:pt x="14909" y="231"/>
                  <a:pt x="14909" y="240"/>
                </a:cubicBezTo>
                <a:cubicBezTo>
                  <a:pt x="14910" y="250"/>
                  <a:pt x="14911" y="259"/>
                  <a:pt x="14911" y="267"/>
                </a:cubicBezTo>
                <a:moveTo>
                  <a:pt x="14312" y="7412"/>
                </a:moveTo>
                <a:cubicBezTo>
                  <a:pt x="14312" y="7362"/>
                  <a:pt x="14324" y="7314"/>
                  <a:pt x="14349" y="7267"/>
                </a:cubicBezTo>
                <a:cubicBezTo>
                  <a:pt x="14373" y="7221"/>
                  <a:pt x="14405" y="7180"/>
                  <a:pt x="14445" y="7146"/>
                </a:cubicBezTo>
                <a:lnTo>
                  <a:pt x="14461" y="7165"/>
                </a:lnTo>
                <a:cubicBezTo>
                  <a:pt x="14405" y="7230"/>
                  <a:pt x="14377" y="7312"/>
                  <a:pt x="14377" y="7412"/>
                </a:cubicBezTo>
                <a:cubicBezTo>
                  <a:pt x="14377" y="7514"/>
                  <a:pt x="14405" y="7597"/>
                  <a:pt x="14461" y="7659"/>
                </a:cubicBezTo>
                <a:lnTo>
                  <a:pt x="14444" y="7678"/>
                </a:lnTo>
                <a:cubicBezTo>
                  <a:pt x="14419" y="7657"/>
                  <a:pt x="14398" y="7634"/>
                  <a:pt x="14380" y="7609"/>
                </a:cubicBezTo>
                <a:cubicBezTo>
                  <a:pt x="14363" y="7585"/>
                  <a:pt x="14350" y="7563"/>
                  <a:pt x="14341" y="7544"/>
                </a:cubicBezTo>
                <a:cubicBezTo>
                  <a:pt x="14333" y="7525"/>
                  <a:pt x="14326" y="7505"/>
                  <a:pt x="14321" y="7485"/>
                </a:cubicBezTo>
                <a:cubicBezTo>
                  <a:pt x="14316" y="7464"/>
                  <a:pt x="14313" y="7449"/>
                  <a:pt x="14313" y="7439"/>
                </a:cubicBezTo>
                <a:cubicBezTo>
                  <a:pt x="14312" y="7430"/>
                  <a:pt x="14312" y="7421"/>
                  <a:pt x="14312" y="7412"/>
                </a:cubicBezTo>
                <a:moveTo>
                  <a:pt x="14655" y="7546"/>
                </a:moveTo>
                <a:cubicBezTo>
                  <a:pt x="14636" y="7556"/>
                  <a:pt x="14619" y="7562"/>
                  <a:pt x="14602" y="7562"/>
                </a:cubicBezTo>
                <a:cubicBezTo>
                  <a:pt x="14564" y="7562"/>
                  <a:pt x="14534" y="7552"/>
                  <a:pt x="14514" y="7532"/>
                </a:cubicBezTo>
                <a:cubicBezTo>
                  <a:pt x="14490" y="7511"/>
                  <a:pt x="14478" y="7480"/>
                  <a:pt x="14478" y="7442"/>
                </a:cubicBezTo>
                <a:cubicBezTo>
                  <a:pt x="14478" y="7401"/>
                  <a:pt x="14491" y="7367"/>
                  <a:pt x="14515" y="7342"/>
                </a:cubicBezTo>
                <a:cubicBezTo>
                  <a:pt x="14540" y="7316"/>
                  <a:pt x="14570" y="7303"/>
                  <a:pt x="14605" y="7303"/>
                </a:cubicBezTo>
                <a:cubicBezTo>
                  <a:pt x="14634" y="7303"/>
                  <a:pt x="14656" y="7310"/>
                  <a:pt x="14673" y="7323"/>
                </a:cubicBezTo>
                <a:cubicBezTo>
                  <a:pt x="14689" y="7335"/>
                  <a:pt x="14698" y="7348"/>
                  <a:pt x="14698" y="7362"/>
                </a:cubicBezTo>
                <a:cubicBezTo>
                  <a:pt x="14698" y="7372"/>
                  <a:pt x="14695" y="7379"/>
                  <a:pt x="14688" y="7386"/>
                </a:cubicBezTo>
                <a:cubicBezTo>
                  <a:pt x="14683" y="7391"/>
                  <a:pt x="14675" y="7394"/>
                  <a:pt x="14666" y="7394"/>
                </a:cubicBezTo>
                <a:cubicBezTo>
                  <a:pt x="14657" y="7394"/>
                  <a:pt x="14649" y="7392"/>
                  <a:pt x="14642" y="7386"/>
                </a:cubicBezTo>
                <a:cubicBezTo>
                  <a:pt x="14636" y="7381"/>
                  <a:pt x="14632" y="7375"/>
                  <a:pt x="14631" y="7367"/>
                </a:cubicBezTo>
                <a:cubicBezTo>
                  <a:pt x="14630" y="7356"/>
                  <a:pt x="14626" y="7347"/>
                  <a:pt x="14621" y="7339"/>
                </a:cubicBezTo>
                <a:cubicBezTo>
                  <a:pt x="14616" y="7331"/>
                  <a:pt x="14609" y="7327"/>
                  <a:pt x="14600" y="7327"/>
                </a:cubicBezTo>
                <a:cubicBezTo>
                  <a:pt x="14568" y="7327"/>
                  <a:pt x="14552" y="7359"/>
                  <a:pt x="14552" y="7422"/>
                </a:cubicBezTo>
                <a:cubicBezTo>
                  <a:pt x="14552" y="7452"/>
                  <a:pt x="14560" y="7476"/>
                  <a:pt x="14575" y="7495"/>
                </a:cubicBezTo>
                <a:cubicBezTo>
                  <a:pt x="14591" y="7513"/>
                  <a:pt x="14609" y="7522"/>
                  <a:pt x="14631" y="7522"/>
                </a:cubicBezTo>
                <a:cubicBezTo>
                  <a:pt x="14647" y="7522"/>
                  <a:pt x="14667" y="7511"/>
                  <a:pt x="14691" y="7489"/>
                </a:cubicBezTo>
                <a:cubicBezTo>
                  <a:pt x="14695" y="7489"/>
                  <a:pt x="14698" y="7495"/>
                  <a:pt x="14698" y="7507"/>
                </a:cubicBezTo>
                <a:cubicBezTo>
                  <a:pt x="14687" y="7523"/>
                  <a:pt x="14672" y="7536"/>
                  <a:pt x="14655" y="7546"/>
                </a:cubicBezTo>
                <a:moveTo>
                  <a:pt x="14876" y="7413"/>
                </a:moveTo>
                <a:cubicBezTo>
                  <a:pt x="14876" y="7463"/>
                  <a:pt x="14864" y="7511"/>
                  <a:pt x="14839" y="7558"/>
                </a:cubicBezTo>
                <a:cubicBezTo>
                  <a:pt x="14815" y="7604"/>
                  <a:pt x="14782" y="7645"/>
                  <a:pt x="14742" y="7679"/>
                </a:cubicBezTo>
                <a:lnTo>
                  <a:pt x="14727" y="7660"/>
                </a:lnTo>
                <a:cubicBezTo>
                  <a:pt x="14783" y="7595"/>
                  <a:pt x="14811" y="7513"/>
                  <a:pt x="14811" y="7413"/>
                </a:cubicBezTo>
                <a:cubicBezTo>
                  <a:pt x="14811" y="7311"/>
                  <a:pt x="14783" y="7228"/>
                  <a:pt x="14727" y="7166"/>
                </a:cubicBezTo>
                <a:lnTo>
                  <a:pt x="14744" y="7147"/>
                </a:lnTo>
                <a:cubicBezTo>
                  <a:pt x="14768" y="7168"/>
                  <a:pt x="14789" y="7191"/>
                  <a:pt x="14807" y="7216"/>
                </a:cubicBezTo>
                <a:cubicBezTo>
                  <a:pt x="14825" y="7240"/>
                  <a:pt x="14838" y="7262"/>
                  <a:pt x="14846" y="7281"/>
                </a:cubicBezTo>
                <a:cubicBezTo>
                  <a:pt x="14855" y="7300"/>
                  <a:pt x="14861" y="7320"/>
                  <a:pt x="14866" y="7341"/>
                </a:cubicBezTo>
                <a:cubicBezTo>
                  <a:pt x="14871" y="7362"/>
                  <a:pt x="14874" y="7377"/>
                  <a:pt x="14874" y="7386"/>
                </a:cubicBezTo>
                <a:cubicBezTo>
                  <a:pt x="14875" y="7396"/>
                  <a:pt x="14876" y="7405"/>
                  <a:pt x="14876" y="7413"/>
                </a:cubicBezTo>
                <a:moveTo>
                  <a:pt x="178" y="7752"/>
                </a:moveTo>
                <a:cubicBezTo>
                  <a:pt x="198" y="7752"/>
                  <a:pt x="211" y="7750"/>
                  <a:pt x="218" y="7745"/>
                </a:cubicBezTo>
                <a:cubicBezTo>
                  <a:pt x="225" y="7740"/>
                  <a:pt x="229" y="7731"/>
                  <a:pt x="231" y="7716"/>
                </a:cubicBezTo>
                <a:cubicBezTo>
                  <a:pt x="232" y="7714"/>
                  <a:pt x="236" y="7713"/>
                  <a:pt x="243" y="7713"/>
                </a:cubicBezTo>
                <a:cubicBezTo>
                  <a:pt x="249" y="7713"/>
                  <a:pt x="253" y="7714"/>
                  <a:pt x="254" y="7716"/>
                </a:cubicBezTo>
                <a:cubicBezTo>
                  <a:pt x="254" y="7739"/>
                  <a:pt x="254" y="7755"/>
                  <a:pt x="254" y="7765"/>
                </a:cubicBezTo>
                <a:cubicBezTo>
                  <a:pt x="254" y="7772"/>
                  <a:pt x="254" y="7789"/>
                  <a:pt x="254" y="7815"/>
                </a:cubicBezTo>
                <a:cubicBezTo>
                  <a:pt x="253" y="7817"/>
                  <a:pt x="249" y="7817"/>
                  <a:pt x="243" y="7817"/>
                </a:cubicBezTo>
                <a:cubicBezTo>
                  <a:pt x="236" y="7817"/>
                  <a:pt x="232" y="7817"/>
                  <a:pt x="231" y="7815"/>
                </a:cubicBezTo>
                <a:cubicBezTo>
                  <a:pt x="229" y="7802"/>
                  <a:pt x="225" y="7792"/>
                  <a:pt x="217" y="7787"/>
                </a:cubicBezTo>
                <a:cubicBezTo>
                  <a:pt x="210" y="7781"/>
                  <a:pt x="197" y="7778"/>
                  <a:pt x="178" y="7778"/>
                </a:cubicBezTo>
                <a:lnTo>
                  <a:pt x="132" y="7778"/>
                </a:lnTo>
                <a:lnTo>
                  <a:pt x="132" y="7909"/>
                </a:lnTo>
                <a:cubicBezTo>
                  <a:pt x="132" y="7917"/>
                  <a:pt x="134" y="7923"/>
                  <a:pt x="139" y="7929"/>
                </a:cubicBezTo>
                <a:cubicBezTo>
                  <a:pt x="144" y="7934"/>
                  <a:pt x="149" y="7937"/>
                  <a:pt x="155" y="7937"/>
                </a:cubicBezTo>
                <a:lnTo>
                  <a:pt x="213" y="7937"/>
                </a:lnTo>
                <a:cubicBezTo>
                  <a:pt x="253" y="7937"/>
                  <a:pt x="280" y="7912"/>
                  <a:pt x="294" y="7864"/>
                </a:cubicBezTo>
                <a:cubicBezTo>
                  <a:pt x="303" y="7862"/>
                  <a:pt x="311" y="7863"/>
                  <a:pt x="319" y="7867"/>
                </a:cubicBezTo>
                <a:cubicBezTo>
                  <a:pt x="318" y="7872"/>
                  <a:pt x="317" y="7882"/>
                  <a:pt x="315" y="7896"/>
                </a:cubicBezTo>
                <a:cubicBezTo>
                  <a:pt x="314" y="7910"/>
                  <a:pt x="312" y="7922"/>
                  <a:pt x="310" y="7933"/>
                </a:cubicBezTo>
                <a:cubicBezTo>
                  <a:pt x="308" y="7944"/>
                  <a:pt x="306" y="7953"/>
                  <a:pt x="304" y="7961"/>
                </a:cubicBezTo>
                <a:cubicBezTo>
                  <a:pt x="270" y="7961"/>
                  <a:pt x="244" y="7960"/>
                  <a:pt x="225" y="7960"/>
                </a:cubicBezTo>
                <a:lnTo>
                  <a:pt x="91" y="7960"/>
                </a:lnTo>
                <a:cubicBezTo>
                  <a:pt x="51" y="7961"/>
                  <a:pt x="21" y="7961"/>
                  <a:pt x="2" y="7961"/>
                </a:cubicBezTo>
                <a:cubicBezTo>
                  <a:pt x="1" y="7960"/>
                  <a:pt x="0" y="7957"/>
                  <a:pt x="0" y="7952"/>
                </a:cubicBezTo>
                <a:cubicBezTo>
                  <a:pt x="0" y="7947"/>
                  <a:pt x="1" y="7944"/>
                  <a:pt x="2" y="7942"/>
                </a:cubicBezTo>
                <a:cubicBezTo>
                  <a:pt x="24" y="7942"/>
                  <a:pt x="37" y="7939"/>
                  <a:pt x="43" y="7933"/>
                </a:cubicBezTo>
                <a:cubicBezTo>
                  <a:pt x="49" y="7927"/>
                  <a:pt x="52" y="7913"/>
                  <a:pt x="52" y="7890"/>
                </a:cubicBezTo>
                <a:lnTo>
                  <a:pt x="52" y="7663"/>
                </a:lnTo>
                <a:cubicBezTo>
                  <a:pt x="52" y="7640"/>
                  <a:pt x="49" y="7626"/>
                  <a:pt x="43" y="7621"/>
                </a:cubicBezTo>
                <a:cubicBezTo>
                  <a:pt x="37" y="7615"/>
                  <a:pt x="24" y="7612"/>
                  <a:pt x="2" y="7611"/>
                </a:cubicBezTo>
                <a:cubicBezTo>
                  <a:pt x="1" y="7609"/>
                  <a:pt x="0" y="7606"/>
                  <a:pt x="0" y="7601"/>
                </a:cubicBezTo>
                <a:cubicBezTo>
                  <a:pt x="0" y="7597"/>
                  <a:pt x="1" y="7593"/>
                  <a:pt x="2" y="7591"/>
                </a:cubicBezTo>
                <a:lnTo>
                  <a:pt x="91" y="7592"/>
                </a:lnTo>
                <a:lnTo>
                  <a:pt x="259" y="7592"/>
                </a:lnTo>
                <a:cubicBezTo>
                  <a:pt x="269" y="7592"/>
                  <a:pt x="278" y="7591"/>
                  <a:pt x="287" y="7590"/>
                </a:cubicBezTo>
                <a:cubicBezTo>
                  <a:pt x="288" y="7590"/>
                  <a:pt x="289" y="7591"/>
                  <a:pt x="289" y="7592"/>
                </a:cubicBezTo>
                <a:cubicBezTo>
                  <a:pt x="289" y="7593"/>
                  <a:pt x="290" y="7599"/>
                  <a:pt x="291" y="7610"/>
                </a:cubicBezTo>
                <a:cubicBezTo>
                  <a:pt x="291" y="7620"/>
                  <a:pt x="292" y="7632"/>
                  <a:pt x="293" y="7645"/>
                </a:cubicBezTo>
                <a:cubicBezTo>
                  <a:pt x="294" y="7659"/>
                  <a:pt x="295" y="7668"/>
                  <a:pt x="296" y="7674"/>
                </a:cubicBezTo>
                <a:cubicBezTo>
                  <a:pt x="289" y="7678"/>
                  <a:pt x="281" y="7679"/>
                  <a:pt x="271" y="7677"/>
                </a:cubicBezTo>
                <a:cubicBezTo>
                  <a:pt x="264" y="7655"/>
                  <a:pt x="256" y="7640"/>
                  <a:pt x="247" y="7631"/>
                </a:cubicBezTo>
                <a:cubicBezTo>
                  <a:pt x="238" y="7621"/>
                  <a:pt x="224" y="7617"/>
                  <a:pt x="204" y="7617"/>
                </a:cubicBezTo>
                <a:lnTo>
                  <a:pt x="155" y="7617"/>
                </a:lnTo>
                <a:cubicBezTo>
                  <a:pt x="148" y="7617"/>
                  <a:pt x="143" y="7620"/>
                  <a:pt x="138" y="7625"/>
                </a:cubicBezTo>
                <a:cubicBezTo>
                  <a:pt x="134" y="7631"/>
                  <a:pt x="132" y="7637"/>
                  <a:pt x="132" y="7644"/>
                </a:cubicBezTo>
                <a:lnTo>
                  <a:pt x="132" y="7752"/>
                </a:lnTo>
                <a:lnTo>
                  <a:pt x="178" y="7752"/>
                </a:lnTo>
                <a:moveTo>
                  <a:pt x="471" y="7890"/>
                </a:moveTo>
                <a:cubicBezTo>
                  <a:pt x="471" y="7913"/>
                  <a:pt x="473" y="7927"/>
                  <a:pt x="476" y="7933"/>
                </a:cubicBezTo>
                <a:cubicBezTo>
                  <a:pt x="480" y="7938"/>
                  <a:pt x="488" y="7941"/>
                  <a:pt x="501" y="7942"/>
                </a:cubicBezTo>
                <a:cubicBezTo>
                  <a:pt x="502" y="7944"/>
                  <a:pt x="502" y="7947"/>
                  <a:pt x="502" y="7952"/>
                </a:cubicBezTo>
                <a:cubicBezTo>
                  <a:pt x="503" y="7957"/>
                  <a:pt x="502" y="7960"/>
                  <a:pt x="501" y="7961"/>
                </a:cubicBezTo>
                <a:cubicBezTo>
                  <a:pt x="468" y="7961"/>
                  <a:pt x="446" y="7960"/>
                  <a:pt x="434" y="7960"/>
                </a:cubicBezTo>
                <a:cubicBezTo>
                  <a:pt x="414" y="7960"/>
                  <a:pt x="388" y="7961"/>
                  <a:pt x="355" y="7961"/>
                </a:cubicBezTo>
                <a:cubicBezTo>
                  <a:pt x="354" y="7960"/>
                  <a:pt x="353" y="7957"/>
                  <a:pt x="353" y="7952"/>
                </a:cubicBezTo>
                <a:cubicBezTo>
                  <a:pt x="353" y="7947"/>
                  <a:pt x="354" y="7944"/>
                  <a:pt x="355" y="7942"/>
                </a:cubicBezTo>
                <a:cubicBezTo>
                  <a:pt x="374" y="7940"/>
                  <a:pt x="385" y="7937"/>
                  <a:pt x="390" y="7933"/>
                </a:cubicBezTo>
                <a:cubicBezTo>
                  <a:pt x="395" y="7928"/>
                  <a:pt x="397" y="7914"/>
                  <a:pt x="397" y="7890"/>
                </a:cubicBezTo>
                <a:lnTo>
                  <a:pt x="397" y="7784"/>
                </a:lnTo>
                <a:cubicBezTo>
                  <a:pt x="397" y="7769"/>
                  <a:pt x="395" y="7758"/>
                  <a:pt x="390" y="7754"/>
                </a:cubicBezTo>
                <a:cubicBezTo>
                  <a:pt x="386" y="7749"/>
                  <a:pt x="376" y="7746"/>
                  <a:pt x="360" y="7744"/>
                </a:cubicBezTo>
                <a:cubicBezTo>
                  <a:pt x="357" y="7737"/>
                  <a:pt x="357" y="7731"/>
                  <a:pt x="359" y="7726"/>
                </a:cubicBezTo>
                <a:cubicBezTo>
                  <a:pt x="391" y="7722"/>
                  <a:pt x="422" y="7716"/>
                  <a:pt x="453" y="7707"/>
                </a:cubicBezTo>
                <a:cubicBezTo>
                  <a:pt x="461" y="7707"/>
                  <a:pt x="466" y="7710"/>
                  <a:pt x="466" y="7717"/>
                </a:cubicBezTo>
                <a:cubicBezTo>
                  <a:pt x="468" y="7728"/>
                  <a:pt x="469" y="7740"/>
                  <a:pt x="470" y="7754"/>
                </a:cubicBezTo>
                <a:cubicBezTo>
                  <a:pt x="516" y="7722"/>
                  <a:pt x="547" y="7707"/>
                  <a:pt x="565" y="7707"/>
                </a:cubicBezTo>
                <a:cubicBezTo>
                  <a:pt x="616" y="7707"/>
                  <a:pt x="641" y="7738"/>
                  <a:pt x="641" y="7798"/>
                </a:cubicBezTo>
                <a:lnTo>
                  <a:pt x="641" y="7887"/>
                </a:lnTo>
                <a:cubicBezTo>
                  <a:pt x="641" y="7910"/>
                  <a:pt x="643" y="7925"/>
                  <a:pt x="649" y="7932"/>
                </a:cubicBezTo>
                <a:cubicBezTo>
                  <a:pt x="655" y="7938"/>
                  <a:pt x="667" y="7942"/>
                  <a:pt x="685" y="7942"/>
                </a:cubicBezTo>
                <a:cubicBezTo>
                  <a:pt x="687" y="7944"/>
                  <a:pt x="688" y="7947"/>
                  <a:pt x="688" y="7952"/>
                </a:cubicBezTo>
                <a:cubicBezTo>
                  <a:pt x="688" y="7957"/>
                  <a:pt x="687" y="7960"/>
                  <a:pt x="685" y="7961"/>
                </a:cubicBezTo>
                <a:cubicBezTo>
                  <a:pt x="652" y="7961"/>
                  <a:pt x="625" y="7960"/>
                  <a:pt x="604" y="7960"/>
                </a:cubicBezTo>
                <a:cubicBezTo>
                  <a:pt x="589" y="7960"/>
                  <a:pt x="566" y="7961"/>
                  <a:pt x="534" y="7961"/>
                </a:cubicBezTo>
                <a:cubicBezTo>
                  <a:pt x="532" y="7960"/>
                  <a:pt x="532" y="7957"/>
                  <a:pt x="532" y="7952"/>
                </a:cubicBezTo>
                <a:cubicBezTo>
                  <a:pt x="532" y="7947"/>
                  <a:pt x="532" y="7944"/>
                  <a:pt x="534" y="7942"/>
                </a:cubicBezTo>
                <a:cubicBezTo>
                  <a:pt x="547" y="7942"/>
                  <a:pt x="555" y="7938"/>
                  <a:pt x="560" y="7931"/>
                </a:cubicBezTo>
                <a:cubicBezTo>
                  <a:pt x="565" y="7925"/>
                  <a:pt x="567" y="7910"/>
                  <a:pt x="567" y="7887"/>
                </a:cubicBezTo>
                <a:lnTo>
                  <a:pt x="567" y="7792"/>
                </a:lnTo>
                <a:cubicBezTo>
                  <a:pt x="567" y="7763"/>
                  <a:pt x="554" y="7749"/>
                  <a:pt x="527" y="7749"/>
                </a:cubicBezTo>
                <a:cubicBezTo>
                  <a:pt x="516" y="7749"/>
                  <a:pt x="497" y="7758"/>
                  <a:pt x="471" y="7776"/>
                </a:cubicBezTo>
                <a:lnTo>
                  <a:pt x="471" y="7890"/>
                </a:lnTo>
                <a:moveTo>
                  <a:pt x="728" y="7713"/>
                </a:moveTo>
                <a:lnTo>
                  <a:pt x="744" y="7713"/>
                </a:lnTo>
                <a:cubicBezTo>
                  <a:pt x="744" y="7674"/>
                  <a:pt x="746" y="7652"/>
                  <a:pt x="751" y="7647"/>
                </a:cubicBezTo>
                <a:cubicBezTo>
                  <a:pt x="752" y="7645"/>
                  <a:pt x="754" y="7644"/>
                  <a:pt x="757" y="7642"/>
                </a:cubicBezTo>
                <a:cubicBezTo>
                  <a:pt x="760" y="7640"/>
                  <a:pt x="765" y="7639"/>
                  <a:pt x="770" y="7637"/>
                </a:cubicBezTo>
                <a:cubicBezTo>
                  <a:pt x="775" y="7636"/>
                  <a:pt x="778" y="7635"/>
                  <a:pt x="781" y="7634"/>
                </a:cubicBezTo>
                <a:cubicBezTo>
                  <a:pt x="785" y="7632"/>
                  <a:pt x="792" y="7630"/>
                  <a:pt x="800" y="7627"/>
                </a:cubicBezTo>
                <a:cubicBezTo>
                  <a:pt x="808" y="7625"/>
                  <a:pt x="813" y="7624"/>
                  <a:pt x="815" y="7624"/>
                </a:cubicBezTo>
                <a:cubicBezTo>
                  <a:pt x="818" y="7624"/>
                  <a:pt x="820" y="7626"/>
                  <a:pt x="820" y="7629"/>
                </a:cubicBezTo>
                <a:cubicBezTo>
                  <a:pt x="818" y="7647"/>
                  <a:pt x="817" y="7669"/>
                  <a:pt x="817" y="7694"/>
                </a:cubicBezTo>
                <a:lnTo>
                  <a:pt x="816" y="7713"/>
                </a:lnTo>
                <a:lnTo>
                  <a:pt x="883" y="7713"/>
                </a:lnTo>
                <a:cubicBezTo>
                  <a:pt x="886" y="7713"/>
                  <a:pt x="887" y="7714"/>
                  <a:pt x="887" y="7716"/>
                </a:cubicBezTo>
                <a:lnTo>
                  <a:pt x="887" y="7734"/>
                </a:lnTo>
                <a:cubicBezTo>
                  <a:pt x="887" y="7739"/>
                  <a:pt x="883" y="7741"/>
                  <a:pt x="874" y="7741"/>
                </a:cubicBezTo>
                <a:lnTo>
                  <a:pt x="816" y="7741"/>
                </a:lnTo>
                <a:lnTo>
                  <a:pt x="816" y="7826"/>
                </a:lnTo>
                <a:cubicBezTo>
                  <a:pt x="816" y="7860"/>
                  <a:pt x="817" y="7881"/>
                  <a:pt x="817" y="7888"/>
                </a:cubicBezTo>
                <a:cubicBezTo>
                  <a:pt x="817" y="7902"/>
                  <a:pt x="819" y="7911"/>
                  <a:pt x="824" y="7917"/>
                </a:cubicBezTo>
                <a:cubicBezTo>
                  <a:pt x="828" y="7923"/>
                  <a:pt x="834" y="7926"/>
                  <a:pt x="842" y="7926"/>
                </a:cubicBezTo>
                <a:cubicBezTo>
                  <a:pt x="857" y="7926"/>
                  <a:pt x="868" y="7923"/>
                  <a:pt x="874" y="7918"/>
                </a:cubicBezTo>
                <a:cubicBezTo>
                  <a:pt x="881" y="7924"/>
                  <a:pt x="884" y="7929"/>
                  <a:pt x="884" y="7934"/>
                </a:cubicBezTo>
                <a:cubicBezTo>
                  <a:pt x="878" y="7943"/>
                  <a:pt x="867" y="7950"/>
                  <a:pt x="852" y="7957"/>
                </a:cubicBezTo>
                <a:cubicBezTo>
                  <a:pt x="837" y="7963"/>
                  <a:pt x="822" y="7966"/>
                  <a:pt x="807" y="7966"/>
                </a:cubicBezTo>
                <a:cubicBezTo>
                  <a:pt x="788" y="7966"/>
                  <a:pt x="772" y="7961"/>
                  <a:pt x="760" y="7950"/>
                </a:cubicBezTo>
                <a:cubicBezTo>
                  <a:pt x="748" y="7940"/>
                  <a:pt x="742" y="7924"/>
                  <a:pt x="742" y="7900"/>
                </a:cubicBezTo>
                <a:cubicBezTo>
                  <a:pt x="742" y="7844"/>
                  <a:pt x="742" y="7791"/>
                  <a:pt x="744" y="7741"/>
                </a:cubicBezTo>
                <a:lnTo>
                  <a:pt x="707" y="7741"/>
                </a:lnTo>
                <a:cubicBezTo>
                  <a:pt x="705" y="7741"/>
                  <a:pt x="704" y="7740"/>
                  <a:pt x="704" y="7738"/>
                </a:cubicBezTo>
                <a:lnTo>
                  <a:pt x="704" y="7721"/>
                </a:lnTo>
                <a:cubicBezTo>
                  <a:pt x="711" y="7716"/>
                  <a:pt x="718" y="7713"/>
                  <a:pt x="728" y="7713"/>
                </a:cubicBezTo>
                <a:moveTo>
                  <a:pt x="1065" y="7933"/>
                </a:moveTo>
                <a:lnTo>
                  <a:pt x="1061" y="7933"/>
                </a:lnTo>
                <a:cubicBezTo>
                  <a:pt x="1051" y="7941"/>
                  <a:pt x="1039" y="7949"/>
                  <a:pt x="1025" y="7956"/>
                </a:cubicBezTo>
                <a:cubicBezTo>
                  <a:pt x="1011" y="7962"/>
                  <a:pt x="1000" y="7966"/>
                  <a:pt x="992" y="7966"/>
                </a:cubicBezTo>
                <a:cubicBezTo>
                  <a:pt x="945" y="7966"/>
                  <a:pt x="921" y="7946"/>
                  <a:pt x="921" y="7906"/>
                </a:cubicBezTo>
                <a:cubicBezTo>
                  <a:pt x="921" y="7885"/>
                  <a:pt x="929" y="7870"/>
                  <a:pt x="945" y="7859"/>
                </a:cubicBezTo>
                <a:cubicBezTo>
                  <a:pt x="962" y="7848"/>
                  <a:pt x="988" y="7837"/>
                  <a:pt x="1024" y="7826"/>
                </a:cubicBezTo>
                <a:lnTo>
                  <a:pt x="1061" y="7814"/>
                </a:lnTo>
                <a:cubicBezTo>
                  <a:pt x="1061" y="7781"/>
                  <a:pt x="1058" y="7759"/>
                  <a:pt x="1050" y="7748"/>
                </a:cubicBezTo>
                <a:cubicBezTo>
                  <a:pt x="1043" y="7737"/>
                  <a:pt x="1032" y="7731"/>
                  <a:pt x="1018" y="7731"/>
                </a:cubicBezTo>
                <a:cubicBezTo>
                  <a:pt x="1003" y="7731"/>
                  <a:pt x="995" y="7735"/>
                  <a:pt x="994" y="7744"/>
                </a:cubicBezTo>
                <a:cubicBezTo>
                  <a:pt x="993" y="7746"/>
                  <a:pt x="993" y="7749"/>
                  <a:pt x="993" y="7751"/>
                </a:cubicBezTo>
                <a:cubicBezTo>
                  <a:pt x="993" y="7754"/>
                  <a:pt x="994" y="7756"/>
                  <a:pt x="995" y="7758"/>
                </a:cubicBezTo>
                <a:cubicBezTo>
                  <a:pt x="995" y="7760"/>
                  <a:pt x="995" y="7763"/>
                  <a:pt x="995" y="7765"/>
                </a:cubicBezTo>
                <a:cubicBezTo>
                  <a:pt x="996" y="7767"/>
                  <a:pt x="996" y="7769"/>
                  <a:pt x="996" y="7771"/>
                </a:cubicBezTo>
                <a:cubicBezTo>
                  <a:pt x="996" y="7778"/>
                  <a:pt x="992" y="7784"/>
                  <a:pt x="985" y="7790"/>
                </a:cubicBezTo>
                <a:cubicBezTo>
                  <a:pt x="979" y="7795"/>
                  <a:pt x="970" y="7797"/>
                  <a:pt x="961" y="7797"/>
                </a:cubicBezTo>
                <a:cubicBezTo>
                  <a:pt x="950" y="7797"/>
                  <a:pt x="942" y="7795"/>
                  <a:pt x="938" y="7790"/>
                </a:cubicBezTo>
                <a:cubicBezTo>
                  <a:pt x="933" y="7785"/>
                  <a:pt x="931" y="7777"/>
                  <a:pt x="931" y="7768"/>
                </a:cubicBezTo>
                <a:cubicBezTo>
                  <a:pt x="931" y="7757"/>
                  <a:pt x="937" y="7746"/>
                  <a:pt x="949" y="7737"/>
                </a:cubicBezTo>
                <a:cubicBezTo>
                  <a:pt x="961" y="7727"/>
                  <a:pt x="975" y="7720"/>
                  <a:pt x="991" y="7715"/>
                </a:cubicBezTo>
                <a:cubicBezTo>
                  <a:pt x="1007" y="7710"/>
                  <a:pt x="1022" y="7707"/>
                  <a:pt x="1037" y="7707"/>
                </a:cubicBezTo>
                <a:cubicBezTo>
                  <a:pt x="1102" y="7707"/>
                  <a:pt x="1135" y="7740"/>
                  <a:pt x="1135" y="7806"/>
                </a:cubicBezTo>
                <a:lnTo>
                  <a:pt x="1134" y="7888"/>
                </a:lnTo>
                <a:cubicBezTo>
                  <a:pt x="1134" y="7903"/>
                  <a:pt x="1135" y="7913"/>
                  <a:pt x="1137" y="7918"/>
                </a:cubicBezTo>
                <a:cubicBezTo>
                  <a:pt x="1139" y="7923"/>
                  <a:pt x="1143" y="7926"/>
                  <a:pt x="1149" y="7926"/>
                </a:cubicBezTo>
                <a:cubicBezTo>
                  <a:pt x="1158" y="7926"/>
                  <a:pt x="1166" y="7923"/>
                  <a:pt x="1173" y="7918"/>
                </a:cubicBezTo>
                <a:cubicBezTo>
                  <a:pt x="1180" y="7924"/>
                  <a:pt x="1184" y="7929"/>
                  <a:pt x="1184" y="7934"/>
                </a:cubicBezTo>
                <a:cubicBezTo>
                  <a:pt x="1161" y="7956"/>
                  <a:pt x="1136" y="7966"/>
                  <a:pt x="1109" y="7966"/>
                </a:cubicBezTo>
                <a:cubicBezTo>
                  <a:pt x="1083" y="7966"/>
                  <a:pt x="1068" y="7955"/>
                  <a:pt x="1065" y="7933"/>
                </a:cubicBezTo>
                <a:moveTo>
                  <a:pt x="1061" y="7836"/>
                </a:moveTo>
                <a:lnTo>
                  <a:pt x="1031" y="7846"/>
                </a:lnTo>
                <a:cubicBezTo>
                  <a:pt x="1022" y="7849"/>
                  <a:pt x="1015" y="7853"/>
                  <a:pt x="1008" y="7857"/>
                </a:cubicBezTo>
                <a:cubicBezTo>
                  <a:pt x="1002" y="7860"/>
                  <a:pt x="998" y="7865"/>
                  <a:pt x="995" y="7870"/>
                </a:cubicBezTo>
                <a:cubicBezTo>
                  <a:pt x="993" y="7874"/>
                  <a:pt x="992" y="7879"/>
                  <a:pt x="991" y="7883"/>
                </a:cubicBezTo>
                <a:cubicBezTo>
                  <a:pt x="990" y="7886"/>
                  <a:pt x="990" y="7891"/>
                  <a:pt x="990" y="7897"/>
                </a:cubicBezTo>
                <a:cubicBezTo>
                  <a:pt x="990" y="7908"/>
                  <a:pt x="992" y="7916"/>
                  <a:pt x="998" y="7923"/>
                </a:cubicBezTo>
                <a:cubicBezTo>
                  <a:pt x="1003" y="7929"/>
                  <a:pt x="1011" y="7932"/>
                  <a:pt x="1023" y="7932"/>
                </a:cubicBezTo>
                <a:cubicBezTo>
                  <a:pt x="1032" y="7932"/>
                  <a:pt x="1045" y="7925"/>
                  <a:pt x="1061" y="7911"/>
                </a:cubicBezTo>
                <a:lnTo>
                  <a:pt x="1061" y="7836"/>
                </a:lnTo>
                <a:moveTo>
                  <a:pt x="1315" y="7890"/>
                </a:moveTo>
                <a:cubicBezTo>
                  <a:pt x="1315" y="7913"/>
                  <a:pt x="1316" y="7927"/>
                  <a:pt x="1320" y="7933"/>
                </a:cubicBezTo>
                <a:cubicBezTo>
                  <a:pt x="1323" y="7938"/>
                  <a:pt x="1332" y="7941"/>
                  <a:pt x="1345" y="7942"/>
                </a:cubicBezTo>
                <a:cubicBezTo>
                  <a:pt x="1346" y="7944"/>
                  <a:pt x="1346" y="7947"/>
                  <a:pt x="1346" y="7952"/>
                </a:cubicBezTo>
                <a:cubicBezTo>
                  <a:pt x="1347" y="7957"/>
                  <a:pt x="1346" y="7960"/>
                  <a:pt x="1345" y="7961"/>
                </a:cubicBezTo>
                <a:cubicBezTo>
                  <a:pt x="1312" y="7961"/>
                  <a:pt x="1289" y="7960"/>
                  <a:pt x="1278" y="7960"/>
                </a:cubicBezTo>
                <a:cubicBezTo>
                  <a:pt x="1258" y="7960"/>
                  <a:pt x="1232" y="7961"/>
                  <a:pt x="1199" y="7961"/>
                </a:cubicBezTo>
                <a:cubicBezTo>
                  <a:pt x="1198" y="7960"/>
                  <a:pt x="1197" y="7957"/>
                  <a:pt x="1197" y="7952"/>
                </a:cubicBezTo>
                <a:cubicBezTo>
                  <a:pt x="1197" y="7947"/>
                  <a:pt x="1198" y="7944"/>
                  <a:pt x="1199" y="7942"/>
                </a:cubicBezTo>
                <a:cubicBezTo>
                  <a:pt x="1218" y="7940"/>
                  <a:pt x="1229" y="7937"/>
                  <a:pt x="1234" y="7933"/>
                </a:cubicBezTo>
                <a:cubicBezTo>
                  <a:pt x="1239" y="7928"/>
                  <a:pt x="1241" y="7914"/>
                  <a:pt x="1241" y="7890"/>
                </a:cubicBezTo>
                <a:lnTo>
                  <a:pt x="1241" y="7784"/>
                </a:lnTo>
                <a:cubicBezTo>
                  <a:pt x="1241" y="7769"/>
                  <a:pt x="1239" y="7758"/>
                  <a:pt x="1234" y="7754"/>
                </a:cubicBezTo>
                <a:cubicBezTo>
                  <a:pt x="1230" y="7749"/>
                  <a:pt x="1220" y="7746"/>
                  <a:pt x="1204" y="7744"/>
                </a:cubicBezTo>
                <a:cubicBezTo>
                  <a:pt x="1201" y="7737"/>
                  <a:pt x="1201" y="7731"/>
                  <a:pt x="1202" y="7726"/>
                </a:cubicBezTo>
                <a:cubicBezTo>
                  <a:pt x="1235" y="7722"/>
                  <a:pt x="1266" y="7716"/>
                  <a:pt x="1297" y="7707"/>
                </a:cubicBezTo>
                <a:cubicBezTo>
                  <a:pt x="1305" y="7707"/>
                  <a:pt x="1309" y="7710"/>
                  <a:pt x="1310" y="7717"/>
                </a:cubicBezTo>
                <a:cubicBezTo>
                  <a:pt x="1312" y="7728"/>
                  <a:pt x="1313" y="7740"/>
                  <a:pt x="1314" y="7754"/>
                </a:cubicBezTo>
                <a:cubicBezTo>
                  <a:pt x="1359" y="7722"/>
                  <a:pt x="1391" y="7707"/>
                  <a:pt x="1409" y="7707"/>
                </a:cubicBezTo>
                <a:cubicBezTo>
                  <a:pt x="1459" y="7707"/>
                  <a:pt x="1485" y="7738"/>
                  <a:pt x="1485" y="7798"/>
                </a:cubicBezTo>
                <a:lnTo>
                  <a:pt x="1485" y="7887"/>
                </a:lnTo>
                <a:cubicBezTo>
                  <a:pt x="1485" y="7910"/>
                  <a:pt x="1487" y="7925"/>
                  <a:pt x="1493" y="7932"/>
                </a:cubicBezTo>
                <a:cubicBezTo>
                  <a:pt x="1499" y="7938"/>
                  <a:pt x="1510" y="7942"/>
                  <a:pt x="1528" y="7942"/>
                </a:cubicBezTo>
                <a:cubicBezTo>
                  <a:pt x="1530" y="7944"/>
                  <a:pt x="1532" y="7947"/>
                  <a:pt x="1532" y="7952"/>
                </a:cubicBezTo>
                <a:cubicBezTo>
                  <a:pt x="1532" y="7957"/>
                  <a:pt x="1530" y="7960"/>
                  <a:pt x="1528" y="7961"/>
                </a:cubicBezTo>
                <a:cubicBezTo>
                  <a:pt x="1496" y="7961"/>
                  <a:pt x="1469" y="7960"/>
                  <a:pt x="1448" y="7960"/>
                </a:cubicBezTo>
                <a:cubicBezTo>
                  <a:pt x="1433" y="7960"/>
                  <a:pt x="1410" y="7961"/>
                  <a:pt x="1378" y="7961"/>
                </a:cubicBezTo>
                <a:cubicBezTo>
                  <a:pt x="1376" y="7960"/>
                  <a:pt x="1375" y="7957"/>
                  <a:pt x="1375" y="7952"/>
                </a:cubicBezTo>
                <a:cubicBezTo>
                  <a:pt x="1375" y="7947"/>
                  <a:pt x="1376" y="7944"/>
                  <a:pt x="1378" y="7942"/>
                </a:cubicBezTo>
                <a:cubicBezTo>
                  <a:pt x="1390" y="7942"/>
                  <a:pt x="1399" y="7938"/>
                  <a:pt x="1404" y="7931"/>
                </a:cubicBezTo>
                <a:cubicBezTo>
                  <a:pt x="1408" y="7925"/>
                  <a:pt x="1411" y="7910"/>
                  <a:pt x="1411" y="7887"/>
                </a:cubicBezTo>
                <a:lnTo>
                  <a:pt x="1411" y="7792"/>
                </a:lnTo>
                <a:cubicBezTo>
                  <a:pt x="1411" y="7763"/>
                  <a:pt x="1397" y="7749"/>
                  <a:pt x="1371" y="7749"/>
                </a:cubicBezTo>
                <a:cubicBezTo>
                  <a:pt x="1359" y="7749"/>
                  <a:pt x="1341" y="7758"/>
                  <a:pt x="1315" y="7776"/>
                </a:cubicBezTo>
                <a:lnTo>
                  <a:pt x="1315" y="7890"/>
                </a:lnTo>
                <a:moveTo>
                  <a:pt x="1701" y="7796"/>
                </a:moveTo>
                <a:cubicBezTo>
                  <a:pt x="1701" y="7751"/>
                  <a:pt x="1688" y="7729"/>
                  <a:pt x="1663" y="7729"/>
                </a:cubicBezTo>
                <a:cubicBezTo>
                  <a:pt x="1651" y="7729"/>
                  <a:pt x="1643" y="7733"/>
                  <a:pt x="1638" y="7742"/>
                </a:cubicBezTo>
                <a:cubicBezTo>
                  <a:pt x="1633" y="7751"/>
                  <a:pt x="1630" y="7766"/>
                  <a:pt x="1630" y="7787"/>
                </a:cubicBezTo>
                <a:cubicBezTo>
                  <a:pt x="1630" y="7834"/>
                  <a:pt x="1644" y="7857"/>
                  <a:pt x="1670" y="7857"/>
                </a:cubicBezTo>
                <a:cubicBezTo>
                  <a:pt x="1680" y="7857"/>
                  <a:pt x="1687" y="7853"/>
                  <a:pt x="1693" y="7845"/>
                </a:cubicBezTo>
                <a:cubicBezTo>
                  <a:pt x="1698" y="7837"/>
                  <a:pt x="1701" y="7820"/>
                  <a:pt x="1701" y="7796"/>
                </a:cubicBezTo>
                <a:moveTo>
                  <a:pt x="1636" y="7974"/>
                </a:moveTo>
                <a:cubicBezTo>
                  <a:pt x="1624" y="7974"/>
                  <a:pt x="1616" y="7973"/>
                  <a:pt x="1610" y="7971"/>
                </a:cubicBezTo>
                <a:cubicBezTo>
                  <a:pt x="1606" y="7979"/>
                  <a:pt x="1604" y="7993"/>
                  <a:pt x="1604" y="8015"/>
                </a:cubicBezTo>
                <a:cubicBezTo>
                  <a:pt x="1604" y="8030"/>
                  <a:pt x="1610" y="8044"/>
                  <a:pt x="1622" y="8055"/>
                </a:cubicBezTo>
                <a:cubicBezTo>
                  <a:pt x="1634" y="8066"/>
                  <a:pt x="1649" y="8072"/>
                  <a:pt x="1667" y="8072"/>
                </a:cubicBezTo>
                <a:cubicBezTo>
                  <a:pt x="1681" y="8072"/>
                  <a:pt x="1695" y="8071"/>
                  <a:pt x="1706" y="8070"/>
                </a:cubicBezTo>
                <a:cubicBezTo>
                  <a:pt x="1718" y="8068"/>
                  <a:pt x="1728" y="8065"/>
                  <a:pt x="1736" y="8061"/>
                </a:cubicBezTo>
                <a:cubicBezTo>
                  <a:pt x="1745" y="8056"/>
                  <a:pt x="1752" y="8048"/>
                  <a:pt x="1756" y="8038"/>
                </a:cubicBezTo>
                <a:cubicBezTo>
                  <a:pt x="1761" y="8028"/>
                  <a:pt x="1764" y="8018"/>
                  <a:pt x="1764" y="8007"/>
                </a:cubicBezTo>
                <a:cubicBezTo>
                  <a:pt x="1764" y="7985"/>
                  <a:pt x="1721" y="7974"/>
                  <a:pt x="1636" y="7974"/>
                </a:cubicBezTo>
                <a:moveTo>
                  <a:pt x="1802" y="7736"/>
                </a:moveTo>
                <a:cubicBezTo>
                  <a:pt x="1796" y="7736"/>
                  <a:pt x="1790" y="7734"/>
                  <a:pt x="1785" y="7730"/>
                </a:cubicBezTo>
                <a:cubicBezTo>
                  <a:pt x="1780" y="7725"/>
                  <a:pt x="1777" y="7720"/>
                  <a:pt x="1776" y="7716"/>
                </a:cubicBezTo>
                <a:cubicBezTo>
                  <a:pt x="1773" y="7711"/>
                  <a:pt x="1769" y="7709"/>
                  <a:pt x="1764" y="7710"/>
                </a:cubicBezTo>
                <a:cubicBezTo>
                  <a:pt x="1761" y="7710"/>
                  <a:pt x="1757" y="7712"/>
                  <a:pt x="1750" y="7716"/>
                </a:cubicBezTo>
                <a:cubicBezTo>
                  <a:pt x="1742" y="7720"/>
                  <a:pt x="1738" y="7723"/>
                  <a:pt x="1736" y="7725"/>
                </a:cubicBezTo>
                <a:cubicBezTo>
                  <a:pt x="1759" y="7745"/>
                  <a:pt x="1771" y="7768"/>
                  <a:pt x="1771" y="7794"/>
                </a:cubicBezTo>
                <a:cubicBezTo>
                  <a:pt x="1771" y="7819"/>
                  <a:pt x="1761" y="7839"/>
                  <a:pt x="1743" y="7855"/>
                </a:cubicBezTo>
                <a:cubicBezTo>
                  <a:pt x="1724" y="7872"/>
                  <a:pt x="1699" y="7880"/>
                  <a:pt x="1667" y="7880"/>
                </a:cubicBezTo>
                <a:cubicBezTo>
                  <a:pt x="1648" y="7880"/>
                  <a:pt x="1634" y="7878"/>
                  <a:pt x="1626" y="7874"/>
                </a:cubicBezTo>
                <a:cubicBezTo>
                  <a:pt x="1625" y="7874"/>
                  <a:pt x="1624" y="7876"/>
                  <a:pt x="1622" y="7880"/>
                </a:cubicBezTo>
                <a:cubicBezTo>
                  <a:pt x="1620" y="7883"/>
                  <a:pt x="1619" y="7886"/>
                  <a:pt x="1618" y="7889"/>
                </a:cubicBezTo>
                <a:cubicBezTo>
                  <a:pt x="1617" y="7892"/>
                  <a:pt x="1617" y="7894"/>
                  <a:pt x="1617" y="7897"/>
                </a:cubicBezTo>
                <a:cubicBezTo>
                  <a:pt x="1617" y="7913"/>
                  <a:pt x="1626" y="7921"/>
                  <a:pt x="1643" y="7921"/>
                </a:cubicBezTo>
                <a:cubicBezTo>
                  <a:pt x="1671" y="7921"/>
                  <a:pt x="1701" y="7923"/>
                  <a:pt x="1732" y="7926"/>
                </a:cubicBezTo>
                <a:cubicBezTo>
                  <a:pt x="1763" y="7929"/>
                  <a:pt x="1783" y="7934"/>
                  <a:pt x="1793" y="7940"/>
                </a:cubicBezTo>
                <a:cubicBezTo>
                  <a:pt x="1812" y="7953"/>
                  <a:pt x="1822" y="7970"/>
                  <a:pt x="1822" y="7992"/>
                </a:cubicBezTo>
                <a:cubicBezTo>
                  <a:pt x="1822" y="8022"/>
                  <a:pt x="1804" y="8046"/>
                  <a:pt x="1768" y="8066"/>
                </a:cubicBezTo>
                <a:cubicBezTo>
                  <a:pt x="1733" y="8086"/>
                  <a:pt x="1694" y="8096"/>
                  <a:pt x="1652" y="8096"/>
                </a:cubicBezTo>
                <a:cubicBezTo>
                  <a:pt x="1611" y="8096"/>
                  <a:pt x="1582" y="8090"/>
                  <a:pt x="1564" y="8077"/>
                </a:cubicBezTo>
                <a:cubicBezTo>
                  <a:pt x="1549" y="8067"/>
                  <a:pt x="1542" y="8048"/>
                  <a:pt x="1542" y="8021"/>
                </a:cubicBezTo>
                <a:cubicBezTo>
                  <a:pt x="1542" y="8015"/>
                  <a:pt x="1547" y="8006"/>
                  <a:pt x="1558" y="7993"/>
                </a:cubicBezTo>
                <a:cubicBezTo>
                  <a:pt x="1569" y="7981"/>
                  <a:pt x="1580" y="7971"/>
                  <a:pt x="1592" y="7963"/>
                </a:cubicBezTo>
                <a:cubicBezTo>
                  <a:pt x="1581" y="7960"/>
                  <a:pt x="1573" y="7955"/>
                  <a:pt x="1568" y="7948"/>
                </a:cubicBezTo>
                <a:cubicBezTo>
                  <a:pt x="1563" y="7940"/>
                  <a:pt x="1561" y="7932"/>
                  <a:pt x="1561" y="7922"/>
                </a:cubicBezTo>
                <a:cubicBezTo>
                  <a:pt x="1561" y="7916"/>
                  <a:pt x="1566" y="7908"/>
                  <a:pt x="1576" y="7896"/>
                </a:cubicBezTo>
                <a:cubicBezTo>
                  <a:pt x="1585" y="7884"/>
                  <a:pt x="1595" y="7874"/>
                  <a:pt x="1606" y="7865"/>
                </a:cubicBezTo>
                <a:cubicBezTo>
                  <a:pt x="1592" y="7857"/>
                  <a:pt x="1582" y="7847"/>
                  <a:pt x="1573" y="7834"/>
                </a:cubicBezTo>
                <a:cubicBezTo>
                  <a:pt x="1566" y="7820"/>
                  <a:pt x="1562" y="7806"/>
                  <a:pt x="1562" y="7791"/>
                </a:cubicBezTo>
                <a:cubicBezTo>
                  <a:pt x="1562" y="7764"/>
                  <a:pt x="1575" y="7742"/>
                  <a:pt x="1600" y="7725"/>
                </a:cubicBezTo>
                <a:cubicBezTo>
                  <a:pt x="1619" y="7713"/>
                  <a:pt x="1642" y="7707"/>
                  <a:pt x="1668" y="7707"/>
                </a:cubicBezTo>
                <a:cubicBezTo>
                  <a:pt x="1691" y="7707"/>
                  <a:pt x="1707" y="7710"/>
                  <a:pt x="1716" y="7714"/>
                </a:cubicBezTo>
                <a:cubicBezTo>
                  <a:pt x="1725" y="7705"/>
                  <a:pt x="1737" y="7698"/>
                  <a:pt x="1752" y="7691"/>
                </a:cubicBezTo>
                <a:cubicBezTo>
                  <a:pt x="1766" y="7684"/>
                  <a:pt x="1779" y="7680"/>
                  <a:pt x="1791" y="7680"/>
                </a:cubicBezTo>
                <a:cubicBezTo>
                  <a:pt x="1801" y="7680"/>
                  <a:pt x="1809" y="7684"/>
                  <a:pt x="1816" y="7690"/>
                </a:cubicBezTo>
                <a:cubicBezTo>
                  <a:pt x="1824" y="7695"/>
                  <a:pt x="1827" y="7701"/>
                  <a:pt x="1827" y="7707"/>
                </a:cubicBezTo>
                <a:cubicBezTo>
                  <a:pt x="1827" y="7726"/>
                  <a:pt x="1819" y="7736"/>
                  <a:pt x="1802" y="7736"/>
                </a:cubicBezTo>
                <a:moveTo>
                  <a:pt x="1890" y="7638"/>
                </a:moveTo>
                <a:cubicBezTo>
                  <a:pt x="1890" y="7619"/>
                  <a:pt x="1888" y="7608"/>
                  <a:pt x="1884" y="7604"/>
                </a:cubicBezTo>
                <a:cubicBezTo>
                  <a:pt x="1880" y="7600"/>
                  <a:pt x="1869" y="7597"/>
                  <a:pt x="1851" y="7595"/>
                </a:cubicBezTo>
                <a:cubicBezTo>
                  <a:pt x="1848" y="7590"/>
                  <a:pt x="1848" y="7584"/>
                  <a:pt x="1849" y="7577"/>
                </a:cubicBezTo>
                <a:cubicBezTo>
                  <a:pt x="1896" y="7575"/>
                  <a:pt x="1932" y="7570"/>
                  <a:pt x="1957" y="7562"/>
                </a:cubicBezTo>
                <a:cubicBezTo>
                  <a:pt x="1963" y="7562"/>
                  <a:pt x="1966" y="7565"/>
                  <a:pt x="1966" y="7570"/>
                </a:cubicBezTo>
                <a:cubicBezTo>
                  <a:pt x="1965" y="7584"/>
                  <a:pt x="1964" y="7603"/>
                  <a:pt x="1964" y="7627"/>
                </a:cubicBezTo>
                <a:lnTo>
                  <a:pt x="1964" y="7888"/>
                </a:lnTo>
                <a:cubicBezTo>
                  <a:pt x="1964" y="7911"/>
                  <a:pt x="1967" y="7925"/>
                  <a:pt x="1972" y="7932"/>
                </a:cubicBezTo>
                <a:cubicBezTo>
                  <a:pt x="1978" y="7938"/>
                  <a:pt x="1990" y="7942"/>
                  <a:pt x="2008" y="7942"/>
                </a:cubicBezTo>
                <a:cubicBezTo>
                  <a:pt x="2010" y="7944"/>
                  <a:pt x="2011" y="7947"/>
                  <a:pt x="2011" y="7952"/>
                </a:cubicBezTo>
                <a:cubicBezTo>
                  <a:pt x="2011" y="7957"/>
                  <a:pt x="2010" y="7960"/>
                  <a:pt x="2008" y="7961"/>
                </a:cubicBezTo>
                <a:cubicBezTo>
                  <a:pt x="1975" y="7961"/>
                  <a:pt x="1948" y="7960"/>
                  <a:pt x="1927" y="7960"/>
                </a:cubicBezTo>
                <a:cubicBezTo>
                  <a:pt x="1905" y="7960"/>
                  <a:pt x="1878" y="7961"/>
                  <a:pt x="1846" y="7961"/>
                </a:cubicBezTo>
                <a:cubicBezTo>
                  <a:pt x="1844" y="7960"/>
                  <a:pt x="1843" y="7957"/>
                  <a:pt x="1843" y="7952"/>
                </a:cubicBezTo>
                <a:cubicBezTo>
                  <a:pt x="1843" y="7947"/>
                  <a:pt x="1844" y="7944"/>
                  <a:pt x="1846" y="7942"/>
                </a:cubicBezTo>
                <a:cubicBezTo>
                  <a:pt x="1865" y="7942"/>
                  <a:pt x="1876" y="7938"/>
                  <a:pt x="1881" y="7932"/>
                </a:cubicBezTo>
                <a:cubicBezTo>
                  <a:pt x="1887" y="7925"/>
                  <a:pt x="1890" y="7911"/>
                  <a:pt x="1890" y="7888"/>
                </a:cubicBezTo>
                <a:lnTo>
                  <a:pt x="1890" y="7638"/>
                </a:lnTo>
                <a:moveTo>
                  <a:pt x="2117" y="7804"/>
                </a:moveTo>
                <a:lnTo>
                  <a:pt x="2194" y="7804"/>
                </a:lnTo>
                <a:cubicBezTo>
                  <a:pt x="2195" y="7803"/>
                  <a:pt x="2195" y="7799"/>
                  <a:pt x="2195" y="7791"/>
                </a:cubicBezTo>
                <a:cubicBezTo>
                  <a:pt x="2195" y="7771"/>
                  <a:pt x="2191" y="7756"/>
                  <a:pt x="2183" y="7746"/>
                </a:cubicBezTo>
                <a:cubicBezTo>
                  <a:pt x="2176" y="7736"/>
                  <a:pt x="2168" y="7731"/>
                  <a:pt x="2159" y="7731"/>
                </a:cubicBezTo>
                <a:cubicBezTo>
                  <a:pt x="2154" y="7731"/>
                  <a:pt x="2149" y="7733"/>
                  <a:pt x="2143" y="7737"/>
                </a:cubicBezTo>
                <a:cubicBezTo>
                  <a:pt x="2137" y="7740"/>
                  <a:pt x="2132" y="7744"/>
                  <a:pt x="2127" y="7750"/>
                </a:cubicBezTo>
                <a:cubicBezTo>
                  <a:pt x="2121" y="7761"/>
                  <a:pt x="2117" y="7779"/>
                  <a:pt x="2117" y="7804"/>
                </a:cubicBezTo>
                <a:moveTo>
                  <a:pt x="2261" y="7887"/>
                </a:moveTo>
                <a:cubicBezTo>
                  <a:pt x="2267" y="7887"/>
                  <a:pt x="2270" y="7893"/>
                  <a:pt x="2270" y="7904"/>
                </a:cubicBezTo>
                <a:cubicBezTo>
                  <a:pt x="2241" y="7945"/>
                  <a:pt x="2206" y="7966"/>
                  <a:pt x="2163" y="7966"/>
                </a:cubicBezTo>
                <a:cubicBezTo>
                  <a:pt x="2126" y="7966"/>
                  <a:pt x="2097" y="7956"/>
                  <a:pt x="2076" y="7937"/>
                </a:cubicBezTo>
                <a:cubicBezTo>
                  <a:pt x="2052" y="7915"/>
                  <a:pt x="2040" y="7885"/>
                  <a:pt x="2040" y="7847"/>
                </a:cubicBezTo>
                <a:cubicBezTo>
                  <a:pt x="2040" y="7806"/>
                  <a:pt x="2052" y="7772"/>
                  <a:pt x="2078" y="7747"/>
                </a:cubicBezTo>
                <a:cubicBezTo>
                  <a:pt x="2104" y="7720"/>
                  <a:pt x="2133" y="7707"/>
                  <a:pt x="2165" y="7707"/>
                </a:cubicBezTo>
                <a:cubicBezTo>
                  <a:pt x="2185" y="7707"/>
                  <a:pt x="2202" y="7710"/>
                  <a:pt x="2216" y="7716"/>
                </a:cubicBezTo>
                <a:cubicBezTo>
                  <a:pt x="2230" y="7722"/>
                  <a:pt x="2241" y="7730"/>
                  <a:pt x="2247" y="7740"/>
                </a:cubicBezTo>
                <a:cubicBezTo>
                  <a:pt x="2254" y="7751"/>
                  <a:pt x="2260" y="7762"/>
                  <a:pt x="2263" y="7773"/>
                </a:cubicBezTo>
                <a:cubicBezTo>
                  <a:pt x="2266" y="7784"/>
                  <a:pt x="2267" y="7796"/>
                  <a:pt x="2267" y="7809"/>
                </a:cubicBezTo>
                <a:cubicBezTo>
                  <a:pt x="2267" y="7820"/>
                  <a:pt x="2262" y="7826"/>
                  <a:pt x="2251" y="7827"/>
                </a:cubicBezTo>
                <a:lnTo>
                  <a:pt x="2114" y="7827"/>
                </a:lnTo>
                <a:cubicBezTo>
                  <a:pt x="2114" y="7827"/>
                  <a:pt x="2114" y="7829"/>
                  <a:pt x="2113" y="7830"/>
                </a:cubicBezTo>
                <a:lnTo>
                  <a:pt x="2113" y="7835"/>
                </a:lnTo>
                <a:cubicBezTo>
                  <a:pt x="2113" y="7863"/>
                  <a:pt x="2120" y="7883"/>
                  <a:pt x="2132" y="7897"/>
                </a:cubicBezTo>
                <a:cubicBezTo>
                  <a:pt x="2145" y="7910"/>
                  <a:pt x="2162" y="7917"/>
                  <a:pt x="2185" y="7917"/>
                </a:cubicBezTo>
                <a:cubicBezTo>
                  <a:pt x="2216" y="7917"/>
                  <a:pt x="2242" y="7907"/>
                  <a:pt x="2261" y="7887"/>
                </a:cubicBezTo>
                <a:moveTo>
                  <a:pt x="2424" y="7890"/>
                </a:moveTo>
                <a:cubicBezTo>
                  <a:pt x="2424" y="7913"/>
                  <a:pt x="2426" y="7927"/>
                  <a:pt x="2430" y="7933"/>
                </a:cubicBezTo>
                <a:cubicBezTo>
                  <a:pt x="2433" y="7938"/>
                  <a:pt x="2441" y="7941"/>
                  <a:pt x="2454" y="7942"/>
                </a:cubicBezTo>
                <a:cubicBezTo>
                  <a:pt x="2455" y="7944"/>
                  <a:pt x="2456" y="7947"/>
                  <a:pt x="2456" y="7952"/>
                </a:cubicBezTo>
                <a:cubicBezTo>
                  <a:pt x="2456" y="7957"/>
                  <a:pt x="2456" y="7960"/>
                  <a:pt x="2454" y="7961"/>
                </a:cubicBezTo>
                <a:cubicBezTo>
                  <a:pt x="2421" y="7961"/>
                  <a:pt x="2399" y="7960"/>
                  <a:pt x="2387" y="7960"/>
                </a:cubicBezTo>
                <a:cubicBezTo>
                  <a:pt x="2367" y="7960"/>
                  <a:pt x="2341" y="7961"/>
                  <a:pt x="2309" y="7961"/>
                </a:cubicBezTo>
                <a:cubicBezTo>
                  <a:pt x="2307" y="7960"/>
                  <a:pt x="2307" y="7957"/>
                  <a:pt x="2307" y="7952"/>
                </a:cubicBezTo>
                <a:cubicBezTo>
                  <a:pt x="2307" y="7947"/>
                  <a:pt x="2307" y="7944"/>
                  <a:pt x="2309" y="7942"/>
                </a:cubicBezTo>
                <a:cubicBezTo>
                  <a:pt x="2327" y="7940"/>
                  <a:pt x="2339" y="7937"/>
                  <a:pt x="2343" y="7933"/>
                </a:cubicBezTo>
                <a:cubicBezTo>
                  <a:pt x="2348" y="7928"/>
                  <a:pt x="2350" y="7914"/>
                  <a:pt x="2350" y="7890"/>
                </a:cubicBezTo>
                <a:lnTo>
                  <a:pt x="2350" y="7784"/>
                </a:lnTo>
                <a:cubicBezTo>
                  <a:pt x="2350" y="7769"/>
                  <a:pt x="2348" y="7758"/>
                  <a:pt x="2343" y="7754"/>
                </a:cubicBezTo>
                <a:cubicBezTo>
                  <a:pt x="2339" y="7749"/>
                  <a:pt x="2329" y="7746"/>
                  <a:pt x="2313" y="7744"/>
                </a:cubicBezTo>
                <a:cubicBezTo>
                  <a:pt x="2311" y="7737"/>
                  <a:pt x="2310" y="7731"/>
                  <a:pt x="2312" y="7726"/>
                </a:cubicBezTo>
                <a:cubicBezTo>
                  <a:pt x="2344" y="7722"/>
                  <a:pt x="2376" y="7716"/>
                  <a:pt x="2406" y="7707"/>
                </a:cubicBezTo>
                <a:cubicBezTo>
                  <a:pt x="2415" y="7707"/>
                  <a:pt x="2419" y="7710"/>
                  <a:pt x="2420" y="7717"/>
                </a:cubicBezTo>
                <a:cubicBezTo>
                  <a:pt x="2421" y="7725"/>
                  <a:pt x="2422" y="7735"/>
                  <a:pt x="2423" y="7747"/>
                </a:cubicBezTo>
                <a:cubicBezTo>
                  <a:pt x="2443" y="7735"/>
                  <a:pt x="2461" y="7726"/>
                  <a:pt x="2478" y="7719"/>
                </a:cubicBezTo>
                <a:cubicBezTo>
                  <a:pt x="2495" y="7711"/>
                  <a:pt x="2508" y="7707"/>
                  <a:pt x="2517" y="7707"/>
                </a:cubicBezTo>
                <a:cubicBezTo>
                  <a:pt x="2522" y="7707"/>
                  <a:pt x="2526" y="7708"/>
                  <a:pt x="2530" y="7708"/>
                </a:cubicBezTo>
                <a:cubicBezTo>
                  <a:pt x="2535" y="7709"/>
                  <a:pt x="2539" y="7710"/>
                  <a:pt x="2543" y="7711"/>
                </a:cubicBezTo>
                <a:cubicBezTo>
                  <a:pt x="2547" y="7712"/>
                  <a:pt x="2551" y="7714"/>
                  <a:pt x="2554" y="7716"/>
                </a:cubicBezTo>
                <a:cubicBezTo>
                  <a:pt x="2558" y="7717"/>
                  <a:pt x="2561" y="7720"/>
                  <a:pt x="2563" y="7722"/>
                </a:cubicBezTo>
                <a:cubicBezTo>
                  <a:pt x="2566" y="7724"/>
                  <a:pt x="2569" y="7727"/>
                  <a:pt x="2571" y="7730"/>
                </a:cubicBezTo>
                <a:cubicBezTo>
                  <a:pt x="2574" y="7732"/>
                  <a:pt x="2576" y="7735"/>
                  <a:pt x="2577" y="7738"/>
                </a:cubicBezTo>
                <a:cubicBezTo>
                  <a:pt x="2579" y="7741"/>
                  <a:pt x="2581" y="7745"/>
                  <a:pt x="2583" y="7748"/>
                </a:cubicBezTo>
                <a:cubicBezTo>
                  <a:pt x="2601" y="7737"/>
                  <a:pt x="2621" y="7728"/>
                  <a:pt x="2640" y="7720"/>
                </a:cubicBezTo>
                <a:cubicBezTo>
                  <a:pt x="2660" y="7712"/>
                  <a:pt x="2675" y="7707"/>
                  <a:pt x="2685" y="7707"/>
                </a:cubicBezTo>
                <a:cubicBezTo>
                  <a:pt x="2709" y="7707"/>
                  <a:pt x="2727" y="7715"/>
                  <a:pt x="2739" y="7730"/>
                </a:cubicBezTo>
                <a:cubicBezTo>
                  <a:pt x="2750" y="7744"/>
                  <a:pt x="2756" y="7767"/>
                  <a:pt x="2756" y="7798"/>
                </a:cubicBezTo>
                <a:lnTo>
                  <a:pt x="2756" y="7887"/>
                </a:lnTo>
                <a:cubicBezTo>
                  <a:pt x="2756" y="7910"/>
                  <a:pt x="2759" y="7925"/>
                  <a:pt x="2764" y="7932"/>
                </a:cubicBezTo>
                <a:cubicBezTo>
                  <a:pt x="2770" y="7938"/>
                  <a:pt x="2782" y="7942"/>
                  <a:pt x="2800" y="7942"/>
                </a:cubicBezTo>
                <a:cubicBezTo>
                  <a:pt x="2802" y="7944"/>
                  <a:pt x="2803" y="7947"/>
                  <a:pt x="2803" y="7952"/>
                </a:cubicBezTo>
                <a:cubicBezTo>
                  <a:pt x="2803" y="7957"/>
                  <a:pt x="2802" y="7960"/>
                  <a:pt x="2800" y="7961"/>
                </a:cubicBezTo>
                <a:cubicBezTo>
                  <a:pt x="2768" y="7961"/>
                  <a:pt x="2741" y="7960"/>
                  <a:pt x="2719" y="7960"/>
                </a:cubicBezTo>
                <a:cubicBezTo>
                  <a:pt x="2705" y="7960"/>
                  <a:pt x="2682" y="7961"/>
                  <a:pt x="2649" y="7961"/>
                </a:cubicBezTo>
                <a:cubicBezTo>
                  <a:pt x="2648" y="7960"/>
                  <a:pt x="2647" y="7957"/>
                  <a:pt x="2647" y="7952"/>
                </a:cubicBezTo>
                <a:cubicBezTo>
                  <a:pt x="2647" y="7947"/>
                  <a:pt x="2648" y="7944"/>
                  <a:pt x="2649" y="7942"/>
                </a:cubicBezTo>
                <a:cubicBezTo>
                  <a:pt x="2662" y="7942"/>
                  <a:pt x="2671" y="7938"/>
                  <a:pt x="2676" y="7931"/>
                </a:cubicBezTo>
                <a:cubicBezTo>
                  <a:pt x="2680" y="7925"/>
                  <a:pt x="2683" y="7910"/>
                  <a:pt x="2683" y="7887"/>
                </a:cubicBezTo>
                <a:lnTo>
                  <a:pt x="2683" y="7792"/>
                </a:lnTo>
                <a:cubicBezTo>
                  <a:pt x="2683" y="7763"/>
                  <a:pt x="2669" y="7749"/>
                  <a:pt x="2643" y="7749"/>
                </a:cubicBezTo>
                <a:cubicBezTo>
                  <a:pt x="2641" y="7749"/>
                  <a:pt x="2637" y="7750"/>
                  <a:pt x="2633" y="7750"/>
                </a:cubicBezTo>
                <a:cubicBezTo>
                  <a:pt x="2630" y="7752"/>
                  <a:pt x="2625" y="7753"/>
                  <a:pt x="2620" y="7754"/>
                </a:cubicBezTo>
                <a:cubicBezTo>
                  <a:pt x="2616" y="7755"/>
                  <a:pt x="2610" y="7757"/>
                  <a:pt x="2604" y="7760"/>
                </a:cubicBezTo>
                <a:cubicBezTo>
                  <a:pt x="2598" y="7762"/>
                  <a:pt x="2593" y="7764"/>
                  <a:pt x="2589" y="7767"/>
                </a:cubicBezTo>
                <a:cubicBezTo>
                  <a:pt x="2589" y="7770"/>
                  <a:pt x="2590" y="7774"/>
                  <a:pt x="2590" y="7780"/>
                </a:cubicBezTo>
                <a:cubicBezTo>
                  <a:pt x="2590" y="7785"/>
                  <a:pt x="2590" y="7792"/>
                  <a:pt x="2590" y="7798"/>
                </a:cubicBezTo>
                <a:lnTo>
                  <a:pt x="2590" y="7887"/>
                </a:lnTo>
                <a:cubicBezTo>
                  <a:pt x="2590" y="7910"/>
                  <a:pt x="2593" y="7925"/>
                  <a:pt x="2597" y="7931"/>
                </a:cubicBezTo>
                <a:cubicBezTo>
                  <a:pt x="2602" y="7938"/>
                  <a:pt x="2610" y="7942"/>
                  <a:pt x="2623" y="7942"/>
                </a:cubicBezTo>
                <a:cubicBezTo>
                  <a:pt x="2624" y="7944"/>
                  <a:pt x="2625" y="7947"/>
                  <a:pt x="2625" y="7952"/>
                </a:cubicBezTo>
                <a:cubicBezTo>
                  <a:pt x="2625" y="7957"/>
                  <a:pt x="2624" y="7960"/>
                  <a:pt x="2623" y="7961"/>
                </a:cubicBezTo>
                <a:cubicBezTo>
                  <a:pt x="2590" y="7961"/>
                  <a:pt x="2567" y="7960"/>
                  <a:pt x="2553" y="7960"/>
                </a:cubicBezTo>
                <a:cubicBezTo>
                  <a:pt x="2539" y="7960"/>
                  <a:pt x="2516" y="7961"/>
                  <a:pt x="2483" y="7961"/>
                </a:cubicBezTo>
                <a:cubicBezTo>
                  <a:pt x="2482" y="7960"/>
                  <a:pt x="2481" y="7957"/>
                  <a:pt x="2481" y="7952"/>
                </a:cubicBezTo>
                <a:cubicBezTo>
                  <a:pt x="2481" y="7947"/>
                  <a:pt x="2482" y="7944"/>
                  <a:pt x="2483" y="7942"/>
                </a:cubicBezTo>
                <a:cubicBezTo>
                  <a:pt x="2496" y="7942"/>
                  <a:pt x="2505" y="7938"/>
                  <a:pt x="2510" y="7931"/>
                </a:cubicBezTo>
                <a:cubicBezTo>
                  <a:pt x="2514" y="7925"/>
                  <a:pt x="2516" y="7910"/>
                  <a:pt x="2516" y="7887"/>
                </a:cubicBezTo>
                <a:lnTo>
                  <a:pt x="2516" y="7792"/>
                </a:lnTo>
                <a:cubicBezTo>
                  <a:pt x="2516" y="7763"/>
                  <a:pt x="2503" y="7749"/>
                  <a:pt x="2476" y="7749"/>
                </a:cubicBezTo>
                <a:cubicBezTo>
                  <a:pt x="2471" y="7749"/>
                  <a:pt x="2463" y="7751"/>
                  <a:pt x="2453" y="7754"/>
                </a:cubicBezTo>
                <a:cubicBezTo>
                  <a:pt x="2444" y="7757"/>
                  <a:pt x="2434" y="7762"/>
                  <a:pt x="2424" y="7769"/>
                </a:cubicBezTo>
                <a:lnTo>
                  <a:pt x="2424" y="7777"/>
                </a:lnTo>
                <a:lnTo>
                  <a:pt x="2424" y="7890"/>
                </a:lnTo>
                <a:moveTo>
                  <a:pt x="2909" y="7804"/>
                </a:moveTo>
                <a:lnTo>
                  <a:pt x="2986" y="7804"/>
                </a:lnTo>
                <a:cubicBezTo>
                  <a:pt x="2987" y="7803"/>
                  <a:pt x="2987" y="7799"/>
                  <a:pt x="2987" y="7791"/>
                </a:cubicBezTo>
                <a:cubicBezTo>
                  <a:pt x="2987" y="7771"/>
                  <a:pt x="2983" y="7756"/>
                  <a:pt x="2976" y="7746"/>
                </a:cubicBezTo>
                <a:cubicBezTo>
                  <a:pt x="2968" y="7736"/>
                  <a:pt x="2960" y="7731"/>
                  <a:pt x="2951" y="7731"/>
                </a:cubicBezTo>
                <a:cubicBezTo>
                  <a:pt x="2946" y="7731"/>
                  <a:pt x="2941" y="7733"/>
                  <a:pt x="2935" y="7737"/>
                </a:cubicBezTo>
                <a:cubicBezTo>
                  <a:pt x="2929" y="7740"/>
                  <a:pt x="2924" y="7744"/>
                  <a:pt x="2919" y="7750"/>
                </a:cubicBezTo>
                <a:cubicBezTo>
                  <a:pt x="2913" y="7761"/>
                  <a:pt x="2909" y="7779"/>
                  <a:pt x="2909" y="7804"/>
                </a:cubicBezTo>
                <a:moveTo>
                  <a:pt x="3053" y="7887"/>
                </a:moveTo>
                <a:cubicBezTo>
                  <a:pt x="3059" y="7887"/>
                  <a:pt x="3062" y="7893"/>
                  <a:pt x="3062" y="7904"/>
                </a:cubicBezTo>
                <a:cubicBezTo>
                  <a:pt x="3033" y="7945"/>
                  <a:pt x="2998" y="7966"/>
                  <a:pt x="2955" y="7966"/>
                </a:cubicBezTo>
                <a:cubicBezTo>
                  <a:pt x="2918" y="7966"/>
                  <a:pt x="2889" y="7956"/>
                  <a:pt x="2868" y="7937"/>
                </a:cubicBezTo>
                <a:cubicBezTo>
                  <a:pt x="2844" y="7915"/>
                  <a:pt x="2832" y="7885"/>
                  <a:pt x="2832" y="7847"/>
                </a:cubicBezTo>
                <a:cubicBezTo>
                  <a:pt x="2832" y="7806"/>
                  <a:pt x="2844" y="7772"/>
                  <a:pt x="2870" y="7747"/>
                </a:cubicBezTo>
                <a:cubicBezTo>
                  <a:pt x="2896" y="7720"/>
                  <a:pt x="2925" y="7707"/>
                  <a:pt x="2957" y="7707"/>
                </a:cubicBezTo>
                <a:cubicBezTo>
                  <a:pt x="2977" y="7707"/>
                  <a:pt x="2994" y="7710"/>
                  <a:pt x="3008" y="7716"/>
                </a:cubicBezTo>
                <a:cubicBezTo>
                  <a:pt x="3022" y="7722"/>
                  <a:pt x="3033" y="7730"/>
                  <a:pt x="3039" y="7740"/>
                </a:cubicBezTo>
                <a:cubicBezTo>
                  <a:pt x="3047" y="7751"/>
                  <a:pt x="3052" y="7762"/>
                  <a:pt x="3055" y="7773"/>
                </a:cubicBezTo>
                <a:cubicBezTo>
                  <a:pt x="3058" y="7784"/>
                  <a:pt x="3059" y="7796"/>
                  <a:pt x="3059" y="7809"/>
                </a:cubicBezTo>
                <a:cubicBezTo>
                  <a:pt x="3059" y="7820"/>
                  <a:pt x="3054" y="7826"/>
                  <a:pt x="3043" y="7827"/>
                </a:cubicBezTo>
                <a:lnTo>
                  <a:pt x="2906" y="7827"/>
                </a:lnTo>
                <a:cubicBezTo>
                  <a:pt x="2906" y="7827"/>
                  <a:pt x="2906" y="7829"/>
                  <a:pt x="2906" y="7830"/>
                </a:cubicBezTo>
                <a:lnTo>
                  <a:pt x="2906" y="7835"/>
                </a:lnTo>
                <a:cubicBezTo>
                  <a:pt x="2906" y="7863"/>
                  <a:pt x="2912" y="7883"/>
                  <a:pt x="2924" y="7897"/>
                </a:cubicBezTo>
                <a:cubicBezTo>
                  <a:pt x="2937" y="7910"/>
                  <a:pt x="2954" y="7917"/>
                  <a:pt x="2977" y="7917"/>
                </a:cubicBezTo>
                <a:cubicBezTo>
                  <a:pt x="3008" y="7917"/>
                  <a:pt x="3034" y="7907"/>
                  <a:pt x="3053" y="7887"/>
                </a:cubicBezTo>
                <a:moveTo>
                  <a:pt x="3216" y="7890"/>
                </a:moveTo>
                <a:cubicBezTo>
                  <a:pt x="3216" y="7913"/>
                  <a:pt x="3218" y="7927"/>
                  <a:pt x="3221" y="7933"/>
                </a:cubicBezTo>
                <a:cubicBezTo>
                  <a:pt x="3225" y="7938"/>
                  <a:pt x="3233" y="7941"/>
                  <a:pt x="3246" y="7942"/>
                </a:cubicBezTo>
                <a:cubicBezTo>
                  <a:pt x="3247" y="7944"/>
                  <a:pt x="3248" y="7947"/>
                  <a:pt x="3248" y="7952"/>
                </a:cubicBezTo>
                <a:cubicBezTo>
                  <a:pt x="3248" y="7957"/>
                  <a:pt x="3248" y="7960"/>
                  <a:pt x="3246" y="7961"/>
                </a:cubicBezTo>
                <a:cubicBezTo>
                  <a:pt x="3213" y="7961"/>
                  <a:pt x="3191" y="7960"/>
                  <a:pt x="3179" y="7960"/>
                </a:cubicBezTo>
                <a:cubicBezTo>
                  <a:pt x="3159" y="7960"/>
                  <a:pt x="3133" y="7961"/>
                  <a:pt x="3101" y="7961"/>
                </a:cubicBezTo>
                <a:cubicBezTo>
                  <a:pt x="3099" y="7960"/>
                  <a:pt x="3098" y="7957"/>
                  <a:pt x="3098" y="7952"/>
                </a:cubicBezTo>
                <a:cubicBezTo>
                  <a:pt x="3098" y="7947"/>
                  <a:pt x="3099" y="7944"/>
                  <a:pt x="3101" y="7942"/>
                </a:cubicBezTo>
                <a:cubicBezTo>
                  <a:pt x="3119" y="7940"/>
                  <a:pt x="3131" y="7937"/>
                  <a:pt x="3135" y="7933"/>
                </a:cubicBezTo>
                <a:cubicBezTo>
                  <a:pt x="3140" y="7928"/>
                  <a:pt x="3142" y="7914"/>
                  <a:pt x="3142" y="7890"/>
                </a:cubicBezTo>
                <a:lnTo>
                  <a:pt x="3142" y="7784"/>
                </a:lnTo>
                <a:cubicBezTo>
                  <a:pt x="3142" y="7769"/>
                  <a:pt x="3140" y="7758"/>
                  <a:pt x="3135" y="7754"/>
                </a:cubicBezTo>
                <a:cubicBezTo>
                  <a:pt x="3131" y="7749"/>
                  <a:pt x="3121" y="7746"/>
                  <a:pt x="3105" y="7744"/>
                </a:cubicBezTo>
                <a:cubicBezTo>
                  <a:pt x="3103" y="7737"/>
                  <a:pt x="3102" y="7731"/>
                  <a:pt x="3104" y="7726"/>
                </a:cubicBezTo>
                <a:cubicBezTo>
                  <a:pt x="3136" y="7722"/>
                  <a:pt x="3168" y="7716"/>
                  <a:pt x="3198" y="7707"/>
                </a:cubicBezTo>
                <a:cubicBezTo>
                  <a:pt x="3206" y="7707"/>
                  <a:pt x="3211" y="7710"/>
                  <a:pt x="3211" y="7717"/>
                </a:cubicBezTo>
                <a:cubicBezTo>
                  <a:pt x="3213" y="7728"/>
                  <a:pt x="3215" y="7740"/>
                  <a:pt x="3215" y="7754"/>
                </a:cubicBezTo>
                <a:cubicBezTo>
                  <a:pt x="3261" y="7722"/>
                  <a:pt x="3293" y="7707"/>
                  <a:pt x="3311" y="7707"/>
                </a:cubicBezTo>
                <a:cubicBezTo>
                  <a:pt x="3361" y="7707"/>
                  <a:pt x="3386" y="7738"/>
                  <a:pt x="3386" y="7798"/>
                </a:cubicBezTo>
                <a:lnTo>
                  <a:pt x="3386" y="7887"/>
                </a:lnTo>
                <a:cubicBezTo>
                  <a:pt x="3386" y="7910"/>
                  <a:pt x="3389" y="7925"/>
                  <a:pt x="3394" y="7932"/>
                </a:cubicBezTo>
                <a:cubicBezTo>
                  <a:pt x="3400" y="7938"/>
                  <a:pt x="3412" y="7942"/>
                  <a:pt x="3430" y="7942"/>
                </a:cubicBezTo>
                <a:cubicBezTo>
                  <a:pt x="3432" y="7944"/>
                  <a:pt x="3433" y="7947"/>
                  <a:pt x="3433" y="7952"/>
                </a:cubicBezTo>
                <a:cubicBezTo>
                  <a:pt x="3433" y="7957"/>
                  <a:pt x="3432" y="7960"/>
                  <a:pt x="3430" y="7961"/>
                </a:cubicBezTo>
                <a:cubicBezTo>
                  <a:pt x="3398" y="7961"/>
                  <a:pt x="3371" y="7960"/>
                  <a:pt x="3349" y="7960"/>
                </a:cubicBezTo>
                <a:cubicBezTo>
                  <a:pt x="3335" y="7960"/>
                  <a:pt x="3311" y="7961"/>
                  <a:pt x="3279" y="7961"/>
                </a:cubicBezTo>
                <a:cubicBezTo>
                  <a:pt x="3278" y="7960"/>
                  <a:pt x="3277" y="7957"/>
                  <a:pt x="3277" y="7952"/>
                </a:cubicBezTo>
                <a:cubicBezTo>
                  <a:pt x="3277" y="7947"/>
                  <a:pt x="3278" y="7944"/>
                  <a:pt x="3279" y="7942"/>
                </a:cubicBezTo>
                <a:cubicBezTo>
                  <a:pt x="3292" y="7942"/>
                  <a:pt x="3301" y="7938"/>
                  <a:pt x="3305" y="7931"/>
                </a:cubicBezTo>
                <a:cubicBezTo>
                  <a:pt x="3310" y="7925"/>
                  <a:pt x="3312" y="7910"/>
                  <a:pt x="3312" y="7887"/>
                </a:cubicBezTo>
                <a:lnTo>
                  <a:pt x="3312" y="7792"/>
                </a:lnTo>
                <a:cubicBezTo>
                  <a:pt x="3312" y="7763"/>
                  <a:pt x="3299" y="7749"/>
                  <a:pt x="3272" y="7749"/>
                </a:cubicBezTo>
                <a:cubicBezTo>
                  <a:pt x="3261" y="7749"/>
                  <a:pt x="3242" y="7758"/>
                  <a:pt x="3216" y="7776"/>
                </a:cubicBezTo>
                <a:lnTo>
                  <a:pt x="3216" y="7890"/>
                </a:lnTo>
                <a:moveTo>
                  <a:pt x="3474" y="7713"/>
                </a:moveTo>
                <a:lnTo>
                  <a:pt x="3489" y="7713"/>
                </a:lnTo>
                <a:cubicBezTo>
                  <a:pt x="3489" y="7674"/>
                  <a:pt x="3491" y="7652"/>
                  <a:pt x="3496" y="7647"/>
                </a:cubicBezTo>
                <a:cubicBezTo>
                  <a:pt x="3497" y="7645"/>
                  <a:pt x="3499" y="7644"/>
                  <a:pt x="3502" y="7642"/>
                </a:cubicBezTo>
                <a:cubicBezTo>
                  <a:pt x="3505" y="7640"/>
                  <a:pt x="3510" y="7639"/>
                  <a:pt x="3515" y="7637"/>
                </a:cubicBezTo>
                <a:cubicBezTo>
                  <a:pt x="3520" y="7636"/>
                  <a:pt x="3524" y="7635"/>
                  <a:pt x="3526" y="7634"/>
                </a:cubicBezTo>
                <a:cubicBezTo>
                  <a:pt x="3530" y="7632"/>
                  <a:pt x="3537" y="7630"/>
                  <a:pt x="3545" y="7627"/>
                </a:cubicBezTo>
                <a:cubicBezTo>
                  <a:pt x="3553" y="7625"/>
                  <a:pt x="3558" y="7624"/>
                  <a:pt x="3560" y="7624"/>
                </a:cubicBezTo>
                <a:cubicBezTo>
                  <a:pt x="3563" y="7624"/>
                  <a:pt x="3565" y="7626"/>
                  <a:pt x="3565" y="7629"/>
                </a:cubicBezTo>
                <a:cubicBezTo>
                  <a:pt x="3563" y="7647"/>
                  <a:pt x="3562" y="7669"/>
                  <a:pt x="3562" y="7694"/>
                </a:cubicBezTo>
                <a:lnTo>
                  <a:pt x="3561" y="7713"/>
                </a:lnTo>
                <a:lnTo>
                  <a:pt x="3628" y="7713"/>
                </a:lnTo>
                <a:cubicBezTo>
                  <a:pt x="3631" y="7713"/>
                  <a:pt x="3633" y="7714"/>
                  <a:pt x="3633" y="7716"/>
                </a:cubicBezTo>
                <a:lnTo>
                  <a:pt x="3633" y="7734"/>
                </a:lnTo>
                <a:cubicBezTo>
                  <a:pt x="3633" y="7739"/>
                  <a:pt x="3628" y="7741"/>
                  <a:pt x="3619" y="7741"/>
                </a:cubicBezTo>
                <a:lnTo>
                  <a:pt x="3561" y="7741"/>
                </a:lnTo>
                <a:lnTo>
                  <a:pt x="3561" y="7826"/>
                </a:lnTo>
                <a:cubicBezTo>
                  <a:pt x="3562" y="7860"/>
                  <a:pt x="3562" y="7881"/>
                  <a:pt x="3562" y="7888"/>
                </a:cubicBezTo>
                <a:cubicBezTo>
                  <a:pt x="3562" y="7902"/>
                  <a:pt x="3564" y="7911"/>
                  <a:pt x="3569" y="7917"/>
                </a:cubicBezTo>
                <a:cubicBezTo>
                  <a:pt x="3573" y="7923"/>
                  <a:pt x="3580" y="7926"/>
                  <a:pt x="3587" y="7926"/>
                </a:cubicBezTo>
                <a:cubicBezTo>
                  <a:pt x="3602" y="7926"/>
                  <a:pt x="3613" y="7923"/>
                  <a:pt x="3620" y="7918"/>
                </a:cubicBezTo>
                <a:cubicBezTo>
                  <a:pt x="3626" y="7924"/>
                  <a:pt x="3630" y="7929"/>
                  <a:pt x="3630" y="7934"/>
                </a:cubicBezTo>
                <a:cubicBezTo>
                  <a:pt x="3623" y="7943"/>
                  <a:pt x="3613" y="7950"/>
                  <a:pt x="3597" y="7957"/>
                </a:cubicBezTo>
                <a:cubicBezTo>
                  <a:pt x="3582" y="7963"/>
                  <a:pt x="3567" y="7966"/>
                  <a:pt x="3552" y="7966"/>
                </a:cubicBezTo>
                <a:cubicBezTo>
                  <a:pt x="3533" y="7966"/>
                  <a:pt x="3517" y="7961"/>
                  <a:pt x="3505" y="7950"/>
                </a:cubicBezTo>
                <a:cubicBezTo>
                  <a:pt x="3494" y="7940"/>
                  <a:pt x="3488" y="7924"/>
                  <a:pt x="3487" y="7900"/>
                </a:cubicBezTo>
                <a:cubicBezTo>
                  <a:pt x="3487" y="7844"/>
                  <a:pt x="3488" y="7791"/>
                  <a:pt x="3489" y="7741"/>
                </a:cubicBezTo>
                <a:lnTo>
                  <a:pt x="3452" y="7741"/>
                </a:lnTo>
                <a:cubicBezTo>
                  <a:pt x="3450" y="7741"/>
                  <a:pt x="3450" y="7740"/>
                  <a:pt x="3450" y="7738"/>
                </a:cubicBezTo>
                <a:lnTo>
                  <a:pt x="3450" y="7721"/>
                </a:lnTo>
                <a:cubicBezTo>
                  <a:pt x="3456" y="7716"/>
                  <a:pt x="3464" y="7713"/>
                  <a:pt x="3474" y="7713"/>
                </a:cubicBezTo>
                <a:moveTo>
                  <a:pt x="1254" y="8419"/>
                </a:moveTo>
                <a:cubicBezTo>
                  <a:pt x="1256" y="8420"/>
                  <a:pt x="1259" y="8421"/>
                  <a:pt x="1263" y="8421"/>
                </a:cubicBezTo>
                <a:cubicBezTo>
                  <a:pt x="1266" y="8423"/>
                  <a:pt x="1270" y="8423"/>
                  <a:pt x="1274" y="8424"/>
                </a:cubicBezTo>
                <a:cubicBezTo>
                  <a:pt x="1278" y="8424"/>
                  <a:pt x="1283" y="8425"/>
                  <a:pt x="1288" y="8425"/>
                </a:cubicBezTo>
                <a:lnTo>
                  <a:pt x="1398" y="8425"/>
                </a:lnTo>
                <a:lnTo>
                  <a:pt x="1420" y="8425"/>
                </a:lnTo>
                <a:lnTo>
                  <a:pt x="1444" y="8425"/>
                </a:lnTo>
                <a:cubicBezTo>
                  <a:pt x="1452" y="8424"/>
                  <a:pt x="1456" y="8424"/>
                  <a:pt x="1457" y="8424"/>
                </a:cubicBezTo>
                <a:cubicBezTo>
                  <a:pt x="1461" y="8424"/>
                  <a:pt x="1463" y="8425"/>
                  <a:pt x="1463" y="8428"/>
                </a:cubicBezTo>
                <a:cubicBezTo>
                  <a:pt x="1463" y="8431"/>
                  <a:pt x="1460" y="8438"/>
                  <a:pt x="1453" y="8449"/>
                </a:cubicBezTo>
                <a:cubicBezTo>
                  <a:pt x="1432" y="8485"/>
                  <a:pt x="1409" y="8521"/>
                  <a:pt x="1384" y="8558"/>
                </a:cubicBezTo>
                <a:cubicBezTo>
                  <a:pt x="1360" y="8594"/>
                  <a:pt x="1338" y="8625"/>
                  <a:pt x="1320" y="8650"/>
                </a:cubicBezTo>
                <a:lnTo>
                  <a:pt x="1320" y="8651"/>
                </a:lnTo>
                <a:lnTo>
                  <a:pt x="1375" y="8651"/>
                </a:lnTo>
                <a:cubicBezTo>
                  <a:pt x="1389" y="8651"/>
                  <a:pt x="1400" y="8649"/>
                  <a:pt x="1408" y="8643"/>
                </a:cubicBezTo>
                <a:cubicBezTo>
                  <a:pt x="1416" y="8637"/>
                  <a:pt x="1423" y="8627"/>
                  <a:pt x="1431" y="8611"/>
                </a:cubicBezTo>
                <a:lnTo>
                  <a:pt x="1439" y="8594"/>
                </a:lnTo>
                <a:cubicBezTo>
                  <a:pt x="1450" y="8594"/>
                  <a:pt x="1457" y="8596"/>
                  <a:pt x="1461" y="8598"/>
                </a:cubicBezTo>
                <a:cubicBezTo>
                  <a:pt x="1457" y="8626"/>
                  <a:pt x="1451" y="8652"/>
                  <a:pt x="1443" y="8675"/>
                </a:cubicBezTo>
                <a:lnTo>
                  <a:pt x="1243" y="8674"/>
                </a:lnTo>
                <a:cubicBezTo>
                  <a:pt x="1234" y="8674"/>
                  <a:pt x="1230" y="8671"/>
                  <a:pt x="1230" y="8667"/>
                </a:cubicBezTo>
                <a:cubicBezTo>
                  <a:pt x="1230" y="8664"/>
                  <a:pt x="1231" y="8660"/>
                  <a:pt x="1234" y="8655"/>
                </a:cubicBezTo>
                <a:cubicBezTo>
                  <a:pt x="1281" y="8592"/>
                  <a:pt x="1328" y="8523"/>
                  <a:pt x="1373" y="8448"/>
                </a:cubicBezTo>
                <a:lnTo>
                  <a:pt x="1371" y="8447"/>
                </a:lnTo>
                <a:lnTo>
                  <a:pt x="1313" y="8449"/>
                </a:lnTo>
                <a:cubicBezTo>
                  <a:pt x="1292" y="8450"/>
                  <a:pt x="1277" y="8468"/>
                  <a:pt x="1267" y="8504"/>
                </a:cubicBezTo>
                <a:cubicBezTo>
                  <a:pt x="1259" y="8506"/>
                  <a:pt x="1250" y="8505"/>
                  <a:pt x="1243" y="8502"/>
                </a:cubicBezTo>
                <a:cubicBezTo>
                  <a:pt x="1248" y="8470"/>
                  <a:pt x="1251" y="8444"/>
                  <a:pt x="1251" y="8423"/>
                </a:cubicBezTo>
                <a:cubicBezTo>
                  <a:pt x="1251" y="8421"/>
                  <a:pt x="1252" y="8419"/>
                  <a:pt x="1254" y="8419"/>
                </a:cubicBezTo>
                <a:moveTo>
                  <a:pt x="1578" y="8543"/>
                </a:moveTo>
                <a:cubicBezTo>
                  <a:pt x="1578" y="8569"/>
                  <a:pt x="1584" y="8594"/>
                  <a:pt x="1595" y="8619"/>
                </a:cubicBezTo>
                <a:cubicBezTo>
                  <a:pt x="1606" y="8643"/>
                  <a:pt x="1622" y="8655"/>
                  <a:pt x="1643" y="8655"/>
                </a:cubicBezTo>
                <a:cubicBezTo>
                  <a:pt x="1656" y="8655"/>
                  <a:pt x="1667" y="8649"/>
                  <a:pt x="1676" y="8635"/>
                </a:cubicBezTo>
                <a:cubicBezTo>
                  <a:pt x="1686" y="8622"/>
                  <a:pt x="1691" y="8600"/>
                  <a:pt x="1691" y="8568"/>
                </a:cubicBezTo>
                <a:cubicBezTo>
                  <a:pt x="1691" y="8530"/>
                  <a:pt x="1685" y="8500"/>
                  <a:pt x="1673" y="8478"/>
                </a:cubicBezTo>
                <a:cubicBezTo>
                  <a:pt x="1661" y="8456"/>
                  <a:pt x="1645" y="8445"/>
                  <a:pt x="1626" y="8445"/>
                </a:cubicBezTo>
                <a:cubicBezTo>
                  <a:pt x="1594" y="8445"/>
                  <a:pt x="1578" y="8477"/>
                  <a:pt x="1578" y="8543"/>
                </a:cubicBezTo>
                <a:moveTo>
                  <a:pt x="1530" y="8462"/>
                </a:moveTo>
                <a:cubicBezTo>
                  <a:pt x="1554" y="8434"/>
                  <a:pt x="1589" y="8420"/>
                  <a:pt x="1635" y="8421"/>
                </a:cubicBezTo>
                <a:cubicBezTo>
                  <a:pt x="1676" y="8421"/>
                  <a:pt x="1709" y="8433"/>
                  <a:pt x="1733" y="8458"/>
                </a:cubicBezTo>
                <a:cubicBezTo>
                  <a:pt x="1758" y="8482"/>
                  <a:pt x="1771" y="8513"/>
                  <a:pt x="1771" y="8551"/>
                </a:cubicBezTo>
                <a:cubicBezTo>
                  <a:pt x="1771" y="8592"/>
                  <a:pt x="1758" y="8624"/>
                  <a:pt x="1732" y="8647"/>
                </a:cubicBezTo>
                <a:cubicBezTo>
                  <a:pt x="1707" y="8669"/>
                  <a:pt x="1675" y="8679"/>
                  <a:pt x="1634" y="8679"/>
                </a:cubicBezTo>
                <a:cubicBezTo>
                  <a:pt x="1595" y="8679"/>
                  <a:pt x="1563" y="8668"/>
                  <a:pt x="1537" y="8645"/>
                </a:cubicBezTo>
                <a:cubicBezTo>
                  <a:pt x="1512" y="8622"/>
                  <a:pt x="1499" y="8592"/>
                  <a:pt x="1499" y="8555"/>
                </a:cubicBezTo>
                <a:cubicBezTo>
                  <a:pt x="1499" y="8517"/>
                  <a:pt x="1509" y="8486"/>
                  <a:pt x="1530" y="8462"/>
                </a:cubicBezTo>
                <a:moveTo>
                  <a:pt x="1921" y="8604"/>
                </a:moveTo>
                <a:cubicBezTo>
                  <a:pt x="1921" y="8626"/>
                  <a:pt x="1923" y="8640"/>
                  <a:pt x="1927" y="8646"/>
                </a:cubicBezTo>
                <a:cubicBezTo>
                  <a:pt x="1930" y="8651"/>
                  <a:pt x="1938" y="8654"/>
                  <a:pt x="1951" y="8655"/>
                </a:cubicBezTo>
                <a:cubicBezTo>
                  <a:pt x="1952" y="8657"/>
                  <a:pt x="1953" y="8660"/>
                  <a:pt x="1953" y="8665"/>
                </a:cubicBezTo>
                <a:cubicBezTo>
                  <a:pt x="1953" y="8670"/>
                  <a:pt x="1953" y="8674"/>
                  <a:pt x="1951" y="8674"/>
                </a:cubicBezTo>
                <a:cubicBezTo>
                  <a:pt x="1918" y="8674"/>
                  <a:pt x="1896" y="8674"/>
                  <a:pt x="1884" y="8674"/>
                </a:cubicBezTo>
                <a:cubicBezTo>
                  <a:pt x="1864" y="8674"/>
                  <a:pt x="1838" y="8674"/>
                  <a:pt x="1806" y="8674"/>
                </a:cubicBezTo>
                <a:cubicBezTo>
                  <a:pt x="1804" y="8674"/>
                  <a:pt x="1804" y="8670"/>
                  <a:pt x="1804" y="8665"/>
                </a:cubicBezTo>
                <a:cubicBezTo>
                  <a:pt x="1804" y="8660"/>
                  <a:pt x="1804" y="8657"/>
                  <a:pt x="1806" y="8655"/>
                </a:cubicBezTo>
                <a:cubicBezTo>
                  <a:pt x="1824" y="8654"/>
                  <a:pt x="1836" y="8651"/>
                  <a:pt x="1840" y="8646"/>
                </a:cubicBezTo>
                <a:cubicBezTo>
                  <a:pt x="1845" y="8641"/>
                  <a:pt x="1847" y="8627"/>
                  <a:pt x="1847" y="8604"/>
                </a:cubicBezTo>
                <a:lnTo>
                  <a:pt x="1847" y="8498"/>
                </a:lnTo>
                <a:cubicBezTo>
                  <a:pt x="1847" y="8482"/>
                  <a:pt x="1845" y="8471"/>
                  <a:pt x="1840" y="8467"/>
                </a:cubicBezTo>
                <a:cubicBezTo>
                  <a:pt x="1836" y="8462"/>
                  <a:pt x="1826" y="8459"/>
                  <a:pt x="1810" y="8458"/>
                </a:cubicBezTo>
                <a:cubicBezTo>
                  <a:pt x="1808" y="8450"/>
                  <a:pt x="1807" y="8444"/>
                  <a:pt x="1809" y="8439"/>
                </a:cubicBezTo>
                <a:cubicBezTo>
                  <a:pt x="1841" y="8435"/>
                  <a:pt x="1873" y="8429"/>
                  <a:pt x="1904" y="8421"/>
                </a:cubicBezTo>
                <a:cubicBezTo>
                  <a:pt x="1912" y="8421"/>
                  <a:pt x="1916" y="8424"/>
                  <a:pt x="1917" y="8430"/>
                </a:cubicBezTo>
                <a:cubicBezTo>
                  <a:pt x="1919" y="8441"/>
                  <a:pt x="1920" y="8454"/>
                  <a:pt x="1920" y="8467"/>
                </a:cubicBezTo>
                <a:cubicBezTo>
                  <a:pt x="1966" y="8436"/>
                  <a:pt x="1998" y="8420"/>
                  <a:pt x="2016" y="8421"/>
                </a:cubicBezTo>
                <a:cubicBezTo>
                  <a:pt x="2066" y="8421"/>
                  <a:pt x="2091" y="8451"/>
                  <a:pt x="2091" y="8511"/>
                </a:cubicBezTo>
                <a:lnTo>
                  <a:pt x="2091" y="8601"/>
                </a:lnTo>
                <a:cubicBezTo>
                  <a:pt x="2091" y="8624"/>
                  <a:pt x="2094" y="8639"/>
                  <a:pt x="2100" y="8645"/>
                </a:cubicBezTo>
                <a:cubicBezTo>
                  <a:pt x="2105" y="8651"/>
                  <a:pt x="2117" y="8655"/>
                  <a:pt x="2135" y="8655"/>
                </a:cubicBezTo>
                <a:cubicBezTo>
                  <a:pt x="2137" y="8657"/>
                  <a:pt x="2138" y="8660"/>
                  <a:pt x="2138" y="8665"/>
                </a:cubicBezTo>
                <a:cubicBezTo>
                  <a:pt x="2138" y="8670"/>
                  <a:pt x="2137" y="8674"/>
                  <a:pt x="2135" y="8674"/>
                </a:cubicBezTo>
                <a:cubicBezTo>
                  <a:pt x="2103" y="8674"/>
                  <a:pt x="2076" y="8674"/>
                  <a:pt x="2054" y="8674"/>
                </a:cubicBezTo>
                <a:cubicBezTo>
                  <a:pt x="2040" y="8674"/>
                  <a:pt x="2017" y="8674"/>
                  <a:pt x="1984" y="8674"/>
                </a:cubicBezTo>
                <a:cubicBezTo>
                  <a:pt x="1983" y="8674"/>
                  <a:pt x="1982" y="8670"/>
                  <a:pt x="1982" y="8665"/>
                </a:cubicBezTo>
                <a:cubicBezTo>
                  <a:pt x="1982" y="8660"/>
                  <a:pt x="1983" y="8657"/>
                  <a:pt x="1984" y="8655"/>
                </a:cubicBezTo>
                <a:cubicBezTo>
                  <a:pt x="1997" y="8655"/>
                  <a:pt x="2006" y="8651"/>
                  <a:pt x="2010" y="8644"/>
                </a:cubicBezTo>
                <a:cubicBezTo>
                  <a:pt x="2015" y="8638"/>
                  <a:pt x="2017" y="8623"/>
                  <a:pt x="2017" y="8601"/>
                </a:cubicBezTo>
                <a:lnTo>
                  <a:pt x="2017" y="8505"/>
                </a:lnTo>
                <a:cubicBezTo>
                  <a:pt x="2017" y="8477"/>
                  <a:pt x="2004" y="8462"/>
                  <a:pt x="1977" y="8462"/>
                </a:cubicBezTo>
                <a:cubicBezTo>
                  <a:pt x="1966" y="8462"/>
                  <a:pt x="1947" y="8471"/>
                  <a:pt x="1921" y="8489"/>
                </a:cubicBezTo>
                <a:lnTo>
                  <a:pt x="1921" y="8604"/>
                </a:lnTo>
                <a:moveTo>
                  <a:pt x="2241" y="8517"/>
                </a:moveTo>
                <a:lnTo>
                  <a:pt x="2241" y="8517"/>
                </a:lnTo>
                <a:lnTo>
                  <a:pt x="2241" y="8517"/>
                </a:lnTo>
                <a:lnTo>
                  <a:pt x="2319" y="8517"/>
                </a:lnTo>
                <a:cubicBezTo>
                  <a:pt x="2319" y="8516"/>
                  <a:pt x="2319" y="8512"/>
                  <a:pt x="2319" y="8505"/>
                </a:cubicBezTo>
                <a:cubicBezTo>
                  <a:pt x="2319" y="8484"/>
                  <a:pt x="2316" y="8469"/>
                  <a:pt x="2308" y="8459"/>
                </a:cubicBezTo>
                <a:cubicBezTo>
                  <a:pt x="2301" y="8450"/>
                  <a:pt x="2292" y="8445"/>
                  <a:pt x="2283" y="8445"/>
                </a:cubicBezTo>
                <a:cubicBezTo>
                  <a:pt x="2279" y="8445"/>
                  <a:pt x="2273" y="8446"/>
                  <a:pt x="2267" y="8450"/>
                </a:cubicBezTo>
                <a:cubicBezTo>
                  <a:pt x="2261" y="8453"/>
                  <a:pt x="2256" y="8458"/>
                  <a:pt x="2252" y="8464"/>
                </a:cubicBezTo>
                <a:cubicBezTo>
                  <a:pt x="2245" y="8474"/>
                  <a:pt x="2241" y="8492"/>
                  <a:pt x="2241" y="8517"/>
                </a:cubicBezTo>
                <a:moveTo>
                  <a:pt x="2386" y="8600"/>
                </a:moveTo>
                <a:cubicBezTo>
                  <a:pt x="2391" y="8600"/>
                  <a:pt x="2394" y="8606"/>
                  <a:pt x="2394" y="8618"/>
                </a:cubicBezTo>
                <a:cubicBezTo>
                  <a:pt x="2366" y="8659"/>
                  <a:pt x="2330" y="8679"/>
                  <a:pt x="2287" y="8679"/>
                </a:cubicBezTo>
                <a:cubicBezTo>
                  <a:pt x="2250" y="8679"/>
                  <a:pt x="2221" y="8670"/>
                  <a:pt x="2200" y="8651"/>
                </a:cubicBezTo>
                <a:cubicBezTo>
                  <a:pt x="2176" y="8629"/>
                  <a:pt x="2164" y="8599"/>
                  <a:pt x="2164" y="8561"/>
                </a:cubicBezTo>
                <a:cubicBezTo>
                  <a:pt x="2164" y="8519"/>
                  <a:pt x="2177" y="8486"/>
                  <a:pt x="2202" y="8460"/>
                </a:cubicBezTo>
                <a:cubicBezTo>
                  <a:pt x="2228" y="8434"/>
                  <a:pt x="2257" y="8421"/>
                  <a:pt x="2289" y="8421"/>
                </a:cubicBezTo>
                <a:cubicBezTo>
                  <a:pt x="2309" y="8421"/>
                  <a:pt x="2326" y="8424"/>
                  <a:pt x="2340" y="8429"/>
                </a:cubicBezTo>
                <a:cubicBezTo>
                  <a:pt x="2354" y="8435"/>
                  <a:pt x="2365" y="8443"/>
                  <a:pt x="2372" y="8454"/>
                </a:cubicBezTo>
                <a:cubicBezTo>
                  <a:pt x="2379" y="8464"/>
                  <a:pt x="2384" y="8475"/>
                  <a:pt x="2387" y="8486"/>
                </a:cubicBezTo>
                <a:cubicBezTo>
                  <a:pt x="2390" y="8497"/>
                  <a:pt x="2392" y="8509"/>
                  <a:pt x="2392" y="8522"/>
                </a:cubicBezTo>
                <a:cubicBezTo>
                  <a:pt x="2392" y="8534"/>
                  <a:pt x="2386" y="8540"/>
                  <a:pt x="2376" y="8540"/>
                </a:cubicBezTo>
                <a:lnTo>
                  <a:pt x="2239" y="8540"/>
                </a:lnTo>
                <a:cubicBezTo>
                  <a:pt x="2239" y="8540"/>
                  <a:pt x="2238" y="8542"/>
                  <a:pt x="2238" y="8544"/>
                </a:cubicBezTo>
                <a:lnTo>
                  <a:pt x="2238" y="8548"/>
                </a:lnTo>
                <a:cubicBezTo>
                  <a:pt x="2238" y="8576"/>
                  <a:pt x="2244" y="8597"/>
                  <a:pt x="2256" y="8610"/>
                </a:cubicBezTo>
                <a:cubicBezTo>
                  <a:pt x="2269" y="8623"/>
                  <a:pt x="2287" y="8630"/>
                  <a:pt x="2309" y="8630"/>
                </a:cubicBezTo>
                <a:cubicBezTo>
                  <a:pt x="2341" y="8630"/>
                  <a:pt x="2366" y="8620"/>
                  <a:pt x="2386" y="8600"/>
                </a:cubicBezTo>
                <a:moveTo>
                  <a:pt x="581" y="12333"/>
                </a:moveTo>
                <a:lnTo>
                  <a:pt x="566" y="12094"/>
                </a:lnTo>
                <a:lnTo>
                  <a:pt x="565" y="12094"/>
                </a:lnTo>
                <a:lnTo>
                  <a:pt x="436" y="12396"/>
                </a:lnTo>
                <a:cubicBezTo>
                  <a:pt x="434" y="12401"/>
                  <a:pt x="431" y="12404"/>
                  <a:pt x="426" y="12404"/>
                </a:cubicBezTo>
                <a:cubicBezTo>
                  <a:pt x="420" y="12404"/>
                  <a:pt x="416" y="12401"/>
                  <a:pt x="414" y="12396"/>
                </a:cubicBezTo>
                <a:lnTo>
                  <a:pt x="302" y="12114"/>
                </a:lnTo>
                <a:lnTo>
                  <a:pt x="300" y="12114"/>
                </a:lnTo>
                <a:lnTo>
                  <a:pt x="285" y="12329"/>
                </a:lnTo>
                <a:cubicBezTo>
                  <a:pt x="283" y="12346"/>
                  <a:pt x="285" y="12359"/>
                  <a:pt x="290" y="12367"/>
                </a:cubicBezTo>
                <a:cubicBezTo>
                  <a:pt x="294" y="12374"/>
                  <a:pt x="305" y="12379"/>
                  <a:pt x="323" y="12380"/>
                </a:cubicBezTo>
                <a:cubicBezTo>
                  <a:pt x="324" y="12382"/>
                  <a:pt x="325" y="12385"/>
                  <a:pt x="325" y="12390"/>
                </a:cubicBezTo>
                <a:cubicBezTo>
                  <a:pt x="325" y="12396"/>
                  <a:pt x="324" y="12399"/>
                  <a:pt x="323" y="12400"/>
                </a:cubicBezTo>
                <a:cubicBezTo>
                  <a:pt x="300" y="12399"/>
                  <a:pt x="278" y="12399"/>
                  <a:pt x="257" y="12399"/>
                </a:cubicBezTo>
                <a:cubicBezTo>
                  <a:pt x="247" y="12399"/>
                  <a:pt x="231" y="12399"/>
                  <a:pt x="208" y="12400"/>
                </a:cubicBezTo>
                <a:cubicBezTo>
                  <a:pt x="206" y="12399"/>
                  <a:pt x="206" y="12396"/>
                  <a:pt x="206" y="12390"/>
                </a:cubicBezTo>
                <a:cubicBezTo>
                  <a:pt x="206" y="12385"/>
                  <a:pt x="206" y="12382"/>
                  <a:pt x="208" y="12380"/>
                </a:cubicBezTo>
                <a:cubicBezTo>
                  <a:pt x="224" y="12380"/>
                  <a:pt x="234" y="12375"/>
                  <a:pt x="240" y="12368"/>
                </a:cubicBezTo>
                <a:cubicBezTo>
                  <a:pt x="245" y="12361"/>
                  <a:pt x="249" y="12348"/>
                  <a:pt x="251" y="12330"/>
                </a:cubicBezTo>
                <a:lnTo>
                  <a:pt x="274" y="12094"/>
                </a:lnTo>
                <a:cubicBezTo>
                  <a:pt x="276" y="12073"/>
                  <a:pt x="275" y="12061"/>
                  <a:pt x="271" y="12057"/>
                </a:cubicBezTo>
                <a:cubicBezTo>
                  <a:pt x="267" y="12053"/>
                  <a:pt x="255" y="12050"/>
                  <a:pt x="235" y="12049"/>
                </a:cubicBezTo>
                <a:cubicBezTo>
                  <a:pt x="233" y="12048"/>
                  <a:pt x="232" y="12044"/>
                  <a:pt x="232" y="12040"/>
                </a:cubicBezTo>
                <a:cubicBezTo>
                  <a:pt x="232" y="12035"/>
                  <a:pt x="233" y="12032"/>
                  <a:pt x="235" y="12030"/>
                </a:cubicBezTo>
                <a:lnTo>
                  <a:pt x="353" y="12031"/>
                </a:lnTo>
                <a:lnTo>
                  <a:pt x="454" y="12284"/>
                </a:lnTo>
                <a:lnTo>
                  <a:pt x="457" y="12284"/>
                </a:lnTo>
                <a:lnTo>
                  <a:pt x="566" y="12031"/>
                </a:lnTo>
                <a:lnTo>
                  <a:pt x="680" y="12030"/>
                </a:lnTo>
                <a:cubicBezTo>
                  <a:pt x="682" y="12032"/>
                  <a:pt x="683" y="12035"/>
                  <a:pt x="683" y="12040"/>
                </a:cubicBezTo>
                <a:cubicBezTo>
                  <a:pt x="683" y="12044"/>
                  <a:pt x="682" y="12047"/>
                  <a:pt x="680" y="12049"/>
                </a:cubicBezTo>
                <a:cubicBezTo>
                  <a:pt x="661" y="12050"/>
                  <a:pt x="650" y="12053"/>
                  <a:pt x="646" y="12058"/>
                </a:cubicBezTo>
                <a:cubicBezTo>
                  <a:pt x="641" y="12063"/>
                  <a:pt x="640" y="12074"/>
                  <a:pt x="641" y="12090"/>
                </a:cubicBezTo>
                <a:lnTo>
                  <a:pt x="658" y="12330"/>
                </a:lnTo>
                <a:cubicBezTo>
                  <a:pt x="658" y="12339"/>
                  <a:pt x="659" y="12346"/>
                  <a:pt x="659" y="12351"/>
                </a:cubicBezTo>
                <a:cubicBezTo>
                  <a:pt x="660" y="12355"/>
                  <a:pt x="661" y="12359"/>
                  <a:pt x="663" y="12364"/>
                </a:cubicBezTo>
                <a:cubicBezTo>
                  <a:pt x="664" y="12368"/>
                  <a:pt x="665" y="12371"/>
                  <a:pt x="666" y="12373"/>
                </a:cubicBezTo>
                <a:cubicBezTo>
                  <a:pt x="668" y="12374"/>
                  <a:pt x="670" y="12375"/>
                  <a:pt x="674" y="12377"/>
                </a:cubicBezTo>
                <a:cubicBezTo>
                  <a:pt x="678" y="12379"/>
                  <a:pt x="682" y="12380"/>
                  <a:pt x="686" y="12380"/>
                </a:cubicBezTo>
                <a:lnTo>
                  <a:pt x="702" y="12380"/>
                </a:lnTo>
                <a:cubicBezTo>
                  <a:pt x="704" y="12382"/>
                  <a:pt x="705" y="12385"/>
                  <a:pt x="705" y="12390"/>
                </a:cubicBezTo>
                <a:cubicBezTo>
                  <a:pt x="705" y="12396"/>
                  <a:pt x="704" y="12399"/>
                  <a:pt x="702" y="12400"/>
                </a:cubicBezTo>
                <a:cubicBezTo>
                  <a:pt x="677" y="12399"/>
                  <a:pt x="656" y="12399"/>
                  <a:pt x="639" y="12399"/>
                </a:cubicBezTo>
                <a:cubicBezTo>
                  <a:pt x="612" y="12399"/>
                  <a:pt x="580" y="12399"/>
                  <a:pt x="545" y="12400"/>
                </a:cubicBezTo>
                <a:cubicBezTo>
                  <a:pt x="543" y="12399"/>
                  <a:pt x="542" y="12396"/>
                  <a:pt x="542" y="12390"/>
                </a:cubicBezTo>
                <a:cubicBezTo>
                  <a:pt x="542" y="12386"/>
                  <a:pt x="543" y="12382"/>
                  <a:pt x="545" y="12380"/>
                </a:cubicBezTo>
                <a:cubicBezTo>
                  <a:pt x="552" y="12380"/>
                  <a:pt x="557" y="12380"/>
                  <a:pt x="560" y="12380"/>
                </a:cubicBezTo>
                <a:cubicBezTo>
                  <a:pt x="563" y="12380"/>
                  <a:pt x="567" y="12379"/>
                  <a:pt x="570" y="12378"/>
                </a:cubicBezTo>
                <a:cubicBezTo>
                  <a:pt x="574" y="12377"/>
                  <a:pt x="577" y="12375"/>
                  <a:pt x="577" y="12374"/>
                </a:cubicBezTo>
                <a:cubicBezTo>
                  <a:pt x="578" y="12372"/>
                  <a:pt x="579" y="12369"/>
                  <a:pt x="580" y="12365"/>
                </a:cubicBezTo>
                <a:cubicBezTo>
                  <a:pt x="581" y="12361"/>
                  <a:pt x="582" y="12357"/>
                  <a:pt x="582" y="12353"/>
                </a:cubicBezTo>
                <a:cubicBezTo>
                  <a:pt x="582" y="12348"/>
                  <a:pt x="581" y="12342"/>
                  <a:pt x="581" y="12333"/>
                </a:cubicBezTo>
                <a:moveTo>
                  <a:pt x="891" y="12242"/>
                </a:moveTo>
                <a:cubicBezTo>
                  <a:pt x="892" y="12242"/>
                  <a:pt x="892" y="12237"/>
                  <a:pt x="892" y="12230"/>
                </a:cubicBezTo>
                <a:cubicBezTo>
                  <a:pt x="892" y="12209"/>
                  <a:pt x="888" y="12194"/>
                  <a:pt x="881" y="12184"/>
                </a:cubicBezTo>
                <a:cubicBezTo>
                  <a:pt x="873" y="12175"/>
                  <a:pt x="865" y="12170"/>
                  <a:pt x="856" y="12170"/>
                </a:cubicBezTo>
                <a:cubicBezTo>
                  <a:pt x="851" y="12170"/>
                  <a:pt x="846" y="12172"/>
                  <a:pt x="840" y="12175"/>
                </a:cubicBezTo>
                <a:cubicBezTo>
                  <a:pt x="834" y="12178"/>
                  <a:pt x="829" y="12183"/>
                  <a:pt x="824" y="12189"/>
                </a:cubicBezTo>
                <a:cubicBezTo>
                  <a:pt x="818" y="12199"/>
                  <a:pt x="814" y="12217"/>
                  <a:pt x="814" y="12242"/>
                </a:cubicBezTo>
                <a:lnTo>
                  <a:pt x="891" y="12242"/>
                </a:lnTo>
                <a:moveTo>
                  <a:pt x="958" y="12325"/>
                </a:moveTo>
                <a:cubicBezTo>
                  <a:pt x="964" y="12325"/>
                  <a:pt x="967" y="12331"/>
                  <a:pt x="967" y="12343"/>
                </a:cubicBezTo>
                <a:cubicBezTo>
                  <a:pt x="938" y="12384"/>
                  <a:pt x="903" y="12404"/>
                  <a:pt x="860" y="12404"/>
                </a:cubicBezTo>
                <a:cubicBezTo>
                  <a:pt x="823" y="12404"/>
                  <a:pt x="794" y="12395"/>
                  <a:pt x="773" y="12376"/>
                </a:cubicBezTo>
                <a:cubicBezTo>
                  <a:pt x="749" y="12354"/>
                  <a:pt x="737" y="12324"/>
                  <a:pt x="737" y="12286"/>
                </a:cubicBezTo>
                <a:cubicBezTo>
                  <a:pt x="737" y="12244"/>
                  <a:pt x="749" y="12211"/>
                  <a:pt x="775" y="12185"/>
                </a:cubicBezTo>
                <a:cubicBezTo>
                  <a:pt x="801" y="12159"/>
                  <a:pt x="830" y="12146"/>
                  <a:pt x="862" y="12146"/>
                </a:cubicBezTo>
                <a:cubicBezTo>
                  <a:pt x="882" y="12146"/>
                  <a:pt x="899" y="12149"/>
                  <a:pt x="913" y="12154"/>
                </a:cubicBezTo>
                <a:cubicBezTo>
                  <a:pt x="927" y="12160"/>
                  <a:pt x="938" y="12168"/>
                  <a:pt x="944" y="12179"/>
                </a:cubicBezTo>
                <a:cubicBezTo>
                  <a:pt x="951" y="12189"/>
                  <a:pt x="957" y="12200"/>
                  <a:pt x="960" y="12211"/>
                </a:cubicBezTo>
                <a:cubicBezTo>
                  <a:pt x="963" y="12222"/>
                  <a:pt x="964" y="12234"/>
                  <a:pt x="964" y="12247"/>
                </a:cubicBezTo>
                <a:cubicBezTo>
                  <a:pt x="964" y="12259"/>
                  <a:pt x="959" y="12265"/>
                  <a:pt x="948" y="12265"/>
                </a:cubicBezTo>
                <a:lnTo>
                  <a:pt x="811" y="12265"/>
                </a:lnTo>
                <a:cubicBezTo>
                  <a:pt x="811" y="12266"/>
                  <a:pt x="811" y="12267"/>
                  <a:pt x="811" y="12269"/>
                </a:cubicBezTo>
                <a:lnTo>
                  <a:pt x="811" y="12274"/>
                </a:lnTo>
                <a:cubicBezTo>
                  <a:pt x="811" y="12301"/>
                  <a:pt x="817" y="12322"/>
                  <a:pt x="829" y="12335"/>
                </a:cubicBezTo>
                <a:cubicBezTo>
                  <a:pt x="842" y="12349"/>
                  <a:pt x="859" y="12355"/>
                  <a:pt x="882" y="12355"/>
                </a:cubicBezTo>
                <a:cubicBezTo>
                  <a:pt x="913" y="12356"/>
                  <a:pt x="939" y="12346"/>
                  <a:pt x="958" y="12325"/>
                </a:cubicBezTo>
                <a:moveTo>
                  <a:pt x="1163" y="12371"/>
                </a:moveTo>
                <a:lnTo>
                  <a:pt x="1159" y="12371"/>
                </a:lnTo>
                <a:cubicBezTo>
                  <a:pt x="1149" y="12380"/>
                  <a:pt x="1137" y="12387"/>
                  <a:pt x="1123" y="12394"/>
                </a:cubicBezTo>
                <a:cubicBezTo>
                  <a:pt x="1109" y="12401"/>
                  <a:pt x="1098" y="12404"/>
                  <a:pt x="1090" y="12404"/>
                </a:cubicBezTo>
                <a:cubicBezTo>
                  <a:pt x="1043" y="12404"/>
                  <a:pt x="1020" y="12384"/>
                  <a:pt x="1020" y="12344"/>
                </a:cubicBezTo>
                <a:cubicBezTo>
                  <a:pt x="1020" y="12324"/>
                  <a:pt x="1027" y="12308"/>
                  <a:pt x="1043" y="12297"/>
                </a:cubicBezTo>
                <a:cubicBezTo>
                  <a:pt x="1060" y="12286"/>
                  <a:pt x="1086" y="12275"/>
                  <a:pt x="1122" y="12264"/>
                </a:cubicBezTo>
                <a:lnTo>
                  <a:pt x="1160" y="12252"/>
                </a:lnTo>
                <a:cubicBezTo>
                  <a:pt x="1160" y="12219"/>
                  <a:pt x="1156" y="12197"/>
                  <a:pt x="1148" y="12187"/>
                </a:cubicBezTo>
                <a:cubicBezTo>
                  <a:pt x="1141" y="12176"/>
                  <a:pt x="1130" y="12170"/>
                  <a:pt x="1116" y="12170"/>
                </a:cubicBezTo>
                <a:cubicBezTo>
                  <a:pt x="1101" y="12170"/>
                  <a:pt x="1093" y="12174"/>
                  <a:pt x="1092" y="12182"/>
                </a:cubicBezTo>
                <a:cubicBezTo>
                  <a:pt x="1091" y="12185"/>
                  <a:pt x="1091" y="12187"/>
                  <a:pt x="1091" y="12190"/>
                </a:cubicBezTo>
                <a:cubicBezTo>
                  <a:pt x="1091" y="12192"/>
                  <a:pt x="1092" y="12195"/>
                  <a:pt x="1093" y="12197"/>
                </a:cubicBezTo>
                <a:cubicBezTo>
                  <a:pt x="1093" y="12199"/>
                  <a:pt x="1093" y="12201"/>
                  <a:pt x="1093" y="12204"/>
                </a:cubicBezTo>
                <a:cubicBezTo>
                  <a:pt x="1094" y="12206"/>
                  <a:pt x="1094" y="12208"/>
                  <a:pt x="1094" y="12210"/>
                </a:cubicBezTo>
                <a:cubicBezTo>
                  <a:pt x="1094" y="12216"/>
                  <a:pt x="1090" y="12223"/>
                  <a:pt x="1083" y="12228"/>
                </a:cubicBezTo>
                <a:cubicBezTo>
                  <a:pt x="1077" y="12233"/>
                  <a:pt x="1068" y="12236"/>
                  <a:pt x="1059" y="12236"/>
                </a:cubicBezTo>
                <a:cubicBezTo>
                  <a:pt x="1048" y="12236"/>
                  <a:pt x="1040" y="12233"/>
                  <a:pt x="1036" y="12228"/>
                </a:cubicBezTo>
                <a:cubicBezTo>
                  <a:pt x="1031" y="12223"/>
                  <a:pt x="1030" y="12216"/>
                  <a:pt x="1030" y="12207"/>
                </a:cubicBezTo>
                <a:cubicBezTo>
                  <a:pt x="1030" y="12196"/>
                  <a:pt x="1035" y="12185"/>
                  <a:pt x="1047" y="12175"/>
                </a:cubicBezTo>
                <a:cubicBezTo>
                  <a:pt x="1059" y="12166"/>
                  <a:pt x="1073" y="12158"/>
                  <a:pt x="1089" y="12154"/>
                </a:cubicBezTo>
                <a:cubicBezTo>
                  <a:pt x="1105" y="12149"/>
                  <a:pt x="1120" y="12146"/>
                  <a:pt x="1135" y="12146"/>
                </a:cubicBezTo>
                <a:cubicBezTo>
                  <a:pt x="1200" y="12146"/>
                  <a:pt x="1233" y="12179"/>
                  <a:pt x="1233" y="12244"/>
                </a:cubicBezTo>
                <a:lnTo>
                  <a:pt x="1232" y="12327"/>
                </a:lnTo>
                <a:cubicBezTo>
                  <a:pt x="1232" y="12341"/>
                  <a:pt x="1233" y="12351"/>
                  <a:pt x="1235" y="12357"/>
                </a:cubicBezTo>
                <a:cubicBezTo>
                  <a:pt x="1237" y="12362"/>
                  <a:pt x="1241" y="12364"/>
                  <a:pt x="1247" y="12364"/>
                </a:cubicBezTo>
                <a:cubicBezTo>
                  <a:pt x="1256" y="12364"/>
                  <a:pt x="1264" y="12362"/>
                  <a:pt x="1271" y="12357"/>
                </a:cubicBezTo>
                <a:cubicBezTo>
                  <a:pt x="1278" y="12362"/>
                  <a:pt x="1282" y="12368"/>
                  <a:pt x="1282" y="12373"/>
                </a:cubicBezTo>
                <a:cubicBezTo>
                  <a:pt x="1259" y="12394"/>
                  <a:pt x="1234" y="12405"/>
                  <a:pt x="1207" y="12404"/>
                </a:cubicBezTo>
                <a:cubicBezTo>
                  <a:pt x="1181" y="12405"/>
                  <a:pt x="1166" y="12394"/>
                  <a:pt x="1163" y="12371"/>
                </a:cubicBezTo>
                <a:moveTo>
                  <a:pt x="1160" y="12274"/>
                </a:moveTo>
                <a:lnTo>
                  <a:pt x="1130" y="12284"/>
                </a:lnTo>
                <a:cubicBezTo>
                  <a:pt x="1120" y="12287"/>
                  <a:pt x="1113" y="12291"/>
                  <a:pt x="1106" y="12295"/>
                </a:cubicBezTo>
                <a:cubicBezTo>
                  <a:pt x="1100" y="12299"/>
                  <a:pt x="1096" y="12303"/>
                  <a:pt x="1093" y="12308"/>
                </a:cubicBezTo>
                <a:cubicBezTo>
                  <a:pt x="1091" y="12313"/>
                  <a:pt x="1090" y="12317"/>
                  <a:pt x="1089" y="12321"/>
                </a:cubicBezTo>
                <a:cubicBezTo>
                  <a:pt x="1088" y="12325"/>
                  <a:pt x="1088" y="12330"/>
                  <a:pt x="1088" y="12336"/>
                </a:cubicBezTo>
                <a:cubicBezTo>
                  <a:pt x="1088" y="12346"/>
                  <a:pt x="1090" y="12355"/>
                  <a:pt x="1096" y="12361"/>
                </a:cubicBezTo>
                <a:cubicBezTo>
                  <a:pt x="1101" y="12367"/>
                  <a:pt x="1109" y="12370"/>
                  <a:pt x="1121" y="12370"/>
                </a:cubicBezTo>
                <a:cubicBezTo>
                  <a:pt x="1130" y="12370"/>
                  <a:pt x="1143" y="12364"/>
                  <a:pt x="1160" y="12350"/>
                </a:cubicBezTo>
                <a:lnTo>
                  <a:pt x="1160" y="12274"/>
                </a:lnTo>
                <a:moveTo>
                  <a:pt x="1310" y="12316"/>
                </a:moveTo>
                <a:cubicBezTo>
                  <a:pt x="1318" y="12314"/>
                  <a:pt x="1326" y="12313"/>
                  <a:pt x="1333" y="12314"/>
                </a:cubicBezTo>
                <a:cubicBezTo>
                  <a:pt x="1338" y="12335"/>
                  <a:pt x="1347" y="12352"/>
                  <a:pt x="1359" y="12364"/>
                </a:cubicBezTo>
                <a:cubicBezTo>
                  <a:pt x="1372" y="12377"/>
                  <a:pt x="1384" y="12383"/>
                  <a:pt x="1398" y="12383"/>
                </a:cubicBezTo>
                <a:cubicBezTo>
                  <a:pt x="1406" y="12383"/>
                  <a:pt x="1414" y="12380"/>
                  <a:pt x="1421" y="12375"/>
                </a:cubicBezTo>
                <a:cubicBezTo>
                  <a:pt x="1428" y="12370"/>
                  <a:pt x="1432" y="12363"/>
                  <a:pt x="1432" y="12354"/>
                </a:cubicBezTo>
                <a:cubicBezTo>
                  <a:pt x="1432" y="12333"/>
                  <a:pt x="1422" y="12319"/>
                  <a:pt x="1403" y="12310"/>
                </a:cubicBezTo>
                <a:cubicBezTo>
                  <a:pt x="1376" y="12299"/>
                  <a:pt x="1354" y="12283"/>
                  <a:pt x="1336" y="12263"/>
                </a:cubicBezTo>
                <a:cubicBezTo>
                  <a:pt x="1324" y="12250"/>
                  <a:pt x="1319" y="12235"/>
                  <a:pt x="1319" y="12220"/>
                </a:cubicBezTo>
                <a:cubicBezTo>
                  <a:pt x="1319" y="12203"/>
                  <a:pt x="1325" y="12189"/>
                  <a:pt x="1338" y="12175"/>
                </a:cubicBezTo>
                <a:cubicBezTo>
                  <a:pt x="1357" y="12156"/>
                  <a:pt x="1383" y="12146"/>
                  <a:pt x="1415" y="12146"/>
                </a:cubicBezTo>
                <a:cubicBezTo>
                  <a:pt x="1436" y="12146"/>
                  <a:pt x="1457" y="12150"/>
                  <a:pt x="1479" y="12159"/>
                </a:cubicBezTo>
                <a:cubicBezTo>
                  <a:pt x="1484" y="12177"/>
                  <a:pt x="1486" y="12197"/>
                  <a:pt x="1486" y="12220"/>
                </a:cubicBezTo>
                <a:cubicBezTo>
                  <a:pt x="1481" y="12223"/>
                  <a:pt x="1474" y="12224"/>
                  <a:pt x="1464" y="12223"/>
                </a:cubicBezTo>
                <a:cubicBezTo>
                  <a:pt x="1450" y="12187"/>
                  <a:pt x="1432" y="12170"/>
                  <a:pt x="1410" y="12170"/>
                </a:cubicBezTo>
                <a:cubicBezTo>
                  <a:pt x="1403" y="12170"/>
                  <a:pt x="1396" y="12172"/>
                  <a:pt x="1390" y="12177"/>
                </a:cubicBezTo>
                <a:cubicBezTo>
                  <a:pt x="1385" y="12181"/>
                  <a:pt x="1383" y="12187"/>
                  <a:pt x="1383" y="12194"/>
                </a:cubicBezTo>
                <a:cubicBezTo>
                  <a:pt x="1383" y="12215"/>
                  <a:pt x="1393" y="12230"/>
                  <a:pt x="1414" y="12238"/>
                </a:cubicBezTo>
                <a:cubicBezTo>
                  <a:pt x="1443" y="12251"/>
                  <a:pt x="1465" y="12266"/>
                  <a:pt x="1480" y="12282"/>
                </a:cubicBezTo>
                <a:cubicBezTo>
                  <a:pt x="1492" y="12295"/>
                  <a:pt x="1498" y="12311"/>
                  <a:pt x="1498" y="12331"/>
                </a:cubicBezTo>
                <a:cubicBezTo>
                  <a:pt x="1498" y="12354"/>
                  <a:pt x="1487" y="12372"/>
                  <a:pt x="1467" y="12385"/>
                </a:cubicBezTo>
                <a:cubicBezTo>
                  <a:pt x="1447" y="12398"/>
                  <a:pt x="1424" y="12404"/>
                  <a:pt x="1399" y="12404"/>
                </a:cubicBezTo>
                <a:cubicBezTo>
                  <a:pt x="1370" y="12404"/>
                  <a:pt x="1343" y="12400"/>
                  <a:pt x="1319" y="12392"/>
                </a:cubicBezTo>
                <a:cubicBezTo>
                  <a:pt x="1316" y="12376"/>
                  <a:pt x="1313" y="12351"/>
                  <a:pt x="1310" y="12316"/>
                </a:cubicBezTo>
                <a:moveTo>
                  <a:pt x="1817" y="12323"/>
                </a:moveTo>
                <a:cubicBezTo>
                  <a:pt x="1817" y="12339"/>
                  <a:pt x="1819" y="12351"/>
                  <a:pt x="1824" y="12357"/>
                </a:cubicBezTo>
                <a:cubicBezTo>
                  <a:pt x="1829" y="12362"/>
                  <a:pt x="1839" y="12366"/>
                  <a:pt x="1854" y="12367"/>
                </a:cubicBezTo>
                <a:cubicBezTo>
                  <a:pt x="1856" y="12375"/>
                  <a:pt x="1857" y="12381"/>
                  <a:pt x="1855" y="12386"/>
                </a:cubicBezTo>
                <a:cubicBezTo>
                  <a:pt x="1823" y="12390"/>
                  <a:pt x="1791" y="12396"/>
                  <a:pt x="1760" y="12404"/>
                </a:cubicBezTo>
                <a:cubicBezTo>
                  <a:pt x="1752" y="12404"/>
                  <a:pt x="1748" y="12401"/>
                  <a:pt x="1747" y="12395"/>
                </a:cubicBezTo>
                <a:cubicBezTo>
                  <a:pt x="1746" y="12388"/>
                  <a:pt x="1745" y="12380"/>
                  <a:pt x="1744" y="12370"/>
                </a:cubicBezTo>
                <a:cubicBezTo>
                  <a:pt x="1727" y="12380"/>
                  <a:pt x="1710" y="12388"/>
                  <a:pt x="1691" y="12394"/>
                </a:cubicBezTo>
                <a:cubicBezTo>
                  <a:pt x="1673" y="12401"/>
                  <a:pt x="1659" y="12404"/>
                  <a:pt x="1650" y="12404"/>
                </a:cubicBezTo>
                <a:cubicBezTo>
                  <a:pt x="1601" y="12404"/>
                  <a:pt x="1577" y="12374"/>
                  <a:pt x="1577" y="12314"/>
                </a:cubicBezTo>
                <a:lnTo>
                  <a:pt x="1577" y="12224"/>
                </a:lnTo>
                <a:cubicBezTo>
                  <a:pt x="1577" y="12202"/>
                  <a:pt x="1574" y="12187"/>
                  <a:pt x="1568" y="12181"/>
                </a:cubicBezTo>
                <a:cubicBezTo>
                  <a:pt x="1563" y="12174"/>
                  <a:pt x="1553" y="12170"/>
                  <a:pt x="1538" y="12170"/>
                </a:cubicBezTo>
                <a:cubicBezTo>
                  <a:pt x="1537" y="12168"/>
                  <a:pt x="1536" y="12165"/>
                  <a:pt x="1536" y="12160"/>
                </a:cubicBezTo>
                <a:cubicBezTo>
                  <a:pt x="1536" y="12155"/>
                  <a:pt x="1537" y="12151"/>
                  <a:pt x="1538" y="12150"/>
                </a:cubicBezTo>
                <a:cubicBezTo>
                  <a:pt x="1571" y="12151"/>
                  <a:pt x="1596" y="12151"/>
                  <a:pt x="1614" y="12151"/>
                </a:cubicBezTo>
                <a:cubicBezTo>
                  <a:pt x="1622" y="12151"/>
                  <a:pt x="1633" y="12151"/>
                  <a:pt x="1647" y="12150"/>
                </a:cubicBezTo>
                <a:cubicBezTo>
                  <a:pt x="1650" y="12154"/>
                  <a:pt x="1652" y="12161"/>
                  <a:pt x="1652" y="12170"/>
                </a:cubicBezTo>
                <a:cubicBezTo>
                  <a:pt x="1652" y="12171"/>
                  <a:pt x="1652" y="12176"/>
                  <a:pt x="1651" y="12184"/>
                </a:cubicBezTo>
                <a:lnTo>
                  <a:pt x="1651" y="12224"/>
                </a:lnTo>
                <a:lnTo>
                  <a:pt x="1651" y="12320"/>
                </a:lnTo>
                <a:cubicBezTo>
                  <a:pt x="1651" y="12338"/>
                  <a:pt x="1654" y="12350"/>
                  <a:pt x="1661" y="12355"/>
                </a:cubicBezTo>
                <a:cubicBezTo>
                  <a:pt x="1667" y="12360"/>
                  <a:pt x="1677" y="12363"/>
                  <a:pt x="1691" y="12363"/>
                </a:cubicBezTo>
                <a:cubicBezTo>
                  <a:pt x="1709" y="12363"/>
                  <a:pt x="1727" y="12358"/>
                  <a:pt x="1744" y="12347"/>
                </a:cubicBezTo>
                <a:cubicBezTo>
                  <a:pt x="1743" y="12344"/>
                  <a:pt x="1743" y="12342"/>
                  <a:pt x="1743" y="12339"/>
                </a:cubicBezTo>
                <a:lnTo>
                  <a:pt x="1743" y="12331"/>
                </a:lnTo>
                <a:lnTo>
                  <a:pt x="1743" y="12224"/>
                </a:lnTo>
                <a:cubicBezTo>
                  <a:pt x="1743" y="12201"/>
                  <a:pt x="1740" y="12187"/>
                  <a:pt x="1735" y="12181"/>
                </a:cubicBezTo>
                <a:cubicBezTo>
                  <a:pt x="1731" y="12175"/>
                  <a:pt x="1720" y="12171"/>
                  <a:pt x="1704" y="12170"/>
                </a:cubicBezTo>
                <a:cubicBezTo>
                  <a:pt x="1703" y="12168"/>
                  <a:pt x="1702" y="12165"/>
                  <a:pt x="1702" y="12160"/>
                </a:cubicBezTo>
                <a:cubicBezTo>
                  <a:pt x="1702" y="12155"/>
                  <a:pt x="1703" y="12151"/>
                  <a:pt x="1704" y="12150"/>
                </a:cubicBezTo>
                <a:cubicBezTo>
                  <a:pt x="1737" y="12151"/>
                  <a:pt x="1762" y="12151"/>
                  <a:pt x="1780" y="12151"/>
                </a:cubicBezTo>
                <a:cubicBezTo>
                  <a:pt x="1787" y="12151"/>
                  <a:pt x="1798" y="12151"/>
                  <a:pt x="1812" y="12150"/>
                </a:cubicBezTo>
                <a:cubicBezTo>
                  <a:pt x="1816" y="12154"/>
                  <a:pt x="1818" y="12161"/>
                  <a:pt x="1818" y="12170"/>
                </a:cubicBezTo>
                <a:cubicBezTo>
                  <a:pt x="1818" y="12171"/>
                  <a:pt x="1818" y="12176"/>
                  <a:pt x="1817" y="12184"/>
                </a:cubicBezTo>
                <a:cubicBezTo>
                  <a:pt x="1817" y="12192"/>
                  <a:pt x="1817" y="12206"/>
                  <a:pt x="1817" y="12224"/>
                </a:cubicBezTo>
                <a:lnTo>
                  <a:pt x="1817" y="12323"/>
                </a:lnTo>
                <a:moveTo>
                  <a:pt x="1997" y="12246"/>
                </a:moveTo>
                <a:lnTo>
                  <a:pt x="1997" y="12329"/>
                </a:lnTo>
                <a:cubicBezTo>
                  <a:pt x="1997" y="12352"/>
                  <a:pt x="1999" y="12366"/>
                  <a:pt x="2004" y="12371"/>
                </a:cubicBezTo>
                <a:cubicBezTo>
                  <a:pt x="2008" y="12376"/>
                  <a:pt x="2019" y="12380"/>
                  <a:pt x="2038" y="12380"/>
                </a:cubicBezTo>
                <a:cubicBezTo>
                  <a:pt x="2039" y="12382"/>
                  <a:pt x="2040" y="12385"/>
                  <a:pt x="2040" y="12390"/>
                </a:cubicBezTo>
                <a:cubicBezTo>
                  <a:pt x="2040" y="12396"/>
                  <a:pt x="2039" y="12399"/>
                  <a:pt x="2038" y="12400"/>
                </a:cubicBezTo>
                <a:cubicBezTo>
                  <a:pt x="2005" y="12399"/>
                  <a:pt x="1979" y="12399"/>
                  <a:pt x="1960" y="12399"/>
                </a:cubicBezTo>
                <a:cubicBezTo>
                  <a:pt x="1940" y="12399"/>
                  <a:pt x="1914" y="12399"/>
                  <a:pt x="1881" y="12400"/>
                </a:cubicBezTo>
                <a:cubicBezTo>
                  <a:pt x="1880" y="12399"/>
                  <a:pt x="1879" y="12396"/>
                  <a:pt x="1879" y="12390"/>
                </a:cubicBezTo>
                <a:cubicBezTo>
                  <a:pt x="1879" y="12385"/>
                  <a:pt x="1880" y="12382"/>
                  <a:pt x="1881" y="12380"/>
                </a:cubicBezTo>
                <a:cubicBezTo>
                  <a:pt x="1900" y="12379"/>
                  <a:pt x="1911" y="12376"/>
                  <a:pt x="1916" y="12371"/>
                </a:cubicBezTo>
                <a:cubicBezTo>
                  <a:pt x="1921" y="12366"/>
                  <a:pt x="1923" y="12352"/>
                  <a:pt x="1923" y="12329"/>
                </a:cubicBezTo>
                <a:lnTo>
                  <a:pt x="1923" y="12223"/>
                </a:lnTo>
                <a:cubicBezTo>
                  <a:pt x="1923" y="12207"/>
                  <a:pt x="1921" y="12197"/>
                  <a:pt x="1916" y="12192"/>
                </a:cubicBezTo>
                <a:cubicBezTo>
                  <a:pt x="1911" y="12187"/>
                  <a:pt x="1901" y="12184"/>
                  <a:pt x="1886" y="12182"/>
                </a:cubicBezTo>
                <a:cubicBezTo>
                  <a:pt x="1883" y="12176"/>
                  <a:pt x="1883" y="12170"/>
                  <a:pt x="1885" y="12164"/>
                </a:cubicBezTo>
                <a:cubicBezTo>
                  <a:pt x="1906" y="12162"/>
                  <a:pt x="1938" y="12156"/>
                  <a:pt x="1979" y="12146"/>
                </a:cubicBezTo>
                <a:cubicBezTo>
                  <a:pt x="1987" y="12146"/>
                  <a:pt x="1992" y="12149"/>
                  <a:pt x="1992" y="12155"/>
                </a:cubicBezTo>
                <a:cubicBezTo>
                  <a:pt x="1994" y="12174"/>
                  <a:pt x="1995" y="12189"/>
                  <a:pt x="1996" y="12201"/>
                </a:cubicBezTo>
                <a:lnTo>
                  <a:pt x="1998" y="12201"/>
                </a:lnTo>
                <a:cubicBezTo>
                  <a:pt x="2024" y="12164"/>
                  <a:pt x="2047" y="12146"/>
                  <a:pt x="2067" y="12146"/>
                </a:cubicBezTo>
                <a:cubicBezTo>
                  <a:pt x="2076" y="12146"/>
                  <a:pt x="2085" y="12149"/>
                  <a:pt x="2093" y="12156"/>
                </a:cubicBezTo>
                <a:cubicBezTo>
                  <a:pt x="2101" y="12163"/>
                  <a:pt x="2104" y="12170"/>
                  <a:pt x="2104" y="12177"/>
                </a:cubicBezTo>
                <a:cubicBezTo>
                  <a:pt x="2104" y="12189"/>
                  <a:pt x="2101" y="12199"/>
                  <a:pt x="2094" y="12207"/>
                </a:cubicBezTo>
                <a:cubicBezTo>
                  <a:pt x="2088" y="12215"/>
                  <a:pt x="2080" y="12219"/>
                  <a:pt x="2071" y="12219"/>
                </a:cubicBezTo>
                <a:cubicBezTo>
                  <a:pt x="2059" y="12219"/>
                  <a:pt x="2050" y="12216"/>
                  <a:pt x="2044" y="12210"/>
                </a:cubicBezTo>
                <a:cubicBezTo>
                  <a:pt x="2043" y="12209"/>
                  <a:pt x="2042" y="12208"/>
                  <a:pt x="2041" y="12207"/>
                </a:cubicBezTo>
                <a:cubicBezTo>
                  <a:pt x="2039" y="12205"/>
                  <a:pt x="2039" y="12204"/>
                  <a:pt x="2038" y="12204"/>
                </a:cubicBezTo>
                <a:cubicBezTo>
                  <a:pt x="2037" y="12203"/>
                  <a:pt x="2036" y="12202"/>
                  <a:pt x="2034" y="12201"/>
                </a:cubicBezTo>
                <a:cubicBezTo>
                  <a:pt x="2033" y="12200"/>
                  <a:pt x="2032" y="12200"/>
                  <a:pt x="2031" y="12200"/>
                </a:cubicBezTo>
                <a:cubicBezTo>
                  <a:pt x="2031" y="12199"/>
                  <a:pt x="2030" y="12199"/>
                  <a:pt x="2028" y="12199"/>
                </a:cubicBezTo>
                <a:cubicBezTo>
                  <a:pt x="2023" y="12199"/>
                  <a:pt x="2017" y="12202"/>
                  <a:pt x="2011" y="12208"/>
                </a:cubicBezTo>
                <a:cubicBezTo>
                  <a:pt x="2006" y="12213"/>
                  <a:pt x="2002" y="12218"/>
                  <a:pt x="2000" y="12224"/>
                </a:cubicBezTo>
                <a:cubicBezTo>
                  <a:pt x="1998" y="12229"/>
                  <a:pt x="1997" y="12237"/>
                  <a:pt x="1997" y="12246"/>
                </a:cubicBezTo>
                <a:moveTo>
                  <a:pt x="2284" y="12242"/>
                </a:moveTo>
                <a:cubicBezTo>
                  <a:pt x="2284" y="12242"/>
                  <a:pt x="2285" y="12237"/>
                  <a:pt x="2285" y="12230"/>
                </a:cubicBezTo>
                <a:cubicBezTo>
                  <a:pt x="2285" y="12209"/>
                  <a:pt x="2281" y="12194"/>
                  <a:pt x="2273" y="12184"/>
                </a:cubicBezTo>
                <a:cubicBezTo>
                  <a:pt x="2266" y="12175"/>
                  <a:pt x="2258" y="12170"/>
                  <a:pt x="2249" y="12170"/>
                </a:cubicBezTo>
                <a:cubicBezTo>
                  <a:pt x="2244" y="12170"/>
                  <a:pt x="2239" y="12172"/>
                  <a:pt x="2232" y="12175"/>
                </a:cubicBezTo>
                <a:cubicBezTo>
                  <a:pt x="2227" y="12178"/>
                  <a:pt x="2222" y="12183"/>
                  <a:pt x="2217" y="12189"/>
                </a:cubicBezTo>
                <a:cubicBezTo>
                  <a:pt x="2210" y="12199"/>
                  <a:pt x="2207" y="12217"/>
                  <a:pt x="2206" y="12242"/>
                </a:cubicBezTo>
                <a:lnTo>
                  <a:pt x="2284" y="12242"/>
                </a:lnTo>
                <a:moveTo>
                  <a:pt x="2351" y="12325"/>
                </a:moveTo>
                <a:cubicBezTo>
                  <a:pt x="2356" y="12325"/>
                  <a:pt x="2359" y="12331"/>
                  <a:pt x="2359" y="12343"/>
                </a:cubicBezTo>
                <a:cubicBezTo>
                  <a:pt x="2331" y="12384"/>
                  <a:pt x="2296" y="12404"/>
                  <a:pt x="2252" y="12404"/>
                </a:cubicBezTo>
                <a:cubicBezTo>
                  <a:pt x="2216" y="12404"/>
                  <a:pt x="2187" y="12395"/>
                  <a:pt x="2166" y="12376"/>
                </a:cubicBezTo>
                <a:cubicBezTo>
                  <a:pt x="2141" y="12354"/>
                  <a:pt x="2129" y="12324"/>
                  <a:pt x="2129" y="12286"/>
                </a:cubicBezTo>
                <a:cubicBezTo>
                  <a:pt x="2129" y="12244"/>
                  <a:pt x="2142" y="12211"/>
                  <a:pt x="2168" y="12185"/>
                </a:cubicBezTo>
                <a:cubicBezTo>
                  <a:pt x="2193" y="12159"/>
                  <a:pt x="2222" y="12146"/>
                  <a:pt x="2255" y="12146"/>
                </a:cubicBezTo>
                <a:cubicBezTo>
                  <a:pt x="2275" y="12146"/>
                  <a:pt x="2292" y="12149"/>
                  <a:pt x="2306" y="12154"/>
                </a:cubicBezTo>
                <a:cubicBezTo>
                  <a:pt x="2320" y="12160"/>
                  <a:pt x="2330" y="12168"/>
                  <a:pt x="2337" y="12179"/>
                </a:cubicBezTo>
                <a:cubicBezTo>
                  <a:pt x="2344" y="12189"/>
                  <a:pt x="2349" y="12200"/>
                  <a:pt x="2352" y="12211"/>
                </a:cubicBezTo>
                <a:cubicBezTo>
                  <a:pt x="2356" y="12222"/>
                  <a:pt x="2357" y="12234"/>
                  <a:pt x="2357" y="12247"/>
                </a:cubicBezTo>
                <a:cubicBezTo>
                  <a:pt x="2357" y="12259"/>
                  <a:pt x="2352" y="12265"/>
                  <a:pt x="2341" y="12265"/>
                </a:cubicBezTo>
                <a:lnTo>
                  <a:pt x="2204" y="12265"/>
                </a:lnTo>
                <a:cubicBezTo>
                  <a:pt x="2204" y="12266"/>
                  <a:pt x="2204" y="12267"/>
                  <a:pt x="2203" y="12269"/>
                </a:cubicBezTo>
                <a:lnTo>
                  <a:pt x="2203" y="12274"/>
                </a:lnTo>
                <a:cubicBezTo>
                  <a:pt x="2203" y="12301"/>
                  <a:pt x="2209" y="12322"/>
                  <a:pt x="2222" y="12335"/>
                </a:cubicBezTo>
                <a:cubicBezTo>
                  <a:pt x="2234" y="12349"/>
                  <a:pt x="2252" y="12355"/>
                  <a:pt x="2275" y="12355"/>
                </a:cubicBezTo>
                <a:cubicBezTo>
                  <a:pt x="2306" y="12356"/>
                  <a:pt x="2331" y="12346"/>
                  <a:pt x="2351" y="12325"/>
                </a:cubicBezTo>
                <a:moveTo>
                  <a:pt x="2514" y="12329"/>
                </a:moveTo>
                <a:cubicBezTo>
                  <a:pt x="2514" y="12352"/>
                  <a:pt x="2516" y="12366"/>
                  <a:pt x="2519" y="12371"/>
                </a:cubicBezTo>
                <a:cubicBezTo>
                  <a:pt x="2523" y="12376"/>
                  <a:pt x="2531" y="12380"/>
                  <a:pt x="2544" y="12380"/>
                </a:cubicBezTo>
                <a:cubicBezTo>
                  <a:pt x="2545" y="12382"/>
                  <a:pt x="2545" y="12385"/>
                  <a:pt x="2545" y="12390"/>
                </a:cubicBezTo>
                <a:cubicBezTo>
                  <a:pt x="2546" y="12396"/>
                  <a:pt x="2545" y="12399"/>
                  <a:pt x="2544" y="12400"/>
                </a:cubicBezTo>
                <a:cubicBezTo>
                  <a:pt x="2511" y="12399"/>
                  <a:pt x="2489" y="12399"/>
                  <a:pt x="2477" y="12399"/>
                </a:cubicBezTo>
                <a:cubicBezTo>
                  <a:pt x="2457" y="12399"/>
                  <a:pt x="2431" y="12399"/>
                  <a:pt x="2399" y="12400"/>
                </a:cubicBezTo>
                <a:cubicBezTo>
                  <a:pt x="2397" y="12399"/>
                  <a:pt x="2396" y="12396"/>
                  <a:pt x="2396" y="12390"/>
                </a:cubicBezTo>
                <a:cubicBezTo>
                  <a:pt x="2396" y="12385"/>
                  <a:pt x="2397" y="12382"/>
                  <a:pt x="2399" y="12380"/>
                </a:cubicBezTo>
                <a:cubicBezTo>
                  <a:pt x="2417" y="12379"/>
                  <a:pt x="2429" y="12376"/>
                  <a:pt x="2433" y="12371"/>
                </a:cubicBezTo>
                <a:cubicBezTo>
                  <a:pt x="2438" y="12366"/>
                  <a:pt x="2440" y="12352"/>
                  <a:pt x="2440" y="12329"/>
                </a:cubicBezTo>
                <a:lnTo>
                  <a:pt x="2440" y="12223"/>
                </a:lnTo>
                <a:cubicBezTo>
                  <a:pt x="2440" y="12207"/>
                  <a:pt x="2438" y="12197"/>
                  <a:pt x="2433" y="12192"/>
                </a:cubicBezTo>
                <a:cubicBezTo>
                  <a:pt x="2429" y="12187"/>
                  <a:pt x="2419" y="12184"/>
                  <a:pt x="2403" y="12183"/>
                </a:cubicBezTo>
                <a:cubicBezTo>
                  <a:pt x="2401" y="12176"/>
                  <a:pt x="2400" y="12170"/>
                  <a:pt x="2402" y="12164"/>
                </a:cubicBezTo>
                <a:cubicBezTo>
                  <a:pt x="2434" y="12160"/>
                  <a:pt x="2466" y="12154"/>
                  <a:pt x="2496" y="12146"/>
                </a:cubicBezTo>
                <a:cubicBezTo>
                  <a:pt x="2504" y="12146"/>
                  <a:pt x="2509" y="12149"/>
                  <a:pt x="2509" y="12155"/>
                </a:cubicBezTo>
                <a:cubicBezTo>
                  <a:pt x="2511" y="12164"/>
                  <a:pt x="2512" y="12174"/>
                  <a:pt x="2512" y="12185"/>
                </a:cubicBezTo>
                <a:cubicBezTo>
                  <a:pt x="2533" y="12174"/>
                  <a:pt x="2551" y="12165"/>
                  <a:pt x="2568" y="12157"/>
                </a:cubicBezTo>
                <a:cubicBezTo>
                  <a:pt x="2585" y="12150"/>
                  <a:pt x="2598" y="12146"/>
                  <a:pt x="2607" y="12146"/>
                </a:cubicBezTo>
                <a:cubicBezTo>
                  <a:pt x="2612" y="12146"/>
                  <a:pt x="2616" y="12146"/>
                  <a:pt x="2620" y="12147"/>
                </a:cubicBezTo>
                <a:cubicBezTo>
                  <a:pt x="2625" y="12147"/>
                  <a:pt x="2629" y="12148"/>
                  <a:pt x="2633" y="12150"/>
                </a:cubicBezTo>
                <a:cubicBezTo>
                  <a:pt x="2637" y="12151"/>
                  <a:pt x="2641" y="12152"/>
                  <a:pt x="2644" y="12154"/>
                </a:cubicBezTo>
                <a:cubicBezTo>
                  <a:pt x="2647" y="12156"/>
                  <a:pt x="2650" y="12158"/>
                  <a:pt x="2653" y="12161"/>
                </a:cubicBezTo>
                <a:cubicBezTo>
                  <a:pt x="2656" y="12163"/>
                  <a:pt x="2659" y="12165"/>
                  <a:pt x="2661" y="12168"/>
                </a:cubicBezTo>
                <a:cubicBezTo>
                  <a:pt x="2663" y="12171"/>
                  <a:pt x="2665" y="12174"/>
                  <a:pt x="2667" y="12177"/>
                </a:cubicBezTo>
                <a:cubicBezTo>
                  <a:pt x="2669" y="12180"/>
                  <a:pt x="2671" y="12183"/>
                  <a:pt x="2672" y="12187"/>
                </a:cubicBezTo>
                <a:cubicBezTo>
                  <a:pt x="2691" y="12176"/>
                  <a:pt x="2710" y="12167"/>
                  <a:pt x="2730" y="12158"/>
                </a:cubicBezTo>
                <a:cubicBezTo>
                  <a:pt x="2750" y="12150"/>
                  <a:pt x="2765" y="12146"/>
                  <a:pt x="2775" y="12146"/>
                </a:cubicBezTo>
                <a:cubicBezTo>
                  <a:pt x="2799" y="12146"/>
                  <a:pt x="2817" y="12153"/>
                  <a:pt x="2828" y="12168"/>
                </a:cubicBezTo>
                <a:cubicBezTo>
                  <a:pt x="2840" y="12183"/>
                  <a:pt x="2846" y="12206"/>
                  <a:pt x="2846" y="12237"/>
                </a:cubicBezTo>
                <a:lnTo>
                  <a:pt x="2846" y="12326"/>
                </a:lnTo>
                <a:cubicBezTo>
                  <a:pt x="2846" y="12349"/>
                  <a:pt x="2849" y="12364"/>
                  <a:pt x="2854" y="12371"/>
                </a:cubicBezTo>
                <a:cubicBezTo>
                  <a:pt x="2859" y="12377"/>
                  <a:pt x="2872" y="12380"/>
                  <a:pt x="2890" y="12380"/>
                </a:cubicBezTo>
                <a:cubicBezTo>
                  <a:pt x="2892" y="12382"/>
                  <a:pt x="2893" y="12385"/>
                  <a:pt x="2893" y="12390"/>
                </a:cubicBezTo>
                <a:cubicBezTo>
                  <a:pt x="2893" y="12396"/>
                  <a:pt x="2892" y="12399"/>
                  <a:pt x="2890" y="12400"/>
                </a:cubicBezTo>
                <a:cubicBezTo>
                  <a:pt x="2858" y="12399"/>
                  <a:pt x="2831" y="12399"/>
                  <a:pt x="2809" y="12399"/>
                </a:cubicBezTo>
                <a:cubicBezTo>
                  <a:pt x="2795" y="12399"/>
                  <a:pt x="2772" y="12399"/>
                  <a:pt x="2739" y="12400"/>
                </a:cubicBezTo>
                <a:cubicBezTo>
                  <a:pt x="2738" y="12399"/>
                  <a:pt x="2737" y="12396"/>
                  <a:pt x="2737" y="12390"/>
                </a:cubicBezTo>
                <a:cubicBezTo>
                  <a:pt x="2737" y="12385"/>
                  <a:pt x="2738" y="12382"/>
                  <a:pt x="2739" y="12380"/>
                </a:cubicBezTo>
                <a:cubicBezTo>
                  <a:pt x="2752" y="12380"/>
                  <a:pt x="2761" y="12376"/>
                  <a:pt x="2765" y="12370"/>
                </a:cubicBezTo>
                <a:cubicBezTo>
                  <a:pt x="2770" y="12363"/>
                  <a:pt x="2772" y="12349"/>
                  <a:pt x="2772" y="12326"/>
                </a:cubicBezTo>
                <a:lnTo>
                  <a:pt x="2772" y="12231"/>
                </a:lnTo>
                <a:cubicBezTo>
                  <a:pt x="2772" y="12202"/>
                  <a:pt x="2759" y="12187"/>
                  <a:pt x="2733" y="12187"/>
                </a:cubicBezTo>
                <a:cubicBezTo>
                  <a:pt x="2730" y="12187"/>
                  <a:pt x="2727" y="12188"/>
                  <a:pt x="2723" y="12189"/>
                </a:cubicBezTo>
                <a:cubicBezTo>
                  <a:pt x="2719" y="12190"/>
                  <a:pt x="2715" y="12191"/>
                  <a:pt x="2710" y="12193"/>
                </a:cubicBezTo>
                <a:cubicBezTo>
                  <a:pt x="2705" y="12194"/>
                  <a:pt x="2700" y="12196"/>
                  <a:pt x="2694" y="12198"/>
                </a:cubicBezTo>
                <a:cubicBezTo>
                  <a:pt x="2688" y="12200"/>
                  <a:pt x="2683" y="12203"/>
                  <a:pt x="2679" y="12206"/>
                </a:cubicBezTo>
                <a:cubicBezTo>
                  <a:pt x="2679" y="12209"/>
                  <a:pt x="2679" y="12213"/>
                  <a:pt x="2679" y="12218"/>
                </a:cubicBezTo>
                <a:cubicBezTo>
                  <a:pt x="2680" y="12224"/>
                  <a:pt x="2680" y="12230"/>
                  <a:pt x="2680" y="12237"/>
                </a:cubicBezTo>
                <a:lnTo>
                  <a:pt x="2680" y="12326"/>
                </a:lnTo>
                <a:cubicBezTo>
                  <a:pt x="2680" y="12349"/>
                  <a:pt x="2682" y="12363"/>
                  <a:pt x="2687" y="12370"/>
                </a:cubicBezTo>
                <a:cubicBezTo>
                  <a:pt x="2692" y="12376"/>
                  <a:pt x="2700" y="12380"/>
                  <a:pt x="2713" y="12380"/>
                </a:cubicBezTo>
                <a:cubicBezTo>
                  <a:pt x="2714" y="12382"/>
                  <a:pt x="2715" y="12385"/>
                  <a:pt x="2715" y="12390"/>
                </a:cubicBezTo>
                <a:cubicBezTo>
                  <a:pt x="2715" y="12396"/>
                  <a:pt x="2714" y="12399"/>
                  <a:pt x="2713" y="12400"/>
                </a:cubicBezTo>
                <a:cubicBezTo>
                  <a:pt x="2680" y="12399"/>
                  <a:pt x="2657" y="12399"/>
                  <a:pt x="2643" y="12399"/>
                </a:cubicBezTo>
                <a:cubicBezTo>
                  <a:pt x="2629" y="12399"/>
                  <a:pt x="2605" y="12399"/>
                  <a:pt x="2573" y="12400"/>
                </a:cubicBezTo>
                <a:cubicBezTo>
                  <a:pt x="2572" y="12399"/>
                  <a:pt x="2571" y="12396"/>
                  <a:pt x="2571" y="12390"/>
                </a:cubicBezTo>
                <a:cubicBezTo>
                  <a:pt x="2571" y="12385"/>
                  <a:pt x="2572" y="12382"/>
                  <a:pt x="2573" y="12380"/>
                </a:cubicBezTo>
                <a:cubicBezTo>
                  <a:pt x="2586" y="12380"/>
                  <a:pt x="2595" y="12376"/>
                  <a:pt x="2599" y="12370"/>
                </a:cubicBezTo>
                <a:cubicBezTo>
                  <a:pt x="2604" y="12363"/>
                  <a:pt x="2606" y="12349"/>
                  <a:pt x="2606" y="12326"/>
                </a:cubicBezTo>
                <a:lnTo>
                  <a:pt x="2606" y="12231"/>
                </a:lnTo>
                <a:cubicBezTo>
                  <a:pt x="2606" y="12202"/>
                  <a:pt x="2593" y="12187"/>
                  <a:pt x="2566" y="12187"/>
                </a:cubicBezTo>
                <a:cubicBezTo>
                  <a:pt x="2560" y="12187"/>
                  <a:pt x="2553" y="12189"/>
                  <a:pt x="2543" y="12193"/>
                </a:cubicBezTo>
                <a:cubicBezTo>
                  <a:pt x="2534" y="12196"/>
                  <a:pt x="2524" y="12201"/>
                  <a:pt x="2514" y="12207"/>
                </a:cubicBezTo>
                <a:lnTo>
                  <a:pt x="2514" y="12216"/>
                </a:lnTo>
                <a:lnTo>
                  <a:pt x="2514" y="12329"/>
                </a:lnTo>
                <a:moveTo>
                  <a:pt x="3076" y="12242"/>
                </a:moveTo>
                <a:cubicBezTo>
                  <a:pt x="3076" y="12242"/>
                  <a:pt x="3077" y="12237"/>
                  <a:pt x="3077" y="12230"/>
                </a:cubicBezTo>
                <a:cubicBezTo>
                  <a:pt x="3077" y="12209"/>
                  <a:pt x="3073" y="12194"/>
                  <a:pt x="3065" y="12184"/>
                </a:cubicBezTo>
                <a:cubicBezTo>
                  <a:pt x="3058" y="12175"/>
                  <a:pt x="3050" y="12170"/>
                  <a:pt x="3041" y="12170"/>
                </a:cubicBezTo>
                <a:cubicBezTo>
                  <a:pt x="3036" y="12170"/>
                  <a:pt x="3031" y="12172"/>
                  <a:pt x="3025" y="12175"/>
                </a:cubicBezTo>
                <a:cubicBezTo>
                  <a:pt x="3019" y="12178"/>
                  <a:pt x="3014" y="12183"/>
                  <a:pt x="3009" y="12189"/>
                </a:cubicBezTo>
                <a:cubicBezTo>
                  <a:pt x="3002" y="12199"/>
                  <a:pt x="2999" y="12217"/>
                  <a:pt x="2998" y="12242"/>
                </a:cubicBezTo>
                <a:lnTo>
                  <a:pt x="3076" y="12242"/>
                </a:lnTo>
                <a:moveTo>
                  <a:pt x="3143" y="12325"/>
                </a:moveTo>
                <a:cubicBezTo>
                  <a:pt x="3149" y="12325"/>
                  <a:pt x="3151" y="12331"/>
                  <a:pt x="3151" y="12343"/>
                </a:cubicBezTo>
                <a:cubicBezTo>
                  <a:pt x="3123" y="12384"/>
                  <a:pt x="3088" y="12404"/>
                  <a:pt x="3045" y="12404"/>
                </a:cubicBezTo>
                <a:cubicBezTo>
                  <a:pt x="3008" y="12404"/>
                  <a:pt x="2979" y="12395"/>
                  <a:pt x="2958" y="12376"/>
                </a:cubicBezTo>
                <a:cubicBezTo>
                  <a:pt x="2933" y="12354"/>
                  <a:pt x="2922" y="12324"/>
                  <a:pt x="2922" y="12286"/>
                </a:cubicBezTo>
                <a:cubicBezTo>
                  <a:pt x="2922" y="12244"/>
                  <a:pt x="2934" y="12211"/>
                  <a:pt x="2960" y="12185"/>
                </a:cubicBezTo>
                <a:cubicBezTo>
                  <a:pt x="2986" y="12159"/>
                  <a:pt x="3015" y="12146"/>
                  <a:pt x="3047" y="12146"/>
                </a:cubicBezTo>
                <a:cubicBezTo>
                  <a:pt x="3067" y="12146"/>
                  <a:pt x="3084" y="12149"/>
                  <a:pt x="3098" y="12154"/>
                </a:cubicBezTo>
                <a:cubicBezTo>
                  <a:pt x="3112" y="12160"/>
                  <a:pt x="3122" y="12168"/>
                  <a:pt x="3129" y="12179"/>
                </a:cubicBezTo>
                <a:cubicBezTo>
                  <a:pt x="3136" y="12189"/>
                  <a:pt x="3141" y="12200"/>
                  <a:pt x="3145" y="12211"/>
                </a:cubicBezTo>
                <a:cubicBezTo>
                  <a:pt x="3148" y="12222"/>
                  <a:pt x="3149" y="12234"/>
                  <a:pt x="3149" y="12247"/>
                </a:cubicBezTo>
                <a:cubicBezTo>
                  <a:pt x="3149" y="12259"/>
                  <a:pt x="3144" y="12265"/>
                  <a:pt x="3133" y="12265"/>
                </a:cubicBezTo>
                <a:lnTo>
                  <a:pt x="2996" y="12265"/>
                </a:lnTo>
                <a:cubicBezTo>
                  <a:pt x="2996" y="12266"/>
                  <a:pt x="2996" y="12267"/>
                  <a:pt x="2995" y="12269"/>
                </a:cubicBezTo>
                <a:lnTo>
                  <a:pt x="2995" y="12274"/>
                </a:lnTo>
                <a:cubicBezTo>
                  <a:pt x="2995" y="12301"/>
                  <a:pt x="3002" y="12322"/>
                  <a:pt x="3014" y="12335"/>
                </a:cubicBezTo>
                <a:cubicBezTo>
                  <a:pt x="3027" y="12349"/>
                  <a:pt x="3044" y="12355"/>
                  <a:pt x="3067" y="12355"/>
                </a:cubicBezTo>
                <a:cubicBezTo>
                  <a:pt x="3098" y="12356"/>
                  <a:pt x="3123" y="12346"/>
                  <a:pt x="3143" y="12325"/>
                </a:cubicBezTo>
                <a:moveTo>
                  <a:pt x="3306" y="12329"/>
                </a:moveTo>
                <a:cubicBezTo>
                  <a:pt x="3306" y="12352"/>
                  <a:pt x="3308" y="12366"/>
                  <a:pt x="3311" y="12371"/>
                </a:cubicBezTo>
                <a:cubicBezTo>
                  <a:pt x="3315" y="12376"/>
                  <a:pt x="3323" y="12380"/>
                  <a:pt x="3336" y="12380"/>
                </a:cubicBezTo>
                <a:cubicBezTo>
                  <a:pt x="3337" y="12382"/>
                  <a:pt x="3337" y="12385"/>
                  <a:pt x="3337" y="12390"/>
                </a:cubicBezTo>
                <a:cubicBezTo>
                  <a:pt x="3338" y="12396"/>
                  <a:pt x="3337" y="12399"/>
                  <a:pt x="3336" y="12400"/>
                </a:cubicBezTo>
                <a:cubicBezTo>
                  <a:pt x="3303" y="12399"/>
                  <a:pt x="3281" y="12399"/>
                  <a:pt x="3269" y="12399"/>
                </a:cubicBezTo>
                <a:cubicBezTo>
                  <a:pt x="3249" y="12399"/>
                  <a:pt x="3223" y="12399"/>
                  <a:pt x="3191" y="12400"/>
                </a:cubicBezTo>
                <a:cubicBezTo>
                  <a:pt x="3189" y="12399"/>
                  <a:pt x="3188" y="12396"/>
                  <a:pt x="3188" y="12390"/>
                </a:cubicBezTo>
                <a:cubicBezTo>
                  <a:pt x="3188" y="12385"/>
                  <a:pt x="3189" y="12382"/>
                  <a:pt x="3191" y="12380"/>
                </a:cubicBezTo>
                <a:cubicBezTo>
                  <a:pt x="3209" y="12379"/>
                  <a:pt x="3220" y="12376"/>
                  <a:pt x="3225" y="12371"/>
                </a:cubicBezTo>
                <a:cubicBezTo>
                  <a:pt x="3230" y="12366"/>
                  <a:pt x="3232" y="12352"/>
                  <a:pt x="3232" y="12329"/>
                </a:cubicBezTo>
                <a:lnTo>
                  <a:pt x="3232" y="12223"/>
                </a:lnTo>
                <a:cubicBezTo>
                  <a:pt x="3232" y="12207"/>
                  <a:pt x="3230" y="12197"/>
                  <a:pt x="3225" y="12192"/>
                </a:cubicBezTo>
                <a:cubicBezTo>
                  <a:pt x="3221" y="12187"/>
                  <a:pt x="3211" y="12184"/>
                  <a:pt x="3195" y="12183"/>
                </a:cubicBezTo>
                <a:cubicBezTo>
                  <a:pt x="3192" y="12176"/>
                  <a:pt x="3192" y="12170"/>
                  <a:pt x="3194" y="12164"/>
                </a:cubicBezTo>
                <a:cubicBezTo>
                  <a:pt x="3226" y="12160"/>
                  <a:pt x="3257" y="12154"/>
                  <a:pt x="3288" y="12146"/>
                </a:cubicBezTo>
                <a:cubicBezTo>
                  <a:pt x="3296" y="12146"/>
                  <a:pt x="3301" y="12149"/>
                  <a:pt x="3301" y="12155"/>
                </a:cubicBezTo>
                <a:cubicBezTo>
                  <a:pt x="3303" y="12167"/>
                  <a:pt x="3305" y="12179"/>
                  <a:pt x="3305" y="12192"/>
                </a:cubicBezTo>
                <a:cubicBezTo>
                  <a:pt x="3351" y="12161"/>
                  <a:pt x="3382" y="12146"/>
                  <a:pt x="3400" y="12146"/>
                </a:cubicBezTo>
                <a:cubicBezTo>
                  <a:pt x="3451" y="12146"/>
                  <a:pt x="3476" y="12176"/>
                  <a:pt x="3476" y="12237"/>
                </a:cubicBezTo>
                <a:lnTo>
                  <a:pt x="3476" y="12326"/>
                </a:lnTo>
                <a:cubicBezTo>
                  <a:pt x="3476" y="12349"/>
                  <a:pt x="3479" y="12364"/>
                  <a:pt x="3484" y="12370"/>
                </a:cubicBezTo>
                <a:cubicBezTo>
                  <a:pt x="3490" y="12377"/>
                  <a:pt x="3502" y="12380"/>
                  <a:pt x="3520" y="12380"/>
                </a:cubicBezTo>
                <a:cubicBezTo>
                  <a:pt x="3522" y="12382"/>
                  <a:pt x="3523" y="12385"/>
                  <a:pt x="3523" y="12390"/>
                </a:cubicBezTo>
                <a:cubicBezTo>
                  <a:pt x="3523" y="12396"/>
                  <a:pt x="3522" y="12399"/>
                  <a:pt x="3520" y="12400"/>
                </a:cubicBezTo>
                <a:cubicBezTo>
                  <a:pt x="3487" y="12399"/>
                  <a:pt x="3460" y="12399"/>
                  <a:pt x="3439" y="12399"/>
                </a:cubicBezTo>
                <a:cubicBezTo>
                  <a:pt x="3424" y="12399"/>
                  <a:pt x="3401" y="12399"/>
                  <a:pt x="3369" y="12400"/>
                </a:cubicBezTo>
                <a:cubicBezTo>
                  <a:pt x="3367" y="12399"/>
                  <a:pt x="3367" y="12396"/>
                  <a:pt x="3367" y="12390"/>
                </a:cubicBezTo>
                <a:cubicBezTo>
                  <a:pt x="3367" y="12385"/>
                  <a:pt x="3367" y="12382"/>
                  <a:pt x="3369" y="12380"/>
                </a:cubicBezTo>
                <a:cubicBezTo>
                  <a:pt x="3382" y="12380"/>
                  <a:pt x="3390" y="12376"/>
                  <a:pt x="3395" y="12370"/>
                </a:cubicBezTo>
                <a:cubicBezTo>
                  <a:pt x="3400" y="12363"/>
                  <a:pt x="3402" y="12349"/>
                  <a:pt x="3402" y="12326"/>
                </a:cubicBezTo>
                <a:lnTo>
                  <a:pt x="3402" y="12231"/>
                </a:lnTo>
                <a:cubicBezTo>
                  <a:pt x="3402" y="12202"/>
                  <a:pt x="3389" y="12187"/>
                  <a:pt x="3362" y="12187"/>
                </a:cubicBezTo>
                <a:cubicBezTo>
                  <a:pt x="3351" y="12187"/>
                  <a:pt x="3332" y="12197"/>
                  <a:pt x="3306" y="12214"/>
                </a:cubicBezTo>
                <a:lnTo>
                  <a:pt x="3306" y="12329"/>
                </a:lnTo>
                <a:moveTo>
                  <a:pt x="3563" y="12151"/>
                </a:moveTo>
                <a:lnTo>
                  <a:pt x="3579" y="12151"/>
                </a:lnTo>
                <a:cubicBezTo>
                  <a:pt x="3579" y="12113"/>
                  <a:pt x="3581" y="12091"/>
                  <a:pt x="3586" y="12085"/>
                </a:cubicBezTo>
                <a:cubicBezTo>
                  <a:pt x="3587" y="12084"/>
                  <a:pt x="3589" y="12082"/>
                  <a:pt x="3592" y="12081"/>
                </a:cubicBezTo>
                <a:cubicBezTo>
                  <a:pt x="3595" y="12079"/>
                  <a:pt x="3600" y="12077"/>
                  <a:pt x="3605" y="12076"/>
                </a:cubicBezTo>
                <a:cubicBezTo>
                  <a:pt x="3610" y="12074"/>
                  <a:pt x="3613" y="12073"/>
                  <a:pt x="3616" y="12072"/>
                </a:cubicBezTo>
                <a:cubicBezTo>
                  <a:pt x="3620" y="12071"/>
                  <a:pt x="3627" y="12069"/>
                  <a:pt x="3635" y="12066"/>
                </a:cubicBezTo>
                <a:cubicBezTo>
                  <a:pt x="3643" y="12063"/>
                  <a:pt x="3648" y="12062"/>
                  <a:pt x="3650" y="12062"/>
                </a:cubicBezTo>
                <a:cubicBezTo>
                  <a:pt x="3653" y="12062"/>
                  <a:pt x="3655" y="12064"/>
                  <a:pt x="3655" y="12067"/>
                </a:cubicBezTo>
                <a:cubicBezTo>
                  <a:pt x="3653" y="12086"/>
                  <a:pt x="3652" y="12107"/>
                  <a:pt x="3652" y="12132"/>
                </a:cubicBezTo>
                <a:lnTo>
                  <a:pt x="3651" y="12151"/>
                </a:lnTo>
                <a:lnTo>
                  <a:pt x="3718" y="12151"/>
                </a:lnTo>
                <a:cubicBezTo>
                  <a:pt x="3721" y="12151"/>
                  <a:pt x="3722" y="12152"/>
                  <a:pt x="3722" y="12154"/>
                </a:cubicBezTo>
                <a:lnTo>
                  <a:pt x="3722" y="12172"/>
                </a:lnTo>
                <a:cubicBezTo>
                  <a:pt x="3722" y="12177"/>
                  <a:pt x="3718" y="12180"/>
                  <a:pt x="3709" y="12180"/>
                </a:cubicBezTo>
                <a:lnTo>
                  <a:pt x="3651" y="12180"/>
                </a:lnTo>
                <a:lnTo>
                  <a:pt x="3651" y="12264"/>
                </a:lnTo>
                <a:cubicBezTo>
                  <a:pt x="3651" y="12299"/>
                  <a:pt x="3652" y="12320"/>
                  <a:pt x="3652" y="12327"/>
                </a:cubicBezTo>
                <a:cubicBezTo>
                  <a:pt x="3652" y="12340"/>
                  <a:pt x="3654" y="12350"/>
                  <a:pt x="3659" y="12356"/>
                </a:cubicBezTo>
                <a:cubicBezTo>
                  <a:pt x="3663" y="12362"/>
                  <a:pt x="3669" y="12364"/>
                  <a:pt x="3677" y="12364"/>
                </a:cubicBezTo>
                <a:cubicBezTo>
                  <a:pt x="3692" y="12364"/>
                  <a:pt x="3703" y="12362"/>
                  <a:pt x="3709" y="12357"/>
                </a:cubicBezTo>
                <a:cubicBezTo>
                  <a:pt x="3716" y="12362"/>
                  <a:pt x="3719" y="12368"/>
                  <a:pt x="3719" y="12373"/>
                </a:cubicBezTo>
                <a:cubicBezTo>
                  <a:pt x="3713" y="12381"/>
                  <a:pt x="3702" y="12389"/>
                  <a:pt x="3687" y="12395"/>
                </a:cubicBezTo>
                <a:cubicBezTo>
                  <a:pt x="3672" y="12401"/>
                  <a:pt x="3657" y="12404"/>
                  <a:pt x="3642" y="12404"/>
                </a:cubicBezTo>
                <a:cubicBezTo>
                  <a:pt x="3623" y="12404"/>
                  <a:pt x="3607" y="12399"/>
                  <a:pt x="3595" y="12389"/>
                </a:cubicBezTo>
                <a:cubicBezTo>
                  <a:pt x="3583" y="12379"/>
                  <a:pt x="3578" y="12362"/>
                  <a:pt x="3577" y="12339"/>
                </a:cubicBezTo>
                <a:cubicBezTo>
                  <a:pt x="3577" y="12283"/>
                  <a:pt x="3578" y="12230"/>
                  <a:pt x="3579" y="12180"/>
                </a:cubicBezTo>
                <a:lnTo>
                  <a:pt x="3542" y="12180"/>
                </a:lnTo>
                <a:cubicBezTo>
                  <a:pt x="3540" y="12180"/>
                  <a:pt x="3539" y="12179"/>
                  <a:pt x="3539" y="12177"/>
                </a:cubicBezTo>
                <a:lnTo>
                  <a:pt x="3539" y="12160"/>
                </a:lnTo>
                <a:cubicBezTo>
                  <a:pt x="3546" y="12154"/>
                  <a:pt x="3553" y="12151"/>
                  <a:pt x="3563" y="12151"/>
                </a:cubicBezTo>
                <a:moveTo>
                  <a:pt x="1402" y="12857"/>
                </a:moveTo>
                <a:cubicBezTo>
                  <a:pt x="1404" y="12858"/>
                  <a:pt x="1407" y="12859"/>
                  <a:pt x="1411" y="12860"/>
                </a:cubicBezTo>
                <a:cubicBezTo>
                  <a:pt x="1414" y="12861"/>
                  <a:pt x="1418" y="12862"/>
                  <a:pt x="1422" y="12862"/>
                </a:cubicBezTo>
                <a:cubicBezTo>
                  <a:pt x="1426" y="12863"/>
                  <a:pt x="1431" y="12863"/>
                  <a:pt x="1436" y="12863"/>
                </a:cubicBezTo>
                <a:lnTo>
                  <a:pt x="1546" y="12863"/>
                </a:lnTo>
                <a:lnTo>
                  <a:pt x="1567" y="12863"/>
                </a:lnTo>
                <a:lnTo>
                  <a:pt x="1592" y="12863"/>
                </a:lnTo>
                <a:cubicBezTo>
                  <a:pt x="1600" y="12862"/>
                  <a:pt x="1604" y="12862"/>
                  <a:pt x="1604" y="12862"/>
                </a:cubicBezTo>
                <a:cubicBezTo>
                  <a:pt x="1609" y="12862"/>
                  <a:pt x="1611" y="12864"/>
                  <a:pt x="1611" y="12867"/>
                </a:cubicBezTo>
                <a:cubicBezTo>
                  <a:pt x="1611" y="12869"/>
                  <a:pt x="1608" y="12876"/>
                  <a:pt x="1601" y="12887"/>
                </a:cubicBezTo>
                <a:cubicBezTo>
                  <a:pt x="1580" y="12923"/>
                  <a:pt x="1557" y="12959"/>
                  <a:pt x="1532" y="12996"/>
                </a:cubicBezTo>
                <a:cubicBezTo>
                  <a:pt x="1508" y="13033"/>
                  <a:pt x="1486" y="13064"/>
                  <a:pt x="1467" y="13088"/>
                </a:cubicBezTo>
                <a:lnTo>
                  <a:pt x="1467" y="13090"/>
                </a:lnTo>
                <a:lnTo>
                  <a:pt x="1523" y="13090"/>
                </a:lnTo>
                <a:cubicBezTo>
                  <a:pt x="1537" y="13090"/>
                  <a:pt x="1548" y="13087"/>
                  <a:pt x="1556" y="13081"/>
                </a:cubicBezTo>
                <a:cubicBezTo>
                  <a:pt x="1564" y="13076"/>
                  <a:pt x="1571" y="13065"/>
                  <a:pt x="1579" y="13049"/>
                </a:cubicBezTo>
                <a:lnTo>
                  <a:pt x="1587" y="13033"/>
                </a:lnTo>
                <a:cubicBezTo>
                  <a:pt x="1597" y="13033"/>
                  <a:pt x="1605" y="13034"/>
                  <a:pt x="1609" y="13036"/>
                </a:cubicBezTo>
                <a:cubicBezTo>
                  <a:pt x="1605" y="13065"/>
                  <a:pt x="1599" y="13091"/>
                  <a:pt x="1591" y="13114"/>
                </a:cubicBezTo>
                <a:lnTo>
                  <a:pt x="1391" y="13112"/>
                </a:lnTo>
                <a:cubicBezTo>
                  <a:pt x="1382" y="13112"/>
                  <a:pt x="1378" y="13110"/>
                  <a:pt x="1378" y="13105"/>
                </a:cubicBezTo>
                <a:cubicBezTo>
                  <a:pt x="1378" y="13102"/>
                  <a:pt x="1379" y="13098"/>
                  <a:pt x="1382" y="13094"/>
                </a:cubicBezTo>
                <a:cubicBezTo>
                  <a:pt x="1429" y="13031"/>
                  <a:pt x="1475" y="12962"/>
                  <a:pt x="1521" y="12887"/>
                </a:cubicBezTo>
                <a:lnTo>
                  <a:pt x="1519" y="12885"/>
                </a:lnTo>
                <a:lnTo>
                  <a:pt x="1461" y="12887"/>
                </a:lnTo>
                <a:cubicBezTo>
                  <a:pt x="1440" y="12888"/>
                  <a:pt x="1425" y="12906"/>
                  <a:pt x="1415" y="12942"/>
                </a:cubicBezTo>
                <a:cubicBezTo>
                  <a:pt x="1406" y="12944"/>
                  <a:pt x="1398" y="12944"/>
                  <a:pt x="1391" y="12941"/>
                </a:cubicBezTo>
                <a:cubicBezTo>
                  <a:pt x="1396" y="12909"/>
                  <a:pt x="1398" y="12882"/>
                  <a:pt x="1399" y="12861"/>
                </a:cubicBezTo>
                <a:cubicBezTo>
                  <a:pt x="1399" y="12859"/>
                  <a:pt x="1400" y="12858"/>
                  <a:pt x="1402" y="12858"/>
                </a:cubicBezTo>
                <a:lnTo>
                  <a:pt x="1402" y="12857"/>
                </a:lnTo>
                <a:moveTo>
                  <a:pt x="1726" y="12981"/>
                </a:moveTo>
                <a:cubicBezTo>
                  <a:pt x="1726" y="13007"/>
                  <a:pt x="1731" y="13033"/>
                  <a:pt x="1743" y="13057"/>
                </a:cubicBezTo>
                <a:cubicBezTo>
                  <a:pt x="1754" y="13082"/>
                  <a:pt x="1770" y="13094"/>
                  <a:pt x="1791" y="13094"/>
                </a:cubicBezTo>
                <a:cubicBezTo>
                  <a:pt x="1804" y="13094"/>
                  <a:pt x="1815" y="13087"/>
                  <a:pt x="1824" y="13074"/>
                </a:cubicBezTo>
                <a:cubicBezTo>
                  <a:pt x="1834" y="13060"/>
                  <a:pt x="1839" y="13038"/>
                  <a:pt x="1839" y="13007"/>
                </a:cubicBezTo>
                <a:cubicBezTo>
                  <a:pt x="1839" y="12968"/>
                  <a:pt x="1833" y="12938"/>
                  <a:pt x="1820" y="12916"/>
                </a:cubicBezTo>
                <a:cubicBezTo>
                  <a:pt x="1809" y="12894"/>
                  <a:pt x="1793" y="12883"/>
                  <a:pt x="1774" y="12883"/>
                </a:cubicBezTo>
                <a:cubicBezTo>
                  <a:pt x="1742" y="12883"/>
                  <a:pt x="1726" y="12916"/>
                  <a:pt x="1726" y="12981"/>
                </a:cubicBezTo>
                <a:moveTo>
                  <a:pt x="1677" y="12901"/>
                </a:moveTo>
                <a:cubicBezTo>
                  <a:pt x="1702" y="12872"/>
                  <a:pt x="1737" y="12859"/>
                  <a:pt x="1783" y="12859"/>
                </a:cubicBezTo>
                <a:cubicBezTo>
                  <a:pt x="1824" y="12859"/>
                  <a:pt x="1857" y="12871"/>
                  <a:pt x="1881" y="12896"/>
                </a:cubicBezTo>
                <a:cubicBezTo>
                  <a:pt x="1906" y="12920"/>
                  <a:pt x="1919" y="12951"/>
                  <a:pt x="1919" y="12989"/>
                </a:cubicBezTo>
                <a:cubicBezTo>
                  <a:pt x="1919" y="13030"/>
                  <a:pt x="1906" y="13062"/>
                  <a:pt x="1880" y="13085"/>
                </a:cubicBezTo>
                <a:cubicBezTo>
                  <a:pt x="1855" y="13107"/>
                  <a:pt x="1822" y="13118"/>
                  <a:pt x="1782" y="13117"/>
                </a:cubicBezTo>
                <a:cubicBezTo>
                  <a:pt x="1743" y="13117"/>
                  <a:pt x="1711" y="13106"/>
                  <a:pt x="1685" y="13084"/>
                </a:cubicBezTo>
                <a:cubicBezTo>
                  <a:pt x="1659" y="13061"/>
                  <a:pt x="1647" y="13031"/>
                  <a:pt x="1647" y="12994"/>
                </a:cubicBezTo>
                <a:cubicBezTo>
                  <a:pt x="1647" y="12956"/>
                  <a:pt x="1657" y="12925"/>
                  <a:pt x="1677" y="12901"/>
                </a:cubicBezTo>
                <a:moveTo>
                  <a:pt x="2069" y="13042"/>
                </a:moveTo>
                <a:cubicBezTo>
                  <a:pt x="2069" y="13065"/>
                  <a:pt x="2071" y="13079"/>
                  <a:pt x="2075" y="13084"/>
                </a:cubicBezTo>
                <a:cubicBezTo>
                  <a:pt x="2078" y="13090"/>
                  <a:pt x="2086" y="13093"/>
                  <a:pt x="2099" y="13094"/>
                </a:cubicBezTo>
                <a:cubicBezTo>
                  <a:pt x="2100" y="13095"/>
                  <a:pt x="2101" y="13099"/>
                  <a:pt x="2101" y="13104"/>
                </a:cubicBezTo>
                <a:cubicBezTo>
                  <a:pt x="2101" y="13109"/>
                  <a:pt x="2101" y="13112"/>
                  <a:pt x="2099" y="13113"/>
                </a:cubicBezTo>
                <a:cubicBezTo>
                  <a:pt x="2066" y="13112"/>
                  <a:pt x="2044" y="13112"/>
                  <a:pt x="2032" y="13112"/>
                </a:cubicBezTo>
                <a:cubicBezTo>
                  <a:pt x="2012" y="13112"/>
                  <a:pt x="1986" y="13112"/>
                  <a:pt x="1954" y="13113"/>
                </a:cubicBezTo>
                <a:cubicBezTo>
                  <a:pt x="1952" y="13112"/>
                  <a:pt x="1952" y="13109"/>
                  <a:pt x="1952" y="13104"/>
                </a:cubicBezTo>
                <a:cubicBezTo>
                  <a:pt x="1952" y="13099"/>
                  <a:pt x="1952" y="13095"/>
                  <a:pt x="1954" y="13094"/>
                </a:cubicBezTo>
                <a:cubicBezTo>
                  <a:pt x="1972" y="13092"/>
                  <a:pt x="1984" y="13089"/>
                  <a:pt x="1989" y="13084"/>
                </a:cubicBezTo>
                <a:cubicBezTo>
                  <a:pt x="1993" y="13079"/>
                  <a:pt x="1995" y="13065"/>
                  <a:pt x="1995" y="13042"/>
                </a:cubicBezTo>
                <a:lnTo>
                  <a:pt x="1995" y="12936"/>
                </a:lnTo>
                <a:cubicBezTo>
                  <a:pt x="1995" y="12920"/>
                  <a:pt x="1993" y="12910"/>
                  <a:pt x="1989" y="12905"/>
                </a:cubicBezTo>
                <a:cubicBezTo>
                  <a:pt x="1984" y="12901"/>
                  <a:pt x="1974" y="12897"/>
                  <a:pt x="1959" y="12896"/>
                </a:cubicBezTo>
                <a:cubicBezTo>
                  <a:pt x="1956" y="12889"/>
                  <a:pt x="1955" y="12883"/>
                  <a:pt x="1957" y="12877"/>
                </a:cubicBezTo>
                <a:cubicBezTo>
                  <a:pt x="1989" y="12873"/>
                  <a:pt x="2021" y="12867"/>
                  <a:pt x="2052" y="12859"/>
                </a:cubicBezTo>
                <a:cubicBezTo>
                  <a:pt x="2060" y="12859"/>
                  <a:pt x="2064" y="12862"/>
                  <a:pt x="2065" y="12868"/>
                </a:cubicBezTo>
                <a:cubicBezTo>
                  <a:pt x="2067" y="12880"/>
                  <a:pt x="2068" y="12892"/>
                  <a:pt x="2068" y="12905"/>
                </a:cubicBezTo>
                <a:cubicBezTo>
                  <a:pt x="2114" y="12874"/>
                  <a:pt x="2146" y="12859"/>
                  <a:pt x="2164" y="12859"/>
                </a:cubicBezTo>
                <a:cubicBezTo>
                  <a:pt x="2214" y="12859"/>
                  <a:pt x="2239" y="12889"/>
                  <a:pt x="2239" y="12950"/>
                </a:cubicBezTo>
                <a:lnTo>
                  <a:pt x="2239" y="13039"/>
                </a:lnTo>
                <a:cubicBezTo>
                  <a:pt x="2239" y="13062"/>
                  <a:pt x="2242" y="13077"/>
                  <a:pt x="2248" y="13084"/>
                </a:cubicBezTo>
                <a:cubicBezTo>
                  <a:pt x="2253" y="13090"/>
                  <a:pt x="2265" y="13093"/>
                  <a:pt x="2283" y="13094"/>
                </a:cubicBezTo>
                <a:cubicBezTo>
                  <a:pt x="2285" y="13095"/>
                  <a:pt x="2286" y="13099"/>
                  <a:pt x="2286" y="13104"/>
                </a:cubicBezTo>
                <a:cubicBezTo>
                  <a:pt x="2286" y="13109"/>
                  <a:pt x="2285" y="13112"/>
                  <a:pt x="2283" y="13113"/>
                </a:cubicBezTo>
                <a:cubicBezTo>
                  <a:pt x="2251" y="13112"/>
                  <a:pt x="2224" y="13112"/>
                  <a:pt x="2202" y="13112"/>
                </a:cubicBezTo>
                <a:cubicBezTo>
                  <a:pt x="2188" y="13112"/>
                  <a:pt x="2165" y="13112"/>
                  <a:pt x="2132" y="13113"/>
                </a:cubicBezTo>
                <a:cubicBezTo>
                  <a:pt x="2131" y="13112"/>
                  <a:pt x="2130" y="13109"/>
                  <a:pt x="2130" y="13104"/>
                </a:cubicBezTo>
                <a:cubicBezTo>
                  <a:pt x="2130" y="13099"/>
                  <a:pt x="2131" y="13095"/>
                  <a:pt x="2132" y="13094"/>
                </a:cubicBezTo>
                <a:cubicBezTo>
                  <a:pt x="2145" y="13093"/>
                  <a:pt x="2154" y="13090"/>
                  <a:pt x="2158" y="13083"/>
                </a:cubicBezTo>
                <a:cubicBezTo>
                  <a:pt x="2163" y="13076"/>
                  <a:pt x="2165" y="13062"/>
                  <a:pt x="2165" y="13039"/>
                </a:cubicBezTo>
                <a:lnTo>
                  <a:pt x="2165" y="12944"/>
                </a:lnTo>
                <a:cubicBezTo>
                  <a:pt x="2165" y="12915"/>
                  <a:pt x="2152" y="12901"/>
                  <a:pt x="2125" y="12901"/>
                </a:cubicBezTo>
                <a:cubicBezTo>
                  <a:pt x="2114" y="12901"/>
                  <a:pt x="2095" y="12910"/>
                  <a:pt x="2069" y="12927"/>
                </a:cubicBezTo>
                <a:lnTo>
                  <a:pt x="2069" y="13042"/>
                </a:lnTo>
                <a:moveTo>
                  <a:pt x="2466" y="12955"/>
                </a:moveTo>
                <a:cubicBezTo>
                  <a:pt x="2467" y="12955"/>
                  <a:pt x="2467" y="12951"/>
                  <a:pt x="2467" y="12943"/>
                </a:cubicBezTo>
                <a:cubicBezTo>
                  <a:pt x="2467" y="12922"/>
                  <a:pt x="2463" y="12907"/>
                  <a:pt x="2456" y="12897"/>
                </a:cubicBezTo>
                <a:cubicBezTo>
                  <a:pt x="2448" y="12888"/>
                  <a:pt x="2440" y="12883"/>
                  <a:pt x="2431" y="12883"/>
                </a:cubicBezTo>
                <a:cubicBezTo>
                  <a:pt x="2426" y="12883"/>
                  <a:pt x="2421" y="12885"/>
                  <a:pt x="2415" y="12888"/>
                </a:cubicBezTo>
                <a:cubicBezTo>
                  <a:pt x="2409" y="12891"/>
                  <a:pt x="2404" y="12896"/>
                  <a:pt x="2400" y="12902"/>
                </a:cubicBezTo>
                <a:cubicBezTo>
                  <a:pt x="2393" y="12912"/>
                  <a:pt x="2389" y="12930"/>
                  <a:pt x="2389" y="12955"/>
                </a:cubicBezTo>
                <a:lnTo>
                  <a:pt x="2466" y="12955"/>
                </a:lnTo>
                <a:moveTo>
                  <a:pt x="2533" y="13038"/>
                </a:moveTo>
                <a:cubicBezTo>
                  <a:pt x="2539" y="13038"/>
                  <a:pt x="2542" y="13044"/>
                  <a:pt x="2542" y="13056"/>
                </a:cubicBezTo>
                <a:cubicBezTo>
                  <a:pt x="2514" y="13097"/>
                  <a:pt x="2478" y="13117"/>
                  <a:pt x="2435" y="13117"/>
                </a:cubicBezTo>
                <a:cubicBezTo>
                  <a:pt x="2398" y="13117"/>
                  <a:pt x="2369" y="13108"/>
                  <a:pt x="2348" y="13089"/>
                </a:cubicBezTo>
                <a:cubicBezTo>
                  <a:pt x="2324" y="13067"/>
                  <a:pt x="2312" y="13037"/>
                  <a:pt x="2312" y="12999"/>
                </a:cubicBezTo>
                <a:cubicBezTo>
                  <a:pt x="2312" y="12957"/>
                  <a:pt x="2325" y="12924"/>
                  <a:pt x="2350" y="12898"/>
                </a:cubicBezTo>
                <a:cubicBezTo>
                  <a:pt x="2376" y="12872"/>
                  <a:pt x="2405" y="12859"/>
                  <a:pt x="2437" y="12859"/>
                </a:cubicBezTo>
                <a:cubicBezTo>
                  <a:pt x="2457" y="12859"/>
                  <a:pt x="2474" y="12862"/>
                  <a:pt x="2488" y="12867"/>
                </a:cubicBezTo>
                <a:cubicBezTo>
                  <a:pt x="2502" y="12873"/>
                  <a:pt x="2513" y="12881"/>
                  <a:pt x="2520" y="12892"/>
                </a:cubicBezTo>
                <a:cubicBezTo>
                  <a:pt x="2527" y="12902"/>
                  <a:pt x="2532" y="12913"/>
                  <a:pt x="2535" y="12924"/>
                </a:cubicBezTo>
                <a:cubicBezTo>
                  <a:pt x="2538" y="12935"/>
                  <a:pt x="2540" y="12947"/>
                  <a:pt x="2540" y="12961"/>
                </a:cubicBezTo>
                <a:cubicBezTo>
                  <a:pt x="2540" y="12972"/>
                  <a:pt x="2534" y="12978"/>
                  <a:pt x="2523" y="12978"/>
                </a:cubicBezTo>
                <a:lnTo>
                  <a:pt x="2386" y="12978"/>
                </a:lnTo>
                <a:cubicBezTo>
                  <a:pt x="2386" y="12979"/>
                  <a:pt x="2386" y="12980"/>
                  <a:pt x="2386" y="12982"/>
                </a:cubicBezTo>
                <a:lnTo>
                  <a:pt x="2386" y="12987"/>
                </a:lnTo>
                <a:cubicBezTo>
                  <a:pt x="2386" y="13014"/>
                  <a:pt x="2392" y="13035"/>
                  <a:pt x="2404" y="13048"/>
                </a:cubicBezTo>
                <a:cubicBezTo>
                  <a:pt x="2417" y="13062"/>
                  <a:pt x="2435" y="13068"/>
                  <a:pt x="2457" y="13068"/>
                </a:cubicBezTo>
                <a:cubicBezTo>
                  <a:pt x="2488" y="13069"/>
                  <a:pt x="2514" y="13059"/>
                  <a:pt x="2533" y="1303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3014640" y="456120"/>
            <a:ext cx="3016080" cy="4929840"/>
          </a:xfrm>
          <a:custGeom>
            <a:avLst/>
            <a:gdLst/>
            <a:ahLst/>
            <a:rect l="0" t="0" r="r" b="b"/>
            <a:pathLst>
              <a:path w="8378" h="13694">
                <a:moveTo>
                  <a:pt x="690" y="0"/>
                </a:moveTo>
                <a:lnTo>
                  <a:pt x="7688" y="0"/>
                </a:lnTo>
                <a:cubicBezTo>
                  <a:pt x="8071" y="0"/>
                  <a:pt x="8378" y="220"/>
                  <a:pt x="8378" y="494"/>
                </a:cubicBezTo>
                <a:lnTo>
                  <a:pt x="8378" y="13201"/>
                </a:lnTo>
                <a:cubicBezTo>
                  <a:pt x="8378" y="13474"/>
                  <a:pt x="8071" y="13694"/>
                  <a:pt x="7688" y="13694"/>
                </a:cubicBezTo>
                <a:lnTo>
                  <a:pt x="690" y="13694"/>
                </a:lnTo>
                <a:cubicBezTo>
                  <a:pt x="308" y="13694"/>
                  <a:pt x="0" y="13474"/>
                  <a:pt x="0" y="13201"/>
                </a:cubicBezTo>
                <a:lnTo>
                  <a:pt x="0" y="494"/>
                </a:lnTo>
                <a:cubicBezTo>
                  <a:pt x="0" y="220"/>
                  <a:pt x="308" y="0"/>
                  <a:pt x="690" y="0"/>
                </a:cubicBezTo>
                <a:close/>
              </a:path>
            </a:pathLst>
          </a:custGeom>
          <a:solidFill>
            <a:srgbClr val="fff2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3103200" y="531000"/>
            <a:ext cx="2841480" cy="1542960"/>
          </a:xfrm>
          <a:custGeom>
            <a:avLst/>
            <a:gdLst/>
            <a:ahLst/>
            <a:rect l="0" t="0" r="r" b="b"/>
            <a:pathLst>
              <a:path w="7893" h="4286">
                <a:moveTo>
                  <a:pt x="157" y="0"/>
                </a:moveTo>
                <a:lnTo>
                  <a:pt x="7737" y="0"/>
                </a:lnTo>
                <a:cubicBezTo>
                  <a:pt x="7824" y="0"/>
                  <a:pt x="7893" y="83"/>
                  <a:pt x="7893" y="187"/>
                </a:cubicBezTo>
                <a:lnTo>
                  <a:pt x="7893" y="4099"/>
                </a:lnTo>
                <a:cubicBezTo>
                  <a:pt x="7893" y="4203"/>
                  <a:pt x="7824" y="4286"/>
                  <a:pt x="7737" y="4286"/>
                </a:cubicBezTo>
                <a:lnTo>
                  <a:pt x="157" y="4286"/>
                </a:lnTo>
                <a:cubicBezTo>
                  <a:pt x="70" y="4286"/>
                  <a:pt x="0" y="4203"/>
                  <a:pt x="0" y="4099"/>
                </a:cubicBezTo>
                <a:lnTo>
                  <a:pt x="0" y="187"/>
                </a:lnTo>
                <a:cubicBezTo>
                  <a:pt x="0" y="83"/>
                  <a:pt x="70" y="0"/>
                  <a:pt x="157" y="0"/>
                </a:cubicBezTo>
                <a:close/>
              </a:path>
            </a:pathLst>
          </a:custGeom>
          <a:solidFill>
            <a:srgbClr val="d5e8d4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103200" y="531000"/>
            <a:ext cx="2841480" cy="1542960"/>
          </a:xfrm>
          <a:custGeom>
            <a:avLst/>
            <a:gdLst/>
            <a:ahLst/>
            <a:rect l="0" t="0" r="r" b="b"/>
            <a:pathLst>
              <a:path w="7893" h="4286">
                <a:moveTo>
                  <a:pt x="157" y="0"/>
                </a:moveTo>
                <a:lnTo>
                  <a:pt x="7737" y="0"/>
                </a:lnTo>
                <a:cubicBezTo>
                  <a:pt x="7824" y="0"/>
                  <a:pt x="7893" y="83"/>
                  <a:pt x="7893" y="187"/>
                </a:cubicBezTo>
                <a:lnTo>
                  <a:pt x="7893" y="4099"/>
                </a:lnTo>
                <a:cubicBezTo>
                  <a:pt x="7893" y="4203"/>
                  <a:pt x="7824" y="4286"/>
                  <a:pt x="7737" y="4286"/>
                </a:cubicBezTo>
                <a:lnTo>
                  <a:pt x="157" y="4286"/>
                </a:lnTo>
                <a:cubicBezTo>
                  <a:pt x="70" y="4286"/>
                  <a:pt x="0" y="4203"/>
                  <a:pt x="0" y="4099"/>
                </a:cubicBezTo>
                <a:lnTo>
                  <a:pt x="0" y="187"/>
                </a:lnTo>
                <a:cubicBezTo>
                  <a:pt x="0" y="83"/>
                  <a:pt x="70" y="0"/>
                  <a:pt x="157" y="0"/>
                </a:cubicBezTo>
                <a:close/>
              </a:path>
            </a:pathLst>
          </a:custGeom>
          <a:noFill/>
          <a:ln cap="rnd" w="32760">
            <a:solidFill>
              <a:srgbClr val="82b366"/>
            </a:solidFill>
            <a:round/>
          </a:ln>
        </p:spPr>
        <p:txBody>
          <a:bodyPr lIns="106200" rIns="106200" tIns="61200" bIns="61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 flipV="1">
            <a:off x="5416200" y="475200"/>
            <a:ext cx="0" cy="1598760"/>
          </a:xfrm>
          <a:prstGeom prst="line">
            <a:avLst/>
          </a:prstGeom>
          <a:ln cap="rnd" w="37800">
            <a:solidFill>
              <a:srgbClr val="6c8e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 flipH="1">
            <a:off x="3138840" y="1879200"/>
            <a:ext cx="2938320" cy="0"/>
          </a:xfrm>
          <a:prstGeom prst="line">
            <a:avLst/>
          </a:prstGeom>
          <a:ln cap="rnd" w="35640">
            <a:solidFill>
              <a:srgbClr val="6c8e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7640" rIns="107640" tIns="-62640" bIns="-62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 flipV="1">
            <a:off x="4697280" y="474480"/>
            <a:ext cx="0" cy="1569240"/>
          </a:xfrm>
          <a:prstGeom prst="line">
            <a:avLst/>
          </a:prstGeom>
          <a:ln cap="rnd" w="37800">
            <a:solidFill>
              <a:srgbClr val="6c8e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 flipV="1">
            <a:off x="4336920" y="474480"/>
            <a:ext cx="0" cy="1553760"/>
          </a:xfrm>
          <a:prstGeom prst="line">
            <a:avLst/>
          </a:prstGeom>
          <a:ln cap="rnd" w="37800">
            <a:solidFill>
              <a:srgbClr val="6c8e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235760" y="142272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103200" y="2784600"/>
            <a:ext cx="2836080" cy="1274760"/>
          </a:xfrm>
          <a:custGeom>
            <a:avLst/>
            <a:gdLst/>
            <a:ahLst/>
            <a:rect l="0" t="0" r="r" b="b"/>
            <a:pathLst>
              <a:path w="7878" h="3541">
                <a:moveTo>
                  <a:pt x="183" y="0"/>
                </a:moveTo>
                <a:lnTo>
                  <a:pt x="7695" y="0"/>
                </a:lnTo>
                <a:cubicBezTo>
                  <a:pt x="7796" y="0"/>
                  <a:pt x="7878" y="84"/>
                  <a:pt x="7878" y="186"/>
                </a:cubicBezTo>
                <a:lnTo>
                  <a:pt x="7878" y="3355"/>
                </a:lnTo>
                <a:cubicBezTo>
                  <a:pt x="7878" y="3458"/>
                  <a:pt x="7796" y="3541"/>
                  <a:pt x="7695" y="3541"/>
                </a:cubicBezTo>
                <a:lnTo>
                  <a:pt x="183" y="3541"/>
                </a:lnTo>
                <a:cubicBezTo>
                  <a:pt x="82" y="3541"/>
                  <a:pt x="0" y="3458"/>
                  <a:pt x="0" y="3355"/>
                </a:cubicBezTo>
                <a:lnTo>
                  <a:pt x="0" y="186"/>
                </a:lnTo>
                <a:cubicBezTo>
                  <a:pt x="0" y="84"/>
                  <a:pt x="82" y="0"/>
                  <a:pt x="183" y="0"/>
                </a:cubicBezTo>
                <a:close/>
              </a:path>
            </a:pathLst>
          </a:custGeom>
          <a:solidFill>
            <a:srgbClr val="f8cecc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3103200" y="2784600"/>
            <a:ext cx="2836080" cy="1274760"/>
          </a:xfrm>
          <a:custGeom>
            <a:avLst/>
            <a:gdLst/>
            <a:ahLst/>
            <a:rect l="0" t="0" r="r" b="b"/>
            <a:pathLst>
              <a:path w="7878" h="3541">
                <a:moveTo>
                  <a:pt x="183" y="0"/>
                </a:moveTo>
                <a:lnTo>
                  <a:pt x="7695" y="0"/>
                </a:lnTo>
                <a:cubicBezTo>
                  <a:pt x="7796" y="0"/>
                  <a:pt x="7878" y="84"/>
                  <a:pt x="7878" y="186"/>
                </a:cubicBezTo>
                <a:lnTo>
                  <a:pt x="7878" y="3355"/>
                </a:lnTo>
                <a:cubicBezTo>
                  <a:pt x="7878" y="3458"/>
                  <a:pt x="7796" y="3541"/>
                  <a:pt x="7695" y="3541"/>
                </a:cubicBezTo>
                <a:lnTo>
                  <a:pt x="183" y="3541"/>
                </a:lnTo>
                <a:cubicBezTo>
                  <a:pt x="82" y="3541"/>
                  <a:pt x="0" y="3458"/>
                  <a:pt x="0" y="3355"/>
                </a:cubicBezTo>
                <a:lnTo>
                  <a:pt x="0" y="186"/>
                </a:lnTo>
                <a:cubicBezTo>
                  <a:pt x="0" y="84"/>
                  <a:pt x="82" y="0"/>
                  <a:pt x="183" y="0"/>
                </a:cubicBezTo>
                <a:close/>
              </a:path>
            </a:pathLst>
          </a:custGeom>
          <a:noFill/>
          <a:ln cap="rnd" w="32760">
            <a:solidFill>
              <a:srgbClr val="b85450"/>
            </a:solidFill>
            <a:round/>
          </a:ln>
        </p:spPr>
        <p:txBody>
          <a:bodyPr lIns="106200" rIns="106200" tIns="61200" bIns="61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3103200" y="4696920"/>
            <a:ext cx="2829600" cy="596520"/>
          </a:xfrm>
          <a:custGeom>
            <a:avLst/>
            <a:gdLst/>
            <a:ahLst/>
            <a:rect l="0" t="0" r="r" b="b"/>
            <a:pathLst>
              <a:path w="7860" h="1657">
                <a:moveTo>
                  <a:pt x="183" y="0"/>
                </a:moveTo>
                <a:lnTo>
                  <a:pt x="7677" y="0"/>
                </a:lnTo>
                <a:cubicBezTo>
                  <a:pt x="7778" y="0"/>
                  <a:pt x="7860" y="83"/>
                  <a:pt x="7860" y="186"/>
                </a:cubicBezTo>
                <a:lnTo>
                  <a:pt x="7860" y="1471"/>
                </a:lnTo>
                <a:cubicBezTo>
                  <a:pt x="7860" y="1574"/>
                  <a:pt x="7778" y="1657"/>
                  <a:pt x="7677" y="1657"/>
                </a:cubicBezTo>
                <a:lnTo>
                  <a:pt x="183" y="1657"/>
                </a:lnTo>
                <a:cubicBezTo>
                  <a:pt x="82" y="1657"/>
                  <a:pt x="0" y="1574"/>
                  <a:pt x="0" y="1471"/>
                </a:cubicBezTo>
                <a:lnTo>
                  <a:pt x="0" y="186"/>
                </a:lnTo>
                <a:cubicBezTo>
                  <a:pt x="0" y="83"/>
                  <a:pt x="82" y="0"/>
                  <a:pt x="183" y="0"/>
                </a:cubicBezTo>
                <a:close/>
              </a:path>
            </a:pathLst>
          </a:custGeom>
          <a:solidFill>
            <a:srgbClr val="e1d5e7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103200" y="4696920"/>
            <a:ext cx="2829600" cy="596520"/>
          </a:xfrm>
          <a:custGeom>
            <a:avLst/>
            <a:gdLst/>
            <a:ahLst/>
            <a:rect l="0" t="0" r="r" b="b"/>
            <a:pathLst>
              <a:path w="7860" h="1657">
                <a:moveTo>
                  <a:pt x="183" y="0"/>
                </a:moveTo>
                <a:lnTo>
                  <a:pt x="7677" y="0"/>
                </a:lnTo>
                <a:cubicBezTo>
                  <a:pt x="7778" y="0"/>
                  <a:pt x="7860" y="83"/>
                  <a:pt x="7860" y="186"/>
                </a:cubicBezTo>
                <a:lnTo>
                  <a:pt x="7860" y="1471"/>
                </a:lnTo>
                <a:cubicBezTo>
                  <a:pt x="7860" y="1574"/>
                  <a:pt x="7778" y="1657"/>
                  <a:pt x="7677" y="1657"/>
                </a:cubicBezTo>
                <a:lnTo>
                  <a:pt x="183" y="1657"/>
                </a:lnTo>
                <a:cubicBezTo>
                  <a:pt x="82" y="1657"/>
                  <a:pt x="0" y="1574"/>
                  <a:pt x="0" y="1471"/>
                </a:cubicBezTo>
                <a:lnTo>
                  <a:pt x="0" y="186"/>
                </a:lnTo>
                <a:cubicBezTo>
                  <a:pt x="0" y="83"/>
                  <a:pt x="82" y="0"/>
                  <a:pt x="183" y="0"/>
                </a:cubicBezTo>
                <a:close/>
              </a:path>
            </a:pathLst>
          </a:custGeom>
          <a:noFill/>
          <a:ln cap="rnd" w="32400">
            <a:solidFill>
              <a:srgbClr val="9673a6"/>
            </a:solidFill>
            <a:round/>
          </a:ln>
        </p:spPr>
        <p:txBody>
          <a:bodyPr lIns="106200" rIns="106200" tIns="61200" bIns="61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3171600" y="290700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291" y="582"/>
                </a:move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ubicBezTo>
                  <a:pt x="582" y="452"/>
                  <a:pt x="452" y="582"/>
                  <a:pt x="291" y="58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3171600" y="290700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431520" y="2907000"/>
            <a:ext cx="209880" cy="209520"/>
          </a:xfrm>
          <a:custGeom>
            <a:avLst/>
            <a:gdLst/>
            <a:ahLst/>
            <a:rect l="0" t="0" r="r" b="b"/>
            <a:pathLst>
              <a:path w="583" h="582">
                <a:moveTo>
                  <a:pt x="291" y="582"/>
                </a:moveTo>
                <a:cubicBezTo>
                  <a:pt x="131" y="582"/>
                  <a:pt x="0" y="452"/>
                  <a:pt x="0" y="291"/>
                </a:cubicBezTo>
                <a:cubicBezTo>
                  <a:pt x="0" y="130"/>
                  <a:pt x="131" y="0"/>
                  <a:pt x="291" y="0"/>
                </a:cubicBezTo>
                <a:cubicBezTo>
                  <a:pt x="452" y="0"/>
                  <a:pt x="583" y="130"/>
                  <a:pt x="583" y="291"/>
                </a:cubicBezTo>
                <a:cubicBezTo>
                  <a:pt x="583" y="452"/>
                  <a:pt x="452" y="582"/>
                  <a:pt x="291" y="58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431520" y="2907000"/>
            <a:ext cx="209880" cy="209520"/>
          </a:xfrm>
          <a:custGeom>
            <a:avLst/>
            <a:gdLst/>
            <a:ahLst/>
            <a:rect l="0" t="0" r="r" b="b"/>
            <a:pathLst>
              <a:path w="583" h="582">
                <a:moveTo>
                  <a:pt x="583" y="291"/>
                </a:moveTo>
                <a:cubicBezTo>
                  <a:pt x="583" y="452"/>
                  <a:pt x="452" y="582"/>
                  <a:pt x="291" y="582"/>
                </a:cubicBezTo>
                <a:cubicBezTo>
                  <a:pt x="131" y="582"/>
                  <a:pt x="0" y="452"/>
                  <a:pt x="0" y="291"/>
                </a:cubicBezTo>
                <a:cubicBezTo>
                  <a:pt x="0" y="130"/>
                  <a:pt x="131" y="0"/>
                  <a:pt x="291" y="0"/>
                </a:cubicBezTo>
                <a:cubicBezTo>
                  <a:pt x="452" y="0"/>
                  <a:pt x="583" y="130"/>
                  <a:pt x="583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145320" y="6364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145320" y="6364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153600" y="102132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1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1" y="0"/>
                  <a:pt x="582" y="130"/>
                  <a:pt x="582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153600" y="102132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1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1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157920" y="141876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291" y="582"/>
                </a:move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ubicBezTo>
                  <a:pt x="582" y="452"/>
                  <a:pt x="452" y="582"/>
                  <a:pt x="291" y="58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157920" y="141876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154320" y="17726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1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1" y="0"/>
                  <a:pt x="582" y="130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513240" y="63792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292" y="583"/>
                </a:move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2" y="0"/>
                </a:cubicBezTo>
                <a:cubicBezTo>
                  <a:pt x="452" y="0"/>
                  <a:pt x="583" y="131"/>
                  <a:pt x="583" y="292"/>
                </a:cubicBezTo>
                <a:cubicBezTo>
                  <a:pt x="583" y="452"/>
                  <a:pt x="452" y="583"/>
                  <a:pt x="292" y="583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3513240" y="63792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452"/>
                  <a:pt x="452" y="583"/>
                  <a:pt x="292" y="583"/>
                </a:cubicBez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2" y="0"/>
                </a:cubicBezTo>
                <a:cubicBezTo>
                  <a:pt x="452" y="0"/>
                  <a:pt x="583" y="131"/>
                  <a:pt x="583" y="292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513240" y="102276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292" y="583"/>
                </a:move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2" y="0"/>
                </a:cubicBezTo>
                <a:cubicBezTo>
                  <a:pt x="452" y="0"/>
                  <a:pt x="583" y="131"/>
                  <a:pt x="583" y="292"/>
                </a:cubicBezTo>
                <a:cubicBezTo>
                  <a:pt x="583" y="452"/>
                  <a:pt x="452" y="583"/>
                  <a:pt x="292" y="583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3513240" y="102276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452"/>
                  <a:pt x="452" y="583"/>
                  <a:pt x="292" y="583"/>
                </a:cubicBez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2" y="0"/>
                </a:cubicBezTo>
                <a:cubicBezTo>
                  <a:pt x="452" y="0"/>
                  <a:pt x="583" y="131"/>
                  <a:pt x="583" y="292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3517200" y="142020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1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0" y="583"/>
                  <a:pt x="0" y="452"/>
                  <a:pt x="0" y="291"/>
                </a:cubicBezTo>
                <a:cubicBezTo>
                  <a:pt x="0" y="131"/>
                  <a:pt x="130" y="0"/>
                  <a:pt x="291" y="0"/>
                </a:cubicBezTo>
                <a:cubicBezTo>
                  <a:pt x="452" y="0"/>
                  <a:pt x="582" y="131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513960" y="17726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1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1" y="0"/>
                  <a:pt x="582" y="130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3873240" y="63792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1" y="0"/>
                </a:cubicBezTo>
                <a:cubicBezTo>
                  <a:pt x="452" y="0"/>
                  <a:pt x="582" y="131"/>
                  <a:pt x="582" y="29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873240" y="63792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1" y="0"/>
                </a:cubicBezTo>
                <a:cubicBezTo>
                  <a:pt x="452" y="0"/>
                  <a:pt x="582" y="131"/>
                  <a:pt x="582" y="292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873240" y="102276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1" y="0"/>
                </a:cubicBezTo>
                <a:cubicBezTo>
                  <a:pt x="452" y="0"/>
                  <a:pt x="582" y="131"/>
                  <a:pt x="582" y="29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3873240" y="102276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1" y="0"/>
                </a:cubicBezTo>
                <a:cubicBezTo>
                  <a:pt x="452" y="0"/>
                  <a:pt x="582" y="131"/>
                  <a:pt x="582" y="292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3876480" y="142020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291" y="583"/>
                </a:moveTo>
                <a:cubicBezTo>
                  <a:pt x="130" y="583"/>
                  <a:pt x="0" y="452"/>
                  <a:pt x="0" y="291"/>
                </a:cubicBezTo>
                <a:cubicBezTo>
                  <a:pt x="0" y="131"/>
                  <a:pt x="130" y="0"/>
                  <a:pt x="291" y="0"/>
                </a:cubicBezTo>
                <a:cubicBezTo>
                  <a:pt x="452" y="0"/>
                  <a:pt x="582" y="131"/>
                  <a:pt x="582" y="291"/>
                </a:cubicBezTo>
                <a:cubicBezTo>
                  <a:pt x="582" y="452"/>
                  <a:pt x="452" y="583"/>
                  <a:pt x="291" y="583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3876480" y="142020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1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0" y="583"/>
                  <a:pt x="0" y="452"/>
                  <a:pt x="0" y="291"/>
                </a:cubicBezTo>
                <a:cubicBezTo>
                  <a:pt x="0" y="131"/>
                  <a:pt x="130" y="0"/>
                  <a:pt x="291" y="0"/>
                </a:cubicBezTo>
                <a:cubicBezTo>
                  <a:pt x="452" y="0"/>
                  <a:pt x="582" y="131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177440" y="1713960"/>
            <a:ext cx="326160" cy="326160"/>
          </a:xfrm>
          <a:custGeom>
            <a:avLst/>
            <a:gdLst/>
            <a:ahLst/>
            <a:rect l="0" t="0" r="r" b="b"/>
            <a:pathLst>
              <a:path w="906" h="906">
                <a:moveTo>
                  <a:pt x="906" y="453"/>
                </a:moveTo>
                <a:cubicBezTo>
                  <a:pt x="906" y="703"/>
                  <a:pt x="703" y="906"/>
                  <a:pt x="453" y="906"/>
                </a:cubicBezTo>
                <a:cubicBezTo>
                  <a:pt x="203" y="906"/>
                  <a:pt x="0" y="703"/>
                  <a:pt x="0" y="453"/>
                </a:cubicBezTo>
                <a:cubicBezTo>
                  <a:pt x="0" y="203"/>
                  <a:pt x="203" y="0"/>
                  <a:pt x="453" y="0"/>
                </a:cubicBezTo>
                <a:cubicBezTo>
                  <a:pt x="703" y="0"/>
                  <a:pt x="906" y="203"/>
                  <a:pt x="906" y="453"/>
                </a:cubicBezTo>
                <a:close/>
              </a:path>
            </a:pathLst>
          </a:custGeom>
          <a:solidFill>
            <a:srgbClr val="d6b65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3873240" y="17726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2" y="582"/>
                </a:cubicBezTo>
                <a:cubicBezTo>
                  <a:pt x="131" y="582"/>
                  <a:pt x="0" y="452"/>
                  <a:pt x="0" y="291"/>
                </a:cubicBezTo>
                <a:cubicBezTo>
                  <a:pt x="0" y="130"/>
                  <a:pt x="131" y="0"/>
                  <a:pt x="292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4224960" y="6404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4224960" y="6404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4233240" y="10252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291" y="582"/>
                </a:move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ubicBezTo>
                  <a:pt x="582" y="452"/>
                  <a:pt x="452" y="582"/>
                  <a:pt x="291" y="58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4233240" y="10252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4232880" y="17726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4584960" y="64080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1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0" y="583"/>
                  <a:pt x="0" y="452"/>
                  <a:pt x="0" y="291"/>
                </a:cubicBezTo>
                <a:cubicBezTo>
                  <a:pt x="0" y="131"/>
                  <a:pt x="130" y="0"/>
                  <a:pt x="291" y="0"/>
                </a:cubicBezTo>
                <a:cubicBezTo>
                  <a:pt x="452" y="0"/>
                  <a:pt x="582" y="131"/>
                  <a:pt x="582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4584960" y="64080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1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0" y="583"/>
                  <a:pt x="0" y="452"/>
                  <a:pt x="0" y="291"/>
                </a:cubicBezTo>
                <a:cubicBezTo>
                  <a:pt x="0" y="131"/>
                  <a:pt x="130" y="0"/>
                  <a:pt x="291" y="0"/>
                </a:cubicBezTo>
                <a:cubicBezTo>
                  <a:pt x="452" y="0"/>
                  <a:pt x="582" y="131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4593240" y="10256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1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1"/>
                  <a:pt x="130" y="0"/>
                  <a:pt x="291" y="0"/>
                </a:cubicBezTo>
                <a:cubicBezTo>
                  <a:pt x="451" y="0"/>
                  <a:pt x="582" y="131"/>
                  <a:pt x="582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593240" y="10256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1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1"/>
                  <a:pt x="130" y="0"/>
                  <a:pt x="291" y="0"/>
                </a:cubicBezTo>
                <a:cubicBezTo>
                  <a:pt x="451" y="0"/>
                  <a:pt x="582" y="131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4595040" y="14230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4595040" y="14230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4537080" y="1714680"/>
            <a:ext cx="326160" cy="325800"/>
          </a:xfrm>
          <a:custGeom>
            <a:avLst/>
            <a:gdLst/>
            <a:ahLst/>
            <a:rect l="0" t="0" r="r" b="b"/>
            <a:pathLst>
              <a:path w="906" h="905">
                <a:moveTo>
                  <a:pt x="906" y="452"/>
                </a:moveTo>
                <a:cubicBezTo>
                  <a:pt x="906" y="703"/>
                  <a:pt x="703" y="905"/>
                  <a:pt x="453" y="905"/>
                </a:cubicBezTo>
                <a:cubicBezTo>
                  <a:pt x="203" y="905"/>
                  <a:pt x="0" y="703"/>
                  <a:pt x="0" y="452"/>
                </a:cubicBezTo>
                <a:cubicBezTo>
                  <a:pt x="0" y="202"/>
                  <a:pt x="203" y="0"/>
                  <a:pt x="453" y="0"/>
                </a:cubicBezTo>
                <a:cubicBezTo>
                  <a:pt x="703" y="0"/>
                  <a:pt x="906" y="202"/>
                  <a:pt x="906" y="452"/>
                </a:cubicBezTo>
                <a:close/>
              </a:path>
            </a:pathLst>
          </a:custGeom>
          <a:solidFill>
            <a:srgbClr val="d6b65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4592520" y="17726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4944960" y="640800"/>
            <a:ext cx="209160" cy="209880"/>
          </a:xfrm>
          <a:custGeom>
            <a:avLst/>
            <a:gdLst/>
            <a:ahLst/>
            <a:rect l="0" t="0" r="r" b="b"/>
            <a:pathLst>
              <a:path w="581" h="583">
                <a:moveTo>
                  <a:pt x="581" y="291"/>
                </a:moveTo>
                <a:cubicBezTo>
                  <a:pt x="581" y="452"/>
                  <a:pt x="450" y="583"/>
                  <a:pt x="290" y="583"/>
                </a:cubicBezTo>
                <a:cubicBezTo>
                  <a:pt x="130" y="583"/>
                  <a:pt x="0" y="452"/>
                  <a:pt x="0" y="291"/>
                </a:cubicBezTo>
                <a:cubicBezTo>
                  <a:pt x="0" y="131"/>
                  <a:pt x="130" y="0"/>
                  <a:pt x="290" y="0"/>
                </a:cubicBezTo>
                <a:cubicBezTo>
                  <a:pt x="450" y="0"/>
                  <a:pt x="581" y="131"/>
                  <a:pt x="581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944960" y="640800"/>
            <a:ext cx="209160" cy="209880"/>
          </a:xfrm>
          <a:custGeom>
            <a:avLst/>
            <a:gdLst/>
            <a:ahLst/>
            <a:rect l="0" t="0" r="r" b="b"/>
            <a:pathLst>
              <a:path w="581" h="583">
                <a:moveTo>
                  <a:pt x="581" y="291"/>
                </a:moveTo>
                <a:cubicBezTo>
                  <a:pt x="581" y="452"/>
                  <a:pt x="450" y="583"/>
                  <a:pt x="290" y="583"/>
                </a:cubicBezTo>
                <a:cubicBezTo>
                  <a:pt x="130" y="583"/>
                  <a:pt x="0" y="452"/>
                  <a:pt x="0" y="291"/>
                </a:cubicBezTo>
                <a:cubicBezTo>
                  <a:pt x="0" y="131"/>
                  <a:pt x="130" y="0"/>
                  <a:pt x="290" y="0"/>
                </a:cubicBezTo>
                <a:cubicBezTo>
                  <a:pt x="450" y="0"/>
                  <a:pt x="581" y="131"/>
                  <a:pt x="581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952880" y="1025640"/>
            <a:ext cx="209160" cy="209520"/>
          </a:xfrm>
          <a:custGeom>
            <a:avLst/>
            <a:gdLst/>
            <a:ahLst/>
            <a:rect l="0" t="0" r="r" b="b"/>
            <a:pathLst>
              <a:path w="581" h="582">
                <a:moveTo>
                  <a:pt x="581" y="291"/>
                </a:moveTo>
                <a:cubicBezTo>
                  <a:pt x="581" y="452"/>
                  <a:pt x="451" y="582"/>
                  <a:pt x="290" y="582"/>
                </a:cubicBezTo>
                <a:cubicBezTo>
                  <a:pt x="131" y="582"/>
                  <a:pt x="0" y="452"/>
                  <a:pt x="0" y="291"/>
                </a:cubicBezTo>
                <a:cubicBezTo>
                  <a:pt x="0" y="131"/>
                  <a:pt x="131" y="0"/>
                  <a:pt x="290" y="0"/>
                </a:cubicBezTo>
                <a:cubicBezTo>
                  <a:pt x="451" y="0"/>
                  <a:pt x="581" y="131"/>
                  <a:pt x="581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952880" y="1025640"/>
            <a:ext cx="209160" cy="209520"/>
          </a:xfrm>
          <a:custGeom>
            <a:avLst/>
            <a:gdLst/>
            <a:ahLst/>
            <a:rect l="0" t="0" r="r" b="b"/>
            <a:pathLst>
              <a:path w="581" h="582">
                <a:moveTo>
                  <a:pt x="581" y="291"/>
                </a:moveTo>
                <a:cubicBezTo>
                  <a:pt x="581" y="452"/>
                  <a:pt x="451" y="582"/>
                  <a:pt x="290" y="582"/>
                </a:cubicBezTo>
                <a:cubicBezTo>
                  <a:pt x="131" y="582"/>
                  <a:pt x="0" y="452"/>
                  <a:pt x="0" y="291"/>
                </a:cubicBezTo>
                <a:cubicBezTo>
                  <a:pt x="0" y="131"/>
                  <a:pt x="131" y="0"/>
                  <a:pt x="290" y="0"/>
                </a:cubicBezTo>
                <a:cubicBezTo>
                  <a:pt x="451" y="0"/>
                  <a:pt x="581" y="131"/>
                  <a:pt x="581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954320" y="1423080"/>
            <a:ext cx="209160" cy="209520"/>
          </a:xfrm>
          <a:custGeom>
            <a:avLst/>
            <a:gdLst/>
            <a:ahLst/>
            <a:rect l="0" t="0" r="r" b="b"/>
            <a:pathLst>
              <a:path w="581" h="582">
                <a:moveTo>
                  <a:pt x="581" y="291"/>
                </a:moveTo>
                <a:cubicBezTo>
                  <a:pt x="581" y="452"/>
                  <a:pt x="451" y="582"/>
                  <a:pt x="290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0" y="0"/>
                </a:cubicBezTo>
                <a:cubicBezTo>
                  <a:pt x="451" y="0"/>
                  <a:pt x="581" y="130"/>
                  <a:pt x="581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952160" y="1772640"/>
            <a:ext cx="209160" cy="209520"/>
          </a:xfrm>
          <a:custGeom>
            <a:avLst/>
            <a:gdLst/>
            <a:ahLst/>
            <a:rect l="0" t="0" r="r" b="b"/>
            <a:pathLst>
              <a:path w="581" h="582">
                <a:moveTo>
                  <a:pt x="581" y="291"/>
                </a:moveTo>
                <a:cubicBezTo>
                  <a:pt x="581" y="452"/>
                  <a:pt x="451" y="582"/>
                  <a:pt x="290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0" y="0"/>
                </a:cubicBezTo>
                <a:cubicBezTo>
                  <a:pt x="451" y="0"/>
                  <a:pt x="581" y="130"/>
                  <a:pt x="581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304240" y="64080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1"/>
                </a:moveTo>
                <a:cubicBezTo>
                  <a:pt x="583" y="452"/>
                  <a:pt x="452" y="583"/>
                  <a:pt x="292" y="583"/>
                </a:cubicBezTo>
                <a:cubicBezTo>
                  <a:pt x="131" y="583"/>
                  <a:pt x="0" y="452"/>
                  <a:pt x="0" y="291"/>
                </a:cubicBezTo>
                <a:cubicBezTo>
                  <a:pt x="0" y="131"/>
                  <a:pt x="131" y="0"/>
                  <a:pt x="292" y="0"/>
                </a:cubicBezTo>
                <a:cubicBezTo>
                  <a:pt x="452" y="0"/>
                  <a:pt x="583" y="131"/>
                  <a:pt x="583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304240" y="64080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1"/>
                </a:moveTo>
                <a:cubicBezTo>
                  <a:pt x="583" y="452"/>
                  <a:pt x="452" y="583"/>
                  <a:pt x="292" y="583"/>
                </a:cubicBezTo>
                <a:cubicBezTo>
                  <a:pt x="131" y="583"/>
                  <a:pt x="0" y="452"/>
                  <a:pt x="0" y="291"/>
                </a:cubicBezTo>
                <a:cubicBezTo>
                  <a:pt x="0" y="131"/>
                  <a:pt x="131" y="0"/>
                  <a:pt x="292" y="0"/>
                </a:cubicBezTo>
                <a:cubicBezTo>
                  <a:pt x="452" y="0"/>
                  <a:pt x="583" y="131"/>
                  <a:pt x="583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312520" y="101016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0" y="583"/>
                  <a:pt x="0" y="452"/>
                  <a:pt x="0" y="292"/>
                </a:cubicBezTo>
                <a:cubicBezTo>
                  <a:pt x="0" y="131"/>
                  <a:pt x="130" y="0"/>
                  <a:pt x="291" y="0"/>
                </a:cubicBezTo>
                <a:cubicBezTo>
                  <a:pt x="452" y="0"/>
                  <a:pt x="582" y="131"/>
                  <a:pt x="582" y="29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5312520" y="101016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0" y="583"/>
                  <a:pt x="0" y="452"/>
                  <a:pt x="0" y="292"/>
                </a:cubicBezTo>
                <a:cubicBezTo>
                  <a:pt x="0" y="131"/>
                  <a:pt x="130" y="0"/>
                  <a:pt x="291" y="0"/>
                </a:cubicBezTo>
                <a:cubicBezTo>
                  <a:pt x="452" y="0"/>
                  <a:pt x="582" y="131"/>
                  <a:pt x="582" y="292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313240" y="14230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253120" y="1714320"/>
            <a:ext cx="326160" cy="326160"/>
          </a:xfrm>
          <a:custGeom>
            <a:avLst/>
            <a:gdLst/>
            <a:ahLst/>
            <a:rect l="0" t="0" r="r" b="b"/>
            <a:pathLst>
              <a:path w="906" h="906">
                <a:moveTo>
                  <a:pt x="906" y="453"/>
                </a:moveTo>
                <a:cubicBezTo>
                  <a:pt x="906" y="703"/>
                  <a:pt x="703" y="906"/>
                  <a:pt x="453" y="906"/>
                </a:cubicBezTo>
                <a:cubicBezTo>
                  <a:pt x="203" y="906"/>
                  <a:pt x="0" y="703"/>
                  <a:pt x="0" y="453"/>
                </a:cubicBezTo>
                <a:cubicBezTo>
                  <a:pt x="0" y="203"/>
                  <a:pt x="203" y="0"/>
                  <a:pt x="453" y="0"/>
                </a:cubicBezTo>
                <a:cubicBezTo>
                  <a:pt x="703" y="0"/>
                  <a:pt x="906" y="203"/>
                  <a:pt x="906" y="453"/>
                </a:cubicBezTo>
                <a:close/>
              </a:path>
            </a:pathLst>
          </a:custGeom>
          <a:solidFill>
            <a:srgbClr val="d6b65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311440" y="17726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5664240" y="64152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1" y="0"/>
                </a:cubicBezTo>
                <a:cubicBezTo>
                  <a:pt x="452" y="0"/>
                  <a:pt x="582" y="131"/>
                  <a:pt x="582" y="29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664240" y="64152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1" y="0"/>
                </a:cubicBezTo>
                <a:cubicBezTo>
                  <a:pt x="452" y="0"/>
                  <a:pt x="582" y="131"/>
                  <a:pt x="582" y="292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672520" y="10112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672520" y="10112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5672520" y="14230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5672520" y="14230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671080" y="17726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313160" y="290700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291" y="582"/>
                </a:move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1" y="0"/>
                  <a:pt x="582" y="130"/>
                  <a:pt x="582" y="291"/>
                </a:cubicBezTo>
                <a:cubicBezTo>
                  <a:pt x="582" y="452"/>
                  <a:pt x="451" y="582"/>
                  <a:pt x="291" y="58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313160" y="290700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1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1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574880" y="2907000"/>
            <a:ext cx="209160" cy="209520"/>
          </a:xfrm>
          <a:custGeom>
            <a:avLst/>
            <a:gdLst/>
            <a:ahLst/>
            <a:rect l="0" t="0" r="r" b="b"/>
            <a:pathLst>
              <a:path w="581" h="582">
                <a:moveTo>
                  <a:pt x="581" y="291"/>
                </a:moveTo>
                <a:cubicBezTo>
                  <a:pt x="581" y="452"/>
                  <a:pt x="451" y="582"/>
                  <a:pt x="290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0" y="0"/>
                </a:cubicBezTo>
                <a:cubicBezTo>
                  <a:pt x="451" y="0"/>
                  <a:pt x="581" y="130"/>
                  <a:pt x="581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574880" y="2907000"/>
            <a:ext cx="209160" cy="209520"/>
          </a:xfrm>
          <a:custGeom>
            <a:avLst/>
            <a:gdLst/>
            <a:ahLst/>
            <a:rect l="0" t="0" r="r" b="b"/>
            <a:pathLst>
              <a:path w="581" h="582">
                <a:moveTo>
                  <a:pt x="581" y="291"/>
                </a:moveTo>
                <a:cubicBezTo>
                  <a:pt x="581" y="452"/>
                  <a:pt x="451" y="582"/>
                  <a:pt x="290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0" y="0"/>
                </a:cubicBezTo>
                <a:cubicBezTo>
                  <a:pt x="451" y="0"/>
                  <a:pt x="581" y="130"/>
                  <a:pt x="581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343680" y="3635280"/>
            <a:ext cx="385560" cy="385920"/>
          </a:xfrm>
          <a:custGeom>
            <a:avLst/>
            <a:gdLst/>
            <a:ahLst/>
            <a:rect l="0" t="0" r="r" b="b"/>
            <a:pathLst>
              <a:path w="1071" h="1072">
                <a:moveTo>
                  <a:pt x="1071" y="536"/>
                </a:moveTo>
                <a:cubicBezTo>
                  <a:pt x="1071" y="832"/>
                  <a:pt x="831" y="1072"/>
                  <a:pt x="535" y="1072"/>
                </a:cubicBezTo>
                <a:cubicBezTo>
                  <a:pt x="240" y="1072"/>
                  <a:pt x="0" y="832"/>
                  <a:pt x="0" y="536"/>
                </a:cubicBezTo>
                <a:cubicBezTo>
                  <a:pt x="0" y="240"/>
                  <a:pt x="240" y="0"/>
                  <a:pt x="535" y="0"/>
                </a:cubicBezTo>
                <a:cubicBezTo>
                  <a:pt x="831" y="0"/>
                  <a:pt x="1071" y="240"/>
                  <a:pt x="1071" y="536"/>
                </a:cubicBezTo>
                <a:close/>
              </a:path>
            </a:pathLst>
          </a:custGeom>
          <a:solidFill>
            <a:srgbClr val="b8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171600" y="37234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291" y="582"/>
                </a:move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ubicBezTo>
                  <a:pt x="582" y="452"/>
                  <a:pt x="452" y="582"/>
                  <a:pt x="291" y="58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171600" y="37234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431520" y="3723480"/>
            <a:ext cx="209880" cy="209520"/>
          </a:xfrm>
          <a:custGeom>
            <a:avLst/>
            <a:gdLst/>
            <a:ahLst/>
            <a:rect l="0" t="0" r="r" b="b"/>
            <a:pathLst>
              <a:path w="583" h="582">
                <a:moveTo>
                  <a:pt x="291" y="582"/>
                </a:moveTo>
                <a:cubicBezTo>
                  <a:pt x="131" y="582"/>
                  <a:pt x="0" y="452"/>
                  <a:pt x="0" y="291"/>
                </a:cubicBezTo>
                <a:cubicBezTo>
                  <a:pt x="0" y="130"/>
                  <a:pt x="131" y="0"/>
                  <a:pt x="291" y="0"/>
                </a:cubicBezTo>
                <a:cubicBezTo>
                  <a:pt x="452" y="0"/>
                  <a:pt x="583" y="130"/>
                  <a:pt x="583" y="291"/>
                </a:cubicBezTo>
                <a:cubicBezTo>
                  <a:pt x="583" y="452"/>
                  <a:pt x="452" y="582"/>
                  <a:pt x="291" y="58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221360" y="3634920"/>
            <a:ext cx="385200" cy="385560"/>
          </a:xfrm>
          <a:custGeom>
            <a:avLst/>
            <a:gdLst/>
            <a:ahLst/>
            <a:rect l="0" t="0" r="r" b="b"/>
            <a:pathLst>
              <a:path w="1070" h="1071">
                <a:moveTo>
                  <a:pt x="1070" y="536"/>
                </a:moveTo>
                <a:cubicBezTo>
                  <a:pt x="1070" y="832"/>
                  <a:pt x="831" y="1071"/>
                  <a:pt x="535" y="1071"/>
                </a:cubicBezTo>
                <a:cubicBezTo>
                  <a:pt x="239" y="1071"/>
                  <a:pt x="0" y="832"/>
                  <a:pt x="0" y="536"/>
                </a:cubicBezTo>
                <a:cubicBezTo>
                  <a:pt x="0" y="240"/>
                  <a:pt x="239" y="0"/>
                  <a:pt x="535" y="0"/>
                </a:cubicBezTo>
                <a:cubicBezTo>
                  <a:pt x="831" y="0"/>
                  <a:pt x="1070" y="240"/>
                  <a:pt x="1070" y="536"/>
                </a:cubicBezTo>
                <a:close/>
              </a:path>
            </a:pathLst>
          </a:custGeom>
          <a:solidFill>
            <a:srgbClr val="d79b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486680" y="3638880"/>
            <a:ext cx="377640" cy="378000"/>
          </a:xfrm>
          <a:custGeom>
            <a:avLst/>
            <a:gdLst/>
            <a:ahLst/>
            <a:rect l="0" t="0" r="r" b="b"/>
            <a:pathLst>
              <a:path w="1049" h="1050">
                <a:moveTo>
                  <a:pt x="1049" y="525"/>
                </a:moveTo>
                <a:cubicBezTo>
                  <a:pt x="1049" y="815"/>
                  <a:pt x="814" y="1050"/>
                  <a:pt x="525" y="1050"/>
                </a:cubicBezTo>
                <a:cubicBezTo>
                  <a:pt x="235" y="1050"/>
                  <a:pt x="0" y="815"/>
                  <a:pt x="0" y="525"/>
                </a:cubicBezTo>
                <a:cubicBezTo>
                  <a:pt x="0" y="235"/>
                  <a:pt x="235" y="0"/>
                  <a:pt x="525" y="0"/>
                </a:cubicBezTo>
                <a:cubicBezTo>
                  <a:pt x="814" y="0"/>
                  <a:pt x="1049" y="235"/>
                  <a:pt x="1049" y="525"/>
                </a:cubicBezTo>
                <a:close/>
              </a:path>
            </a:pathLst>
          </a:custGeom>
          <a:solidFill>
            <a:srgbClr val="d79b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313160" y="372312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1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1" y="0"/>
                  <a:pt x="582" y="130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4574880" y="3723120"/>
            <a:ext cx="209160" cy="209520"/>
          </a:xfrm>
          <a:custGeom>
            <a:avLst/>
            <a:gdLst/>
            <a:ahLst/>
            <a:rect l="0" t="0" r="r" b="b"/>
            <a:pathLst>
              <a:path w="581" h="582">
                <a:moveTo>
                  <a:pt x="581" y="291"/>
                </a:moveTo>
                <a:cubicBezTo>
                  <a:pt x="581" y="452"/>
                  <a:pt x="451" y="582"/>
                  <a:pt x="290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0" y="0"/>
                </a:cubicBezTo>
                <a:cubicBezTo>
                  <a:pt x="451" y="0"/>
                  <a:pt x="581" y="130"/>
                  <a:pt x="581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5401440" y="290844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452"/>
                  <a:pt x="452" y="583"/>
                  <a:pt x="292" y="583"/>
                </a:cubicBezTo>
                <a:cubicBezTo>
                  <a:pt x="131" y="583"/>
                  <a:pt x="0" y="453"/>
                  <a:pt x="0" y="292"/>
                </a:cubicBezTo>
                <a:cubicBezTo>
                  <a:pt x="0" y="132"/>
                  <a:pt x="131" y="0"/>
                  <a:pt x="292" y="0"/>
                </a:cubicBezTo>
                <a:cubicBezTo>
                  <a:pt x="452" y="0"/>
                  <a:pt x="583" y="131"/>
                  <a:pt x="583" y="29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401440" y="290844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453"/>
                  <a:pt x="452" y="583"/>
                  <a:pt x="292" y="583"/>
                </a:cubicBezTo>
                <a:cubicBezTo>
                  <a:pt x="131" y="583"/>
                  <a:pt x="0" y="453"/>
                  <a:pt x="0" y="292"/>
                </a:cubicBezTo>
                <a:cubicBezTo>
                  <a:pt x="0" y="132"/>
                  <a:pt x="131" y="0"/>
                  <a:pt x="292" y="0"/>
                </a:cubicBezTo>
                <a:cubicBezTo>
                  <a:pt x="452" y="0"/>
                  <a:pt x="583" y="132"/>
                  <a:pt x="583" y="292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663160" y="290844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1" y="583"/>
                  <a:pt x="0" y="453"/>
                  <a:pt x="0" y="292"/>
                </a:cubicBezTo>
                <a:cubicBezTo>
                  <a:pt x="0" y="132"/>
                  <a:pt x="131" y="0"/>
                  <a:pt x="291" y="0"/>
                </a:cubicBezTo>
                <a:cubicBezTo>
                  <a:pt x="452" y="0"/>
                  <a:pt x="582" y="131"/>
                  <a:pt x="582" y="29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663160" y="290844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3"/>
                  <a:pt x="452" y="583"/>
                  <a:pt x="291" y="583"/>
                </a:cubicBezTo>
                <a:cubicBezTo>
                  <a:pt x="131" y="583"/>
                  <a:pt x="0" y="453"/>
                  <a:pt x="0" y="292"/>
                </a:cubicBezTo>
                <a:cubicBezTo>
                  <a:pt x="0" y="132"/>
                  <a:pt x="131" y="0"/>
                  <a:pt x="291" y="0"/>
                </a:cubicBezTo>
                <a:cubicBezTo>
                  <a:pt x="452" y="0"/>
                  <a:pt x="582" y="132"/>
                  <a:pt x="582" y="292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154320" y="486684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1"/>
                  <a:pt x="451" y="582"/>
                  <a:pt x="291" y="582"/>
                </a:cubicBezTo>
                <a:cubicBezTo>
                  <a:pt x="130" y="582"/>
                  <a:pt x="0" y="451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1" y="0"/>
                  <a:pt x="582" y="130"/>
                  <a:pt x="582" y="291"/>
                </a:cubicBezTo>
                <a:close/>
              </a:path>
            </a:pathLst>
          </a:custGeom>
          <a:solidFill>
            <a:srgbClr val="000002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635640" y="486504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291" y="583"/>
                </a:move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0" y="0"/>
                  <a:pt x="291" y="0"/>
                </a:cubicBezTo>
                <a:cubicBezTo>
                  <a:pt x="451" y="0"/>
                  <a:pt x="582" y="131"/>
                  <a:pt x="582" y="292"/>
                </a:cubicBezTo>
                <a:cubicBezTo>
                  <a:pt x="582" y="452"/>
                  <a:pt x="452" y="583"/>
                  <a:pt x="291" y="583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3635640" y="486504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0" y="0"/>
                  <a:pt x="291" y="0"/>
                </a:cubicBezTo>
                <a:cubicBezTo>
                  <a:pt x="451" y="0"/>
                  <a:pt x="582" y="131"/>
                  <a:pt x="582" y="292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135320" y="486504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0" y="583"/>
                  <a:pt x="0" y="452"/>
                  <a:pt x="0" y="292"/>
                </a:cubicBezTo>
                <a:cubicBezTo>
                  <a:pt x="0" y="131"/>
                  <a:pt x="130" y="0"/>
                  <a:pt x="291" y="0"/>
                </a:cubicBezTo>
                <a:cubicBezTo>
                  <a:pt x="452" y="0"/>
                  <a:pt x="582" y="131"/>
                  <a:pt x="582" y="292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135320" y="486504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0" y="583"/>
                  <a:pt x="0" y="452"/>
                  <a:pt x="0" y="292"/>
                </a:cubicBezTo>
                <a:cubicBezTo>
                  <a:pt x="0" y="131"/>
                  <a:pt x="130" y="0"/>
                  <a:pt x="291" y="0"/>
                </a:cubicBezTo>
                <a:cubicBezTo>
                  <a:pt x="452" y="0"/>
                  <a:pt x="582" y="131"/>
                  <a:pt x="582" y="292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635000" y="48682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1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1" y="0"/>
                  <a:pt x="582" y="130"/>
                  <a:pt x="582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635000" y="48682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1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1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5133960" y="48682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5133960" y="48682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5633640" y="48682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633640" y="48682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401440" y="3723120"/>
            <a:ext cx="209880" cy="209520"/>
          </a:xfrm>
          <a:custGeom>
            <a:avLst/>
            <a:gdLst/>
            <a:ahLst/>
            <a:rect l="0" t="0" r="r" b="b"/>
            <a:pathLst>
              <a:path w="583" h="582">
                <a:moveTo>
                  <a:pt x="583" y="291"/>
                </a:moveTo>
                <a:cubicBezTo>
                  <a:pt x="583" y="452"/>
                  <a:pt x="452" y="582"/>
                  <a:pt x="292" y="582"/>
                </a:cubicBezTo>
                <a:cubicBezTo>
                  <a:pt x="131" y="582"/>
                  <a:pt x="0" y="452"/>
                  <a:pt x="0" y="291"/>
                </a:cubicBezTo>
                <a:cubicBezTo>
                  <a:pt x="0" y="130"/>
                  <a:pt x="131" y="0"/>
                  <a:pt x="292" y="0"/>
                </a:cubicBezTo>
                <a:cubicBezTo>
                  <a:pt x="452" y="0"/>
                  <a:pt x="583" y="130"/>
                  <a:pt x="583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5401440" y="3723120"/>
            <a:ext cx="209880" cy="209520"/>
          </a:xfrm>
          <a:custGeom>
            <a:avLst/>
            <a:gdLst/>
            <a:ahLst/>
            <a:rect l="0" t="0" r="r" b="b"/>
            <a:pathLst>
              <a:path w="583" h="582">
                <a:moveTo>
                  <a:pt x="583" y="291"/>
                </a:moveTo>
                <a:cubicBezTo>
                  <a:pt x="583" y="452"/>
                  <a:pt x="452" y="582"/>
                  <a:pt x="292" y="582"/>
                </a:cubicBezTo>
                <a:cubicBezTo>
                  <a:pt x="131" y="582"/>
                  <a:pt x="0" y="452"/>
                  <a:pt x="0" y="291"/>
                </a:cubicBezTo>
                <a:cubicBezTo>
                  <a:pt x="0" y="130"/>
                  <a:pt x="131" y="0"/>
                  <a:pt x="292" y="0"/>
                </a:cubicBezTo>
                <a:cubicBezTo>
                  <a:pt x="452" y="0"/>
                  <a:pt x="583" y="130"/>
                  <a:pt x="583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5663160" y="372312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1" y="582"/>
                  <a:pt x="0" y="452"/>
                  <a:pt x="0" y="291"/>
                </a:cubicBezTo>
                <a:cubicBezTo>
                  <a:pt x="0" y="130"/>
                  <a:pt x="131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663160" y="372312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1" y="582"/>
                  <a:pt x="0" y="452"/>
                  <a:pt x="0" y="291"/>
                </a:cubicBezTo>
                <a:cubicBezTo>
                  <a:pt x="0" y="130"/>
                  <a:pt x="131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260160" y="2104920"/>
            <a:ext cx="0" cy="61560"/>
          </a:xfrm>
          <a:prstGeom prst="line">
            <a:avLst/>
          </a:prstGeom>
          <a:ln cap="rnd" w="2232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160" rIns="101160" tIns="5400" bIns="5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259440" y="2135520"/>
            <a:ext cx="358560" cy="0"/>
          </a:xfrm>
          <a:prstGeom prst="line">
            <a:avLst/>
          </a:prstGeom>
          <a:ln cap="rnd" w="2232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160" rIns="101160" tIns="-56160" bIns="-56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629880" y="2102040"/>
            <a:ext cx="0" cy="70920"/>
          </a:xfrm>
          <a:prstGeom prst="line">
            <a:avLst/>
          </a:prstGeom>
          <a:ln cap="rnd" w="2232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160" rIns="101160" tIns="14760" bIns="14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3274920" y="2692440"/>
            <a:ext cx="0" cy="56880"/>
          </a:xfrm>
          <a:prstGeom prst="line">
            <a:avLst/>
          </a:prstGeom>
          <a:ln cap="rnd" w="284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040" rIns="104040" tIns="-2160" bIns="-21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290400" y="2720880"/>
            <a:ext cx="1105560" cy="0"/>
          </a:xfrm>
          <a:prstGeom prst="line">
            <a:avLst/>
          </a:prstGeom>
          <a:ln cap="rnd" w="284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040" rIns="104040" tIns="-59040" bIns="-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412520" y="2683800"/>
            <a:ext cx="0" cy="65520"/>
          </a:xfrm>
          <a:prstGeom prst="line">
            <a:avLst/>
          </a:prstGeom>
          <a:ln cap="rnd" w="284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040" rIns="104040" tIns="6480" bIns="6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 flipH="1">
            <a:off x="5958720" y="1874880"/>
            <a:ext cx="56880" cy="0"/>
          </a:xfrm>
          <a:prstGeom prst="line">
            <a:avLst/>
          </a:prstGeom>
          <a:ln cap="rnd" w="284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040" rIns="104040" tIns="-59040" bIns="-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 flipH="1">
            <a:off x="5982480" y="1890720"/>
            <a:ext cx="4680" cy="1105560"/>
          </a:xfrm>
          <a:prstGeom prst="line">
            <a:avLst/>
          </a:prstGeom>
          <a:ln cap="rnd" w="284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 flipH="1" flipV="1">
            <a:off x="5954040" y="3012480"/>
            <a:ext cx="65520" cy="360"/>
          </a:xfrm>
          <a:prstGeom prst="line">
            <a:avLst/>
          </a:prstGeom>
          <a:ln cap="rnd" w="284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040" rIns="104040" tIns="-58680" bIns="-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 flipH="1">
            <a:off x="5954040" y="3013560"/>
            <a:ext cx="61560" cy="0"/>
          </a:xfrm>
          <a:prstGeom prst="line">
            <a:avLst/>
          </a:prstGeom>
          <a:ln cap="rnd" w="234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-56520" bIns="-565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5984640" y="3013560"/>
            <a:ext cx="0" cy="816480"/>
          </a:xfrm>
          <a:prstGeom prst="line">
            <a:avLst/>
          </a:prstGeom>
          <a:ln cap="rnd" w="234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56520" bIns="565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 flipH="1">
            <a:off x="5954040" y="3830040"/>
            <a:ext cx="61560" cy="0"/>
          </a:xfrm>
          <a:prstGeom prst="line">
            <a:avLst/>
          </a:prstGeom>
          <a:ln cap="rnd" w="234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1520" rIns="101520" tIns="-56520" bIns="-565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221280" y="2206800"/>
            <a:ext cx="75960" cy="127080"/>
          </a:xfrm>
          <a:custGeom>
            <a:avLst/>
            <a:gdLst/>
            <a:ahLst/>
            <a:rect l="0" t="0" r="r" b="b"/>
            <a:pathLst>
              <a:path w="211" h="353">
                <a:moveTo>
                  <a:pt x="97" y="20"/>
                </a:moveTo>
                <a:cubicBezTo>
                  <a:pt x="91" y="20"/>
                  <a:pt x="84" y="21"/>
                  <a:pt x="77" y="23"/>
                </a:cubicBezTo>
                <a:cubicBezTo>
                  <a:pt x="69" y="25"/>
                  <a:pt x="62" y="30"/>
                  <a:pt x="54" y="37"/>
                </a:cubicBezTo>
                <a:cubicBezTo>
                  <a:pt x="47" y="43"/>
                  <a:pt x="43" y="52"/>
                  <a:pt x="43" y="64"/>
                </a:cubicBezTo>
                <a:cubicBezTo>
                  <a:pt x="43" y="83"/>
                  <a:pt x="36" y="93"/>
                  <a:pt x="21" y="93"/>
                </a:cubicBezTo>
                <a:cubicBezTo>
                  <a:pt x="15" y="93"/>
                  <a:pt x="10" y="91"/>
                  <a:pt x="7" y="87"/>
                </a:cubicBezTo>
                <a:cubicBezTo>
                  <a:pt x="3" y="83"/>
                  <a:pt x="2" y="78"/>
                  <a:pt x="2" y="74"/>
                </a:cubicBezTo>
                <a:cubicBezTo>
                  <a:pt x="2" y="68"/>
                  <a:pt x="4" y="62"/>
                  <a:pt x="7" y="54"/>
                </a:cubicBezTo>
                <a:cubicBezTo>
                  <a:pt x="11" y="47"/>
                  <a:pt x="17" y="39"/>
                  <a:pt x="24" y="30"/>
                </a:cubicBezTo>
                <a:cubicBezTo>
                  <a:pt x="32" y="22"/>
                  <a:pt x="43" y="15"/>
                  <a:pt x="58" y="9"/>
                </a:cubicBezTo>
                <a:cubicBezTo>
                  <a:pt x="73" y="3"/>
                  <a:pt x="90" y="0"/>
                  <a:pt x="110" y="0"/>
                </a:cubicBezTo>
                <a:cubicBezTo>
                  <a:pt x="137" y="0"/>
                  <a:pt x="157" y="7"/>
                  <a:pt x="172" y="22"/>
                </a:cubicBezTo>
                <a:cubicBezTo>
                  <a:pt x="184" y="34"/>
                  <a:pt x="190" y="50"/>
                  <a:pt x="190" y="67"/>
                </a:cubicBezTo>
                <a:cubicBezTo>
                  <a:pt x="190" y="83"/>
                  <a:pt x="185" y="97"/>
                  <a:pt x="176" y="110"/>
                </a:cubicBezTo>
                <a:cubicBezTo>
                  <a:pt x="168" y="122"/>
                  <a:pt x="152" y="133"/>
                  <a:pt x="130" y="144"/>
                </a:cubicBezTo>
                <a:lnTo>
                  <a:pt x="130" y="144"/>
                </a:lnTo>
                <a:cubicBezTo>
                  <a:pt x="151" y="148"/>
                  <a:pt x="170" y="157"/>
                  <a:pt x="186" y="171"/>
                </a:cubicBezTo>
                <a:cubicBezTo>
                  <a:pt x="203" y="186"/>
                  <a:pt x="211" y="207"/>
                  <a:pt x="211" y="234"/>
                </a:cubicBezTo>
                <a:cubicBezTo>
                  <a:pt x="211" y="271"/>
                  <a:pt x="198" y="300"/>
                  <a:pt x="173" y="321"/>
                </a:cubicBezTo>
                <a:cubicBezTo>
                  <a:pt x="147" y="343"/>
                  <a:pt x="117" y="353"/>
                  <a:pt x="82" y="353"/>
                </a:cubicBezTo>
                <a:cubicBezTo>
                  <a:pt x="63" y="353"/>
                  <a:pt x="45" y="350"/>
                  <a:pt x="27" y="343"/>
                </a:cubicBezTo>
                <a:cubicBezTo>
                  <a:pt x="9" y="336"/>
                  <a:pt x="0" y="327"/>
                  <a:pt x="0" y="316"/>
                </a:cubicBezTo>
                <a:cubicBezTo>
                  <a:pt x="0" y="311"/>
                  <a:pt x="3" y="307"/>
                  <a:pt x="8" y="303"/>
                </a:cubicBezTo>
                <a:cubicBezTo>
                  <a:pt x="13" y="298"/>
                  <a:pt x="18" y="296"/>
                  <a:pt x="24" y="296"/>
                </a:cubicBezTo>
                <a:cubicBezTo>
                  <a:pt x="33" y="296"/>
                  <a:pt x="42" y="301"/>
                  <a:pt x="49" y="310"/>
                </a:cubicBezTo>
                <a:cubicBezTo>
                  <a:pt x="49" y="311"/>
                  <a:pt x="50" y="312"/>
                  <a:pt x="51" y="314"/>
                </a:cubicBezTo>
                <a:cubicBezTo>
                  <a:pt x="53" y="316"/>
                  <a:pt x="54" y="318"/>
                  <a:pt x="54" y="319"/>
                </a:cubicBezTo>
                <a:cubicBezTo>
                  <a:pt x="55" y="319"/>
                  <a:pt x="55" y="321"/>
                  <a:pt x="57" y="323"/>
                </a:cubicBezTo>
                <a:cubicBezTo>
                  <a:pt x="58" y="324"/>
                  <a:pt x="59" y="325"/>
                  <a:pt x="60" y="326"/>
                </a:cubicBezTo>
                <a:cubicBezTo>
                  <a:pt x="61" y="326"/>
                  <a:pt x="63" y="327"/>
                  <a:pt x="65" y="329"/>
                </a:cubicBezTo>
                <a:cubicBezTo>
                  <a:pt x="67" y="330"/>
                  <a:pt x="70" y="332"/>
                  <a:pt x="72" y="332"/>
                </a:cubicBezTo>
                <a:cubicBezTo>
                  <a:pt x="74" y="333"/>
                  <a:pt x="77" y="333"/>
                  <a:pt x="80" y="333"/>
                </a:cubicBezTo>
                <a:cubicBezTo>
                  <a:pt x="83" y="334"/>
                  <a:pt x="86" y="334"/>
                  <a:pt x="90" y="334"/>
                </a:cubicBezTo>
                <a:cubicBezTo>
                  <a:pt x="96" y="334"/>
                  <a:pt x="102" y="333"/>
                  <a:pt x="109" y="330"/>
                </a:cubicBezTo>
                <a:cubicBezTo>
                  <a:pt x="116" y="327"/>
                  <a:pt x="124" y="323"/>
                  <a:pt x="132" y="317"/>
                </a:cubicBezTo>
                <a:cubicBezTo>
                  <a:pt x="140" y="311"/>
                  <a:pt x="147" y="302"/>
                  <a:pt x="152" y="289"/>
                </a:cubicBezTo>
                <a:cubicBezTo>
                  <a:pt x="157" y="276"/>
                  <a:pt x="160" y="260"/>
                  <a:pt x="160" y="243"/>
                </a:cubicBezTo>
                <a:cubicBezTo>
                  <a:pt x="160" y="194"/>
                  <a:pt x="135" y="169"/>
                  <a:pt x="86" y="169"/>
                </a:cubicBezTo>
                <a:cubicBezTo>
                  <a:pt x="74" y="169"/>
                  <a:pt x="65" y="169"/>
                  <a:pt x="58" y="170"/>
                </a:cubicBezTo>
                <a:lnTo>
                  <a:pt x="56" y="152"/>
                </a:lnTo>
                <a:cubicBezTo>
                  <a:pt x="82" y="148"/>
                  <a:pt x="103" y="138"/>
                  <a:pt x="120" y="121"/>
                </a:cubicBezTo>
                <a:cubicBezTo>
                  <a:pt x="137" y="104"/>
                  <a:pt x="145" y="88"/>
                  <a:pt x="145" y="71"/>
                </a:cubicBezTo>
                <a:cubicBezTo>
                  <a:pt x="145" y="60"/>
                  <a:pt x="143" y="50"/>
                  <a:pt x="138" y="42"/>
                </a:cubicBezTo>
                <a:cubicBezTo>
                  <a:pt x="133" y="34"/>
                  <a:pt x="127" y="29"/>
                  <a:pt x="120" y="25"/>
                </a:cubicBezTo>
                <a:cubicBezTo>
                  <a:pt x="114" y="22"/>
                  <a:pt x="106" y="20"/>
                  <a:pt x="97" y="20"/>
                </a:cubicBez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367440" y="2241720"/>
            <a:ext cx="91440" cy="138960"/>
          </a:xfrm>
          <a:custGeom>
            <a:avLst/>
            <a:gdLst/>
            <a:ahLst/>
            <a:rect l="0" t="0" r="r" b="b"/>
            <a:pathLst>
              <a:path w="254" h="386">
                <a:moveTo>
                  <a:pt x="161" y="217"/>
                </a:moveTo>
                <a:cubicBezTo>
                  <a:pt x="136" y="243"/>
                  <a:pt x="109" y="256"/>
                  <a:pt x="79" y="256"/>
                </a:cubicBezTo>
                <a:cubicBezTo>
                  <a:pt x="68" y="256"/>
                  <a:pt x="59" y="254"/>
                  <a:pt x="51" y="250"/>
                </a:cubicBezTo>
                <a:lnTo>
                  <a:pt x="50" y="251"/>
                </a:lnTo>
                <a:cubicBezTo>
                  <a:pt x="50" y="252"/>
                  <a:pt x="50" y="253"/>
                  <a:pt x="50" y="254"/>
                </a:cubicBezTo>
                <a:cubicBezTo>
                  <a:pt x="50" y="256"/>
                  <a:pt x="51" y="265"/>
                  <a:pt x="52" y="283"/>
                </a:cubicBezTo>
                <a:cubicBezTo>
                  <a:pt x="54" y="302"/>
                  <a:pt x="54" y="317"/>
                  <a:pt x="54" y="329"/>
                </a:cubicBezTo>
                <a:cubicBezTo>
                  <a:pt x="54" y="344"/>
                  <a:pt x="53" y="357"/>
                  <a:pt x="51" y="370"/>
                </a:cubicBezTo>
                <a:lnTo>
                  <a:pt x="6" y="386"/>
                </a:lnTo>
                <a:lnTo>
                  <a:pt x="0" y="376"/>
                </a:lnTo>
                <a:cubicBezTo>
                  <a:pt x="5" y="363"/>
                  <a:pt x="8" y="322"/>
                  <a:pt x="8" y="255"/>
                </a:cubicBezTo>
                <a:cubicBezTo>
                  <a:pt x="8" y="250"/>
                  <a:pt x="8" y="243"/>
                  <a:pt x="8" y="236"/>
                </a:cubicBezTo>
                <a:cubicBezTo>
                  <a:pt x="9" y="228"/>
                  <a:pt x="10" y="222"/>
                  <a:pt x="10" y="217"/>
                </a:cubicBezTo>
                <a:cubicBezTo>
                  <a:pt x="10" y="216"/>
                  <a:pt x="9" y="212"/>
                  <a:pt x="8" y="204"/>
                </a:cubicBezTo>
                <a:cubicBezTo>
                  <a:pt x="8" y="197"/>
                  <a:pt x="8" y="191"/>
                  <a:pt x="8" y="187"/>
                </a:cubicBezTo>
                <a:lnTo>
                  <a:pt x="8" y="67"/>
                </a:lnTo>
                <a:cubicBezTo>
                  <a:pt x="8" y="39"/>
                  <a:pt x="5" y="18"/>
                  <a:pt x="1" y="5"/>
                </a:cubicBezTo>
                <a:cubicBezTo>
                  <a:pt x="6" y="6"/>
                  <a:pt x="13" y="7"/>
                  <a:pt x="21" y="7"/>
                </a:cubicBezTo>
                <a:cubicBezTo>
                  <a:pt x="32" y="7"/>
                  <a:pt x="42" y="5"/>
                  <a:pt x="51" y="0"/>
                </a:cubicBezTo>
                <a:cubicBezTo>
                  <a:pt x="52" y="25"/>
                  <a:pt x="53" y="43"/>
                  <a:pt x="53" y="56"/>
                </a:cubicBezTo>
                <a:lnTo>
                  <a:pt x="53" y="166"/>
                </a:lnTo>
                <a:cubicBezTo>
                  <a:pt x="53" y="187"/>
                  <a:pt x="55" y="203"/>
                  <a:pt x="61" y="214"/>
                </a:cubicBezTo>
                <a:cubicBezTo>
                  <a:pt x="66" y="226"/>
                  <a:pt x="76" y="231"/>
                  <a:pt x="90" y="231"/>
                </a:cubicBezTo>
                <a:cubicBezTo>
                  <a:pt x="104" y="231"/>
                  <a:pt x="118" y="228"/>
                  <a:pt x="131" y="220"/>
                </a:cubicBezTo>
                <a:cubicBezTo>
                  <a:pt x="145" y="213"/>
                  <a:pt x="155" y="204"/>
                  <a:pt x="162" y="193"/>
                </a:cubicBezTo>
                <a:lnTo>
                  <a:pt x="162" y="67"/>
                </a:lnTo>
                <a:cubicBezTo>
                  <a:pt x="162" y="38"/>
                  <a:pt x="161" y="17"/>
                  <a:pt x="158" y="5"/>
                </a:cubicBezTo>
                <a:cubicBezTo>
                  <a:pt x="163" y="6"/>
                  <a:pt x="169" y="7"/>
                  <a:pt x="178" y="7"/>
                </a:cubicBezTo>
                <a:cubicBezTo>
                  <a:pt x="189" y="7"/>
                  <a:pt x="199" y="5"/>
                  <a:pt x="208" y="0"/>
                </a:cubicBezTo>
                <a:cubicBezTo>
                  <a:pt x="207" y="25"/>
                  <a:pt x="207" y="43"/>
                  <a:pt x="207" y="56"/>
                </a:cubicBezTo>
                <a:lnTo>
                  <a:pt x="207" y="182"/>
                </a:lnTo>
                <a:cubicBezTo>
                  <a:pt x="207" y="193"/>
                  <a:pt x="207" y="202"/>
                  <a:pt x="207" y="208"/>
                </a:cubicBezTo>
                <a:cubicBezTo>
                  <a:pt x="208" y="214"/>
                  <a:pt x="210" y="219"/>
                  <a:pt x="214" y="224"/>
                </a:cubicBezTo>
                <a:cubicBezTo>
                  <a:pt x="217" y="229"/>
                  <a:pt x="222" y="232"/>
                  <a:pt x="230" y="232"/>
                </a:cubicBezTo>
                <a:cubicBezTo>
                  <a:pt x="235" y="232"/>
                  <a:pt x="239" y="230"/>
                  <a:pt x="243" y="227"/>
                </a:cubicBezTo>
                <a:cubicBezTo>
                  <a:pt x="246" y="224"/>
                  <a:pt x="248" y="223"/>
                  <a:pt x="248" y="223"/>
                </a:cubicBezTo>
                <a:cubicBezTo>
                  <a:pt x="249" y="223"/>
                  <a:pt x="251" y="224"/>
                  <a:pt x="252" y="226"/>
                </a:cubicBezTo>
                <a:cubicBezTo>
                  <a:pt x="254" y="227"/>
                  <a:pt x="254" y="229"/>
                  <a:pt x="254" y="231"/>
                </a:cubicBezTo>
                <a:cubicBezTo>
                  <a:pt x="254" y="232"/>
                  <a:pt x="252" y="235"/>
                  <a:pt x="248" y="239"/>
                </a:cubicBezTo>
                <a:cubicBezTo>
                  <a:pt x="244" y="243"/>
                  <a:pt x="238" y="247"/>
                  <a:pt x="230" y="251"/>
                </a:cubicBezTo>
                <a:cubicBezTo>
                  <a:pt x="222" y="255"/>
                  <a:pt x="213" y="256"/>
                  <a:pt x="205" y="256"/>
                </a:cubicBezTo>
                <a:cubicBezTo>
                  <a:pt x="179" y="256"/>
                  <a:pt x="165" y="243"/>
                  <a:pt x="162" y="217"/>
                </a:cubicBezTo>
                <a:lnTo>
                  <a:pt x="161" y="217"/>
                </a:ln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3463920" y="2241360"/>
            <a:ext cx="155880" cy="91080"/>
          </a:xfrm>
          <a:custGeom>
            <a:avLst/>
            <a:gdLst/>
            <a:ahLst/>
            <a:rect l="0" t="0" r="r" b="b"/>
            <a:pathLst>
              <a:path w="433" h="253">
                <a:moveTo>
                  <a:pt x="87" y="48"/>
                </a:moveTo>
                <a:cubicBezTo>
                  <a:pt x="87" y="52"/>
                  <a:pt x="88" y="53"/>
                  <a:pt x="90" y="49"/>
                </a:cubicBezTo>
                <a:cubicBezTo>
                  <a:pt x="91" y="49"/>
                  <a:pt x="91" y="48"/>
                  <a:pt x="92" y="48"/>
                </a:cubicBezTo>
                <a:cubicBezTo>
                  <a:pt x="121" y="17"/>
                  <a:pt x="150" y="1"/>
                  <a:pt x="179" y="1"/>
                </a:cubicBezTo>
                <a:cubicBezTo>
                  <a:pt x="193" y="1"/>
                  <a:pt x="205" y="6"/>
                  <a:pt x="216" y="14"/>
                </a:cubicBezTo>
                <a:cubicBezTo>
                  <a:pt x="227" y="21"/>
                  <a:pt x="233" y="31"/>
                  <a:pt x="236" y="44"/>
                </a:cubicBezTo>
                <a:cubicBezTo>
                  <a:pt x="237" y="47"/>
                  <a:pt x="239" y="47"/>
                  <a:pt x="242" y="44"/>
                </a:cubicBezTo>
                <a:cubicBezTo>
                  <a:pt x="252" y="34"/>
                  <a:pt x="262" y="25"/>
                  <a:pt x="273" y="19"/>
                </a:cubicBezTo>
                <a:cubicBezTo>
                  <a:pt x="285" y="13"/>
                  <a:pt x="295" y="8"/>
                  <a:pt x="306" y="5"/>
                </a:cubicBezTo>
                <a:cubicBezTo>
                  <a:pt x="316" y="3"/>
                  <a:pt x="326" y="1"/>
                  <a:pt x="337" y="1"/>
                </a:cubicBezTo>
                <a:cubicBezTo>
                  <a:pt x="360" y="1"/>
                  <a:pt x="375" y="9"/>
                  <a:pt x="383" y="25"/>
                </a:cubicBezTo>
                <a:cubicBezTo>
                  <a:pt x="391" y="41"/>
                  <a:pt x="395" y="63"/>
                  <a:pt x="395" y="92"/>
                </a:cubicBezTo>
                <a:lnTo>
                  <a:pt x="395" y="182"/>
                </a:lnTo>
                <a:cubicBezTo>
                  <a:pt x="395" y="205"/>
                  <a:pt x="397" y="220"/>
                  <a:pt x="401" y="225"/>
                </a:cubicBezTo>
                <a:cubicBezTo>
                  <a:pt x="405" y="230"/>
                  <a:pt x="415" y="233"/>
                  <a:pt x="431" y="234"/>
                </a:cubicBezTo>
                <a:cubicBezTo>
                  <a:pt x="433" y="236"/>
                  <a:pt x="433" y="239"/>
                  <a:pt x="433" y="244"/>
                </a:cubicBezTo>
                <a:cubicBezTo>
                  <a:pt x="433" y="248"/>
                  <a:pt x="433" y="251"/>
                  <a:pt x="431" y="253"/>
                </a:cubicBezTo>
                <a:cubicBezTo>
                  <a:pt x="399" y="252"/>
                  <a:pt x="379" y="252"/>
                  <a:pt x="373" y="252"/>
                </a:cubicBezTo>
                <a:cubicBezTo>
                  <a:pt x="366" y="252"/>
                  <a:pt x="347" y="252"/>
                  <a:pt x="314" y="253"/>
                </a:cubicBezTo>
                <a:cubicBezTo>
                  <a:pt x="313" y="251"/>
                  <a:pt x="312" y="248"/>
                  <a:pt x="312" y="244"/>
                </a:cubicBezTo>
                <a:cubicBezTo>
                  <a:pt x="312" y="239"/>
                  <a:pt x="313" y="236"/>
                  <a:pt x="314" y="234"/>
                </a:cubicBezTo>
                <a:cubicBezTo>
                  <a:pt x="330" y="233"/>
                  <a:pt x="340" y="230"/>
                  <a:pt x="343" y="224"/>
                </a:cubicBezTo>
                <a:cubicBezTo>
                  <a:pt x="347" y="219"/>
                  <a:pt x="350" y="205"/>
                  <a:pt x="350" y="182"/>
                </a:cubicBezTo>
                <a:lnTo>
                  <a:pt x="350" y="82"/>
                </a:lnTo>
                <a:cubicBezTo>
                  <a:pt x="350" y="64"/>
                  <a:pt x="347" y="51"/>
                  <a:pt x="341" y="43"/>
                </a:cubicBezTo>
                <a:cubicBezTo>
                  <a:pt x="335" y="35"/>
                  <a:pt x="327" y="31"/>
                  <a:pt x="316" y="31"/>
                </a:cubicBezTo>
                <a:cubicBezTo>
                  <a:pt x="288" y="31"/>
                  <a:pt x="263" y="44"/>
                  <a:pt x="240" y="69"/>
                </a:cubicBezTo>
                <a:cubicBezTo>
                  <a:pt x="241" y="74"/>
                  <a:pt x="241" y="81"/>
                  <a:pt x="241" y="92"/>
                </a:cubicBezTo>
                <a:lnTo>
                  <a:pt x="241" y="182"/>
                </a:lnTo>
                <a:cubicBezTo>
                  <a:pt x="241" y="205"/>
                  <a:pt x="243" y="220"/>
                  <a:pt x="247" y="225"/>
                </a:cubicBezTo>
                <a:cubicBezTo>
                  <a:pt x="250" y="230"/>
                  <a:pt x="259" y="233"/>
                  <a:pt x="274" y="234"/>
                </a:cubicBezTo>
                <a:cubicBezTo>
                  <a:pt x="276" y="236"/>
                  <a:pt x="277" y="239"/>
                  <a:pt x="277" y="244"/>
                </a:cubicBezTo>
                <a:cubicBezTo>
                  <a:pt x="277" y="249"/>
                  <a:pt x="276" y="252"/>
                  <a:pt x="274" y="253"/>
                </a:cubicBezTo>
                <a:cubicBezTo>
                  <a:pt x="242" y="252"/>
                  <a:pt x="223" y="252"/>
                  <a:pt x="219" y="252"/>
                </a:cubicBezTo>
                <a:cubicBezTo>
                  <a:pt x="212" y="252"/>
                  <a:pt x="192" y="252"/>
                  <a:pt x="160" y="253"/>
                </a:cubicBezTo>
                <a:cubicBezTo>
                  <a:pt x="159" y="252"/>
                  <a:pt x="158" y="249"/>
                  <a:pt x="158" y="244"/>
                </a:cubicBezTo>
                <a:cubicBezTo>
                  <a:pt x="158" y="240"/>
                  <a:pt x="159" y="237"/>
                  <a:pt x="160" y="234"/>
                </a:cubicBezTo>
                <a:cubicBezTo>
                  <a:pt x="176" y="233"/>
                  <a:pt x="186" y="230"/>
                  <a:pt x="190" y="225"/>
                </a:cubicBezTo>
                <a:cubicBezTo>
                  <a:pt x="194" y="220"/>
                  <a:pt x="196" y="205"/>
                  <a:pt x="196" y="182"/>
                </a:cubicBezTo>
                <a:lnTo>
                  <a:pt x="196" y="83"/>
                </a:lnTo>
                <a:cubicBezTo>
                  <a:pt x="196" y="49"/>
                  <a:pt x="183" y="31"/>
                  <a:pt x="158" y="31"/>
                </a:cubicBezTo>
                <a:cubicBezTo>
                  <a:pt x="140" y="31"/>
                  <a:pt x="120" y="43"/>
                  <a:pt x="97" y="65"/>
                </a:cubicBezTo>
                <a:cubicBezTo>
                  <a:pt x="90" y="72"/>
                  <a:pt x="87" y="80"/>
                  <a:pt x="87" y="89"/>
                </a:cubicBezTo>
                <a:lnTo>
                  <a:pt x="87" y="182"/>
                </a:lnTo>
                <a:cubicBezTo>
                  <a:pt x="87" y="199"/>
                  <a:pt x="88" y="210"/>
                  <a:pt x="90" y="217"/>
                </a:cubicBezTo>
                <a:cubicBezTo>
                  <a:pt x="92" y="223"/>
                  <a:pt x="95" y="228"/>
                  <a:pt x="99" y="230"/>
                </a:cubicBezTo>
                <a:cubicBezTo>
                  <a:pt x="103" y="232"/>
                  <a:pt x="110" y="233"/>
                  <a:pt x="121" y="234"/>
                </a:cubicBezTo>
                <a:cubicBezTo>
                  <a:pt x="123" y="236"/>
                  <a:pt x="123" y="239"/>
                  <a:pt x="123" y="244"/>
                </a:cubicBezTo>
                <a:cubicBezTo>
                  <a:pt x="123" y="248"/>
                  <a:pt x="123" y="251"/>
                  <a:pt x="121" y="253"/>
                </a:cubicBezTo>
                <a:cubicBezTo>
                  <a:pt x="89" y="252"/>
                  <a:pt x="70" y="252"/>
                  <a:pt x="64" y="252"/>
                </a:cubicBezTo>
                <a:cubicBezTo>
                  <a:pt x="54" y="252"/>
                  <a:pt x="34" y="252"/>
                  <a:pt x="3" y="253"/>
                </a:cubicBezTo>
                <a:cubicBezTo>
                  <a:pt x="1" y="252"/>
                  <a:pt x="0" y="249"/>
                  <a:pt x="0" y="244"/>
                </a:cubicBezTo>
                <a:cubicBezTo>
                  <a:pt x="0" y="240"/>
                  <a:pt x="1" y="237"/>
                  <a:pt x="3" y="234"/>
                </a:cubicBezTo>
                <a:cubicBezTo>
                  <a:pt x="20" y="233"/>
                  <a:pt x="30" y="230"/>
                  <a:pt x="35" y="224"/>
                </a:cubicBezTo>
                <a:cubicBezTo>
                  <a:pt x="40" y="219"/>
                  <a:pt x="42" y="205"/>
                  <a:pt x="42" y="182"/>
                </a:cubicBezTo>
                <a:lnTo>
                  <a:pt x="42" y="71"/>
                </a:lnTo>
                <a:cubicBezTo>
                  <a:pt x="42" y="56"/>
                  <a:pt x="40" y="46"/>
                  <a:pt x="35" y="41"/>
                </a:cubicBezTo>
                <a:cubicBezTo>
                  <a:pt x="31" y="37"/>
                  <a:pt x="21" y="34"/>
                  <a:pt x="4" y="33"/>
                </a:cubicBezTo>
                <a:cubicBezTo>
                  <a:pt x="2" y="26"/>
                  <a:pt x="2" y="21"/>
                  <a:pt x="4" y="16"/>
                </a:cubicBezTo>
                <a:cubicBezTo>
                  <a:pt x="33" y="13"/>
                  <a:pt x="57" y="7"/>
                  <a:pt x="75" y="0"/>
                </a:cubicBezTo>
                <a:cubicBezTo>
                  <a:pt x="78" y="0"/>
                  <a:pt x="80" y="1"/>
                  <a:pt x="82" y="4"/>
                </a:cubicBezTo>
                <a:cubicBezTo>
                  <a:pt x="85" y="11"/>
                  <a:pt x="87" y="26"/>
                  <a:pt x="87" y="48"/>
                </a:cubicBez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4428360" y="4091760"/>
            <a:ext cx="0" cy="61560"/>
          </a:xfrm>
          <a:prstGeom prst="line">
            <a:avLst/>
          </a:prstGeom>
          <a:ln cap="rnd" w="248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240" rIns="102240" tIns="4320" bIns="4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4427640" y="4122720"/>
            <a:ext cx="261360" cy="0"/>
          </a:xfrm>
          <a:prstGeom prst="line">
            <a:avLst/>
          </a:prstGeom>
          <a:ln cap="rnd" w="248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240" rIns="102240" tIns="-57240" bIns="-572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4697640" y="4088880"/>
            <a:ext cx="0" cy="71280"/>
          </a:xfrm>
          <a:prstGeom prst="line">
            <a:avLst/>
          </a:prstGeom>
          <a:ln cap="rnd" w="248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240" rIns="102240" tIns="14040" bIns="14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4348800" y="4182120"/>
            <a:ext cx="74160" cy="125640"/>
          </a:xfrm>
          <a:custGeom>
            <a:avLst/>
            <a:gdLst/>
            <a:ahLst/>
            <a:rect l="0" t="0" r="r" b="b"/>
            <a:pathLst>
              <a:path w="206" h="349">
                <a:moveTo>
                  <a:pt x="5" y="82"/>
                </a:moveTo>
                <a:cubicBezTo>
                  <a:pt x="5" y="63"/>
                  <a:pt x="15" y="44"/>
                  <a:pt x="34" y="27"/>
                </a:cubicBezTo>
                <a:cubicBezTo>
                  <a:pt x="54" y="9"/>
                  <a:pt x="78" y="0"/>
                  <a:pt x="108" y="0"/>
                </a:cubicBezTo>
                <a:cubicBezTo>
                  <a:pt x="134" y="0"/>
                  <a:pt x="156" y="8"/>
                  <a:pt x="175" y="22"/>
                </a:cubicBezTo>
                <a:cubicBezTo>
                  <a:pt x="195" y="37"/>
                  <a:pt x="204" y="58"/>
                  <a:pt x="204" y="87"/>
                </a:cubicBezTo>
                <a:cubicBezTo>
                  <a:pt x="204" y="101"/>
                  <a:pt x="202" y="114"/>
                  <a:pt x="196" y="126"/>
                </a:cubicBezTo>
                <a:cubicBezTo>
                  <a:pt x="190" y="138"/>
                  <a:pt x="184" y="148"/>
                  <a:pt x="178" y="156"/>
                </a:cubicBezTo>
                <a:cubicBezTo>
                  <a:pt x="171" y="164"/>
                  <a:pt x="161" y="174"/>
                  <a:pt x="148" y="187"/>
                </a:cubicBezTo>
                <a:lnTo>
                  <a:pt x="90" y="242"/>
                </a:lnTo>
                <a:cubicBezTo>
                  <a:pt x="62" y="271"/>
                  <a:pt x="48" y="294"/>
                  <a:pt x="48" y="311"/>
                </a:cubicBezTo>
                <a:lnTo>
                  <a:pt x="149" y="311"/>
                </a:lnTo>
                <a:cubicBezTo>
                  <a:pt x="159" y="311"/>
                  <a:pt x="167" y="308"/>
                  <a:pt x="173" y="300"/>
                </a:cubicBezTo>
                <a:cubicBezTo>
                  <a:pt x="179" y="292"/>
                  <a:pt x="184" y="277"/>
                  <a:pt x="189" y="256"/>
                </a:cubicBezTo>
                <a:cubicBezTo>
                  <a:pt x="196" y="255"/>
                  <a:pt x="202" y="256"/>
                  <a:pt x="206" y="259"/>
                </a:cubicBezTo>
                <a:cubicBezTo>
                  <a:pt x="205" y="286"/>
                  <a:pt x="200" y="316"/>
                  <a:pt x="192" y="349"/>
                </a:cubicBezTo>
                <a:cubicBezTo>
                  <a:pt x="175" y="349"/>
                  <a:pt x="160" y="348"/>
                  <a:pt x="148" y="348"/>
                </a:cubicBezTo>
                <a:lnTo>
                  <a:pt x="48" y="348"/>
                </a:lnTo>
                <a:lnTo>
                  <a:pt x="0" y="349"/>
                </a:lnTo>
                <a:cubicBezTo>
                  <a:pt x="0" y="331"/>
                  <a:pt x="4" y="314"/>
                  <a:pt x="13" y="297"/>
                </a:cubicBezTo>
                <a:cubicBezTo>
                  <a:pt x="22" y="280"/>
                  <a:pt x="39" y="258"/>
                  <a:pt x="65" y="231"/>
                </a:cubicBezTo>
                <a:lnTo>
                  <a:pt x="108" y="190"/>
                </a:lnTo>
                <a:cubicBezTo>
                  <a:pt x="139" y="158"/>
                  <a:pt x="154" y="125"/>
                  <a:pt x="154" y="89"/>
                </a:cubicBezTo>
                <a:cubicBezTo>
                  <a:pt x="154" y="65"/>
                  <a:pt x="149" y="47"/>
                  <a:pt x="139" y="36"/>
                </a:cubicBezTo>
                <a:cubicBezTo>
                  <a:pt x="129" y="25"/>
                  <a:pt x="118" y="20"/>
                  <a:pt x="104" y="20"/>
                </a:cubicBezTo>
                <a:cubicBezTo>
                  <a:pt x="85" y="20"/>
                  <a:pt x="71" y="24"/>
                  <a:pt x="62" y="31"/>
                </a:cubicBezTo>
                <a:cubicBezTo>
                  <a:pt x="53" y="38"/>
                  <a:pt x="48" y="46"/>
                  <a:pt x="48" y="55"/>
                </a:cubicBezTo>
                <a:cubicBezTo>
                  <a:pt x="48" y="57"/>
                  <a:pt x="49" y="60"/>
                  <a:pt x="51" y="63"/>
                </a:cubicBezTo>
                <a:cubicBezTo>
                  <a:pt x="52" y="67"/>
                  <a:pt x="53" y="68"/>
                  <a:pt x="53" y="68"/>
                </a:cubicBezTo>
                <a:cubicBezTo>
                  <a:pt x="54" y="74"/>
                  <a:pt x="55" y="78"/>
                  <a:pt x="55" y="81"/>
                </a:cubicBezTo>
                <a:cubicBezTo>
                  <a:pt x="55" y="87"/>
                  <a:pt x="52" y="92"/>
                  <a:pt x="46" y="97"/>
                </a:cubicBezTo>
                <a:cubicBezTo>
                  <a:pt x="40" y="102"/>
                  <a:pt x="34" y="104"/>
                  <a:pt x="28" y="104"/>
                </a:cubicBezTo>
                <a:cubicBezTo>
                  <a:pt x="22" y="104"/>
                  <a:pt x="17" y="102"/>
                  <a:pt x="12" y="98"/>
                </a:cubicBezTo>
                <a:cubicBezTo>
                  <a:pt x="8" y="93"/>
                  <a:pt x="5" y="88"/>
                  <a:pt x="5" y="82"/>
                </a:cubicBez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4493160" y="4217400"/>
            <a:ext cx="91800" cy="138960"/>
          </a:xfrm>
          <a:custGeom>
            <a:avLst/>
            <a:gdLst/>
            <a:ahLst/>
            <a:rect l="0" t="0" r="r" b="b"/>
            <a:pathLst>
              <a:path w="255" h="386">
                <a:moveTo>
                  <a:pt x="161" y="216"/>
                </a:moveTo>
                <a:cubicBezTo>
                  <a:pt x="137" y="243"/>
                  <a:pt x="109" y="256"/>
                  <a:pt x="80" y="256"/>
                </a:cubicBezTo>
                <a:cubicBezTo>
                  <a:pt x="69" y="256"/>
                  <a:pt x="59" y="254"/>
                  <a:pt x="51" y="250"/>
                </a:cubicBezTo>
                <a:lnTo>
                  <a:pt x="50" y="250"/>
                </a:lnTo>
                <a:cubicBezTo>
                  <a:pt x="50" y="251"/>
                  <a:pt x="50" y="252"/>
                  <a:pt x="50" y="253"/>
                </a:cubicBezTo>
                <a:cubicBezTo>
                  <a:pt x="50" y="255"/>
                  <a:pt x="51" y="265"/>
                  <a:pt x="53" y="283"/>
                </a:cubicBezTo>
                <a:cubicBezTo>
                  <a:pt x="54" y="301"/>
                  <a:pt x="55" y="316"/>
                  <a:pt x="55" y="328"/>
                </a:cubicBezTo>
                <a:cubicBezTo>
                  <a:pt x="55" y="343"/>
                  <a:pt x="54" y="357"/>
                  <a:pt x="51" y="369"/>
                </a:cubicBezTo>
                <a:lnTo>
                  <a:pt x="7" y="386"/>
                </a:lnTo>
                <a:lnTo>
                  <a:pt x="0" y="376"/>
                </a:lnTo>
                <a:cubicBezTo>
                  <a:pt x="5" y="362"/>
                  <a:pt x="8" y="321"/>
                  <a:pt x="8" y="254"/>
                </a:cubicBezTo>
                <a:cubicBezTo>
                  <a:pt x="8" y="249"/>
                  <a:pt x="8" y="243"/>
                  <a:pt x="9" y="235"/>
                </a:cubicBezTo>
                <a:cubicBezTo>
                  <a:pt x="10" y="227"/>
                  <a:pt x="10" y="221"/>
                  <a:pt x="10" y="217"/>
                </a:cubicBezTo>
                <a:cubicBezTo>
                  <a:pt x="10" y="215"/>
                  <a:pt x="10" y="211"/>
                  <a:pt x="9" y="203"/>
                </a:cubicBezTo>
                <a:cubicBezTo>
                  <a:pt x="8" y="196"/>
                  <a:pt x="8" y="190"/>
                  <a:pt x="8" y="187"/>
                </a:cubicBezTo>
                <a:lnTo>
                  <a:pt x="8" y="67"/>
                </a:lnTo>
                <a:cubicBezTo>
                  <a:pt x="8" y="39"/>
                  <a:pt x="6" y="18"/>
                  <a:pt x="2" y="4"/>
                </a:cubicBezTo>
                <a:cubicBezTo>
                  <a:pt x="7" y="5"/>
                  <a:pt x="13" y="6"/>
                  <a:pt x="22" y="6"/>
                </a:cubicBezTo>
                <a:cubicBezTo>
                  <a:pt x="33" y="6"/>
                  <a:pt x="43" y="4"/>
                  <a:pt x="52" y="0"/>
                </a:cubicBezTo>
                <a:cubicBezTo>
                  <a:pt x="53" y="24"/>
                  <a:pt x="54" y="43"/>
                  <a:pt x="54" y="55"/>
                </a:cubicBezTo>
                <a:lnTo>
                  <a:pt x="54" y="165"/>
                </a:lnTo>
                <a:cubicBezTo>
                  <a:pt x="54" y="186"/>
                  <a:pt x="56" y="202"/>
                  <a:pt x="61" y="213"/>
                </a:cubicBezTo>
                <a:cubicBezTo>
                  <a:pt x="67" y="225"/>
                  <a:pt x="77" y="230"/>
                  <a:pt x="90" y="230"/>
                </a:cubicBezTo>
                <a:cubicBezTo>
                  <a:pt x="105" y="230"/>
                  <a:pt x="119" y="227"/>
                  <a:pt x="132" y="220"/>
                </a:cubicBezTo>
                <a:cubicBezTo>
                  <a:pt x="145" y="212"/>
                  <a:pt x="155" y="203"/>
                  <a:pt x="163" y="193"/>
                </a:cubicBezTo>
                <a:lnTo>
                  <a:pt x="163" y="67"/>
                </a:lnTo>
                <a:cubicBezTo>
                  <a:pt x="163" y="37"/>
                  <a:pt x="161" y="17"/>
                  <a:pt x="159" y="4"/>
                </a:cubicBezTo>
                <a:cubicBezTo>
                  <a:pt x="164" y="5"/>
                  <a:pt x="170" y="6"/>
                  <a:pt x="179" y="6"/>
                </a:cubicBezTo>
                <a:cubicBezTo>
                  <a:pt x="190" y="6"/>
                  <a:pt x="200" y="4"/>
                  <a:pt x="209" y="0"/>
                </a:cubicBezTo>
                <a:cubicBezTo>
                  <a:pt x="208" y="24"/>
                  <a:pt x="207" y="43"/>
                  <a:pt x="207" y="55"/>
                </a:cubicBezTo>
                <a:lnTo>
                  <a:pt x="207" y="181"/>
                </a:lnTo>
                <a:cubicBezTo>
                  <a:pt x="207" y="193"/>
                  <a:pt x="208" y="201"/>
                  <a:pt x="208" y="207"/>
                </a:cubicBezTo>
                <a:cubicBezTo>
                  <a:pt x="209" y="213"/>
                  <a:pt x="211" y="218"/>
                  <a:pt x="214" y="223"/>
                </a:cubicBezTo>
                <a:cubicBezTo>
                  <a:pt x="218" y="229"/>
                  <a:pt x="223" y="231"/>
                  <a:pt x="230" y="231"/>
                </a:cubicBezTo>
                <a:cubicBezTo>
                  <a:pt x="235" y="231"/>
                  <a:pt x="240" y="230"/>
                  <a:pt x="244" y="227"/>
                </a:cubicBezTo>
                <a:cubicBezTo>
                  <a:pt x="247" y="223"/>
                  <a:pt x="249" y="222"/>
                  <a:pt x="249" y="222"/>
                </a:cubicBezTo>
                <a:cubicBezTo>
                  <a:pt x="250" y="222"/>
                  <a:pt x="251" y="223"/>
                  <a:pt x="253" y="225"/>
                </a:cubicBezTo>
                <a:cubicBezTo>
                  <a:pt x="254" y="227"/>
                  <a:pt x="255" y="228"/>
                  <a:pt x="255" y="230"/>
                </a:cubicBezTo>
                <a:cubicBezTo>
                  <a:pt x="255" y="232"/>
                  <a:pt x="253" y="234"/>
                  <a:pt x="249" y="238"/>
                </a:cubicBezTo>
                <a:cubicBezTo>
                  <a:pt x="245" y="242"/>
                  <a:pt x="239" y="246"/>
                  <a:pt x="230" y="250"/>
                </a:cubicBezTo>
                <a:cubicBezTo>
                  <a:pt x="222" y="254"/>
                  <a:pt x="214" y="256"/>
                  <a:pt x="206" y="256"/>
                </a:cubicBezTo>
                <a:cubicBezTo>
                  <a:pt x="180" y="256"/>
                  <a:pt x="165" y="243"/>
                  <a:pt x="163" y="216"/>
                </a:cubicBezTo>
                <a:lnTo>
                  <a:pt x="161" y="216"/>
                </a:ln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4590000" y="4216680"/>
            <a:ext cx="155880" cy="91080"/>
          </a:xfrm>
          <a:custGeom>
            <a:avLst/>
            <a:gdLst/>
            <a:ahLst/>
            <a:rect l="0" t="0" r="r" b="b"/>
            <a:pathLst>
              <a:path w="433" h="253">
                <a:moveTo>
                  <a:pt x="86" y="48"/>
                </a:moveTo>
                <a:cubicBezTo>
                  <a:pt x="86" y="52"/>
                  <a:pt x="87" y="53"/>
                  <a:pt x="90" y="49"/>
                </a:cubicBezTo>
                <a:lnTo>
                  <a:pt x="91" y="48"/>
                </a:lnTo>
                <a:cubicBezTo>
                  <a:pt x="121" y="17"/>
                  <a:pt x="149" y="2"/>
                  <a:pt x="178" y="2"/>
                </a:cubicBezTo>
                <a:cubicBezTo>
                  <a:pt x="193" y="2"/>
                  <a:pt x="205" y="6"/>
                  <a:pt x="215" y="14"/>
                </a:cubicBezTo>
                <a:cubicBezTo>
                  <a:pt x="226" y="22"/>
                  <a:pt x="233" y="32"/>
                  <a:pt x="235" y="44"/>
                </a:cubicBezTo>
                <a:cubicBezTo>
                  <a:pt x="236" y="48"/>
                  <a:pt x="238" y="48"/>
                  <a:pt x="241" y="44"/>
                </a:cubicBezTo>
                <a:cubicBezTo>
                  <a:pt x="251" y="34"/>
                  <a:pt x="262" y="26"/>
                  <a:pt x="273" y="19"/>
                </a:cubicBezTo>
                <a:cubicBezTo>
                  <a:pt x="284" y="13"/>
                  <a:pt x="295" y="8"/>
                  <a:pt x="305" y="6"/>
                </a:cubicBezTo>
                <a:cubicBezTo>
                  <a:pt x="315" y="3"/>
                  <a:pt x="326" y="2"/>
                  <a:pt x="336" y="2"/>
                </a:cubicBezTo>
                <a:cubicBezTo>
                  <a:pt x="359" y="2"/>
                  <a:pt x="374" y="10"/>
                  <a:pt x="382" y="26"/>
                </a:cubicBezTo>
                <a:cubicBezTo>
                  <a:pt x="390" y="41"/>
                  <a:pt x="394" y="63"/>
                  <a:pt x="394" y="92"/>
                </a:cubicBezTo>
                <a:lnTo>
                  <a:pt x="394" y="182"/>
                </a:lnTo>
                <a:cubicBezTo>
                  <a:pt x="394" y="205"/>
                  <a:pt x="396" y="220"/>
                  <a:pt x="401" y="225"/>
                </a:cubicBezTo>
                <a:cubicBezTo>
                  <a:pt x="405" y="231"/>
                  <a:pt x="415" y="234"/>
                  <a:pt x="431" y="235"/>
                </a:cubicBezTo>
                <a:cubicBezTo>
                  <a:pt x="432" y="236"/>
                  <a:pt x="433" y="239"/>
                  <a:pt x="433" y="244"/>
                </a:cubicBezTo>
                <a:cubicBezTo>
                  <a:pt x="433" y="249"/>
                  <a:pt x="432" y="252"/>
                  <a:pt x="431" y="253"/>
                </a:cubicBezTo>
                <a:cubicBezTo>
                  <a:pt x="398" y="253"/>
                  <a:pt x="379" y="252"/>
                  <a:pt x="372" y="252"/>
                </a:cubicBezTo>
                <a:cubicBezTo>
                  <a:pt x="365" y="252"/>
                  <a:pt x="346" y="253"/>
                  <a:pt x="314" y="253"/>
                </a:cubicBezTo>
                <a:cubicBezTo>
                  <a:pt x="312" y="252"/>
                  <a:pt x="311" y="249"/>
                  <a:pt x="311" y="244"/>
                </a:cubicBezTo>
                <a:cubicBezTo>
                  <a:pt x="311" y="239"/>
                  <a:pt x="312" y="236"/>
                  <a:pt x="314" y="235"/>
                </a:cubicBezTo>
                <a:cubicBezTo>
                  <a:pt x="329" y="234"/>
                  <a:pt x="339" y="230"/>
                  <a:pt x="343" y="225"/>
                </a:cubicBezTo>
                <a:cubicBezTo>
                  <a:pt x="347" y="219"/>
                  <a:pt x="349" y="205"/>
                  <a:pt x="349" y="182"/>
                </a:cubicBezTo>
                <a:lnTo>
                  <a:pt x="349" y="82"/>
                </a:lnTo>
                <a:cubicBezTo>
                  <a:pt x="349" y="64"/>
                  <a:pt x="346" y="51"/>
                  <a:pt x="341" y="43"/>
                </a:cubicBezTo>
                <a:cubicBezTo>
                  <a:pt x="335" y="36"/>
                  <a:pt x="326" y="32"/>
                  <a:pt x="315" y="32"/>
                </a:cubicBezTo>
                <a:cubicBezTo>
                  <a:pt x="288" y="32"/>
                  <a:pt x="263" y="44"/>
                  <a:pt x="240" y="69"/>
                </a:cubicBezTo>
                <a:cubicBezTo>
                  <a:pt x="240" y="74"/>
                  <a:pt x="241" y="82"/>
                  <a:pt x="241" y="92"/>
                </a:cubicBezTo>
                <a:lnTo>
                  <a:pt x="241" y="182"/>
                </a:lnTo>
                <a:cubicBezTo>
                  <a:pt x="241" y="205"/>
                  <a:pt x="242" y="220"/>
                  <a:pt x="246" y="225"/>
                </a:cubicBezTo>
                <a:cubicBezTo>
                  <a:pt x="249" y="231"/>
                  <a:pt x="259" y="234"/>
                  <a:pt x="274" y="235"/>
                </a:cubicBezTo>
                <a:cubicBezTo>
                  <a:pt x="275" y="236"/>
                  <a:pt x="276" y="240"/>
                  <a:pt x="276" y="245"/>
                </a:cubicBezTo>
                <a:cubicBezTo>
                  <a:pt x="276" y="249"/>
                  <a:pt x="275" y="252"/>
                  <a:pt x="274" y="253"/>
                </a:cubicBezTo>
                <a:cubicBezTo>
                  <a:pt x="241" y="253"/>
                  <a:pt x="223" y="252"/>
                  <a:pt x="218" y="252"/>
                </a:cubicBezTo>
                <a:cubicBezTo>
                  <a:pt x="211" y="252"/>
                  <a:pt x="192" y="253"/>
                  <a:pt x="160" y="253"/>
                </a:cubicBezTo>
                <a:cubicBezTo>
                  <a:pt x="158" y="252"/>
                  <a:pt x="158" y="249"/>
                  <a:pt x="158" y="245"/>
                </a:cubicBezTo>
                <a:cubicBezTo>
                  <a:pt x="158" y="240"/>
                  <a:pt x="158" y="237"/>
                  <a:pt x="160" y="235"/>
                </a:cubicBezTo>
                <a:cubicBezTo>
                  <a:pt x="176" y="234"/>
                  <a:pt x="185" y="231"/>
                  <a:pt x="189" y="225"/>
                </a:cubicBezTo>
                <a:cubicBezTo>
                  <a:pt x="193" y="220"/>
                  <a:pt x="195" y="205"/>
                  <a:pt x="195" y="182"/>
                </a:cubicBezTo>
                <a:lnTo>
                  <a:pt x="195" y="83"/>
                </a:lnTo>
                <a:cubicBezTo>
                  <a:pt x="195" y="49"/>
                  <a:pt x="183" y="32"/>
                  <a:pt x="158" y="32"/>
                </a:cubicBezTo>
                <a:cubicBezTo>
                  <a:pt x="139" y="32"/>
                  <a:pt x="119" y="43"/>
                  <a:pt x="96" y="66"/>
                </a:cubicBezTo>
                <a:cubicBezTo>
                  <a:pt x="89" y="72"/>
                  <a:pt x="86" y="80"/>
                  <a:pt x="86" y="89"/>
                </a:cubicBezTo>
                <a:lnTo>
                  <a:pt x="86" y="182"/>
                </a:lnTo>
                <a:cubicBezTo>
                  <a:pt x="86" y="199"/>
                  <a:pt x="87" y="210"/>
                  <a:pt x="89" y="217"/>
                </a:cubicBezTo>
                <a:cubicBezTo>
                  <a:pt x="91" y="224"/>
                  <a:pt x="94" y="228"/>
                  <a:pt x="98" y="230"/>
                </a:cubicBezTo>
                <a:cubicBezTo>
                  <a:pt x="102" y="232"/>
                  <a:pt x="110" y="234"/>
                  <a:pt x="121" y="235"/>
                </a:cubicBezTo>
                <a:cubicBezTo>
                  <a:pt x="122" y="236"/>
                  <a:pt x="123" y="239"/>
                  <a:pt x="123" y="244"/>
                </a:cubicBezTo>
                <a:cubicBezTo>
                  <a:pt x="123" y="249"/>
                  <a:pt x="122" y="252"/>
                  <a:pt x="121" y="253"/>
                </a:cubicBezTo>
                <a:cubicBezTo>
                  <a:pt x="89" y="253"/>
                  <a:pt x="70" y="252"/>
                  <a:pt x="64" y="252"/>
                </a:cubicBezTo>
                <a:cubicBezTo>
                  <a:pt x="54" y="252"/>
                  <a:pt x="33" y="253"/>
                  <a:pt x="2" y="253"/>
                </a:cubicBezTo>
                <a:cubicBezTo>
                  <a:pt x="1" y="252"/>
                  <a:pt x="0" y="249"/>
                  <a:pt x="0" y="245"/>
                </a:cubicBezTo>
                <a:cubicBezTo>
                  <a:pt x="0" y="240"/>
                  <a:pt x="1" y="237"/>
                  <a:pt x="2" y="235"/>
                </a:cubicBezTo>
                <a:cubicBezTo>
                  <a:pt x="19" y="234"/>
                  <a:pt x="30" y="230"/>
                  <a:pt x="34" y="225"/>
                </a:cubicBezTo>
                <a:cubicBezTo>
                  <a:pt x="39" y="219"/>
                  <a:pt x="41" y="205"/>
                  <a:pt x="41" y="182"/>
                </a:cubicBezTo>
                <a:lnTo>
                  <a:pt x="41" y="72"/>
                </a:lnTo>
                <a:cubicBezTo>
                  <a:pt x="41" y="56"/>
                  <a:pt x="39" y="46"/>
                  <a:pt x="34" y="42"/>
                </a:cubicBezTo>
                <a:cubicBezTo>
                  <a:pt x="30" y="37"/>
                  <a:pt x="20" y="34"/>
                  <a:pt x="4" y="33"/>
                </a:cubicBezTo>
                <a:cubicBezTo>
                  <a:pt x="2" y="27"/>
                  <a:pt x="1" y="21"/>
                  <a:pt x="3" y="16"/>
                </a:cubicBezTo>
                <a:cubicBezTo>
                  <a:pt x="33" y="13"/>
                  <a:pt x="56" y="7"/>
                  <a:pt x="74" y="0"/>
                </a:cubicBezTo>
                <a:cubicBezTo>
                  <a:pt x="78" y="0"/>
                  <a:pt x="80" y="2"/>
                  <a:pt x="81" y="5"/>
                </a:cubicBezTo>
                <a:cubicBezTo>
                  <a:pt x="84" y="11"/>
                  <a:pt x="86" y="26"/>
                  <a:pt x="86" y="48"/>
                </a:cubicBez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4773960" y="4181400"/>
            <a:ext cx="120600" cy="133920"/>
          </a:xfrm>
          <a:custGeom>
            <a:avLst/>
            <a:gdLst/>
            <a:ahLst/>
            <a:rect l="0" t="0" r="r" b="b"/>
            <a:pathLst>
              <a:path w="335" h="372">
                <a:moveTo>
                  <a:pt x="198" y="302"/>
                </a:moveTo>
                <a:cubicBezTo>
                  <a:pt x="198" y="325"/>
                  <a:pt x="201" y="339"/>
                  <a:pt x="208" y="345"/>
                </a:cubicBezTo>
                <a:cubicBezTo>
                  <a:pt x="214" y="350"/>
                  <a:pt x="229" y="353"/>
                  <a:pt x="254" y="354"/>
                </a:cubicBezTo>
                <a:cubicBezTo>
                  <a:pt x="255" y="356"/>
                  <a:pt x="256" y="359"/>
                  <a:pt x="256" y="364"/>
                </a:cubicBezTo>
                <a:cubicBezTo>
                  <a:pt x="256" y="369"/>
                  <a:pt x="255" y="372"/>
                  <a:pt x="254" y="372"/>
                </a:cubicBezTo>
                <a:cubicBezTo>
                  <a:pt x="215" y="372"/>
                  <a:pt x="189" y="372"/>
                  <a:pt x="174" y="372"/>
                </a:cubicBezTo>
                <a:cubicBezTo>
                  <a:pt x="158" y="372"/>
                  <a:pt x="131" y="372"/>
                  <a:pt x="94" y="372"/>
                </a:cubicBezTo>
                <a:cubicBezTo>
                  <a:pt x="93" y="372"/>
                  <a:pt x="92" y="369"/>
                  <a:pt x="92" y="364"/>
                </a:cubicBezTo>
                <a:cubicBezTo>
                  <a:pt x="92" y="359"/>
                  <a:pt x="93" y="356"/>
                  <a:pt x="94" y="354"/>
                </a:cubicBezTo>
                <a:cubicBezTo>
                  <a:pt x="118" y="354"/>
                  <a:pt x="133" y="351"/>
                  <a:pt x="140" y="345"/>
                </a:cubicBezTo>
                <a:cubicBezTo>
                  <a:pt x="146" y="339"/>
                  <a:pt x="150" y="325"/>
                  <a:pt x="150" y="302"/>
                </a:cubicBezTo>
                <a:lnTo>
                  <a:pt x="150" y="83"/>
                </a:lnTo>
                <a:cubicBezTo>
                  <a:pt x="150" y="64"/>
                  <a:pt x="148" y="50"/>
                  <a:pt x="144" y="40"/>
                </a:cubicBezTo>
                <a:cubicBezTo>
                  <a:pt x="139" y="31"/>
                  <a:pt x="133" y="26"/>
                  <a:pt x="123" y="26"/>
                </a:cubicBezTo>
                <a:lnTo>
                  <a:pt x="94" y="26"/>
                </a:lnTo>
                <a:cubicBezTo>
                  <a:pt x="75" y="26"/>
                  <a:pt x="59" y="30"/>
                  <a:pt x="46" y="39"/>
                </a:cubicBezTo>
                <a:cubicBezTo>
                  <a:pt x="34" y="49"/>
                  <a:pt x="25" y="64"/>
                  <a:pt x="20" y="86"/>
                </a:cubicBezTo>
                <a:cubicBezTo>
                  <a:pt x="12" y="86"/>
                  <a:pt x="5" y="85"/>
                  <a:pt x="0" y="83"/>
                </a:cubicBezTo>
                <a:cubicBezTo>
                  <a:pt x="8" y="51"/>
                  <a:pt x="12" y="24"/>
                  <a:pt x="15" y="1"/>
                </a:cubicBezTo>
                <a:cubicBezTo>
                  <a:pt x="15" y="0"/>
                  <a:pt x="15" y="0"/>
                  <a:pt x="17" y="0"/>
                </a:cubicBezTo>
                <a:cubicBezTo>
                  <a:pt x="55" y="2"/>
                  <a:pt x="99" y="3"/>
                  <a:pt x="150" y="3"/>
                </a:cubicBezTo>
                <a:lnTo>
                  <a:pt x="198" y="3"/>
                </a:lnTo>
                <a:cubicBezTo>
                  <a:pt x="249" y="3"/>
                  <a:pt x="292" y="2"/>
                  <a:pt x="327" y="0"/>
                </a:cubicBezTo>
                <a:cubicBezTo>
                  <a:pt x="328" y="0"/>
                  <a:pt x="328" y="0"/>
                  <a:pt x="328" y="1"/>
                </a:cubicBezTo>
                <a:cubicBezTo>
                  <a:pt x="329" y="26"/>
                  <a:pt x="331" y="53"/>
                  <a:pt x="335" y="82"/>
                </a:cubicBezTo>
                <a:cubicBezTo>
                  <a:pt x="331" y="84"/>
                  <a:pt x="325" y="85"/>
                  <a:pt x="316" y="85"/>
                </a:cubicBezTo>
                <a:cubicBezTo>
                  <a:pt x="311" y="63"/>
                  <a:pt x="303" y="48"/>
                  <a:pt x="290" y="39"/>
                </a:cubicBezTo>
                <a:cubicBezTo>
                  <a:pt x="277" y="30"/>
                  <a:pt x="259" y="26"/>
                  <a:pt x="237" y="26"/>
                </a:cubicBezTo>
                <a:lnTo>
                  <a:pt x="224" y="26"/>
                </a:lnTo>
                <a:cubicBezTo>
                  <a:pt x="215" y="26"/>
                  <a:pt x="208" y="31"/>
                  <a:pt x="204" y="40"/>
                </a:cubicBezTo>
                <a:cubicBezTo>
                  <a:pt x="200" y="50"/>
                  <a:pt x="198" y="65"/>
                  <a:pt x="198" y="84"/>
                </a:cubicBezTo>
                <a:lnTo>
                  <a:pt x="198" y="302"/>
                </a:ln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4887000" y="4226760"/>
            <a:ext cx="150840" cy="91080"/>
          </a:xfrm>
          <a:custGeom>
            <a:avLst/>
            <a:gdLst/>
            <a:ahLst/>
            <a:rect l="0" t="0" r="r" b="b"/>
            <a:pathLst>
              <a:path w="419" h="253">
                <a:moveTo>
                  <a:pt x="113" y="19"/>
                </a:moveTo>
                <a:cubicBezTo>
                  <a:pt x="100" y="19"/>
                  <a:pt x="92" y="23"/>
                  <a:pt x="90" y="28"/>
                </a:cubicBezTo>
                <a:cubicBezTo>
                  <a:pt x="88" y="34"/>
                  <a:pt x="90" y="43"/>
                  <a:pt x="95" y="57"/>
                </a:cubicBezTo>
                <a:lnTo>
                  <a:pt x="142" y="174"/>
                </a:lnTo>
                <a:cubicBezTo>
                  <a:pt x="144" y="181"/>
                  <a:pt x="146" y="185"/>
                  <a:pt x="147" y="187"/>
                </a:cubicBezTo>
                <a:cubicBezTo>
                  <a:pt x="148" y="188"/>
                  <a:pt x="150" y="188"/>
                  <a:pt x="151" y="187"/>
                </a:cubicBezTo>
                <a:cubicBezTo>
                  <a:pt x="152" y="185"/>
                  <a:pt x="154" y="180"/>
                  <a:pt x="157" y="173"/>
                </a:cubicBezTo>
                <a:lnTo>
                  <a:pt x="197" y="72"/>
                </a:lnTo>
                <a:lnTo>
                  <a:pt x="194" y="63"/>
                </a:lnTo>
                <a:cubicBezTo>
                  <a:pt x="193" y="62"/>
                  <a:pt x="192" y="60"/>
                  <a:pt x="192" y="58"/>
                </a:cubicBezTo>
                <a:cubicBezTo>
                  <a:pt x="188" y="51"/>
                  <a:pt x="186" y="46"/>
                  <a:pt x="185" y="43"/>
                </a:cubicBezTo>
                <a:cubicBezTo>
                  <a:pt x="183" y="39"/>
                  <a:pt x="181" y="35"/>
                  <a:pt x="178" y="31"/>
                </a:cubicBezTo>
                <a:cubicBezTo>
                  <a:pt x="175" y="27"/>
                  <a:pt x="171" y="24"/>
                  <a:pt x="166" y="23"/>
                </a:cubicBezTo>
                <a:cubicBezTo>
                  <a:pt x="162" y="21"/>
                  <a:pt x="157" y="19"/>
                  <a:pt x="150" y="19"/>
                </a:cubicBezTo>
                <a:cubicBezTo>
                  <a:pt x="148" y="17"/>
                  <a:pt x="148" y="14"/>
                  <a:pt x="148" y="10"/>
                </a:cubicBezTo>
                <a:cubicBezTo>
                  <a:pt x="148" y="5"/>
                  <a:pt x="148" y="2"/>
                  <a:pt x="150" y="0"/>
                </a:cubicBezTo>
                <a:cubicBezTo>
                  <a:pt x="178" y="1"/>
                  <a:pt x="195" y="1"/>
                  <a:pt x="200" y="1"/>
                </a:cubicBezTo>
                <a:cubicBezTo>
                  <a:pt x="210" y="1"/>
                  <a:pt x="229" y="1"/>
                  <a:pt x="257" y="0"/>
                </a:cubicBezTo>
                <a:cubicBezTo>
                  <a:pt x="258" y="2"/>
                  <a:pt x="259" y="6"/>
                  <a:pt x="259" y="10"/>
                </a:cubicBezTo>
                <a:cubicBezTo>
                  <a:pt x="259" y="15"/>
                  <a:pt x="258" y="17"/>
                  <a:pt x="257" y="19"/>
                </a:cubicBezTo>
                <a:cubicBezTo>
                  <a:pt x="242" y="20"/>
                  <a:pt x="233" y="23"/>
                  <a:pt x="231" y="27"/>
                </a:cubicBezTo>
                <a:cubicBezTo>
                  <a:pt x="229" y="32"/>
                  <a:pt x="230" y="40"/>
                  <a:pt x="236" y="53"/>
                </a:cubicBezTo>
                <a:lnTo>
                  <a:pt x="285" y="178"/>
                </a:lnTo>
                <a:cubicBezTo>
                  <a:pt x="288" y="185"/>
                  <a:pt x="290" y="188"/>
                  <a:pt x="292" y="189"/>
                </a:cubicBezTo>
                <a:cubicBezTo>
                  <a:pt x="292" y="189"/>
                  <a:pt x="293" y="188"/>
                  <a:pt x="295" y="185"/>
                </a:cubicBezTo>
                <a:cubicBezTo>
                  <a:pt x="295" y="185"/>
                  <a:pt x="296" y="182"/>
                  <a:pt x="298" y="176"/>
                </a:cubicBezTo>
                <a:lnTo>
                  <a:pt x="346" y="57"/>
                </a:lnTo>
                <a:cubicBezTo>
                  <a:pt x="348" y="52"/>
                  <a:pt x="349" y="48"/>
                  <a:pt x="350" y="46"/>
                </a:cubicBezTo>
                <a:cubicBezTo>
                  <a:pt x="351" y="43"/>
                  <a:pt x="351" y="39"/>
                  <a:pt x="351" y="36"/>
                </a:cubicBezTo>
                <a:cubicBezTo>
                  <a:pt x="351" y="32"/>
                  <a:pt x="350" y="29"/>
                  <a:pt x="348" y="27"/>
                </a:cubicBezTo>
                <a:cubicBezTo>
                  <a:pt x="346" y="25"/>
                  <a:pt x="343" y="23"/>
                  <a:pt x="338" y="22"/>
                </a:cubicBezTo>
                <a:cubicBezTo>
                  <a:pt x="332" y="20"/>
                  <a:pt x="326" y="19"/>
                  <a:pt x="317" y="19"/>
                </a:cubicBezTo>
                <a:cubicBezTo>
                  <a:pt x="315" y="17"/>
                  <a:pt x="315" y="14"/>
                  <a:pt x="315" y="10"/>
                </a:cubicBezTo>
                <a:cubicBezTo>
                  <a:pt x="315" y="5"/>
                  <a:pt x="315" y="2"/>
                  <a:pt x="317" y="0"/>
                </a:cubicBezTo>
                <a:cubicBezTo>
                  <a:pt x="345" y="1"/>
                  <a:pt x="365" y="1"/>
                  <a:pt x="376" y="1"/>
                </a:cubicBezTo>
                <a:cubicBezTo>
                  <a:pt x="384" y="1"/>
                  <a:pt x="397" y="1"/>
                  <a:pt x="416" y="0"/>
                </a:cubicBezTo>
                <a:cubicBezTo>
                  <a:pt x="418" y="2"/>
                  <a:pt x="419" y="6"/>
                  <a:pt x="419" y="10"/>
                </a:cubicBezTo>
                <a:cubicBezTo>
                  <a:pt x="419" y="15"/>
                  <a:pt x="418" y="17"/>
                  <a:pt x="416" y="19"/>
                </a:cubicBezTo>
                <a:cubicBezTo>
                  <a:pt x="403" y="19"/>
                  <a:pt x="393" y="23"/>
                  <a:pt x="386" y="30"/>
                </a:cubicBezTo>
                <a:cubicBezTo>
                  <a:pt x="379" y="36"/>
                  <a:pt x="373" y="46"/>
                  <a:pt x="368" y="60"/>
                </a:cubicBezTo>
                <a:lnTo>
                  <a:pt x="294" y="240"/>
                </a:lnTo>
                <a:cubicBezTo>
                  <a:pt x="291" y="248"/>
                  <a:pt x="286" y="253"/>
                  <a:pt x="281" y="253"/>
                </a:cubicBezTo>
                <a:cubicBezTo>
                  <a:pt x="275" y="253"/>
                  <a:pt x="270" y="249"/>
                  <a:pt x="267" y="241"/>
                </a:cubicBezTo>
                <a:lnTo>
                  <a:pt x="208" y="100"/>
                </a:lnTo>
                <a:lnTo>
                  <a:pt x="151" y="240"/>
                </a:lnTo>
                <a:cubicBezTo>
                  <a:pt x="147" y="248"/>
                  <a:pt x="142" y="253"/>
                  <a:pt x="137" y="253"/>
                </a:cubicBezTo>
                <a:cubicBezTo>
                  <a:pt x="131" y="253"/>
                  <a:pt x="127" y="249"/>
                  <a:pt x="123" y="241"/>
                </a:cubicBezTo>
                <a:lnTo>
                  <a:pt x="48" y="57"/>
                </a:lnTo>
                <a:cubicBezTo>
                  <a:pt x="42" y="42"/>
                  <a:pt x="36" y="32"/>
                  <a:pt x="31" y="27"/>
                </a:cubicBezTo>
                <a:cubicBezTo>
                  <a:pt x="26" y="23"/>
                  <a:pt x="16" y="20"/>
                  <a:pt x="3" y="19"/>
                </a:cubicBezTo>
                <a:cubicBezTo>
                  <a:pt x="2" y="17"/>
                  <a:pt x="0" y="14"/>
                  <a:pt x="0" y="10"/>
                </a:cubicBezTo>
                <a:cubicBezTo>
                  <a:pt x="0" y="5"/>
                  <a:pt x="1" y="2"/>
                  <a:pt x="3" y="0"/>
                </a:cubicBezTo>
                <a:cubicBezTo>
                  <a:pt x="23" y="1"/>
                  <a:pt x="40" y="1"/>
                  <a:pt x="54" y="1"/>
                </a:cubicBezTo>
                <a:cubicBezTo>
                  <a:pt x="65" y="1"/>
                  <a:pt x="85" y="1"/>
                  <a:pt x="113" y="0"/>
                </a:cubicBezTo>
                <a:cubicBezTo>
                  <a:pt x="115" y="2"/>
                  <a:pt x="115" y="6"/>
                  <a:pt x="115" y="10"/>
                </a:cubicBezTo>
                <a:cubicBezTo>
                  <a:pt x="115" y="15"/>
                  <a:pt x="115" y="17"/>
                  <a:pt x="113" y="19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5045400" y="4224960"/>
            <a:ext cx="86760" cy="92160"/>
          </a:xfrm>
          <a:custGeom>
            <a:avLst/>
            <a:gdLst/>
            <a:ahLst/>
            <a:rect l="0" t="0" r="r" b="b"/>
            <a:pathLst>
              <a:path w="241" h="256">
                <a:moveTo>
                  <a:pt x="0" y="134"/>
                </a:moveTo>
                <a:cubicBezTo>
                  <a:pt x="0" y="96"/>
                  <a:pt x="11" y="65"/>
                  <a:pt x="32" y="40"/>
                </a:cubicBezTo>
                <a:cubicBezTo>
                  <a:pt x="55" y="13"/>
                  <a:pt x="85" y="0"/>
                  <a:pt x="122" y="0"/>
                </a:cubicBezTo>
                <a:cubicBezTo>
                  <a:pt x="149" y="0"/>
                  <a:pt x="172" y="7"/>
                  <a:pt x="190" y="21"/>
                </a:cubicBezTo>
                <a:cubicBezTo>
                  <a:pt x="209" y="34"/>
                  <a:pt x="222" y="50"/>
                  <a:pt x="229" y="69"/>
                </a:cubicBezTo>
                <a:cubicBezTo>
                  <a:pt x="237" y="88"/>
                  <a:pt x="241" y="107"/>
                  <a:pt x="241" y="128"/>
                </a:cubicBezTo>
                <a:cubicBezTo>
                  <a:pt x="241" y="168"/>
                  <a:pt x="229" y="201"/>
                  <a:pt x="204" y="225"/>
                </a:cubicBezTo>
                <a:cubicBezTo>
                  <a:pt x="183" y="246"/>
                  <a:pt x="154" y="256"/>
                  <a:pt x="120" y="256"/>
                </a:cubicBezTo>
                <a:cubicBezTo>
                  <a:pt x="82" y="256"/>
                  <a:pt x="53" y="244"/>
                  <a:pt x="32" y="219"/>
                </a:cubicBezTo>
                <a:cubicBezTo>
                  <a:pt x="11" y="195"/>
                  <a:pt x="0" y="166"/>
                  <a:pt x="0" y="134"/>
                </a:cubicBezTo>
                <a:moveTo>
                  <a:pt x="113" y="20"/>
                </a:moveTo>
                <a:cubicBezTo>
                  <a:pt x="70" y="20"/>
                  <a:pt x="49" y="54"/>
                  <a:pt x="49" y="121"/>
                </a:cubicBezTo>
                <a:cubicBezTo>
                  <a:pt x="49" y="133"/>
                  <a:pt x="51" y="146"/>
                  <a:pt x="53" y="158"/>
                </a:cubicBezTo>
                <a:cubicBezTo>
                  <a:pt x="56" y="171"/>
                  <a:pt x="61" y="183"/>
                  <a:pt x="66" y="195"/>
                </a:cubicBezTo>
                <a:cubicBezTo>
                  <a:pt x="73" y="207"/>
                  <a:pt x="81" y="217"/>
                  <a:pt x="91" y="225"/>
                </a:cubicBezTo>
                <a:cubicBezTo>
                  <a:pt x="102" y="233"/>
                  <a:pt x="114" y="237"/>
                  <a:pt x="129" y="237"/>
                </a:cubicBezTo>
                <a:cubicBezTo>
                  <a:pt x="145" y="237"/>
                  <a:pt x="160" y="230"/>
                  <a:pt x="173" y="216"/>
                </a:cubicBezTo>
                <a:cubicBezTo>
                  <a:pt x="186" y="202"/>
                  <a:pt x="193" y="179"/>
                  <a:pt x="193" y="147"/>
                </a:cubicBezTo>
                <a:cubicBezTo>
                  <a:pt x="193" y="107"/>
                  <a:pt x="185" y="75"/>
                  <a:pt x="171" y="53"/>
                </a:cubicBezTo>
                <a:cubicBezTo>
                  <a:pt x="157" y="31"/>
                  <a:pt x="138" y="20"/>
                  <a:pt x="113" y="20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5149080" y="4257000"/>
            <a:ext cx="52920" cy="12240"/>
          </a:xfrm>
          <a:custGeom>
            <a:avLst/>
            <a:gdLst/>
            <a:ahLst/>
            <a:rect l="0" t="0" r="r" b="b"/>
            <a:pathLst>
              <a:path w="147" h="34">
                <a:moveTo>
                  <a:pt x="131" y="34"/>
                </a:moveTo>
                <a:lnTo>
                  <a:pt x="8" y="34"/>
                </a:lnTo>
                <a:cubicBezTo>
                  <a:pt x="2" y="34"/>
                  <a:pt x="0" y="31"/>
                  <a:pt x="0" y="23"/>
                </a:cubicBezTo>
                <a:cubicBezTo>
                  <a:pt x="0" y="18"/>
                  <a:pt x="1" y="13"/>
                  <a:pt x="4" y="8"/>
                </a:cubicBezTo>
                <a:cubicBezTo>
                  <a:pt x="7" y="3"/>
                  <a:pt x="10" y="0"/>
                  <a:pt x="14" y="0"/>
                </a:cubicBezTo>
                <a:lnTo>
                  <a:pt x="139" y="0"/>
                </a:lnTo>
                <a:cubicBezTo>
                  <a:pt x="144" y="0"/>
                  <a:pt x="147" y="4"/>
                  <a:pt x="147" y="12"/>
                </a:cubicBezTo>
                <a:cubicBezTo>
                  <a:pt x="147" y="15"/>
                  <a:pt x="145" y="20"/>
                  <a:pt x="141" y="26"/>
                </a:cubicBezTo>
                <a:cubicBezTo>
                  <a:pt x="138" y="31"/>
                  <a:pt x="135" y="34"/>
                  <a:pt x="131" y="34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-32760" bIns="-32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5217120" y="4224240"/>
            <a:ext cx="95760" cy="139320"/>
          </a:xfrm>
          <a:custGeom>
            <a:avLst/>
            <a:gdLst/>
            <a:ahLst/>
            <a:rect l="0" t="0" r="r" b="b"/>
            <a:pathLst>
              <a:path w="266" h="387">
                <a:moveTo>
                  <a:pt x="119" y="22"/>
                </a:moveTo>
                <a:cubicBezTo>
                  <a:pt x="97" y="22"/>
                  <a:pt x="79" y="31"/>
                  <a:pt x="67" y="50"/>
                </a:cubicBezTo>
                <a:cubicBezTo>
                  <a:pt x="55" y="68"/>
                  <a:pt x="49" y="93"/>
                  <a:pt x="49" y="124"/>
                </a:cubicBezTo>
                <a:cubicBezTo>
                  <a:pt x="49" y="144"/>
                  <a:pt x="52" y="162"/>
                  <a:pt x="57" y="177"/>
                </a:cubicBezTo>
                <a:cubicBezTo>
                  <a:pt x="63" y="192"/>
                  <a:pt x="70" y="203"/>
                  <a:pt x="79" y="211"/>
                </a:cubicBezTo>
                <a:cubicBezTo>
                  <a:pt x="87" y="219"/>
                  <a:pt x="96" y="225"/>
                  <a:pt x="105" y="228"/>
                </a:cubicBezTo>
                <a:cubicBezTo>
                  <a:pt x="114" y="232"/>
                  <a:pt x="123" y="234"/>
                  <a:pt x="132" y="234"/>
                </a:cubicBezTo>
                <a:cubicBezTo>
                  <a:pt x="148" y="234"/>
                  <a:pt x="160" y="231"/>
                  <a:pt x="169" y="226"/>
                </a:cubicBezTo>
                <a:cubicBezTo>
                  <a:pt x="173" y="224"/>
                  <a:pt x="175" y="222"/>
                  <a:pt x="176" y="220"/>
                </a:cubicBezTo>
                <a:cubicBezTo>
                  <a:pt x="177" y="218"/>
                  <a:pt x="178" y="214"/>
                  <a:pt x="178" y="209"/>
                </a:cubicBezTo>
                <a:lnTo>
                  <a:pt x="178" y="77"/>
                </a:lnTo>
                <a:cubicBezTo>
                  <a:pt x="178" y="73"/>
                  <a:pt x="177" y="69"/>
                  <a:pt x="176" y="65"/>
                </a:cubicBezTo>
                <a:cubicBezTo>
                  <a:pt x="176" y="62"/>
                  <a:pt x="174" y="58"/>
                  <a:pt x="173" y="54"/>
                </a:cubicBezTo>
                <a:cubicBezTo>
                  <a:pt x="170" y="51"/>
                  <a:pt x="168" y="47"/>
                  <a:pt x="164" y="43"/>
                </a:cubicBezTo>
                <a:cubicBezTo>
                  <a:pt x="151" y="29"/>
                  <a:pt x="136" y="22"/>
                  <a:pt x="119" y="22"/>
                </a:cubicBezTo>
                <a:moveTo>
                  <a:pt x="178" y="253"/>
                </a:moveTo>
                <a:cubicBezTo>
                  <a:pt x="178" y="247"/>
                  <a:pt x="177" y="244"/>
                  <a:pt x="175" y="244"/>
                </a:cubicBezTo>
                <a:cubicBezTo>
                  <a:pt x="173" y="244"/>
                  <a:pt x="169" y="246"/>
                  <a:pt x="163" y="250"/>
                </a:cubicBezTo>
                <a:cubicBezTo>
                  <a:pt x="152" y="256"/>
                  <a:pt x="138" y="258"/>
                  <a:pt x="119" y="258"/>
                </a:cubicBezTo>
                <a:cubicBezTo>
                  <a:pt x="81" y="258"/>
                  <a:pt x="51" y="245"/>
                  <a:pt x="31" y="220"/>
                </a:cubicBezTo>
                <a:cubicBezTo>
                  <a:pt x="10" y="194"/>
                  <a:pt x="0" y="166"/>
                  <a:pt x="0" y="134"/>
                </a:cubicBezTo>
                <a:cubicBezTo>
                  <a:pt x="0" y="97"/>
                  <a:pt x="12" y="66"/>
                  <a:pt x="35" y="40"/>
                </a:cubicBezTo>
                <a:cubicBezTo>
                  <a:pt x="58" y="15"/>
                  <a:pt x="87" y="2"/>
                  <a:pt x="121" y="2"/>
                </a:cubicBezTo>
                <a:cubicBezTo>
                  <a:pt x="124" y="2"/>
                  <a:pt x="128" y="2"/>
                  <a:pt x="131" y="3"/>
                </a:cubicBezTo>
                <a:cubicBezTo>
                  <a:pt x="134" y="3"/>
                  <a:pt x="138" y="3"/>
                  <a:pt x="141" y="4"/>
                </a:cubicBezTo>
                <a:cubicBezTo>
                  <a:pt x="144" y="4"/>
                  <a:pt x="148" y="5"/>
                  <a:pt x="151" y="5"/>
                </a:cubicBezTo>
                <a:cubicBezTo>
                  <a:pt x="154" y="6"/>
                  <a:pt x="157" y="6"/>
                  <a:pt x="160" y="7"/>
                </a:cubicBezTo>
                <a:cubicBezTo>
                  <a:pt x="163" y="9"/>
                  <a:pt x="166" y="10"/>
                  <a:pt x="169" y="10"/>
                </a:cubicBezTo>
                <a:cubicBezTo>
                  <a:pt x="172" y="12"/>
                  <a:pt x="174" y="13"/>
                  <a:pt x="177" y="14"/>
                </a:cubicBezTo>
                <a:cubicBezTo>
                  <a:pt x="180" y="16"/>
                  <a:pt x="183" y="17"/>
                  <a:pt x="186" y="19"/>
                </a:cubicBezTo>
                <a:cubicBezTo>
                  <a:pt x="189" y="21"/>
                  <a:pt x="192" y="22"/>
                  <a:pt x="193" y="20"/>
                </a:cubicBezTo>
                <a:cubicBezTo>
                  <a:pt x="195" y="20"/>
                  <a:pt x="198" y="16"/>
                  <a:pt x="203" y="11"/>
                </a:cubicBezTo>
                <a:cubicBezTo>
                  <a:pt x="208" y="4"/>
                  <a:pt x="211" y="0"/>
                  <a:pt x="214" y="0"/>
                </a:cubicBezTo>
                <a:cubicBezTo>
                  <a:pt x="220" y="0"/>
                  <a:pt x="223" y="5"/>
                  <a:pt x="223" y="15"/>
                </a:cubicBezTo>
                <a:lnTo>
                  <a:pt x="223" y="316"/>
                </a:lnTo>
                <a:cubicBezTo>
                  <a:pt x="223" y="339"/>
                  <a:pt x="225" y="353"/>
                  <a:pt x="229" y="358"/>
                </a:cubicBezTo>
                <a:cubicBezTo>
                  <a:pt x="234" y="364"/>
                  <a:pt x="246" y="367"/>
                  <a:pt x="264" y="367"/>
                </a:cubicBezTo>
                <a:cubicBezTo>
                  <a:pt x="266" y="369"/>
                  <a:pt x="266" y="373"/>
                  <a:pt x="266" y="377"/>
                </a:cubicBezTo>
                <a:cubicBezTo>
                  <a:pt x="266" y="382"/>
                  <a:pt x="266" y="385"/>
                  <a:pt x="264" y="387"/>
                </a:cubicBezTo>
                <a:cubicBezTo>
                  <a:pt x="231" y="385"/>
                  <a:pt x="210" y="385"/>
                  <a:pt x="201" y="385"/>
                </a:cubicBezTo>
                <a:cubicBezTo>
                  <a:pt x="190" y="385"/>
                  <a:pt x="169" y="385"/>
                  <a:pt x="136" y="387"/>
                </a:cubicBezTo>
                <a:cubicBezTo>
                  <a:pt x="135" y="385"/>
                  <a:pt x="134" y="382"/>
                  <a:pt x="134" y="377"/>
                </a:cubicBezTo>
                <a:cubicBezTo>
                  <a:pt x="134" y="373"/>
                  <a:pt x="135" y="369"/>
                  <a:pt x="136" y="367"/>
                </a:cubicBezTo>
                <a:cubicBezTo>
                  <a:pt x="155" y="367"/>
                  <a:pt x="166" y="364"/>
                  <a:pt x="171" y="358"/>
                </a:cubicBezTo>
                <a:cubicBezTo>
                  <a:pt x="176" y="353"/>
                  <a:pt x="178" y="339"/>
                  <a:pt x="178" y="316"/>
                </a:cubicBezTo>
                <a:lnTo>
                  <a:pt x="178" y="253"/>
                </a:ln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5317560" y="4226760"/>
            <a:ext cx="102600" cy="90720"/>
          </a:xfrm>
          <a:custGeom>
            <a:avLst/>
            <a:gdLst/>
            <a:ahLst/>
            <a:rect l="0" t="0" r="r" b="b"/>
            <a:pathLst>
              <a:path w="285" h="252">
                <a:moveTo>
                  <a:pt x="112" y="251"/>
                </a:moveTo>
                <a:cubicBezTo>
                  <a:pt x="86" y="251"/>
                  <a:pt x="67" y="244"/>
                  <a:pt x="55" y="230"/>
                </a:cubicBezTo>
                <a:cubicBezTo>
                  <a:pt x="44" y="215"/>
                  <a:pt x="38" y="196"/>
                  <a:pt x="38" y="174"/>
                </a:cubicBezTo>
                <a:lnTo>
                  <a:pt x="38" y="64"/>
                </a:lnTo>
                <a:cubicBezTo>
                  <a:pt x="38" y="46"/>
                  <a:pt x="36" y="35"/>
                  <a:pt x="31" y="29"/>
                </a:cubicBezTo>
                <a:cubicBezTo>
                  <a:pt x="27" y="23"/>
                  <a:pt x="17" y="20"/>
                  <a:pt x="3" y="19"/>
                </a:cubicBezTo>
                <a:cubicBezTo>
                  <a:pt x="1" y="17"/>
                  <a:pt x="0" y="14"/>
                  <a:pt x="0" y="10"/>
                </a:cubicBezTo>
                <a:cubicBezTo>
                  <a:pt x="0" y="5"/>
                  <a:pt x="1" y="2"/>
                  <a:pt x="3" y="0"/>
                </a:cubicBezTo>
                <a:cubicBezTo>
                  <a:pt x="31" y="1"/>
                  <a:pt x="50" y="1"/>
                  <a:pt x="61" y="1"/>
                </a:cubicBezTo>
                <a:cubicBezTo>
                  <a:pt x="70" y="1"/>
                  <a:pt x="77" y="1"/>
                  <a:pt x="81" y="0"/>
                </a:cubicBezTo>
                <a:cubicBezTo>
                  <a:pt x="84" y="0"/>
                  <a:pt x="86" y="1"/>
                  <a:pt x="86" y="3"/>
                </a:cubicBezTo>
                <a:cubicBezTo>
                  <a:pt x="84" y="31"/>
                  <a:pt x="83" y="51"/>
                  <a:pt x="83" y="62"/>
                </a:cubicBezTo>
                <a:lnTo>
                  <a:pt x="83" y="166"/>
                </a:lnTo>
                <a:cubicBezTo>
                  <a:pt x="83" y="188"/>
                  <a:pt x="88" y="204"/>
                  <a:pt x="97" y="212"/>
                </a:cubicBezTo>
                <a:cubicBezTo>
                  <a:pt x="107" y="220"/>
                  <a:pt x="117" y="224"/>
                  <a:pt x="129" y="224"/>
                </a:cubicBezTo>
                <a:cubicBezTo>
                  <a:pt x="146" y="224"/>
                  <a:pt x="165" y="215"/>
                  <a:pt x="187" y="197"/>
                </a:cubicBezTo>
                <a:cubicBezTo>
                  <a:pt x="193" y="192"/>
                  <a:pt x="195" y="184"/>
                  <a:pt x="195" y="175"/>
                </a:cubicBezTo>
                <a:lnTo>
                  <a:pt x="195" y="65"/>
                </a:lnTo>
                <a:cubicBezTo>
                  <a:pt x="195" y="47"/>
                  <a:pt x="193" y="35"/>
                  <a:pt x="188" y="29"/>
                </a:cubicBezTo>
                <a:cubicBezTo>
                  <a:pt x="183" y="23"/>
                  <a:pt x="174" y="19"/>
                  <a:pt x="160" y="19"/>
                </a:cubicBezTo>
                <a:cubicBezTo>
                  <a:pt x="158" y="17"/>
                  <a:pt x="157" y="14"/>
                  <a:pt x="157" y="10"/>
                </a:cubicBezTo>
                <a:cubicBezTo>
                  <a:pt x="157" y="5"/>
                  <a:pt x="158" y="2"/>
                  <a:pt x="160" y="0"/>
                </a:cubicBezTo>
                <a:cubicBezTo>
                  <a:pt x="188" y="1"/>
                  <a:pt x="207" y="1"/>
                  <a:pt x="218" y="1"/>
                </a:cubicBezTo>
                <a:cubicBezTo>
                  <a:pt x="227" y="1"/>
                  <a:pt x="234" y="1"/>
                  <a:pt x="238" y="0"/>
                </a:cubicBezTo>
                <a:cubicBezTo>
                  <a:pt x="241" y="0"/>
                  <a:pt x="243" y="1"/>
                  <a:pt x="243" y="3"/>
                </a:cubicBezTo>
                <a:cubicBezTo>
                  <a:pt x="241" y="31"/>
                  <a:pt x="240" y="51"/>
                  <a:pt x="240" y="62"/>
                </a:cubicBezTo>
                <a:lnTo>
                  <a:pt x="240" y="172"/>
                </a:lnTo>
                <a:cubicBezTo>
                  <a:pt x="240" y="187"/>
                  <a:pt x="243" y="197"/>
                  <a:pt x="248" y="203"/>
                </a:cubicBezTo>
                <a:cubicBezTo>
                  <a:pt x="253" y="208"/>
                  <a:pt x="264" y="212"/>
                  <a:pt x="282" y="213"/>
                </a:cubicBezTo>
                <a:cubicBezTo>
                  <a:pt x="284" y="215"/>
                  <a:pt x="285" y="218"/>
                  <a:pt x="285" y="221"/>
                </a:cubicBezTo>
                <a:cubicBezTo>
                  <a:pt x="285" y="225"/>
                  <a:pt x="284" y="227"/>
                  <a:pt x="282" y="229"/>
                </a:cubicBezTo>
                <a:cubicBezTo>
                  <a:pt x="250" y="232"/>
                  <a:pt x="227" y="240"/>
                  <a:pt x="213" y="251"/>
                </a:cubicBezTo>
                <a:cubicBezTo>
                  <a:pt x="208" y="252"/>
                  <a:pt x="205" y="252"/>
                  <a:pt x="202" y="251"/>
                </a:cubicBezTo>
                <a:cubicBezTo>
                  <a:pt x="198" y="237"/>
                  <a:pt x="196" y="226"/>
                  <a:pt x="196" y="218"/>
                </a:cubicBezTo>
                <a:cubicBezTo>
                  <a:pt x="196" y="213"/>
                  <a:pt x="193" y="213"/>
                  <a:pt x="189" y="217"/>
                </a:cubicBezTo>
                <a:cubicBezTo>
                  <a:pt x="161" y="240"/>
                  <a:pt x="135" y="251"/>
                  <a:pt x="112" y="251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5423760" y="4171680"/>
            <a:ext cx="92160" cy="146160"/>
          </a:xfrm>
          <a:custGeom>
            <a:avLst/>
            <a:gdLst/>
            <a:ahLst/>
            <a:rect l="0" t="0" r="r" b="b"/>
            <a:pathLst>
              <a:path w="256" h="406">
                <a:moveTo>
                  <a:pt x="86" y="216"/>
                </a:moveTo>
                <a:lnTo>
                  <a:pt x="86" y="358"/>
                </a:lnTo>
                <a:cubicBezTo>
                  <a:pt x="100" y="376"/>
                  <a:pt x="114" y="385"/>
                  <a:pt x="127" y="385"/>
                </a:cubicBezTo>
                <a:cubicBezTo>
                  <a:pt x="153" y="385"/>
                  <a:pt x="173" y="375"/>
                  <a:pt x="187" y="353"/>
                </a:cubicBezTo>
                <a:cubicBezTo>
                  <a:pt x="200" y="332"/>
                  <a:pt x="207" y="305"/>
                  <a:pt x="207" y="271"/>
                </a:cubicBezTo>
                <a:cubicBezTo>
                  <a:pt x="207" y="243"/>
                  <a:pt x="201" y="220"/>
                  <a:pt x="188" y="202"/>
                </a:cubicBezTo>
                <a:cubicBezTo>
                  <a:pt x="176" y="183"/>
                  <a:pt x="161" y="173"/>
                  <a:pt x="144" y="173"/>
                </a:cubicBezTo>
                <a:cubicBezTo>
                  <a:pt x="125" y="173"/>
                  <a:pt x="109" y="180"/>
                  <a:pt x="95" y="192"/>
                </a:cubicBezTo>
                <a:cubicBezTo>
                  <a:pt x="88" y="198"/>
                  <a:pt x="85" y="206"/>
                  <a:pt x="86" y="216"/>
                </a:cubicBezTo>
                <a:moveTo>
                  <a:pt x="91" y="174"/>
                </a:moveTo>
                <a:cubicBezTo>
                  <a:pt x="110" y="157"/>
                  <a:pt x="131" y="148"/>
                  <a:pt x="155" y="148"/>
                </a:cubicBezTo>
                <a:cubicBezTo>
                  <a:pt x="181" y="148"/>
                  <a:pt x="205" y="159"/>
                  <a:pt x="225" y="180"/>
                </a:cubicBezTo>
                <a:cubicBezTo>
                  <a:pt x="245" y="201"/>
                  <a:pt x="256" y="228"/>
                  <a:pt x="256" y="260"/>
                </a:cubicBezTo>
                <a:cubicBezTo>
                  <a:pt x="256" y="303"/>
                  <a:pt x="243" y="338"/>
                  <a:pt x="217" y="364"/>
                </a:cubicBezTo>
                <a:cubicBezTo>
                  <a:pt x="190" y="391"/>
                  <a:pt x="161" y="404"/>
                  <a:pt x="130" y="404"/>
                </a:cubicBezTo>
                <a:cubicBezTo>
                  <a:pt x="108" y="404"/>
                  <a:pt x="91" y="399"/>
                  <a:pt x="80" y="390"/>
                </a:cubicBezTo>
                <a:cubicBezTo>
                  <a:pt x="77" y="388"/>
                  <a:pt x="74" y="386"/>
                  <a:pt x="72" y="386"/>
                </a:cubicBezTo>
                <a:cubicBezTo>
                  <a:pt x="70" y="386"/>
                  <a:pt x="67" y="388"/>
                  <a:pt x="64" y="392"/>
                </a:cubicBezTo>
                <a:cubicBezTo>
                  <a:pt x="63" y="393"/>
                  <a:pt x="61" y="395"/>
                  <a:pt x="59" y="397"/>
                </a:cubicBezTo>
                <a:cubicBezTo>
                  <a:pt x="57" y="399"/>
                  <a:pt x="56" y="400"/>
                  <a:pt x="55" y="401"/>
                </a:cubicBezTo>
                <a:cubicBezTo>
                  <a:pt x="54" y="402"/>
                  <a:pt x="52" y="404"/>
                  <a:pt x="51" y="406"/>
                </a:cubicBezTo>
                <a:cubicBezTo>
                  <a:pt x="45" y="406"/>
                  <a:pt x="41" y="403"/>
                  <a:pt x="38" y="399"/>
                </a:cubicBezTo>
                <a:cubicBezTo>
                  <a:pt x="40" y="392"/>
                  <a:pt x="41" y="378"/>
                  <a:pt x="41" y="358"/>
                </a:cubicBezTo>
                <a:lnTo>
                  <a:pt x="41" y="80"/>
                </a:lnTo>
                <a:cubicBezTo>
                  <a:pt x="41" y="67"/>
                  <a:pt x="40" y="58"/>
                  <a:pt x="40" y="53"/>
                </a:cubicBezTo>
                <a:cubicBezTo>
                  <a:pt x="39" y="47"/>
                  <a:pt x="37" y="42"/>
                  <a:pt x="32" y="39"/>
                </a:cubicBezTo>
                <a:cubicBezTo>
                  <a:pt x="28" y="36"/>
                  <a:pt x="25" y="34"/>
                  <a:pt x="22" y="34"/>
                </a:cubicBezTo>
                <a:cubicBezTo>
                  <a:pt x="20" y="34"/>
                  <a:pt x="14" y="34"/>
                  <a:pt x="4" y="33"/>
                </a:cubicBezTo>
                <a:cubicBezTo>
                  <a:pt x="0" y="29"/>
                  <a:pt x="-2" y="23"/>
                  <a:pt x="1" y="16"/>
                </a:cubicBezTo>
                <a:cubicBezTo>
                  <a:pt x="34" y="13"/>
                  <a:pt x="61" y="8"/>
                  <a:pt x="81" y="0"/>
                </a:cubicBezTo>
                <a:cubicBezTo>
                  <a:pt x="86" y="0"/>
                  <a:pt x="88" y="2"/>
                  <a:pt x="88" y="7"/>
                </a:cubicBezTo>
                <a:cubicBezTo>
                  <a:pt x="87" y="22"/>
                  <a:pt x="86" y="41"/>
                  <a:pt x="86" y="66"/>
                </a:cubicBezTo>
                <a:lnTo>
                  <a:pt x="86" y="171"/>
                </a:lnTo>
                <a:cubicBezTo>
                  <a:pt x="86" y="176"/>
                  <a:pt x="88" y="177"/>
                  <a:pt x="91" y="174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5528520" y="4182480"/>
            <a:ext cx="47880" cy="132840"/>
          </a:xfrm>
          <a:custGeom>
            <a:avLst/>
            <a:gdLst/>
            <a:ahLst/>
            <a:rect l="0" t="0" r="r" b="b"/>
            <a:pathLst>
              <a:path w="133" h="369">
                <a:moveTo>
                  <a:pt x="47" y="8"/>
                </a:moveTo>
                <a:cubicBezTo>
                  <a:pt x="53" y="2"/>
                  <a:pt x="60" y="0"/>
                  <a:pt x="67" y="0"/>
                </a:cubicBezTo>
                <a:cubicBezTo>
                  <a:pt x="74" y="0"/>
                  <a:pt x="81" y="3"/>
                  <a:pt x="86" y="10"/>
                </a:cubicBezTo>
                <a:cubicBezTo>
                  <a:pt x="91" y="16"/>
                  <a:pt x="94" y="22"/>
                  <a:pt x="94" y="29"/>
                </a:cubicBezTo>
                <a:cubicBezTo>
                  <a:pt x="94" y="36"/>
                  <a:pt x="91" y="42"/>
                  <a:pt x="85" y="48"/>
                </a:cubicBezTo>
                <a:cubicBezTo>
                  <a:pt x="79" y="54"/>
                  <a:pt x="72" y="56"/>
                  <a:pt x="65" y="56"/>
                </a:cubicBezTo>
                <a:cubicBezTo>
                  <a:pt x="58" y="56"/>
                  <a:pt x="51" y="53"/>
                  <a:pt x="46" y="47"/>
                </a:cubicBezTo>
                <a:cubicBezTo>
                  <a:pt x="40" y="41"/>
                  <a:pt x="37" y="34"/>
                  <a:pt x="37" y="27"/>
                </a:cubicBezTo>
                <a:cubicBezTo>
                  <a:pt x="37" y="20"/>
                  <a:pt x="40" y="14"/>
                  <a:pt x="47" y="8"/>
                </a:cubicBezTo>
                <a:moveTo>
                  <a:pt x="89" y="299"/>
                </a:moveTo>
                <a:cubicBezTo>
                  <a:pt x="89" y="322"/>
                  <a:pt x="91" y="336"/>
                  <a:pt x="96" y="342"/>
                </a:cubicBezTo>
                <a:cubicBezTo>
                  <a:pt x="100" y="347"/>
                  <a:pt x="112" y="350"/>
                  <a:pt x="130" y="351"/>
                </a:cubicBezTo>
                <a:cubicBezTo>
                  <a:pt x="132" y="353"/>
                  <a:pt x="133" y="356"/>
                  <a:pt x="133" y="361"/>
                </a:cubicBezTo>
                <a:cubicBezTo>
                  <a:pt x="133" y="366"/>
                  <a:pt x="132" y="369"/>
                  <a:pt x="130" y="369"/>
                </a:cubicBezTo>
                <a:cubicBezTo>
                  <a:pt x="98" y="369"/>
                  <a:pt x="76" y="369"/>
                  <a:pt x="67" y="369"/>
                </a:cubicBezTo>
                <a:cubicBezTo>
                  <a:pt x="56" y="369"/>
                  <a:pt x="35" y="369"/>
                  <a:pt x="3" y="369"/>
                </a:cubicBezTo>
                <a:cubicBezTo>
                  <a:pt x="1" y="369"/>
                  <a:pt x="0" y="366"/>
                  <a:pt x="0" y="361"/>
                </a:cubicBezTo>
                <a:cubicBezTo>
                  <a:pt x="0" y="356"/>
                  <a:pt x="1" y="353"/>
                  <a:pt x="3" y="351"/>
                </a:cubicBezTo>
                <a:cubicBezTo>
                  <a:pt x="21" y="350"/>
                  <a:pt x="33" y="346"/>
                  <a:pt x="37" y="341"/>
                </a:cubicBezTo>
                <a:cubicBezTo>
                  <a:pt x="42" y="336"/>
                  <a:pt x="44" y="322"/>
                  <a:pt x="44" y="299"/>
                </a:cubicBezTo>
                <a:lnTo>
                  <a:pt x="44" y="188"/>
                </a:lnTo>
                <a:cubicBezTo>
                  <a:pt x="44" y="172"/>
                  <a:pt x="42" y="162"/>
                  <a:pt x="37" y="158"/>
                </a:cubicBezTo>
                <a:cubicBezTo>
                  <a:pt x="33" y="153"/>
                  <a:pt x="23" y="151"/>
                  <a:pt x="7" y="150"/>
                </a:cubicBezTo>
                <a:cubicBezTo>
                  <a:pt x="5" y="143"/>
                  <a:pt x="4" y="137"/>
                  <a:pt x="6" y="133"/>
                </a:cubicBezTo>
                <a:cubicBezTo>
                  <a:pt x="41" y="128"/>
                  <a:pt x="67" y="123"/>
                  <a:pt x="84" y="116"/>
                </a:cubicBezTo>
                <a:cubicBezTo>
                  <a:pt x="89" y="116"/>
                  <a:pt x="91" y="118"/>
                  <a:pt x="91" y="120"/>
                </a:cubicBezTo>
                <a:lnTo>
                  <a:pt x="91" y="125"/>
                </a:lnTo>
                <a:cubicBezTo>
                  <a:pt x="91" y="126"/>
                  <a:pt x="91" y="130"/>
                  <a:pt x="90" y="136"/>
                </a:cubicBezTo>
                <a:cubicBezTo>
                  <a:pt x="90" y="141"/>
                  <a:pt x="90" y="146"/>
                  <a:pt x="90" y="151"/>
                </a:cubicBezTo>
                <a:cubicBezTo>
                  <a:pt x="90" y="156"/>
                  <a:pt x="89" y="161"/>
                  <a:pt x="89" y="168"/>
                </a:cubicBezTo>
                <a:lnTo>
                  <a:pt x="89" y="186"/>
                </a:lnTo>
                <a:lnTo>
                  <a:pt x="89" y="299"/>
                </a:ln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5583960" y="4195800"/>
            <a:ext cx="56880" cy="121320"/>
          </a:xfrm>
          <a:custGeom>
            <a:avLst/>
            <a:gdLst/>
            <a:ahLst/>
            <a:rect l="0" t="0" r="r" b="b"/>
            <a:pathLst>
              <a:path w="158" h="337">
                <a:moveTo>
                  <a:pt x="37" y="87"/>
                </a:moveTo>
                <a:lnTo>
                  <a:pt x="37" y="57"/>
                </a:lnTo>
                <a:cubicBezTo>
                  <a:pt x="37" y="49"/>
                  <a:pt x="37" y="42"/>
                  <a:pt x="36" y="39"/>
                </a:cubicBezTo>
                <a:cubicBezTo>
                  <a:pt x="36" y="35"/>
                  <a:pt x="36" y="32"/>
                  <a:pt x="36" y="29"/>
                </a:cubicBezTo>
                <a:lnTo>
                  <a:pt x="36" y="24"/>
                </a:lnTo>
                <a:lnTo>
                  <a:pt x="36" y="21"/>
                </a:lnTo>
                <a:cubicBezTo>
                  <a:pt x="36" y="19"/>
                  <a:pt x="36" y="18"/>
                  <a:pt x="38" y="17"/>
                </a:cubicBezTo>
                <a:cubicBezTo>
                  <a:pt x="39" y="16"/>
                  <a:pt x="41" y="15"/>
                  <a:pt x="43" y="15"/>
                </a:cubicBezTo>
                <a:cubicBezTo>
                  <a:pt x="44" y="14"/>
                  <a:pt x="46" y="14"/>
                  <a:pt x="49" y="13"/>
                </a:cubicBezTo>
                <a:cubicBezTo>
                  <a:pt x="53" y="12"/>
                  <a:pt x="55" y="11"/>
                  <a:pt x="57" y="10"/>
                </a:cubicBezTo>
                <a:cubicBezTo>
                  <a:pt x="59" y="9"/>
                  <a:pt x="62" y="8"/>
                  <a:pt x="66" y="6"/>
                </a:cubicBezTo>
                <a:cubicBezTo>
                  <a:pt x="69" y="4"/>
                  <a:pt x="72" y="2"/>
                  <a:pt x="75" y="1"/>
                </a:cubicBezTo>
                <a:cubicBezTo>
                  <a:pt x="77" y="0"/>
                  <a:pt x="79" y="0"/>
                  <a:pt x="80" y="0"/>
                </a:cubicBezTo>
                <a:cubicBezTo>
                  <a:pt x="83" y="0"/>
                  <a:pt x="85" y="1"/>
                  <a:pt x="85" y="5"/>
                </a:cubicBezTo>
                <a:cubicBezTo>
                  <a:pt x="83" y="20"/>
                  <a:pt x="83" y="40"/>
                  <a:pt x="83" y="65"/>
                </a:cubicBezTo>
                <a:lnTo>
                  <a:pt x="83" y="87"/>
                </a:lnTo>
                <a:lnTo>
                  <a:pt x="151" y="87"/>
                </a:lnTo>
                <a:cubicBezTo>
                  <a:pt x="154" y="87"/>
                  <a:pt x="156" y="88"/>
                  <a:pt x="156" y="90"/>
                </a:cubicBezTo>
                <a:lnTo>
                  <a:pt x="156" y="102"/>
                </a:lnTo>
                <a:cubicBezTo>
                  <a:pt x="156" y="107"/>
                  <a:pt x="151" y="109"/>
                  <a:pt x="142" y="109"/>
                </a:cubicBezTo>
                <a:lnTo>
                  <a:pt x="83" y="109"/>
                </a:lnTo>
                <a:lnTo>
                  <a:pt x="83" y="253"/>
                </a:lnTo>
                <a:cubicBezTo>
                  <a:pt x="83" y="272"/>
                  <a:pt x="84" y="285"/>
                  <a:pt x="86" y="294"/>
                </a:cubicBezTo>
                <a:cubicBezTo>
                  <a:pt x="89" y="302"/>
                  <a:pt x="94" y="306"/>
                  <a:pt x="101" y="306"/>
                </a:cubicBezTo>
                <a:cubicBezTo>
                  <a:pt x="118" y="306"/>
                  <a:pt x="134" y="301"/>
                  <a:pt x="148" y="290"/>
                </a:cubicBezTo>
                <a:cubicBezTo>
                  <a:pt x="153" y="290"/>
                  <a:pt x="157" y="293"/>
                  <a:pt x="158" y="299"/>
                </a:cubicBezTo>
                <a:cubicBezTo>
                  <a:pt x="135" y="325"/>
                  <a:pt x="110" y="337"/>
                  <a:pt x="81" y="337"/>
                </a:cubicBezTo>
                <a:cubicBezTo>
                  <a:pt x="52" y="337"/>
                  <a:pt x="37" y="318"/>
                  <a:pt x="37" y="281"/>
                </a:cubicBezTo>
                <a:lnTo>
                  <a:pt x="37" y="109"/>
                </a:lnTo>
                <a:lnTo>
                  <a:pt x="3" y="109"/>
                </a:lnTo>
                <a:cubicBezTo>
                  <a:pt x="1" y="109"/>
                  <a:pt x="0" y="108"/>
                  <a:pt x="0" y="106"/>
                </a:cubicBezTo>
                <a:lnTo>
                  <a:pt x="0" y="98"/>
                </a:lnTo>
                <a:cubicBezTo>
                  <a:pt x="0" y="91"/>
                  <a:pt x="4" y="87"/>
                  <a:pt x="11" y="87"/>
                </a:cubicBezTo>
                <a:lnTo>
                  <a:pt x="37" y="87"/>
                </a:ln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5703120" y="4179960"/>
            <a:ext cx="117720" cy="137160"/>
          </a:xfrm>
          <a:custGeom>
            <a:avLst/>
            <a:gdLst/>
            <a:ahLst/>
            <a:rect l="0" t="0" r="r" b="b"/>
            <a:pathLst>
              <a:path w="327" h="381">
                <a:moveTo>
                  <a:pt x="80" y="354"/>
                </a:moveTo>
                <a:cubicBezTo>
                  <a:pt x="52" y="336"/>
                  <a:pt x="32" y="313"/>
                  <a:pt x="19" y="286"/>
                </a:cubicBezTo>
                <a:cubicBezTo>
                  <a:pt x="6" y="258"/>
                  <a:pt x="0" y="228"/>
                  <a:pt x="0" y="196"/>
                </a:cubicBezTo>
                <a:cubicBezTo>
                  <a:pt x="0" y="135"/>
                  <a:pt x="20" y="86"/>
                  <a:pt x="60" y="49"/>
                </a:cubicBezTo>
                <a:cubicBezTo>
                  <a:pt x="95" y="17"/>
                  <a:pt x="136" y="0"/>
                  <a:pt x="183" y="0"/>
                </a:cubicBezTo>
                <a:cubicBezTo>
                  <a:pt x="210" y="0"/>
                  <a:pt x="237" y="5"/>
                  <a:pt x="263" y="14"/>
                </a:cubicBezTo>
                <a:cubicBezTo>
                  <a:pt x="289" y="22"/>
                  <a:pt x="304" y="26"/>
                  <a:pt x="307" y="26"/>
                </a:cubicBezTo>
                <a:cubicBezTo>
                  <a:pt x="314" y="66"/>
                  <a:pt x="318" y="95"/>
                  <a:pt x="320" y="114"/>
                </a:cubicBezTo>
                <a:cubicBezTo>
                  <a:pt x="313" y="118"/>
                  <a:pt x="306" y="119"/>
                  <a:pt x="301" y="117"/>
                </a:cubicBezTo>
                <a:cubicBezTo>
                  <a:pt x="282" y="53"/>
                  <a:pt x="240" y="21"/>
                  <a:pt x="177" y="21"/>
                </a:cubicBezTo>
                <a:cubicBezTo>
                  <a:pt x="143" y="21"/>
                  <a:pt x="113" y="38"/>
                  <a:pt x="85" y="72"/>
                </a:cubicBezTo>
                <a:cubicBezTo>
                  <a:pt x="74" y="85"/>
                  <a:pt x="66" y="102"/>
                  <a:pt x="60" y="120"/>
                </a:cubicBezTo>
                <a:cubicBezTo>
                  <a:pt x="54" y="139"/>
                  <a:pt x="51" y="161"/>
                  <a:pt x="51" y="185"/>
                </a:cubicBezTo>
                <a:cubicBezTo>
                  <a:pt x="51" y="214"/>
                  <a:pt x="55" y="242"/>
                  <a:pt x="64" y="267"/>
                </a:cubicBezTo>
                <a:cubicBezTo>
                  <a:pt x="74" y="293"/>
                  <a:pt x="88" y="315"/>
                  <a:pt x="108" y="332"/>
                </a:cubicBezTo>
                <a:cubicBezTo>
                  <a:pt x="129" y="349"/>
                  <a:pt x="153" y="358"/>
                  <a:pt x="181" y="358"/>
                </a:cubicBezTo>
                <a:cubicBezTo>
                  <a:pt x="208" y="358"/>
                  <a:pt x="231" y="353"/>
                  <a:pt x="252" y="343"/>
                </a:cubicBezTo>
                <a:cubicBezTo>
                  <a:pt x="273" y="334"/>
                  <a:pt x="293" y="318"/>
                  <a:pt x="313" y="296"/>
                </a:cubicBezTo>
                <a:cubicBezTo>
                  <a:pt x="319" y="296"/>
                  <a:pt x="323" y="299"/>
                  <a:pt x="327" y="304"/>
                </a:cubicBezTo>
                <a:cubicBezTo>
                  <a:pt x="288" y="356"/>
                  <a:pt x="239" y="381"/>
                  <a:pt x="182" y="381"/>
                </a:cubicBezTo>
                <a:cubicBezTo>
                  <a:pt x="142" y="381"/>
                  <a:pt x="109" y="372"/>
                  <a:pt x="80" y="354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5836320" y="4181400"/>
            <a:ext cx="110520" cy="133920"/>
          </a:xfrm>
          <a:custGeom>
            <a:avLst/>
            <a:gdLst/>
            <a:ahLst/>
            <a:rect l="0" t="0" r="r" b="b"/>
            <a:pathLst>
              <a:path w="307" h="372">
                <a:moveTo>
                  <a:pt x="291" y="372"/>
                </a:moveTo>
                <a:cubicBezTo>
                  <a:pt x="291" y="372"/>
                  <a:pt x="267" y="372"/>
                  <a:pt x="219" y="372"/>
                </a:cubicBezTo>
                <a:lnTo>
                  <a:pt x="11" y="372"/>
                </a:lnTo>
                <a:cubicBezTo>
                  <a:pt x="4" y="372"/>
                  <a:pt x="0" y="369"/>
                  <a:pt x="0" y="363"/>
                </a:cubicBezTo>
                <a:cubicBezTo>
                  <a:pt x="0" y="359"/>
                  <a:pt x="1" y="354"/>
                  <a:pt x="4" y="350"/>
                </a:cubicBezTo>
                <a:cubicBezTo>
                  <a:pt x="35" y="305"/>
                  <a:pt x="73" y="250"/>
                  <a:pt x="118" y="187"/>
                </a:cubicBezTo>
                <a:cubicBezTo>
                  <a:pt x="164" y="124"/>
                  <a:pt x="200" y="75"/>
                  <a:pt x="227" y="41"/>
                </a:cubicBezTo>
                <a:cubicBezTo>
                  <a:pt x="230" y="37"/>
                  <a:pt x="231" y="34"/>
                  <a:pt x="231" y="31"/>
                </a:cubicBezTo>
                <a:cubicBezTo>
                  <a:pt x="231" y="28"/>
                  <a:pt x="229" y="26"/>
                  <a:pt x="226" y="26"/>
                </a:cubicBezTo>
                <a:lnTo>
                  <a:pt x="105" y="28"/>
                </a:lnTo>
                <a:cubicBezTo>
                  <a:pt x="84" y="29"/>
                  <a:pt x="67" y="34"/>
                  <a:pt x="55" y="44"/>
                </a:cubicBezTo>
                <a:cubicBezTo>
                  <a:pt x="43" y="54"/>
                  <a:pt x="34" y="69"/>
                  <a:pt x="28" y="89"/>
                </a:cubicBezTo>
                <a:cubicBezTo>
                  <a:pt x="24" y="89"/>
                  <a:pt x="18" y="88"/>
                  <a:pt x="11" y="86"/>
                </a:cubicBezTo>
                <a:cubicBezTo>
                  <a:pt x="18" y="52"/>
                  <a:pt x="22" y="23"/>
                  <a:pt x="24" y="0"/>
                </a:cubicBezTo>
                <a:cubicBezTo>
                  <a:pt x="62" y="2"/>
                  <a:pt x="96" y="3"/>
                  <a:pt x="127" y="3"/>
                </a:cubicBezTo>
                <a:lnTo>
                  <a:pt x="254" y="3"/>
                </a:lnTo>
                <a:cubicBezTo>
                  <a:pt x="260" y="3"/>
                  <a:pt x="268" y="3"/>
                  <a:pt x="277" y="3"/>
                </a:cubicBezTo>
                <a:cubicBezTo>
                  <a:pt x="288" y="3"/>
                  <a:pt x="294" y="3"/>
                  <a:pt x="295" y="3"/>
                </a:cubicBezTo>
                <a:cubicBezTo>
                  <a:pt x="300" y="3"/>
                  <a:pt x="303" y="5"/>
                  <a:pt x="303" y="9"/>
                </a:cubicBezTo>
                <a:cubicBezTo>
                  <a:pt x="303" y="14"/>
                  <a:pt x="298" y="23"/>
                  <a:pt x="289" y="35"/>
                </a:cubicBezTo>
                <a:cubicBezTo>
                  <a:pt x="229" y="111"/>
                  <a:pt x="158" y="210"/>
                  <a:pt x="75" y="331"/>
                </a:cubicBezTo>
                <a:cubicBezTo>
                  <a:pt x="72" y="336"/>
                  <a:pt x="71" y="340"/>
                  <a:pt x="71" y="343"/>
                </a:cubicBezTo>
                <a:cubicBezTo>
                  <a:pt x="71" y="348"/>
                  <a:pt x="75" y="351"/>
                  <a:pt x="84" y="350"/>
                </a:cubicBezTo>
                <a:lnTo>
                  <a:pt x="194" y="348"/>
                </a:lnTo>
                <a:cubicBezTo>
                  <a:pt x="207" y="348"/>
                  <a:pt x="217" y="346"/>
                  <a:pt x="227" y="343"/>
                </a:cubicBezTo>
                <a:cubicBezTo>
                  <a:pt x="236" y="340"/>
                  <a:pt x="243" y="337"/>
                  <a:pt x="249" y="333"/>
                </a:cubicBezTo>
                <a:cubicBezTo>
                  <a:pt x="255" y="330"/>
                  <a:pt x="261" y="324"/>
                  <a:pt x="266" y="316"/>
                </a:cubicBezTo>
                <a:cubicBezTo>
                  <a:pt x="271" y="309"/>
                  <a:pt x="276" y="303"/>
                  <a:pt x="278" y="298"/>
                </a:cubicBezTo>
                <a:cubicBezTo>
                  <a:pt x="281" y="293"/>
                  <a:pt x="284" y="285"/>
                  <a:pt x="289" y="275"/>
                </a:cubicBezTo>
                <a:cubicBezTo>
                  <a:pt x="294" y="275"/>
                  <a:pt x="300" y="276"/>
                  <a:pt x="307" y="278"/>
                </a:cubicBezTo>
                <a:cubicBezTo>
                  <a:pt x="299" y="310"/>
                  <a:pt x="294" y="342"/>
                  <a:pt x="291" y="372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193000" y="4476960"/>
            <a:ext cx="92160" cy="143640"/>
          </a:xfrm>
          <a:custGeom>
            <a:avLst/>
            <a:gdLst/>
            <a:ahLst/>
            <a:rect l="0" t="0" r="r" b="b"/>
            <a:pathLst>
              <a:path w="256" h="399">
                <a:moveTo>
                  <a:pt x="164" y="105"/>
                </a:moveTo>
                <a:cubicBezTo>
                  <a:pt x="164" y="81"/>
                  <a:pt x="159" y="63"/>
                  <a:pt x="149" y="50"/>
                </a:cubicBezTo>
                <a:cubicBezTo>
                  <a:pt x="140" y="38"/>
                  <a:pt x="126" y="31"/>
                  <a:pt x="109" y="31"/>
                </a:cubicBezTo>
                <a:cubicBezTo>
                  <a:pt x="78" y="31"/>
                  <a:pt x="62" y="51"/>
                  <a:pt x="62" y="92"/>
                </a:cubicBezTo>
                <a:cubicBezTo>
                  <a:pt x="62" y="103"/>
                  <a:pt x="63" y="112"/>
                  <a:pt x="64" y="119"/>
                </a:cubicBezTo>
                <a:cubicBezTo>
                  <a:pt x="66" y="127"/>
                  <a:pt x="68" y="135"/>
                  <a:pt x="71" y="143"/>
                </a:cubicBezTo>
                <a:cubicBezTo>
                  <a:pt x="74" y="152"/>
                  <a:pt x="80" y="158"/>
                  <a:pt x="87" y="163"/>
                </a:cubicBezTo>
                <a:cubicBezTo>
                  <a:pt x="95" y="167"/>
                  <a:pt x="104" y="169"/>
                  <a:pt x="116" y="169"/>
                </a:cubicBezTo>
                <a:cubicBezTo>
                  <a:pt x="148" y="169"/>
                  <a:pt x="164" y="148"/>
                  <a:pt x="164" y="105"/>
                </a:cubicBezTo>
                <a:moveTo>
                  <a:pt x="39" y="323"/>
                </a:moveTo>
                <a:cubicBezTo>
                  <a:pt x="39" y="341"/>
                  <a:pt x="47" y="354"/>
                  <a:pt x="63" y="364"/>
                </a:cubicBezTo>
                <a:cubicBezTo>
                  <a:pt x="79" y="374"/>
                  <a:pt x="94" y="379"/>
                  <a:pt x="108" y="379"/>
                </a:cubicBezTo>
                <a:cubicBezTo>
                  <a:pt x="126" y="379"/>
                  <a:pt x="143" y="376"/>
                  <a:pt x="159" y="372"/>
                </a:cubicBezTo>
                <a:cubicBezTo>
                  <a:pt x="176" y="367"/>
                  <a:pt x="190" y="360"/>
                  <a:pt x="202" y="350"/>
                </a:cubicBezTo>
                <a:cubicBezTo>
                  <a:pt x="213" y="340"/>
                  <a:pt x="219" y="329"/>
                  <a:pt x="219" y="316"/>
                </a:cubicBezTo>
                <a:cubicBezTo>
                  <a:pt x="219" y="308"/>
                  <a:pt x="217" y="302"/>
                  <a:pt x="213" y="297"/>
                </a:cubicBezTo>
                <a:cubicBezTo>
                  <a:pt x="209" y="292"/>
                  <a:pt x="202" y="287"/>
                  <a:pt x="191" y="280"/>
                </a:cubicBezTo>
                <a:cubicBezTo>
                  <a:pt x="179" y="274"/>
                  <a:pt x="156" y="271"/>
                  <a:pt x="122" y="271"/>
                </a:cubicBezTo>
                <a:cubicBezTo>
                  <a:pt x="120" y="271"/>
                  <a:pt x="114" y="271"/>
                  <a:pt x="104" y="272"/>
                </a:cubicBezTo>
                <a:cubicBezTo>
                  <a:pt x="95" y="272"/>
                  <a:pt x="87" y="272"/>
                  <a:pt x="80" y="272"/>
                </a:cubicBezTo>
                <a:cubicBezTo>
                  <a:pt x="71" y="272"/>
                  <a:pt x="64" y="271"/>
                  <a:pt x="57" y="269"/>
                </a:cubicBezTo>
                <a:cubicBezTo>
                  <a:pt x="45" y="284"/>
                  <a:pt x="39" y="302"/>
                  <a:pt x="39" y="323"/>
                </a:cubicBezTo>
                <a:moveTo>
                  <a:pt x="235" y="43"/>
                </a:moveTo>
                <a:cubicBezTo>
                  <a:pt x="227" y="43"/>
                  <a:pt x="222" y="40"/>
                  <a:pt x="219" y="33"/>
                </a:cubicBezTo>
                <a:cubicBezTo>
                  <a:pt x="216" y="29"/>
                  <a:pt x="212" y="26"/>
                  <a:pt x="208" y="26"/>
                </a:cubicBezTo>
                <a:cubicBezTo>
                  <a:pt x="204" y="26"/>
                  <a:pt x="200" y="28"/>
                  <a:pt x="195" y="31"/>
                </a:cubicBezTo>
                <a:cubicBezTo>
                  <a:pt x="190" y="34"/>
                  <a:pt x="187" y="37"/>
                  <a:pt x="185" y="39"/>
                </a:cubicBezTo>
                <a:cubicBezTo>
                  <a:pt x="201" y="56"/>
                  <a:pt x="209" y="76"/>
                  <a:pt x="209" y="99"/>
                </a:cubicBezTo>
                <a:cubicBezTo>
                  <a:pt x="209" y="126"/>
                  <a:pt x="200" y="147"/>
                  <a:pt x="181" y="163"/>
                </a:cubicBezTo>
                <a:cubicBezTo>
                  <a:pt x="162" y="178"/>
                  <a:pt x="139" y="186"/>
                  <a:pt x="113" y="186"/>
                </a:cubicBezTo>
                <a:cubicBezTo>
                  <a:pt x="92" y="186"/>
                  <a:pt x="75" y="182"/>
                  <a:pt x="61" y="174"/>
                </a:cubicBezTo>
                <a:cubicBezTo>
                  <a:pt x="54" y="184"/>
                  <a:pt x="51" y="195"/>
                  <a:pt x="51" y="207"/>
                </a:cubicBezTo>
                <a:cubicBezTo>
                  <a:pt x="51" y="218"/>
                  <a:pt x="54" y="227"/>
                  <a:pt x="62" y="232"/>
                </a:cubicBezTo>
                <a:cubicBezTo>
                  <a:pt x="69" y="238"/>
                  <a:pt x="77" y="240"/>
                  <a:pt x="87" y="240"/>
                </a:cubicBezTo>
                <a:lnTo>
                  <a:pt x="104" y="239"/>
                </a:lnTo>
                <a:cubicBezTo>
                  <a:pt x="119" y="237"/>
                  <a:pt x="132" y="236"/>
                  <a:pt x="142" y="236"/>
                </a:cubicBezTo>
                <a:cubicBezTo>
                  <a:pt x="183" y="236"/>
                  <a:pt x="211" y="242"/>
                  <a:pt x="226" y="255"/>
                </a:cubicBezTo>
                <a:cubicBezTo>
                  <a:pt x="243" y="269"/>
                  <a:pt x="251" y="284"/>
                  <a:pt x="251" y="301"/>
                </a:cubicBezTo>
                <a:cubicBezTo>
                  <a:pt x="251" y="321"/>
                  <a:pt x="243" y="339"/>
                  <a:pt x="226" y="354"/>
                </a:cubicBezTo>
                <a:cubicBezTo>
                  <a:pt x="210" y="369"/>
                  <a:pt x="190" y="381"/>
                  <a:pt x="166" y="388"/>
                </a:cubicBezTo>
                <a:cubicBezTo>
                  <a:pt x="142" y="396"/>
                  <a:pt x="117" y="399"/>
                  <a:pt x="91" y="399"/>
                </a:cubicBezTo>
                <a:cubicBezTo>
                  <a:pt x="65" y="399"/>
                  <a:pt x="44" y="394"/>
                  <a:pt x="26" y="384"/>
                </a:cubicBezTo>
                <a:cubicBezTo>
                  <a:pt x="9" y="374"/>
                  <a:pt x="0" y="358"/>
                  <a:pt x="0" y="335"/>
                </a:cubicBezTo>
                <a:cubicBezTo>
                  <a:pt x="0" y="307"/>
                  <a:pt x="16" y="284"/>
                  <a:pt x="46" y="266"/>
                </a:cubicBezTo>
                <a:cubicBezTo>
                  <a:pt x="29" y="257"/>
                  <a:pt x="20" y="242"/>
                  <a:pt x="20" y="222"/>
                </a:cubicBezTo>
                <a:cubicBezTo>
                  <a:pt x="20" y="212"/>
                  <a:pt x="22" y="201"/>
                  <a:pt x="27" y="190"/>
                </a:cubicBezTo>
                <a:cubicBezTo>
                  <a:pt x="32" y="179"/>
                  <a:pt x="38" y="171"/>
                  <a:pt x="46" y="164"/>
                </a:cubicBezTo>
                <a:cubicBezTo>
                  <a:pt x="26" y="145"/>
                  <a:pt x="16" y="124"/>
                  <a:pt x="16" y="100"/>
                </a:cubicBezTo>
                <a:cubicBezTo>
                  <a:pt x="16" y="75"/>
                  <a:pt x="26" y="54"/>
                  <a:pt x="45" y="38"/>
                </a:cubicBezTo>
                <a:cubicBezTo>
                  <a:pt x="64" y="22"/>
                  <a:pt x="87" y="13"/>
                  <a:pt x="113" y="13"/>
                </a:cubicBezTo>
                <a:cubicBezTo>
                  <a:pt x="137" y="13"/>
                  <a:pt x="157" y="19"/>
                  <a:pt x="173" y="29"/>
                </a:cubicBezTo>
                <a:cubicBezTo>
                  <a:pt x="180" y="20"/>
                  <a:pt x="189" y="13"/>
                  <a:pt x="200" y="8"/>
                </a:cubicBezTo>
                <a:cubicBezTo>
                  <a:pt x="212" y="3"/>
                  <a:pt x="222" y="0"/>
                  <a:pt x="230" y="0"/>
                </a:cubicBezTo>
                <a:cubicBezTo>
                  <a:pt x="238" y="0"/>
                  <a:pt x="244" y="2"/>
                  <a:pt x="249" y="6"/>
                </a:cubicBezTo>
                <a:cubicBezTo>
                  <a:pt x="254" y="11"/>
                  <a:pt x="256" y="16"/>
                  <a:pt x="256" y="22"/>
                </a:cubicBezTo>
                <a:cubicBezTo>
                  <a:pt x="256" y="28"/>
                  <a:pt x="254" y="33"/>
                  <a:pt x="249" y="37"/>
                </a:cubicBezTo>
                <a:cubicBezTo>
                  <a:pt x="245" y="41"/>
                  <a:pt x="240" y="43"/>
                  <a:pt x="235" y="43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5295600" y="4481640"/>
            <a:ext cx="86040" cy="92160"/>
          </a:xfrm>
          <a:custGeom>
            <a:avLst/>
            <a:gdLst/>
            <a:ahLst/>
            <a:rect l="0" t="0" r="r" b="b"/>
            <a:pathLst>
              <a:path w="239" h="256">
                <a:moveTo>
                  <a:pt x="146" y="118"/>
                </a:moveTo>
                <a:lnTo>
                  <a:pt x="101" y="130"/>
                </a:lnTo>
                <a:cubicBezTo>
                  <a:pt x="65" y="140"/>
                  <a:pt x="47" y="160"/>
                  <a:pt x="47" y="193"/>
                </a:cubicBezTo>
                <a:cubicBezTo>
                  <a:pt x="47" y="203"/>
                  <a:pt x="50" y="212"/>
                  <a:pt x="58" y="221"/>
                </a:cubicBezTo>
                <a:cubicBezTo>
                  <a:pt x="65" y="229"/>
                  <a:pt x="75" y="233"/>
                  <a:pt x="88" y="233"/>
                </a:cubicBezTo>
                <a:cubicBezTo>
                  <a:pt x="102" y="233"/>
                  <a:pt x="118" y="225"/>
                  <a:pt x="138" y="209"/>
                </a:cubicBezTo>
                <a:cubicBezTo>
                  <a:pt x="143" y="205"/>
                  <a:pt x="146" y="200"/>
                  <a:pt x="146" y="194"/>
                </a:cubicBezTo>
                <a:lnTo>
                  <a:pt x="146" y="118"/>
                </a:lnTo>
                <a:moveTo>
                  <a:pt x="146" y="223"/>
                </a:moveTo>
                <a:lnTo>
                  <a:pt x="145" y="223"/>
                </a:lnTo>
                <a:lnTo>
                  <a:pt x="134" y="233"/>
                </a:lnTo>
                <a:cubicBezTo>
                  <a:pt x="121" y="242"/>
                  <a:pt x="110" y="249"/>
                  <a:pt x="102" y="252"/>
                </a:cubicBezTo>
                <a:cubicBezTo>
                  <a:pt x="94" y="255"/>
                  <a:pt x="84" y="256"/>
                  <a:pt x="71" y="256"/>
                </a:cubicBezTo>
                <a:cubicBezTo>
                  <a:pt x="50" y="256"/>
                  <a:pt x="32" y="251"/>
                  <a:pt x="19" y="242"/>
                </a:cubicBezTo>
                <a:cubicBezTo>
                  <a:pt x="6" y="232"/>
                  <a:pt x="0" y="216"/>
                  <a:pt x="0" y="195"/>
                </a:cubicBezTo>
                <a:cubicBezTo>
                  <a:pt x="0" y="176"/>
                  <a:pt x="8" y="159"/>
                  <a:pt x="25" y="145"/>
                </a:cubicBezTo>
                <a:cubicBezTo>
                  <a:pt x="43" y="131"/>
                  <a:pt x="65" y="120"/>
                  <a:pt x="94" y="113"/>
                </a:cubicBezTo>
                <a:lnTo>
                  <a:pt x="143" y="100"/>
                </a:lnTo>
                <a:cubicBezTo>
                  <a:pt x="145" y="100"/>
                  <a:pt x="146" y="98"/>
                  <a:pt x="146" y="93"/>
                </a:cubicBezTo>
                <a:cubicBezTo>
                  <a:pt x="146" y="44"/>
                  <a:pt x="131" y="20"/>
                  <a:pt x="100" y="20"/>
                </a:cubicBezTo>
                <a:cubicBezTo>
                  <a:pt x="88" y="20"/>
                  <a:pt x="76" y="22"/>
                  <a:pt x="67" y="26"/>
                </a:cubicBezTo>
                <a:cubicBezTo>
                  <a:pt x="58" y="30"/>
                  <a:pt x="53" y="36"/>
                  <a:pt x="53" y="43"/>
                </a:cubicBezTo>
                <a:cubicBezTo>
                  <a:pt x="53" y="49"/>
                  <a:pt x="53" y="53"/>
                  <a:pt x="54" y="55"/>
                </a:cubicBezTo>
                <a:cubicBezTo>
                  <a:pt x="55" y="57"/>
                  <a:pt x="55" y="60"/>
                  <a:pt x="55" y="65"/>
                </a:cubicBezTo>
                <a:cubicBezTo>
                  <a:pt x="55" y="69"/>
                  <a:pt x="53" y="73"/>
                  <a:pt x="48" y="78"/>
                </a:cubicBezTo>
                <a:cubicBezTo>
                  <a:pt x="44" y="82"/>
                  <a:pt x="38" y="84"/>
                  <a:pt x="31" y="84"/>
                </a:cubicBezTo>
                <a:cubicBezTo>
                  <a:pt x="17" y="84"/>
                  <a:pt x="11" y="78"/>
                  <a:pt x="11" y="64"/>
                </a:cubicBezTo>
                <a:cubicBezTo>
                  <a:pt x="11" y="48"/>
                  <a:pt x="20" y="34"/>
                  <a:pt x="40" y="20"/>
                </a:cubicBezTo>
                <a:cubicBezTo>
                  <a:pt x="60" y="7"/>
                  <a:pt x="81" y="0"/>
                  <a:pt x="104" y="0"/>
                </a:cubicBezTo>
                <a:cubicBezTo>
                  <a:pt x="162" y="0"/>
                  <a:pt x="191" y="33"/>
                  <a:pt x="191" y="97"/>
                </a:cubicBezTo>
                <a:lnTo>
                  <a:pt x="191" y="182"/>
                </a:lnTo>
                <a:cubicBezTo>
                  <a:pt x="191" y="193"/>
                  <a:pt x="191" y="202"/>
                  <a:pt x="191" y="207"/>
                </a:cubicBezTo>
                <a:cubicBezTo>
                  <a:pt x="192" y="213"/>
                  <a:pt x="195" y="218"/>
                  <a:pt x="198" y="223"/>
                </a:cubicBezTo>
                <a:cubicBezTo>
                  <a:pt x="202" y="228"/>
                  <a:pt x="207" y="230"/>
                  <a:pt x="214" y="230"/>
                </a:cubicBezTo>
                <a:cubicBezTo>
                  <a:pt x="218" y="230"/>
                  <a:pt x="222" y="229"/>
                  <a:pt x="225" y="226"/>
                </a:cubicBezTo>
                <a:cubicBezTo>
                  <a:pt x="229" y="223"/>
                  <a:pt x="231" y="222"/>
                  <a:pt x="231" y="222"/>
                </a:cubicBezTo>
                <a:cubicBezTo>
                  <a:pt x="232" y="222"/>
                  <a:pt x="234" y="223"/>
                  <a:pt x="236" y="225"/>
                </a:cubicBezTo>
                <a:cubicBezTo>
                  <a:pt x="238" y="227"/>
                  <a:pt x="239" y="229"/>
                  <a:pt x="239" y="231"/>
                </a:cubicBezTo>
                <a:cubicBezTo>
                  <a:pt x="239" y="232"/>
                  <a:pt x="237" y="235"/>
                  <a:pt x="233" y="239"/>
                </a:cubicBezTo>
                <a:cubicBezTo>
                  <a:pt x="229" y="243"/>
                  <a:pt x="223" y="247"/>
                  <a:pt x="214" y="251"/>
                </a:cubicBezTo>
                <a:cubicBezTo>
                  <a:pt x="207" y="254"/>
                  <a:pt x="199" y="256"/>
                  <a:pt x="191" y="256"/>
                </a:cubicBezTo>
                <a:cubicBezTo>
                  <a:pt x="168" y="257"/>
                  <a:pt x="153" y="246"/>
                  <a:pt x="146" y="223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5386680" y="4452480"/>
            <a:ext cx="56880" cy="121320"/>
          </a:xfrm>
          <a:custGeom>
            <a:avLst/>
            <a:gdLst/>
            <a:ahLst/>
            <a:rect l="0" t="0" r="r" b="b"/>
            <a:pathLst>
              <a:path w="158" h="337">
                <a:moveTo>
                  <a:pt x="37" y="87"/>
                </a:moveTo>
                <a:lnTo>
                  <a:pt x="37" y="57"/>
                </a:lnTo>
                <a:cubicBezTo>
                  <a:pt x="37" y="49"/>
                  <a:pt x="37" y="43"/>
                  <a:pt x="36" y="39"/>
                </a:cubicBezTo>
                <a:cubicBezTo>
                  <a:pt x="36" y="35"/>
                  <a:pt x="36" y="32"/>
                  <a:pt x="36" y="30"/>
                </a:cubicBezTo>
                <a:lnTo>
                  <a:pt x="36" y="24"/>
                </a:lnTo>
                <a:lnTo>
                  <a:pt x="36" y="21"/>
                </a:lnTo>
                <a:cubicBezTo>
                  <a:pt x="36" y="20"/>
                  <a:pt x="36" y="19"/>
                  <a:pt x="38" y="17"/>
                </a:cubicBezTo>
                <a:cubicBezTo>
                  <a:pt x="40" y="17"/>
                  <a:pt x="41" y="16"/>
                  <a:pt x="43" y="15"/>
                </a:cubicBezTo>
                <a:cubicBezTo>
                  <a:pt x="44" y="15"/>
                  <a:pt x="46" y="14"/>
                  <a:pt x="50" y="13"/>
                </a:cubicBezTo>
                <a:cubicBezTo>
                  <a:pt x="53" y="12"/>
                  <a:pt x="55" y="11"/>
                  <a:pt x="57" y="11"/>
                </a:cubicBezTo>
                <a:cubicBezTo>
                  <a:pt x="59" y="10"/>
                  <a:pt x="62" y="8"/>
                  <a:pt x="66" y="6"/>
                </a:cubicBezTo>
                <a:cubicBezTo>
                  <a:pt x="69" y="4"/>
                  <a:pt x="72" y="2"/>
                  <a:pt x="75" y="1"/>
                </a:cubicBezTo>
                <a:cubicBezTo>
                  <a:pt x="77" y="0"/>
                  <a:pt x="79" y="0"/>
                  <a:pt x="80" y="0"/>
                </a:cubicBezTo>
                <a:cubicBezTo>
                  <a:pt x="83" y="0"/>
                  <a:pt x="85" y="2"/>
                  <a:pt x="85" y="5"/>
                </a:cubicBezTo>
                <a:cubicBezTo>
                  <a:pt x="83" y="20"/>
                  <a:pt x="83" y="40"/>
                  <a:pt x="83" y="65"/>
                </a:cubicBezTo>
                <a:lnTo>
                  <a:pt x="83" y="87"/>
                </a:lnTo>
                <a:lnTo>
                  <a:pt x="151" y="87"/>
                </a:lnTo>
                <a:cubicBezTo>
                  <a:pt x="154" y="87"/>
                  <a:pt x="156" y="89"/>
                  <a:pt x="156" y="91"/>
                </a:cubicBezTo>
                <a:lnTo>
                  <a:pt x="156" y="102"/>
                </a:lnTo>
                <a:cubicBezTo>
                  <a:pt x="156" y="107"/>
                  <a:pt x="151" y="110"/>
                  <a:pt x="142" y="110"/>
                </a:cubicBezTo>
                <a:lnTo>
                  <a:pt x="83" y="110"/>
                </a:lnTo>
                <a:lnTo>
                  <a:pt x="83" y="254"/>
                </a:lnTo>
                <a:cubicBezTo>
                  <a:pt x="83" y="272"/>
                  <a:pt x="84" y="286"/>
                  <a:pt x="86" y="294"/>
                </a:cubicBezTo>
                <a:cubicBezTo>
                  <a:pt x="89" y="303"/>
                  <a:pt x="94" y="307"/>
                  <a:pt x="101" y="307"/>
                </a:cubicBezTo>
                <a:cubicBezTo>
                  <a:pt x="118" y="307"/>
                  <a:pt x="134" y="301"/>
                  <a:pt x="148" y="290"/>
                </a:cubicBezTo>
                <a:cubicBezTo>
                  <a:pt x="154" y="290"/>
                  <a:pt x="157" y="294"/>
                  <a:pt x="158" y="300"/>
                </a:cubicBezTo>
                <a:cubicBezTo>
                  <a:pt x="135" y="325"/>
                  <a:pt x="110" y="337"/>
                  <a:pt x="81" y="337"/>
                </a:cubicBezTo>
                <a:cubicBezTo>
                  <a:pt x="52" y="337"/>
                  <a:pt x="37" y="319"/>
                  <a:pt x="37" y="281"/>
                </a:cubicBezTo>
                <a:lnTo>
                  <a:pt x="37" y="110"/>
                </a:lnTo>
                <a:lnTo>
                  <a:pt x="3" y="110"/>
                </a:lnTo>
                <a:cubicBezTo>
                  <a:pt x="1" y="110"/>
                  <a:pt x="0" y="109"/>
                  <a:pt x="0" y="106"/>
                </a:cubicBezTo>
                <a:lnTo>
                  <a:pt x="0" y="98"/>
                </a:lnTo>
                <a:cubicBezTo>
                  <a:pt x="0" y="91"/>
                  <a:pt x="4" y="87"/>
                  <a:pt x="11" y="87"/>
                </a:cubicBezTo>
                <a:lnTo>
                  <a:pt x="37" y="87"/>
                </a:ln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5454360" y="4482360"/>
            <a:ext cx="75960" cy="91440"/>
          </a:xfrm>
          <a:custGeom>
            <a:avLst/>
            <a:gdLst/>
            <a:ahLst/>
            <a:rect l="0" t="0" r="r" b="b"/>
            <a:pathLst>
              <a:path w="211" h="254">
                <a:moveTo>
                  <a:pt x="153" y="86"/>
                </a:moveTo>
                <a:cubicBezTo>
                  <a:pt x="159" y="86"/>
                  <a:pt x="161" y="83"/>
                  <a:pt x="161" y="78"/>
                </a:cubicBezTo>
                <a:cubicBezTo>
                  <a:pt x="161" y="57"/>
                  <a:pt x="156" y="41"/>
                  <a:pt x="147" y="32"/>
                </a:cubicBezTo>
                <a:cubicBezTo>
                  <a:pt x="138" y="23"/>
                  <a:pt x="127" y="18"/>
                  <a:pt x="114" y="18"/>
                </a:cubicBezTo>
                <a:cubicBezTo>
                  <a:pt x="109" y="18"/>
                  <a:pt x="104" y="19"/>
                  <a:pt x="99" y="21"/>
                </a:cubicBezTo>
                <a:cubicBezTo>
                  <a:pt x="94" y="22"/>
                  <a:pt x="88" y="24"/>
                  <a:pt x="81" y="29"/>
                </a:cubicBezTo>
                <a:cubicBezTo>
                  <a:pt x="74" y="33"/>
                  <a:pt x="68" y="40"/>
                  <a:pt x="62" y="51"/>
                </a:cubicBezTo>
                <a:cubicBezTo>
                  <a:pt x="56" y="61"/>
                  <a:pt x="52" y="73"/>
                  <a:pt x="50" y="88"/>
                </a:cubicBezTo>
                <a:lnTo>
                  <a:pt x="153" y="86"/>
                </a:lnTo>
                <a:moveTo>
                  <a:pt x="211" y="205"/>
                </a:moveTo>
                <a:cubicBezTo>
                  <a:pt x="186" y="238"/>
                  <a:pt x="154" y="254"/>
                  <a:pt x="114" y="254"/>
                </a:cubicBezTo>
                <a:cubicBezTo>
                  <a:pt x="76" y="254"/>
                  <a:pt x="47" y="242"/>
                  <a:pt x="26" y="218"/>
                </a:cubicBezTo>
                <a:cubicBezTo>
                  <a:pt x="9" y="198"/>
                  <a:pt x="0" y="170"/>
                  <a:pt x="0" y="134"/>
                </a:cubicBezTo>
                <a:cubicBezTo>
                  <a:pt x="0" y="93"/>
                  <a:pt x="12" y="61"/>
                  <a:pt x="36" y="37"/>
                </a:cubicBezTo>
                <a:cubicBezTo>
                  <a:pt x="61" y="12"/>
                  <a:pt x="86" y="0"/>
                  <a:pt x="114" y="0"/>
                </a:cubicBezTo>
                <a:cubicBezTo>
                  <a:pt x="178" y="0"/>
                  <a:pt x="210" y="33"/>
                  <a:pt x="210" y="99"/>
                </a:cubicBezTo>
                <a:cubicBezTo>
                  <a:pt x="210" y="105"/>
                  <a:pt x="207" y="108"/>
                  <a:pt x="200" y="108"/>
                </a:cubicBezTo>
                <a:lnTo>
                  <a:pt x="48" y="108"/>
                </a:lnTo>
                <a:cubicBezTo>
                  <a:pt x="48" y="139"/>
                  <a:pt x="54" y="166"/>
                  <a:pt x="66" y="186"/>
                </a:cubicBezTo>
                <a:cubicBezTo>
                  <a:pt x="83" y="213"/>
                  <a:pt x="104" y="227"/>
                  <a:pt x="129" y="227"/>
                </a:cubicBezTo>
                <a:cubicBezTo>
                  <a:pt x="145" y="227"/>
                  <a:pt x="157" y="224"/>
                  <a:pt x="167" y="220"/>
                </a:cubicBezTo>
                <a:cubicBezTo>
                  <a:pt x="177" y="215"/>
                  <a:pt x="188" y="207"/>
                  <a:pt x="200" y="196"/>
                </a:cubicBezTo>
                <a:cubicBezTo>
                  <a:pt x="206" y="197"/>
                  <a:pt x="209" y="200"/>
                  <a:pt x="211" y="205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3601080" y="2522160"/>
            <a:ext cx="59760" cy="124920"/>
          </a:xfrm>
          <a:custGeom>
            <a:avLst/>
            <a:gdLst/>
            <a:ahLst/>
            <a:rect l="0" t="0" r="r" b="b"/>
            <a:pathLst>
              <a:path w="166" h="347">
                <a:moveTo>
                  <a:pt x="114" y="277"/>
                </a:moveTo>
                <a:cubicBezTo>
                  <a:pt x="114" y="300"/>
                  <a:pt x="117" y="314"/>
                  <a:pt x="123" y="320"/>
                </a:cubicBezTo>
                <a:cubicBezTo>
                  <a:pt x="129" y="325"/>
                  <a:pt x="142" y="328"/>
                  <a:pt x="163" y="329"/>
                </a:cubicBezTo>
                <a:cubicBezTo>
                  <a:pt x="165" y="331"/>
                  <a:pt x="166" y="334"/>
                  <a:pt x="166" y="339"/>
                </a:cubicBezTo>
                <a:cubicBezTo>
                  <a:pt x="166" y="344"/>
                  <a:pt x="165" y="347"/>
                  <a:pt x="163" y="347"/>
                </a:cubicBezTo>
                <a:cubicBezTo>
                  <a:pt x="125" y="347"/>
                  <a:pt x="102" y="347"/>
                  <a:pt x="94" y="347"/>
                </a:cubicBezTo>
                <a:cubicBezTo>
                  <a:pt x="78" y="347"/>
                  <a:pt x="51" y="347"/>
                  <a:pt x="14" y="347"/>
                </a:cubicBezTo>
                <a:cubicBezTo>
                  <a:pt x="13" y="347"/>
                  <a:pt x="13" y="344"/>
                  <a:pt x="13" y="339"/>
                </a:cubicBezTo>
                <a:cubicBezTo>
                  <a:pt x="13" y="334"/>
                  <a:pt x="13" y="331"/>
                  <a:pt x="14" y="329"/>
                </a:cubicBezTo>
                <a:cubicBezTo>
                  <a:pt x="37" y="329"/>
                  <a:pt x="51" y="326"/>
                  <a:pt x="59" y="320"/>
                </a:cubicBezTo>
                <a:cubicBezTo>
                  <a:pt x="66" y="314"/>
                  <a:pt x="70" y="299"/>
                  <a:pt x="70" y="277"/>
                </a:cubicBezTo>
                <a:lnTo>
                  <a:pt x="70" y="91"/>
                </a:lnTo>
                <a:cubicBezTo>
                  <a:pt x="70" y="69"/>
                  <a:pt x="66" y="58"/>
                  <a:pt x="59" y="58"/>
                </a:cubicBezTo>
                <a:cubicBezTo>
                  <a:pt x="48" y="58"/>
                  <a:pt x="32" y="63"/>
                  <a:pt x="9" y="72"/>
                </a:cubicBezTo>
                <a:cubicBezTo>
                  <a:pt x="4" y="69"/>
                  <a:pt x="1" y="64"/>
                  <a:pt x="0" y="57"/>
                </a:cubicBezTo>
                <a:cubicBezTo>
                  <a:pt x="54" y="32"/>
                  <a:pt x="91" y="13"/>
                  <a:pt x="113" y="0"/>
                </a:cubicBezTo>
                <a:cubicBezTo>
                  <a:pt x="115" y="0"/>
                  <a:pt x="116" y="1"/>
                  <a:pt x="116" y="3"/>
                </a:cubicBezTo>
                <a:cubicBezTo>
                  <a:pt x="115" y="12"/>
                  <a:pt x="114" y="37"/>
                  <a:pt x="114" y="79"/>
                </a:cubicBezTo>
                <a:lnTo>
                  <a:pt x="114" y="277"/>
                </a:ln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3686400" y="2521440"/>
            <a:ext cx="78480" cy="127440"/>
          </a:xfrm>
          <a:custGeom>
            <a:avLst/>
            <a:gdLst/>
            <a:ahLst/>
            <a:rect l="0" t="0" r="r" b="b"/>
            <a:pathLst>
              <a:path w="218" h="354">
                <a:moveTo>
                  <a:pt x="110" y="20"/>
                </a:moveTo>
                <a:cubicBezTo>
                  <a:pt x="103" y="20"/>
                  <a:pt x="96" y="23"/>
                  <a:pt x="89" y="27"/>
                </a:cubicBezTo>
                <a:cubicBezTo>
                  <a:pt x="83" y="32"/>
                  <a:pt x="76" y="40"/>
                  <a:pt x="70" y="51"/>
                </a:cubicBezTo>
                <a:cubicBezTo>
                  <a:pt x="64" y="62"/>
                  <a:pt x="59" y="79"/>
                  <a:pt x="55" y="103"/>
                </a:cubicBezTo>
                <a:cubicBezTo>
                  <a:pt x="51" y="126"/>
                  <a:pt x="49" y="154"/>
                  <a:pt x="49" y="187"/>
                </a:cubicBezTo>
                <a:cubicBezTo>
                  <a:pt x="49" y="285"/>
                  <a:pt x="69" y="334"/>
                  <a:pt x="108" y="335"/>
                </a:cubicBezTo>
                <a:cubicBezTo>
                  <a:pt x="111" y="335"/>
                  <a:pt x="115" y="334"/>
                  <a:pt x="118" y="333"/>
                </a:cubicBezTo>
                <a:cubicBezTo>
                  <a:pt x="122" y="332"/>
                  <a:pt x="127" y="329"/>
                  <a:pt x="132" y="326"/>
                </a:cubicBezTo>
                <a:cubicBezTo>
                  <a:pt x="138" y="323"/>
                  <a:pt x="143" y="318"/>
                  <a:pt x="148" y="310"/>
                </a:cubicBezTo>
                <a:cubicBezTo>
                  <a:pt x="152" y="303"/>
                  <a:pt x="156" y="294"/>
                  <a:pt x="159" y="283"/>
                </a:cubicBezTo>
                <a:cubicBezTo>
                  <a:pt x="166" y="259"/>
                  <a:pt x="169" y="220"/>
                  <a:pt x="169" y="165"/>
                </a:cubicBezTo>
                <a:cubicBezTo>
                  <a:pt x="169" y="94"/>
                  <a:pt x="158" y="49"/>
                  <a:pt x="135" y="30"/>
                </a:cubicBezTo>
                <a:cubicBezTo>
                  <a:pt x="128" y="24"/>
                  <a:pt x="120" y="20"/>
                  <a:pt x="110" y="20"/>
                </a:cubicBezTo>
                <a:moveTo>
                  <a:pt x="50" y="330"/>
                </a:moveTo>
                <a:cubicBezTo>
                  <a:pt x="34" y="315"/>
                  <a:pt x="22" y="294"/>
                  <a:pt x="13" y="267"/>
                </a:cubicBezTo>
                <a:cubicBezTo>
                  <a:pt x="4" y="241"/>
                  <a:pt x="0" y="212"/>
                  <a:pt x="0" y="181"/>
                </a:cubicBezTo>
                <a:cubicBezTo>
                  <a:pt x="0" y="127"/>
                  <a:pt x="11" y="83"/>
                  <a:pt x="32" y="50"/>
                </a:cubicBezTo>
                <a:cubicBezTo>
                  <a:pt x="54" y="17"/>
                  <a:pt x="80" y="0"/>
                  <a:pt x="110" y="0"/>
                </a:cubicBezTo>
                <a:cubicBezTo>
                  <a:pt x="138" y="0"/>
                  <a:pt x="161" y="13"/>
                  <a:pt x="180" y="38"/>
                </a:cubicBezTo>
                <a:cubicBezTo>
                  <a:pt x="205" y="72"/>
                  <a:pt x="218" y="118"/>
                  <a:pt x="218" y="176"/>
                </a:cubicBezTo>
                <a:cubicBezTo>
                  <a:pt x="218" y="208"/>
                  <a:pt x="215" y="236"/>
                  <a:pt x="208" y="260"/>
                </a:cubicBezTo>
                <a:cubicBezTo>
                  <a:pt x="200" y="284"/>
                  <a:pt x="191" y="303"/>
                  <a:pt x="179" y="316"/>
                </a:cubicBezTo>
                <a:cubicBezTo>
                  <a:pt x="168" y="329"/>
                  <a:pt x="156" y="339"/>
                  <a:pt x="144" y="345"/>
                </a:cubicBezTo>
                <a:cubicBezTo>
                  <a:pt x="131" y="351"/>
                  <a:pt x="119" y="354"/>
                  <a:pt x="108" y="354"/>
                </a:cubicBezTo>
                <a:cubicBezTo>
                  <a:pt x="85" y="354"/>
                  <a:pt x="66" y="346"/>
                  <a:pt x="50" y="330"/>
                </a:cubicBez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3833640" y="2556720"/>
            <a:ext cx="91440" cy="138960"/>
          </a:xfrm>
          <a:custGeom>
            <a:avLst/>
            <a:gdLst/>
            <a:ahLst/>
            <a:rect l="0" t="0" r="r" b="b"/>
            <a:pathLst>
              <a:path w="254" h="386">
                <a:moveTo>
                  <a:pt x="160" y="216"/>
                </a:moveTo>
                <a:cubicBezTo>
                  <a:pt x="136" y="243"/>
                  <a:pt x="108" y="256"/>
                  <a:pt x="79" y="256"/>
                </a:cubicBezTo>
                <a:cubicBezTo>
                  <a:pt x="68" y="256"/>
                  <a:pt x="58" y="254"/>
                  <a:pt x="50" y="250"/>
                </a:cubicBezTo>
                <a:lnTo>
                  <a:pt x="50" y="251"/>
                </a:lnTo>
                <a:cubicBezTo>
                  <a:pt x="50" y="252"/>
                  <a:pt x="50" y="253"/>
                  <a:pt x="50" y="254"/>
                </a:cubicBezTo>
                <a:cubicBezTo>
                  <a:pt x="50" y="255"/>
                  <a:pt x="50" y="265"/>
                  <a:pt x="52" y="283"/>
                </a:cubicBezTo>
                <a:cubicBezTo>
                  <a:pt x="53" y="301"/>
                  <a:pt x="54" y="316"/>
                  <a:pt x="54" y="328"/>
                </a:cubicBezTo>
                <a:cubicBezTo>
                  <a:pt x="54" y="343"/>
                  <a:pt x="53" y="357"/>
                  <a:pt x="50" y="369"/>
                </a:cubicBezTo>
                <a:lnTo>
                  <a:pt x="6" y="386"/>
                </a:lnTo>
                <a:lnTo>
                  <a:pt x="0" y="376"/>
                </a:lnTo>
                <a:cubicBezTo>
                  <a:pt x="5" y="362"/>
                  <a:pt x="7" y="322"/>
                  <a:pt x="7" y="255"/>
                </a:cubicBezTo>
                <a:cubicBezTo>
                  <a:pt x="7" y="250"/>
                  <a:pt x="7" y="243"/>
                  <a:pt x="8" y="235"/>
                </a:cubicBezTo>
                <a:cubicBezTo>
                  <a:pt x="9" y="227"/>
                  <a:pt x="10" y="221"/>
                  <a:pt x="10" y="217"/>
                </a:cubicBezTo>
                <a:cubicBezTo>
                  <a:pt x="10" y="215"/>
                  <a:pt x="9" y="211"/>
                  <a:pt x="8" y="204"/>
                </a:cubicBezTo>
                <a:cubicBezTo>
                  <a:pt x="7" y="196"/>
                  <a:pt x="7" y="191"/>
                  <a:pt x="7" y="187"/>
                </a:cubicBezTo>
                <a:lnTo>
                  <a:pt x="7" y="67"/>
                </a:lnTo>
                <a:cubicBezTo>
                  <a:pt x="7" y="39"/>
                  <a:pt x="5" y="18"/>
                  <a:pt x="1" y="5"/>
                </a:cubicBezTo>
                <a:cubicBezTo>
                  <a:pt x="6" y="6"/>
                  <a:pt x="12" y="6"/>
                  <a:pt x="21" y="6"/>
                </a:cubicBezTo>
                <a:cubicBezTo>
                  <a:pt x="32" y="6"/>
                  <a:pt x="42" y="4"/>
                  <a:pt x="51" y="0"/>
                </a:cubicBezTo>
                <a:cubicBezTo>
                  <a:pt x="52" y="25"/>
                  <a:pt x="53" y="43"/>
                  <a:pt x="53" y="55"/>
                </a:cubicBezTo>
                <a:lnTo>
                  <a:pt x="53" y="165"/>
                </a:lnTo>
                <a:cubicBezTo>
                  <a:pt x="53" y="186"/>
                  <a:pt x="55" y="203"/>
                  <a:pt x="60" y="214"/>
                </a:cubicBezTo>
                <a:cubicBezTo>
                  <a:pt x="66" y="225"/>
                  <a:pt x="76" y="231"/>
                  <a:pt x="89" y="231"/>
                </a:cubicBezTo>
                <a:cubicBezTo>
                  <a:pt x="104" y="231"/>
                  <a:pt x="118" y="227"/>
                  <a:pt x="131" y="220"/>
                </a:cubicBezTo>
                <a:cubicBezTo>
                  <a:pt x="144" y="212"/>
                  <a:pt x="154" y="203"/>
                  <a:pt x="162" y="193"/>
                </a:cubicBezTo>
                <a:lnTo>
                  <a:pt x="162" y="67"/>
                </a:lnTo>
                <a:cubicBezTo>
                  <a:pt x="162" y="38"/>
                  <a:pt x="160" y="17"/>
                  <a:pt x="158" y="5"/>
                </a:cubicBezTo>
                <a:cubicBezTo>
                  <a:pt x="163" y="6"/>
                  <a:pt x="169" y="6"/>
                  <a:pt x="178" y="6"/>
                </a:cubicBezTo>
                <a:cubicBezTo>
                  <a:pt x="189" y="6"/>
                  <a:pt x="199" y="4"/>
                  <a:pt x="208" y="0"/>
                </a:cubicBezTo>
                <a:cubicBezTo>
                  <a:pt x="207" y="25"/>
                  <a:pt x="206" y="43"/>
                  <a:pt x="206" y="55"/>
                </a:cubicBezTo>
                <a:lnTo>
                  <a:pt x="206" y="181"/>
                </a:lnTo>
                <a:cubicBezTo>
                  <a:pt x="206" y="193"/>
                  <a:pt x="207" y="201"/>
                  <a:pt x="207" y="208"/>
                </a:cubicBezTo>
                <a:cubicBezTo>
                  <a:pt x="208" y="213"/>
                  <a:pt x="210" y="219"/>
                  <a:pt x="213" y="224"/>
                </a:cubicBezTo>
                <a:cubicBezTo>
                  <a:pt x="217" y="229"/>
                  <a:pt x="222" y="231"/>
                  <a:pt x="229" y="231"/>
                </a:cubicBezTo>
                <a:cubicBezTo>
                  <a:pt x="234" y="231"/>
                  <a:pt x="239" y="230"/>
                  <a:pt x="243" y="227"/>
                </a:cubicBezTo>
                <a:cubicBezTo>
                  <a:pt x="246" y="224"/>
                  <a:pt x="248" y="222"/>
                  <a:pt x="248" y="222"/>
                </a:cubicBezTo>
                <a:cubicBezTo>
                  <a:pt x="249" y="222"/>
                  <a:pt x="250" y="223"/>
                  <a:pt x="252" y="225"/>
                </a:cubicBezTo>
                <a:cubicBezTo>
                  <a:pt x="253" y="227"/>
                  <a:pt x="254" y="229"/>
                  <a:pt x="254" y="231"/>
                </a:cubicBezTo>
                <a:cubicBezTo>
                  <a:pt x="254" y="232"/>
                  <a:pt x="252" y="234"/>
                  <a:pt x="248" y="238"/>
                </a:cubicBezTo>
                <a:cubicBezTo>
                  <a:pt x="244" y="243"/>
                  <a:pt x="238" y="247"/>
                  <a:pt x="229" y="251"/>
                </a:cubicBezTo>
                <a:cubicBezTo>
                  <a:pt x="221" y="254"/>
                  <a:pt x="213" y="256"/>
                  <a:pt x="205" y="256"/>
                </a:cubicBezTo>
                <a:cubicBezTo>
                  <a:pt x="179" y="256"/>
                  <a:pt x="164" y="243"/>
                  <a:pt x="162" y="216"/>
                </a:cubicBezTo>
                <a:lnTo>
                  <a:pt x="160" y="216"/>
                </a:ln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3930120" y="2556000"/>
            <a:ext cx="155880" cy="91080"/>
          </a:xfrm>
          <a:custGeom>
            <a:avLst/>
            <a:gdLst/>
            <a:ahLst/>
            <a:rect l="0" t="0" r="r" b="b"/>
            <a:pathLst>
              <a:path w="433" h="253">
                <a:moveTo>
                  <a:pt x="86" y="48"/>
                </a:moveTo>
                <a:cubicBezTo>
                  <a:pt x="86" y="53"/>
                  <a:pt x="87" y="53"/>
                  <a:pt x="90" y="50"/>
                </a:cubicBezTo>
                <a:cubicBezTo>
                  <a:pt x="90" y="49"/>
                  <a:pt x="91" y="49"/>
                  <a:pt x="92" y="48"/>
                </a:cubicBezTo>
                <a:cubicBezTo>
                  <a:pt x="121" y="17"/>
                  <a:pt x="150" y="2"/>
                  <a:pt x="179" y="2"/>
                </a:cubicBezTo>
                <a:cubicBezTo>
                  <a:pt x="193" y="2"/>
                  <a:pt x="205" y="6"/>
                  <a:pt x="215" y="14"/>
                </a:cubicBezTo>
                <a:cubicBezTo>
                  <a:pt x="226" y="22"/>
                  <a:pt x="233" y="32"/>
                  <a:pt x="235" y="44"/>
                </a:cubicBezTo>
                <a:cubicBezTo>
                  <a:pt x="236" y="48"/>
                  <a:pt x="238" y="48"/>
                  <a:pt x="242" y="44"/>
                </a:cubicBezTo>
                <a:cubicBezTo>
                  <a:pt x="251" y="34"/>
                  <a:pt x="262" y="26"/>
                  <a:pt x="273" y="20"/>
                </a:cubicBezTo>
                <a:cubicBezTo>
                  <a:pt x="284" y="13"/>
                  <a:pt x="295" y="9"/>
                  <a:pt x="305" y="6"/>
                </a:cubicBezTo>
                <a:cubicBezTo>
                  <a:pt x="316" y="3"/>
                  <a:pt x="326" y="2"/>
                  <a:pt x="336" y="2"/>
                </a:cubicBezTo>
                <a:cubicBezTo>
                  <a:pt x="359" y="2"/>
                  <a:pt x="375" y="10"/>
                  <a:pt x="382" y="26"/>
                </a:cubicBezTo>
                <a:cubicBezTo>
                  <a:pt x="390" y="41"/>
                  <a:pt x="395" y="64"/>
                  <a:pt x="395" y="93"/>
                </a:cubicBezTo>
                <a:lnTo>
                  <a:pt x="395" y="183"/>
                </a:lnTo>
                <a:cubicBezTo>
                  <a:pt x="395" y="206"/>
                  <a:pt x="397" y="220"/>
                  <a:pt x="401" y="226"/>
                </a:cubicBezTo>
                <a:cubicBezTo>
                  <a:pt x="405" y="231"/>
                  <a:pt x="415" y="234"/>
                  <a:pt x="431" y="235"/>
                </a:cubicBezTo>
                <a:cubicBezTo>
                  <a:pt x="432" y="237"/>
                  <a:pt x="433" y="240"/>
                  <a:pt x="433" y="244"/>
                </a:cubicBezTo>
                <a:cubicBezTo>
                  <a:pt x="433" y="249"/>
                  <a:pt x="432" y="252"/>
                  <a:pt x="431" y="253"/>
                </a:cubicBezTo>
                <a:cubicBezTo>
                  <a:pt x="398" y="253"/>
                  <a:pt x="379" y="253"/>
                  <a:pt x="372" y="253"/>
                </a:cubicBezTo>
                <a:cubicBezTo>
                  <a:pt x="366" y="253"/>
                  <a:pt x="346" y="253"/>
                  <a:pt x="314" y="253"/>
                </a:cubicBezTo>
                <a:cubicBezTo>
                  <a:pt x="312" y="252"/>
                  <a:pt x="312" y="249"/>
                  <a:pt x="312" y="244"/>
                </a:cubicBezTo>
                <a:cubicBezTo>
                  <a:pt x="312" y="240"/>
                  <a:pt x="312" y="237"/>
                  <a:pt x="314" y="235"/>
                </a:cubicBezTo>
                <a:cubicBezTo>
                  <a:pt x="330" y="234"/>
                  <a:pt x="339" y="231"/>
                  <a:pt x="343" y="225"/>
                </a:cubicBezTo>
                <a:cubicBezTo>
                  <a:pt x="347" y="219"/>
                  <a:pt x="349" y="205"/>
                  <a:pt x="349" y="183"/>
                </a:cubicBezTo>
                <a:lnTo>
                  <a:pt x="349" y="83"/>
                </a:lnTo>
                <a:cubicBezTo>
                  <a:pt x="349" y="64"/>
                  <a:pt x="346" y="51"/>
                  <a:pt x="341" y="44"/>
                </a:cubicBezTo>
                <a:cubicBezTo>
                  <a:pt x="335" y="36"/>
                  <a:pt x="327" y="32"/>
                  <a:pt x="315" y="32"/>
                </a:cubicBezTo>
                <a:cubicBezTo>
                  <a:pt x="288" y="32"/>
                  <a:pt x="263" y="45"/>
                  <a:pt x="240" y="70"/>
                </a:cubicBezTo>
                <a:cubicBezTo>
                  <a:pt x="240" y="74"/>
                  <a:pt x="241" y="82"/>
                  <a:pt x="241" y="93"/>
                </a:cubicBezTo>
                <a:lnTo>
                  <a:pt x="241" y="183"/>
                </a:lnTo>
                <a:cubicBezTo>
                  <a:pt x="241" y="206"/>
                  <a:pt x="243" y="220"/>
                  <a:pt x="246" y="226"/>
                </a:cubicBezTo>
                <a:cubicBezTo>
                  <a:pt x="250" y="231"/>
                  <a:pt x="259" y="234"/>
                  <a:pt x="274" y="235"/>
                </a:cubicBezTo>
                <a:cubicBezTo>
                  <a:pt x="275" y="237"/>
                  <a:pt x="276" y="240"/>
                  <a:pt x="276" y="245"/>
                </a:cubicBezTo>
                <a:cubicBezTo>
                  <a:pt x="276" y="250"/>
                  <a:pt x="275" y="253"/>
                  <a:pt x="274" y="253"/>
                </a:cubicBezTo>
                <a:cubicBezTo>
                  <a:pt x="242" y="253"/>
                  <a:pt x="223" y="253"/>
                  <a:pt x="219" y="253"/>
                </a:cubicBezTo>
                <a:cubicBezTo>
                  <a:pt x="211" y="253"/>
                  <a:pt x="192" y="253"/>
                  <a:pt x="160" y="253"/>
                </a:cubicBezTo>
                <a:cubicBezTo>
                  <a:pt x="159" y="253"/>
                  <a:pt x="158" y="250"/>
                  <a:pt x="158" y="245"/>
                </a:cubicBezTo>
                <a:cubicBezTo>
                  <a:pt x="158" y="240"/>
                  <a:pt x="159" y="237"/>
                  <a:pt x="160" y="235"/>
                </a:cubicBezTo>
                <a:cubicBezTo>
                  <a:pt x="176" y="234"/>
                  <a:pt x="186" y="231"/>
                  <a:pt x="189" y="226"/>
                </a:cubicBezTo>
                <a:cubicBezTo>
                  <a:pt x="193" y="220"/>
                  <a:pt x="195" y="206"/>
                  <a:pt x="195" y="183"/>
                </a:cubicBezTo>
                <a:lnTo>
                  <a:pt x="195" y="84"/>
                </a:lnTo>
                <a:cubicBezTo>
                  <a:pt x="195" y="49"/>
                  <a:pt x="183" y="32"/>
                  <a:pt x="158" y="32"/>
                </a:cubicBezTo>
                <a:cubicBezTo>
                  <a:pt x="140" y="32"/>
                  <a:pt x="119" y="43"/>
                  <a:pt x="96" y="66"/>
                </a:cubicBezTo>
                <a:cubicBezTo>
                  <a:pt x="89" y="73"/>
                  <a:pt x="86" y="80"/>
                  <a:pt x="86" y="90"/>
                </a:cubicBezTo>
                <a:lnTo>
                  <a:pt x="86" y="183"/>
                </a:lnTo>
                <a:cubicBezTo>
                  <a:pt x="86" y="199"/>
                  <a:pt x="87" y="211"/>
                  <a:pt x="89" y="217"/>
                </a:cubicBezTo>
                <a:cubicBezTo>
                  <a:pt x="91" y="224"/>
                  <a:pt x="94" y="228"/>
                  <a:pt x="99" y="230"/>
                </a:cubicBezTo>
                <a:cubicBezTo>
                  <a:pt x="103" y="233"/>
                  <a:pt x="110" y="234"/>
                  <a:pt x="121" y="235"/>
                </a:cubicBezTo>
                <a:cubicBezTo>
                  <a:pt x="122" y="237"/>
                  <a:pt x="123" y="240"/>
                  <a:pt x="123" y="244"/>
                </a:cubicBezTo>
                <a:cubicBezTo>
                  <a:pt x="123" y="249"/>
                  <a:pt x="122" y="252"/>
                  <a:pt x="121" y="253"/>
                </a:cubicBezTo>
                <a:cubicBezTo>
                  <a:pt x="89" y="253"/>
                  <a:pt x="70" y="253"/>
                  <a:pt x="64" y="253"/>
                </a:cubicBezTo>
                <a:cubicBezTo>
                  <a:pt x="54" y="253"/>
                  <a:pt x="34" y="253"/>
                  <a:pt x="2" y="253"/>
                </a:cubicBezTo>
                <a:cubicBezTo>
                  <a:pt x="1" y="253"/>
                  <a:pt x="0" y="250"/>
                  <a:pt x="0" y="245"/>
                </a:cubicBezTo>
                <a:cubicBezTo>
                  <a:pt x="0" y="240"/>
                  <a:pt x="1" y="237"/>
                  <a:pt x="2" y="235"/>
                </a:cubicBezTo>
                <a:cubicBezTo>
                  <a:pt x="19" y="234"/>
                  <a:pt x="30" y="231"/>
                  <a:pt x="35" y="225"/>
                </a:cubicBezTo>
                <a:cubicBezTo>
                  <a:pt x="39" y="219"/>
                  <a:pt x="42" y="205"/>
                  <a:pt x="42" y="183"/>
                </a:cubicBezTo>
                <a:lnTo>
                  <a:pt x="42" y="72"/>
                </a:lnTo>
                <a:cubicBezTo>
                  <a:pt x="42" y="56"/>
                  <a:pt x="39" y="46"/>
                  <a:pt x="35" y="42"/>
                </a:cubicBezTo>
                <a:cubicBezTo>
                  <a:pt x="30" y="37"/>
                  <a:pt x="20" y="35"/>
                  <a:pt x="4" y="34"/>
                </a:cubicBezTo>
                <a:cubicBezTo>
                  <a:pt x="2" y="27"/>
                  <a:pt x="2" y="21"/>
                  <a:pt x="3" y="17"/>
                </a:cubicBezTo>
                <a:cubicBezTo>
                  <a:pt x="33" y="13"/>
                  <a:pt x="57" y="8"/>
                  <a:pt x="75" y="0"/>
                </a:cubicBezTo>
                <a:cubicBezTo>
                  <a:pt x="78" y="0"/>
                  <a:pt x="80" y="2"/>
                  <a:pt x="82" y="5"/>
                </a:cubicBezTo>
                <a:cubicBezTo>
                  <a:pt x="85" y="12"/>
                  <a:pt x="86" y="26"/>
                  <a:pt x="86" y="48"/>
                </a:cubicBez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6120000" y="2349720"/>
            <a:ext cx="59760" cy="125280"/>
          </a:xfrm>
          <a:custGeom>
            <a:avLst/>
            <a:gdLst/>
            <a:ahLst/>
            <a:rect l="0" t="0" r="r" b="b"/>
            <a:pathLst>
              <a:path w="166" h="348">
                <a:moveTo>
                  <a:pt x="114" y="277"/>
                </a:moveTo>
                <a:cubicBezTo>
                  <a:pt x="114" y="300"/>
                  <a:pt x="117" y="314"/>
                  <a:pt x="123" y="320"/>
                </a:cubicBezTo>
                <a:cubicBezTo>
                  <a:pt x="129" y="325"/>
                  <a:pt x="142" y="328"/>
                  <a:pt x="163" y="329"/>
                </a:cubicBezTo>
                <a:cubicBezTo>
                  <a:pt x="165" y="331"/>
                  <a:pt x="166" y="334"/>
                  <a:pt x="166" y="339"/>
                </a:cubicBezTo>
                <a:cubicBezTo>
                  <a:pt x="166" y="344"/>
                  <a:pt x="165" y="347"/>
                  <a:pt x="163" y="348"/>
                </a:cubicBezTo>
                <a:cubicBezTo>
                  <a:pt x="125" y="347"/>
                  <a:pt x="102" y="347"/>
                  <a:pt x="94" y="347"/>
                </a:cubicBezTo>
                <a:cubicBezTo>
                  <a:pt x="78" y="347"/>
                  <a:pt x="51" y="347"/>
                  <a:pt x="14" y="348"/>
                </a:cubicBezTo>
                <a:cubicBezTo>
                  <a:pt x="13" y="347"/>
                  <a:pt x="13" y="344"/>
                  <a:pt x="13" y="339"/>
                </a:cubicBezTo>
                <a:cubicBezTo>
                  <a:pt x="13" y="334"/>
                  <a:pt x="13" y="331"/>
                  <a:pt x="14" y="329"/>
                </a:cubicBezTo>
                <a:cubicBezTo>
                  <a:pt x="37" y="329"/>
                  <a:pt x="51" y="326"/>
                  <a:pt x="59" y="320"/>
                </a:cubicBezTo>
                <a:cubicBezTo>
                  <a:pt x="66" y="314"/>
                  <a:pt x="70" y="299"/>
                  <a:pt x="70" y="277"/>
                </a:cubicBezTo>
                <a:lnTo>
                  <a:pt x="70" y="91"/>
                </a:lnTo>
                <a:cubicBezTo>
                  <a:pt x="70" y="69"/>
                  <a:pt x="66" y="58"/>
                  <a:pt x="59" y="58"/>
                </a:cubicBezTo>
                <a:cubicBezTo>
                  <a:pt x="48" y="58"/>
                  <a:pt x="32" y="63"/>
                  <a:pt x="9" y="72"/>
                </a:cubicBezTo>
                <a:cubicBezTo>
                  <a:pt x="4" y="69"/>
                  <a:pt x="1" y="64"/>
                  <a:pt x="0" y="57"/>
                </a:cubicBezTo>
                <a:cubicBezTo>
                  <a:pt x="54" y="32"/>
                  <a:pt x="91" y="13"/>
                  <a:pt x="113" y="0"/>
                </a:cubicBezTo>
                <a:cubicBezTo>
                  <a:pt x="114" y="0"/>
                  <a:pt x="116" y="1"/>
                  <a:pt x="116" y="3"/>
                </a:cubicBezTo>
                <a:cubicBezTo>
                  <a:pt x="114" y="12"/>
                  <a:pt x="114" y="37"/>
                  <a:pt x="114" y="79"/>
                </a:cubicBezTo>
                <a:lnTo>
                  <a:pt x="114" y="277"/>
                </a:ln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205320" y="2349000"/>
            <a:ext cx="78480" cy="127440"/>
          </a:xfrm>
          <a:custGeom>
            <a:avLst/>
            <a:gdLst/>
            <a:ahLst/>
            <a:rect l="0" t="0" r="r" b="b"/>
            <a:pathLst>
              <a:path w="218" h="354">
                <a:moveTo>
                  <a:pt x="89" y="27"/>
                </a:moveTo>
                <a:cubicBezTo>
                  <a:pt x="83" y="32"/>
                  <a:pt x="76" y="40"/>
                  <a:pt x="70" y="51"/>
                </a:cubicBezTo>
                <a:cubicBezTo>
                  <a:pt x="64" y="62"/>
                  <a:pt x="59" y="79"/>
                  <a:pt x="55" y="103"/>
                </a:cubicBezTo>
                <a:cubicBezTo>
                  <a:pt x="51" y="126"/>
                  <a:pt x="49" y="154"/>
                  <a:pt x="49" y="187"/>
                </a:cubicBezTo>
                <a:cubicBezTo>
                  <a:pt x="49" y="285"/>
                  <a:pt x="69" y="335"/>
                  <a:pt x="108" y="335"/>
                </a:cubicBezTo>
                <a:cubicBezTo>
                  <a:pt x="111" y="335"/>
                  <a:pt x="115" y="335"/>
                  <a:pt x="118" y="333"/>
                </a:cubicBezTo>
                <a:cubicBezTo>
                  <a:pt x="122" y="332"/>
                  <a:pt x="127" y="330"/>
                  <a:pt x="132" y="326"/>
                </a:cubicBezTo>
                <a:cubicBezTo>
                  <a:pt x="138" y="323"/>
                  <a:pt x="143" y="318"/>
                  <a:pt x="148" y="310"/>
                </a:cubicBezTo>
                <a:cubicBezTo>
                  <a:pt x="152" y="303"/>
                  <a:pt x="156" y="294"/>
                  <a:pt x="159" y="283"/>
                </a:cubicBezTo>
                <a:cubicBezTo>
                  <a:pt x="166" y="259"/>
                  <a:pt x="169" y="220"/>
                  <a:pt x="169" y="165"/>
                </a:cubicBezTo>
                <a:cubicBezTo>
                  <a:pt x="169" y="94"/>
                  <a:pt x="158" y="49"/>
                  <a:pt x="135" y="30"/>
                </a:cubicBezTo>
                <a:cubicBezTo>
                  <a:pt x="128" y="24"/>
                  <a:pt x="120" y="20"/>
                  <a:pt x="110" y="20"/>
                </a:cubicBezTo>
                <a:cubicBezTo>
                  <a:pt x="103" y="20"/>
                  <a:pt x="96" y="23"/>
                  <a:pt x="89" y="27"/>
                </a:cubicBezTo>
                <a:moveTo>
                  <a:pt x="108" y="354"/>
                </a:moveTo>
                <a:cubicBezTo>
                  <a:pt x="85" y="354"/>
                  <a:pt x="66" y="346"/>
                  <a:pt x="50" y="330"/>
                </a:cubicBezTo>
                <a:cubicBezTo>
                  <a:pt x="34" y="315"/>
                  <a:pt x="22" y="294"/>
                  <a:pt x="13" y="267"/>
                </a:cubicBezTo>
                <a:cubicBezTo>
                  <a:pt x="4" y="241"/>
                  <a:pt x="0" y="212"/>
                  <a:pt x="0" y="181"/>
                </a:cubicBezTo>
                <a:cubicBezTo>
                  <a:pt x="0" y="127"/>
                  <a:pt x="11" y="83"/>
                  <a:pt x="32" y="50"/>
                </a:cubicBezTo>
                <a:cubicBezTo>
                  <a:pt x="54" y="17"/>
                  <a:pt x="80" y="0"/>
                  <a:pt x="110" y="0"/>
                </a:cubicBezTo>
                <a:cubicBezTo>
                  <a:pt x="138" y="0"/>
                  <a:pt x="161" y="13"/>
                  <a:pt x="180" y="38"/>
                </a:cubicBezTo>
                <a:cubicBezTo>
                  <a:pt x="205" y="72"/>
                  <a:pt x="218" y="118"/>
                  <a:pt x="218" y="176"/>
                </a:cubicBezTo>
                <a:cubicBezTo>
                  <a:pt x="218" y="208"/>
                  <a:pt x="215" y="236"/>
                  <a:pt x="208" y="260"/>
                </a:cubicBezTo>
                <a:cubicBezTo>
                  <a:pt x="200" y="285"/>
                  <a:pt x="191" y="303"/>
                  <a:pt x="179" y="316"/>
                </a:cubicBezTo>
                <a:cubicBezTo>
                  <a:pt x="168" y="329"/>
                  <a:pt x="157" y="339"/>
                  <a:pt x="144" y="345"/>
                </a:cubicBezTo>
                <a:cubicBezTo>
                  <a:pt x="132" y="351"/>
                  <a:pt x="119" y="354"/>
                  <a:pt x="108" y="354"/>
                </a:cubicBez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352200" y="2384280"/>
            <a:ext cx="91800" cy="138960"/>
          </a:xfrm>
          <a:custGeom>
            <a:avLst/>
            <a:gdLst/>
            <a:ahLst/>
            <a:rect l="0" t="0" r="r" b="b"/>
            <a:pathLst>
              <a:path w="255" h="386">
                <a:moveTo>
                  <a:pt x="161" y="216"/>
                </a:moveTo>
                <a:cubicBezTo>
                  <a:pt x="137" y="243"/>
                  <a:pt x="109" y="256"/>
                  <a:pt x="80" y="256"/>
                </a:cubicBezTo>
                <a:cubicBezTo>
                  <a:pt x="69" y="256"/>
                  <a:pt x="59" y="254"/>
                  <a:pt x="51" y="250"/>
                </a:cubicBezTo>
                <a:lnTo>
                  <a:pt x="50" y="251"/>
                </a:lnTo>
                <a:cubicBezTo>
                  <a:pt x="50" y="252"/>
                  <a:pt x="50" y="253"/>
                  <a:pt x="50" y="254"/>
                </a:cubicBezTo>
                <a:cubicBezTo>
                  <a:pt x="50" y="255"/>
                  <a:pt x="51" y="265"/>
                  <a:pt x="53" y="283"/>
                </a:cubicBezTo>
                <a:cubicBezTo>
                  <a:pt x="54" y="302"/>
                  <a:pt x="55" y="317"/>
                  <a:pt x="55" y="328"/>
                </a:cubicBezTo>
                <a:cubicBezTo>
                  <a:pt x="55" y="343"/>
                  <a:pt x="54" y="357"/>
                  <a:pt x="51" y="369"/>
                </a:cubicBezTo>
                <a:lnTo>
                  <a:pt x="7" y="386"/>
                </a:lnTo>
                <a:lnTo>
                  <a:pt x="0" y="376"/>
                </a:lnTo>
                <a:cubicBezTo>
                  <a:pt x="5" y="362"/>
                  <a:pt x="8" y="322"/>
                  <a:pt x="8" y="255"/>
                </a:cubicBezTo>
                <a:cubicBezTo>
                  <a:pt x="8" y="250"/>
                  <a:pt x="8" y="243"/>
                  <a:pt x="9" y="235"/>
                </a:cubicBezTo>
                <a:cubicBezTo>
                  <a:pt x="10" y="227"/>
                  <a:pt x="10" y="221"/>
                  <a:pt x="10" y="217"/>
                </a:cubicBezTo>
                <a:cubicBezTo>
                  <a:pt x="10" y="215"/>
                  <a:pt x="10" y="211"/>
                  <a:pt x="9" y="204"/>
                </a:cubicBezTo>
                <a:cubicBezTo>
                  <a:pt x="8" y="196"/>
                  <a:pt x="8" y="191"/>
                  <a:pt x="8" y="187"/>
                </a:cubicBezTo>
                <a:lnTo>
                  <a:pt x="8" y="67"/>
                </a:lnTo>
                <a:cubicBezTo>
                  <a:pt x="8" y="39"/>
                  <a:pt x="6" y="18"/>
                  <a:pt x="2" y="5"/>
                </a:cubicBezTo>
                <a:cubicBezTo>
                  <a:pt x="7" y="6"/>
                  <a:pt x="13" y="6"/>
                  <a:pt x="22" y="6"/>
                </a:cubicBezTo>
                <a:cubicBezTo>
                  <a:pt x="33" y="6"/>
                  <a:pt x="43" y="4"/>
                  <a:pt x="52" y="0"/>
                </a:cubicBezTo>
                <a:cubicBezTo>
                  <a:pt x="53" y="25"/>
                  <a:pt x="54" y="43"/>
                  <a:pt x="54" y="55"/>
                </a:cubicBezTo>
                <a:lnTo>
                  <a:pt x="54" y="165"/>
                </a:lnTo>
                <a:cubicBezTo>
                  <a:pt x="54" y="187"/>
                  <a:pt x="56" y="203"/>
                  <a:pt x="61" y="214"/>
                </a:cubicBezTo>
                <a:cubicBezTo>
                  <a:pt x="67" y="225"/>
                  <a:pt x="77" y="231"/>
                  <a:pt x="90" y="231"/>
                </a:cubicBezTo>
                <a:cubicBezTo>
                  <a:pt x="105" y="231"/>
                  <a:pt x="119" y="227"/>
                  <a:pt x="132" y="220"/>
                </a:cubicBezTo>
                <a:cubicBezTo>
                  <a:pt x="145" y="212"/>
                  <a:pt x="155" y="203"/>
                  <a:pt x="163" y="193"/>
                </a:cubicBezTo>
                <a:lnTo>
                  <a:pt x="163" y="67"/>
                </a:lnTo>
                <a:cubicBezTo>
                  <a:pt x="163" y="38"/>
                  <a:pt x="161" y="17"/>
                  <a:pt x="159" y="5"/>
                </a:cubicBezTo>
                <a:cubicBezTo>
                  <a:pt x="164" y="6"/>
                  <a:pt x="170" y="6"/>
                  <a:pt x="179" y="6"/>
                </a:cubicBezTo>
                <a:cubicBezTo>
                  <a:pt x="190" y="6"/>
                  <a:pt x="200" y="4"/>
                  <a:pt x="209" y="0"/>
                </a:cubicBezTo>
                <a:cubicBezTo>
                  <a:pt x="208" y="25"/>
                  <a:pt x="207" y="43"/>
                  <a:pt x="207" y="55"/>
                </a:cubicBezTo>
                <a:lnTo>
                  <a:pt x="207" y="182"/>
                </a:lnTo>
                <a:cubicBezTo>
                  <a:pt x="207" y="193"/>
                  <a:pt x="208" y="202"/>
                  <a:pt x="208" y="208"/>
                </a:cubicBezTo>
                <a:cubicBezTo>
                  <a:pt x="208" y="213"/>
                  <a:pt x="211" y="219"/>
                  <a:pt x="214" y="224"/>
                </a:cubicBezTo>
                <a:cubicBezTo>
                  <a:pt x="218" y="229"/>
                  <a:pt x="223" y="232"/>
                  <a:pt x="230" y="232"/>
                </a:cubicBezTo>
                <a:cubicBezTo>
                  <a:pt x="235" y="232"/>
                  <a:pt x="240" y="230"/>
                  <a:pt x="243" y="227"/>
                </a:cubicBezTo>
                <a:cubicBezTo>
                  <a:pt x="247" y="224"/>
                  <a:pt x="249" y="222"/>
                  <a:pt x="249" y="222"/>
                </a:cubicBezTo>
                <a:cubicBezTo>
                  <a:pt x="250" y="222"/>
                  <a:pt x="251" y="223"/>
                  <a:pt x="253" y="225"/>
                </a:cubicBezTo>
                <a:cubicBezTo>
                  <a:pt x="254" y="227"/>
                  <a:pt x="255" y="229"/>
                  <a:pt x="255" y="231"/>
                </a:cubicBezTo>
                <a:cubicBezTo>
                  <a:pt x="255" y="232"/>
                  <a:pt x="253" y="234"/>
                  <a:pt x="249" y="238"/>
                </a:cubicBezTo>
                <a:cubicBezTo>
                  <a:pt x="245" y="243"/>
                  <a:pt x="238" y="247"/>
                  <a:pt x="230" y="251"/>
                </a:cubicBezTo>
                <a:cubicBezTo>
                  <a:pt x="222" y="254"/>
                  <a:pt x="214" y="256"/>
                  <a:pt x="206" y="256"/>
                </a:cubicBezTo>
                <a:cubicBezTo>
                  <a:pt x="180" y="256"/>
                  <a:pt x="165" y="243"/>
                  <a:pt x="163" y="216"/>
                </a:cubicBezTo>
                <a:lnTo>
                  <a:pt x="161" y="216"/>
                </a:ln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449040" y="2383920"/>
            <a:ext cx="155880" cy="91080"/>
          </a:xfrm>
          <a:custGeom>
            <a:avLst/>
            <a:gdLst/>
            <a:ahLst/>
            <a:rect l="0" t="0" r="r" b="b"/>
            <a:pathLst>
              <a:path w="433" h="253">
                <a:moveTo>
                  <a:pt x="86" y="47"/>
                </a:moveTo>
                <a:cubicBezTo>
                  <a:pt x="86" y="52"/>
                  <a:pt x="87" y="52"/>
                  <a:pt x="90" y="49"/>
                </a:cubicBezTo>
                <a:cubicBezTo>
                  <a:pt x="90" y="48"/>
                  <a:pt x="91" y="48"/>
                  <a:pt x="91" y="47"/>
                </a:cubicBezTo>
                <a:cubicBezTo>
                  <a:pt x="121" y="16"/>
                  <a:pt x="149" y="1"/>
                  <a:pt x="178" y="1"/>
                </a:cubicBezTo>
                <a:cubicBezTo>
                  <a:pt x="193" y="1"/>
                  <a:pt x="205" y="5"/>
                  <a:pt x="215" y="13"/>
                </a:cubicBezTo>
                <a:cubicBezTo>
                  <a:pt x="226" y="21"/>
                  <a:pt x="232" y="31"/>
                  <a:pt x="235" y="43"/>
                </a:cubicBezTo>
                <a:cubicBezTo>
                  <a:pt x="236" y="47"/>
                  <a:pt x="238" y="47"/>
                  <a:pt x="241" y="43"/>
                </a:cubicBezTo>
                <a:cubicBezTo>
                  <a:pt x="251" y="33"/>
                  <a:pt x="262" y="25"/>
                  <a:pt x="273" y="19"/>
                </a:cubicBezTo>
                <a:cubicBezTo>
                  <a:pt x="284" y="12"/>
                  <a:pt x="295" y="8"/>
                  <a:pt x="305" y="5"/>
                </a:cubicBezTo>
                <a:cubicBezTo>
                  <a:pt x="315" y="2"/>
                  <a:pt x="326" y="1"/>
                  <a:pt x="336" y="1"/>
                </a:cubicBezTo>
                <a:cubicBezTo>
                  <a:pt x="359" y="1"/>
                  <a:pt x="374" y="9"/>
                  <a:pt x="382" y="25"/>
                </a:cubicBezTo>
                <a:cubicBezTo>
                  <a:pt x="390" y="40"/>
                  <a:pt x="394" y="63"/>
                  <a:pt x="394" y="92"/>
                </a:cubicBezTo>
                <a:lnTo>
                  <a:pt x="394" y="182"/>
                </a:lnTo>
                <a:cubicBezTo>
                  <a:pt x="394" y="205"/>
                  <a:pt x="396" y="219"/>
                  <a:pt x="401" y="225"/>
                </a:cubicBezTo>
                <a:cubicBezTo>
                  <a:pt x="405" y="230"/>
                  <a:pt x="415" y="233"/>
                  <a:pt x="431" y="234"/>
                </a:cubicBezTo>
                <a:cubicBezTo>
                  <a:pt x="432" y="236"/>
                  <a:pt x="433" y="239"/>
                  <a:pt x="433" y="243"/>
                </a:cubicBezTo>
                <a:cubicBezTo>
                  <a:pt x="433" y="248"/>
                  <a:pt x="432" y="251"/>
                  <a:pt x="431" y="253"/>
                </a:cubicBezTo>
                <a:cubicBezTo>
                  <a:pt x="398" y="252"/>
                  <a:pt x="379" y="252"/>
                  <a:pt x="372" y="252"/>
                </a:cubicBezTo>
                <a:cubicBezTo>
                  <a:pt x="365" y="252"/>
                  <a:pt x="346" y="252"/>
                  <a:pt x="314" y="253"/>
                </a:cubicBezTo>
                <a:cubicBezTo>
                  <a:pt x="312" y="251"/>
                  <a:pt x="311" y="248"/>
                  <a:pt x="311" y="243"/>
                </a:cubicBezTo>
                <a:cubicBezTo>
                  <a:pt x="311" y="239"/>
                  <a:pt x="312" y="236"/>
                  <a:pt x="314" y="234"/>
                </a:cubicBezTo>
                <a:cubicBezTo>
                  <a:pt x="329" y="233"/>
                  <a:pt x="339" y="230"/>
                  <a:pt x="343" y="224"/>
                </a:cubicBezTo>
                <a:cubicBezTo>
                  <a:pt x="347" y="219"/>
                  <a:pt x="349" y="204"/>
                  <a:pt x="349" y="182"/>
                </a:cubicBezTo>
                <a:lnTo>
                  <a:pt x="349" y="82"/>
                </a:lnTo>
                <a:cubicBezTo>
                  <a:pt x="349" y="63"/>
                  <a:pt x="346" y="50"/>
                  <a:pt x="341" y="43"/>
                </a:cubicBezTo>
                <a:cubicBezTo>
                  <a:pt x="335" y="35"/>
                  <a:pt x="326" y="31"/>
                  <a:pt x="315" y="31"/>
                </a:cubicBezTo>
                <a:cubicBezTo>
                  <a:pt x="288" y="31"/>
                  <a:pt x="263" y="44"/>
                  <a:pt x="240" y="69"/>
                </a:cubicBezTo>
                <a:cubicBezTo>
                  <a:pt x="240" y="73"/>
                  <a:pt x="241" y="81"/>
                  <a:pt x="241" y="92"/>
                </a:cubicBezTo>
                <a:lnTo>
                  <a:pt x="241" y="182"/>
                </a:lnTo>
                <a:cubicBezTo>
                  <a:pt x="241" y="205"/>
                  <a:pt x="242" y="219"/>
                  <a:pt x="246" y="225"/>
                </a:cubicBezTo>
                <a:cubicBezTo>
                  <a:pt x="249" y="230"/>
                  <a:pt x="259" y="233"/>
                  <a:pt x="274" y="234"/>
                </a:cubicBezTo>
                <a:cubicBezTo>
                  <a:pt x="275" y="236"/>
                  <a:pt x="276" y="239"/>
                  <a:pt x="276" y="244"/>
                </a:cubicBezTo>
                <a:cubicBezTo>
                  <a:pt x="276" y="249"/>
                  <a:pt x="275" y="252"/>
                  <a:pt x="274" y="253"/>
                </a:cubicBezTo>
                <a:cubicBezTo>
                  <a:pt x="241" y="252"/>
                  <a:pt x="223" y="252"/>
                  <a:pt x="218" y="252"/>
                </a:cubicBezTo>
                <a:cubicBezTo>
                  <a:pt x="211" y="252"/>
                  <a:pt x="192" y="252"/>
                  <a:pt x="160" y="253"/>
                </a:cubicBezTo>
                <a:cubicBezTo>
                  <a:pt x="158" y="252"/>
                  <a:pt x="158" y="249"/>
                  <a:pt x="158" y="244"/>
                </a:cubicBezTo>
                <a:cubicBezTo>
                  <a:pt x="158" y="239"/>
                  <a:pt x="158" y="236"/>
                  <a:pt x="160" y="234"/>
                </a:cubicBezTo>
                <a:cubicBezTo>
                  <a:pt x="176" y="233"/>
                  <a:pt x="185" y="230"/>
                  <a:pt x="189" y="225"/>
                </a:cubicBezTo>
                <a:cubicBezTo>
                  <a:pt x="193" y="219"/>
                  <a:pt x="195" y="205"/>
                  <a:pt x="195" y="182"/>
                </a:cubicBezTo>
                <a:lnTo>
                  <a:pt x="195" y="83"/>
                </a:lnTo>
                <a:cubicBezTo>
                  <a:pt x="195" y="48"/>
                  <a:pt x="183" y="31"/>
                  <a:pt x="158" y="31"/>
                </a:cubicBezTo>
                <a:cubicBezTo>
                  <a:pt x="139" y="31"/>
                  <a:pt x="119" y="42"/>
                  <a:pt x="96" y="65"/>
                </a:cubicBezTo>
                <a:cubicBezTo>
                  <a:pt x="89" y="72"/>
                  <a:pt x="86" y="80"/>
                  <a:pt x="86" y="89"/>
                </a:cubicBezTo>
                <a:lnTo>
                  <a:pt x="86" y="182"/>
                </a:lnTo>
                <a:cubicBezTo>
                  <a:pt x="86" y="198"/>
                  <a:pt x="87" y="210"/>
                  <a:pt x="89" y="216"/>
                </a:cubicBezTo>
                <a:cubicBezTo>
                  <a:pt x="91" y="223"/>
                  <a:pt x="94" y="228"/>
                  <a:pt x="98" y="229"/>
                </a:cubicBezTo>
                <a:cubicBezTo>
                  <a:pt x="102" y="232"/>
                  <a:pt x="110" y="233"/>
                  <a:pt x="121" y="234"/>
                </a:cubicBezTo>
                <a:cubicBezTo>
                  <a:pt x="122" y="236"/>
                  <a:pt x="123" y="239"/>
                  <a:pt x="123" y="243"/>
                </a:cubicBezTo>
                <a:cubicBezTo>
                  <a:pt x="123" y="248"/>
                  <a:pt x="122" y="251"/>
                  <a:pt x="121" y="253"/>
                </a:cubicBezTo>
                <a:cubicBezTo>
                  <a:pt x="89" y="252"/>
                  <a:pt x="70" y="252"/>
                  <a:pt x="64" y="252"/>
                </a:cubicBezTo>
                <a:cubicBezTo>
                  <a:pt x="54" y="252"/>
                  <a:pt x="33" y="252"/>
                  <a:pt x="2" y="253"/>
                </a:cubicBezTo>
                <a:cubicBezTo>
                  <a:pt x="1" y="252"/>
                  <a:pt x="0" y="249"/>
                  <a:pt x="0" y="244"/>
                </a:cubicBezTo>
                <a:cubicBezTo>
                  <a:pt x="0" y="239"/>
                  <a:pt x="1" y="236"/>
                  <a:pt x="2" y="234"/>
                </a:cubicBezTo>
                <a:cubicBezTo>
                  <a:pt x="19" y="233"/>
                  <a:pt x="30" y="230"/>
                  <a:pt x="34" y="224"/>
                </a:cubicBezTo>
                <a:cubicBezTo>
                  <a:pt x="39" y="219"/>
                  <a:pt x="41" y="204"/>
                  <a:pt x="41" y="182"/>
                </a:cubicBezTo>
                <a:lnTo>
                  <a:pt x="41" y="71"/>
                </a:lnTo>
                <a:cubicBezTo>
                  <a:pt x="41" y="55"/>
                  <a:pt x="39" y="45"/>
                  <a:pt x="34" y="41"/>
                </a:cubicBezTo>
                <a:cubicBezTo>
                  <a:pt x="30" y="36"/>
                  <a:pt x="20" y="34"/>
                  <a:pt x="4" y="33"/>
                </a:cubicBezTo>
                <a:cubicBezTo>
                  <a:pt x="2" y="26"/>
                  <a:pt x="1" y="20"/>
                  <a:pt x="3" y="16"/>
                </a:cubicBezTo>
                <a:cubicBezTo>
                  <a:pt x="33" y="12"/>
                  <a:pt x="56" y="7"/>
                  <a:pt x="74" y="0"/>
                </a:cubicBezTo>
                <a:cubicBezTo>
                  <a:pt x="78" y="0"/>
                  <a:pt x="80" y="1"/>
                  <a:pt x="81" y="4"/>
                </a:cubicBezTo>
                <a:cubicBezTo>
                  <a:pt x="84" y="11"/>
                  <a:pt x="86" y="25"/>
                  <a:pt x="86" y="47"/>
                </a:cubicBez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 flipH="1">
            <a:off x="5956200" y="3829680"/>
            <a:ext cx="56880" cy="0"/>
          </a:xfrm>
          <a:prstGeom prst="line">
            <a:avLst/>
          </a:prstGeom>
          <a:ln cap="rnd" w="284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040" rIns="104040" tIns="-59040" bIns="-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 flipH="1">
            <a:off x="5979960" y="3845520"/>
            <a:ext cx="4680" cy="1105920"/>
          </a:xfrm>
          <a:prstGeom prst="line">
            <a:avLst/>
          </a:prstGeom>
          <a:ln cap="rnd" w="284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 flipH="1" flipV="1">
            <a:off x="5951520" y="4967640"/>
            <a:ext cx="65880" cy="360"/>
          </a:xfrm>
          <a:prstGeom prst="line">
            <a:avLst/>
          </a:prstGeom>
          <a:ln cap="rnd" w="284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040" rIns="104040" tIns="-58680" bIns="-58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6093000" y="4308840"/>
            <a:ext cx="60120" cy="125280"/>
          </a:xfrm>
          <a:custGeom>
            <a:avLst/>
            <a:gdLst/>
            <a:ahLst/>
            <a:rect l="0" t="0" r="r" b="b"/>
            <a:pathLst>
              <a:path w="167" h="348">
                <a:moveTo>
                  <a:pt x="114" y="277"/>
                </a:moveTo>
                <a:cubicBezTo>
                  <a:pt x="114" y="300"/>
                  <a:pt x="117" y="315"/>
                  <a:pt x="123" y="320"/>
                </a:cubicBezTo>
                <a:cubicBezTo>
                  <a:pt x="129" y="325"/>
                  <a:pt x="142" y="328"/>
                  <a:pt x="164" y="329"/>
                </a:cubicBezTo>
                <a:cubicBezTo>
                  <a:pt x="165" y="331"/>
                  <a:pt x="167" y="335"/>
                  <a:pt x="167" y="339"/>
                </a:cubicBezTo>
                <a:cubicBezTo>
                  <a:pt x="167" y="344"/>
                  <a:pt x="165" y="347"/>
                  <a:pt x="164" y="348"/>
                </a:cubicBezTo>
                <a:cubicBezTo>
                  <a:pt x="125" y="347"/>
                  <a:pt x="102" y="347"/>
                  <a:pt x="94" y="347"/>
                </a:cubicBezTo>
                <a:cubicBezTo>
                  <a:pt x="78" y="347"/>
                  <a:pt x="52" y="347"/>
                  <a:pt x="14" y="348"/>
                </a:cubicBezTo>
                <a:cubicBezTo>
                  <a:pt x="13" y="347"/>
                  <a:pt x="13" y="344"/>
                  <a:pt x="13" y="339"/>
                </a:cubicBezTo>
                <a:cubicBezTo>
                  <a:pt x="13" y="335"/>
                  <a:pt x="13" y="331"/>
                  <a:pt x="14" y="329"/>
                </a:cubicBezTo>
                <a:cubicBezTo>
                  <a:pt x="37" y="329"/>
                  <a:pt x="52" y="326"/>
                  <a:pt x="59" y="320"/>
                </a:cubicBezTo>
                <a:cubicBezTo>
                  <a:pt x="67" y="314"/>
                  <a:pt x="70" y="300"/>
                  <a:pt x="70" y="277"/>
                </a:cubicBezTo>
                <a:lnTo>
                  <a:pt x="70" y="91"/>
                </a:lnTo>
                <a:cubicBezTo>
                  <a:pt x="70" y="69"/>
                  <a:pt x="67" y="58"/>
                  <a:pt x="59" y="59"/>
                </a:cubicBezTo>
                <a:cubicBezTo>
                  <a:pt x="49" y="59"/>
                  <a:pt x="32" y="63"/>
                  <a:pt x="9" y="73"/>
                </a:cubicBezTo>
                <a:cubicBezTo>
                  <a:pt x="4" y="69"/>
                  <a:pt x="1" y="64"/>
                  <a:pt x="0" y="57"/>
                </a:cubicBezTo>
                <a:cubicBezTo>
                  <a:pt x="54" y="33"/>
                  <a:pt x="91" y="14"/>
                  <a:pt x="113" y="0"/>
                </a:cubicBezTo>
                <a:cubicBezTo>
                  <a:pt x="115" y="0"/>
                  <a:pt x="116" y="1"/>
                  <a:pt x="116" y="3"/>
                </a:cubicBezTo>
                <a:cubicBezTo>
                  <a:pt x="115" y="12"/>
                  <a:pt x="114" y="38"/>
                  <a:pt x="114" y="79"/>
                </a:cubicBezTo>
                <a:lnTo>
                  <a:pt x="114" y="277"/>
                </a:ln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178320" y="4308480"/>
            <a:ext cx="78840" cy="127080"/>
          </a:xfrm>
          <a:custGeom>
            <a:avLst/>
            <a:gdLst/>
            <a:ahLst/>
            <a:rect l="0" t="0" r="r" b="b"/>
            <a:pathLst>
              <a:path w="219" h="353">
                <a:moveTo>
                  <a:pt x="89" y="27"/>
                </a:moveTo>
                <a:cubicBezTo>
                  <a:pt x="83" y="31"/>
                  <a:pt x="77" y="39"/>
                  <a:pt x="70" y="50"/>
                </a:cubicBezTo>
                <a:cubicBezTo>
                  <a:pt x="64" y="61"/>
                  <a:pt x="59" y="79"/>
                  <a:pt x="55" y="102"/>
                </a:cubicBezTo>
                <a:cubicBezTo>
                  <a:pt x="51" y="125"/>
                  <a:pt x="49" y="153"/>
                  <a:pt x="49" y="187"/>
                </a:cubicBezTo>
                <a:cubicBezTo>
                  <a:pt x="49" y="285"/>
                  <a:pt x="69" y="334"/>
                  <a:pt x="109" y="334"/>
                </a:cubicBezTo>
                <a:cubicBezTo>
                  <a:pt x="112" y="334"/>
                  <a:pt x="115" y="334"/>
                  <a:pt x="119" y="333"/>
                </a:cubicBezTo>
                <a:cubicBezTo>
                  <a:pt x="123" y="331"/>
                  <a:pt x="127" y="329"/>
                  <a:pt x="132" y="326"/>
                </a:cubicBezTo>
                <a:cubicBezTo>
                  <a:pt x="138" y="322"/>
                  <a:pt x="143" y="317"/>
                  <a:pt x="148" y="310"/>
                </a:cubicBezTo>
                <a:cubicBezTo>
                  <a:pt x="152" y="303"/>
                  <a:pt x="156" y="293"/>
                  <a:pt x="159" y="282"/>
                </a:cubicBezTo>
                <a:cubicBezTo>
                  <a:pt x="166" y="258"/>
                  <a:pt x="169" y="219"/>
                  <a:pt x="169" y="164"/>
                </a:cubicBezTo>
                <a:cubicBezTo>
                  <a:pt x="169" y="93"/>
                  <a:pt x="158" y="48"/>
                  <a:pt x="135" y="30"/>
                </a:cubicBezTo>
                <a:cubicBezTo>
                  <a:pt x="128" y="23"/>
                  <a:pt x="120" y="20"/>
                  <a:pt x="110" y="20"/>
                </a:cubicBezTo>
                <a:cubicBezTo>
                  <a:pt x="103" y="20"/>
                  <a:pt x="96" y="22"/>
                  <a:pt x="89" y="27"/>
                </a:cubicBezTo>
                <a:moveTo>
                  <a:pt x="108" y="353"/>
                </a:moveTo>
                <a:cubicBezTo>
                  <a:pt x="85" y="353"/>
                  <a:pt x="66" y="346"/>
                  <a:pt x="50" y="330"/>
                </a:cubicBezTo>
                <a:cubicBezTo>
                  <a:pt x="34" y="314"/>
                  <a:pt x="22" y="293"/>
                  <a:pt x="13" y="267"/>
                </a:cubicBezTo>
                <a:cubicBezTo>
                  <a:pt x="4" y="240"/>
                  <a:pt x="0" y="211"/>
                  <a:pt x="0" y="180"/>
                </a:cubicBezTo>
                <a:cubicBezTo>
                  <a:pt x="0" y="126"/>
                  <a:pt x="11" y="83"/>
                  <a:pt x="32" y="50"/>
                </a:cubicBezTo>
                <a:cubicBezTo>
                  <a:pt x="54" y="16"/>
                  <a:pt x="80" y="0"/>
                  <a:pt x="110" y="0"/>
                </a:cubicBezTo>
                <a:cubicBezTo>
                  <a:pt x="138" y="0"/>
                  <a:pt x="161" y="12"/>
                  <a:pt x="180" y="37"/>
                </a:cubicBezTo>
                <a:cubicBezTo>
                  <a:pt x="206" y="71"/>
                  <a:pt x="219" y="117"/>
                  <a:pt x="219" y="175"/>
                </a:cubicBezTo>
                <a:cubicBezTo>
                  <a:pt x="219" y="207"/>
                  <a:pt x="215" y="235"/>
                  <a:pt x="208" y="260"/>
                </a:cubicBezTo>
                <a:cubicBezTo>
                  <a:pt x="200" y="284"/>
                  <a:pt x="191" y="303"/>
                  <a:pt x="179" y="316"/>
                </a:cubicBezTo>
                <a:cubicBezTo>
                  <a:pt x="168" y="329"/>
                  <a:pt x="156" y="338"/>
                  <a:pt x="144" y="344"/>
                </a:cubicBezTo>
                <a:cubicBezTo>
                  <a:pt x="132" y="350"/>
                  <a:pt x="120" y="353"/>
                  <a:pt x="108" y="353"/>
                </a:cubicBez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325200" y="4343400"/>
            <a:ext cx="91800" cy="138960"/>
          </a:xfrm>
          <a:custGeom>
            <a:avLst/>
            <a:gdLst/>
            <a:ahLst/>
            <a:rect l="0" t="0" r="r" b="b"/>
            <a:pathLst>
              <a:path w="255" h="386">
                <a:moveTo>
                  <a:pt x="161" y="216"/>
                </a:moveTo>
                <a:cubicBezTo>
                  <a:pt x="137" y="243"/>
                  <a:pt x="109" y="256"/>
                  <a:pt x="80" y="256"/>
                </a:cubicBezTo>
                <a:cubicBezTo>
                  <a:pt x="69" y="256"/>
                  <a:pt x="59" y="254"/>
                  <a:pt x="51" y="250"/>
                </a:cubicBezTo>
                <a:cubicBezTo>
                  <a:pt x="51" y="250"/>
                  <a:pt x="51" y="251"/>
                  <a:pt x="50" y="251"/>
                </a:cubicBezTo>
                <a:cubicBezTo>
                  <a:pt x="50" y="252"/>
                  <a:pt x="50" y="253"/>
                  <a:pt x="50" y="254"/>
                </a:cubicBezTo>
                <a:cubicBezTo>
                  <a:pt x="50" y="256"/>
                  <a:pt x="51" y="265"/>
                  <a:pt x="53" y="283"/>
                </a:cubicBezTo>
                <a:cubicBezTo>
                  <a:pt x="54" y="302"/>
                  <a:pt x="55" y="317"/>
                  <a:pt x="55" y="329"/>
                </a:cubicBezTo>
                <a:cubicBezTo>
                  <a:pt x="55" y="344"/>
                  <a:pt x="54" y="357"/>
                  <a:pt x="51" y="370"/>
                </a:cubicBezTo>
                <a:lnTo>
                  <a:pt x="7" y="386"/>
                </a:lnTo>
                <a:lnTo>
                  <a:pt x="0" y="376"/>
                </a:lnTo>
                <a:cubicBezTo>
                  <a:pt x="5" y="363"/>
                  <a:pt x="8" y="322"/>
                  <a:pt x="8" y="255"/>
                </a:cubicBezTo>
                <a:cubicBezTo>
                  <a:pt x="8" y="250"/>
                  <a:pt x="8" y="243"/>
                  <a:pt x="9" y="236"/>
                </a:cubicBezTo>
                <a:cubicBezTo>
                  <a:pt x="10" y="228"/>
                  <a:pt x="10" y="221"/>
                  <a:pt x="10" y="217"/>
                </a:cubicBezTo>
                <a:cubicBezTo>
                  <a:pt x="10" y="216"/>
                  <a:pt x="10" y="211"/>
                  <a:pt x="9" y="204"/>
                </a:cubicBezTo>
                <a:cubicBezTo>
                  <a:pt x="8" y="196"/>
                  <a:pt x="8" y="191"/>
                  <a:pt x="8" y="187"/>
                </a:cubicBezTo>
                <a:lnTo>
                  <a:pt x="8" y="67"/>
                </a:lnTo>
                <a:cubicBezTo>
                  <a:pt x="8" y="39"/>
                  <a:pt x="6" y="18"/>
                  <a:pt x="2" y="5"/>
                </a:cubicBezTo>
                <a:cubicBezTo>
                  <a:pt x="7" y="6"/>
                  <a:pt x="13" y="7"/>
                  <a:pt x="22" y="7"/>
                </a:cubicBezTo>
                <a:cubicBezTo>
                  <a:pt x="33" y="7"/>
                  <a:pt x="43" y="5"/>
                  <a:pt x="52" y="0"/>
                </a:cubicBezTo>
                <a:cubicBezTo>
                  <a:pt x="53" y="25"/>
                  <a:pt x="54" y="43"/>
                  <a:pt x="54" y="56"/>
                </a:cubicBezTo>
                <a:lnTo>
                  <a:pt x="54" y="166"/>
                </a:lnTo>
                <a:cubicBezTo>
                  <a:pt x="54" y="187"/>
                  <a:pt x="56" y="203"/>
                  <a:pt x="61" y="214"/>
                </a:cubicBezTo>
                <a:cubicBezTo>
                  <a:pt x="67" y="225"/>
                  <a:pt x="77" y="231"/>
                  <a:pt x="90" y="231"/>
                </a:cubicBezTo>
                <a:cubicBezTo>
                  <a:pt x="105" y="231"/>
                  <a:pt x="119" y="228"/>
                  <a:pt x="132" y="220"/>
                </a:cubicBezTo>
                <a:cubicBezTo>
                  <a:pt x="145" y="213"/>
                  <a:pt x="155" y="204"/>
                  <a:pt x="163" y="193"/>
                </a:cubicBezTo>
                <a:lnTo>
                  <a:pt x="163" y="67"/>
                </a:lnTo>
                <a:cubicBezTo>
                  <a:pt x="163" y="38"/>
                  <a:pt x="161" y="17"/>
                  <a:pt x="159" y="5"/>
                </a:cubicBezTo>
                <a:cubicBezTo>
                  <a:pt x="164" y="6"/>
                  <a:pt x="170" y="7"/>
                  <a:pt x="179" y="7"/>
                </a:cubicBezTo>
                <a:cubicBezTo>
                  <a:pt x="190" y="7"/>
                  <a:pt x="200" y="5"/>
                  <a:pt x="209" y="0"/>
                </a:cubicBezTo>
                <a:cubicBezTo>
                  <a:pt x="208" y="25"/>
                  <a:pt x="207" y="43"/>
                  <a:pt x="207" y="56"/>
                </a:cubicBezTo>
                <a:lnTo>
                  <a:pt x="207" y="182"/>
                </a:lnTo>
                <a:cubicBezTo>
                  <a:pt x="207" y="193"/>
                  <a:pt x="208" y="202"/>
                  <a:pt x="208" y="208"/>
                </a:cubicBezTo>
                <a:cubicBezTo>
                  <a:pt x="209" y="214"/>
                  <a:pt x="211" y="219"/>
                  <a:pt x="214" y="224"/>
                </a:cubicBezTo>
                <a:cubicBezTo>
                  <a:pt x="218" y="229"/>
                  <a:pt x="223" y="232"/>
                  <a:pt x="230" y="232"/>
                </a:cubicBezTo>
                <a:cubicBezTo>
                  <a:pt x="235" y="232"/>
                  <a:pt x="240" y="230"/>
                  <a:pt x="244" y="227"/>
                </a:cubicBezTo>
                <a:cubicBezTo>
                  <a:pt x="247" y="224"/>
                  <a:pt x="249" y="223"/>
                  <a:pt x="249" y="223"/>
                </a:cubicBezTo>
                <a:cubicBezTo>
                  <a:pt x="250" y="223"/>
                  <a:pt x="251" y="224"/>
                  <a:pt x="253" y="226"/>
                </a:cubicBezTo>
                <a:cubicBezTo>
                  <a:pt x="254" y="227"/>
                  <a:pt x="255" y="229"/>
                  <a:pt x="255" y="231"/>
                </a:cubicBezTo>
                <a:cubicBezTo>
                  <a:pt x="255" y="232"/>
                  <a:pt x="253" y="235"/>
                  <a:pt x="249" y="239"/>
                </a:cubicBezTo>
                <a:cubicBezTo>
                  <a:pt x="245" y="243"/>
                  <a:pt x="239" y="247"/>
                  <a:pt x="230" y="251"/>
                </a:cubicBezTo>
                <a:cubicBezTo>
                  <a:pt x="222" y="255"/>
                  <a:pt x="214" y="256"/>
                  <a:pt x="206" y="256"/>
                </a:cubicBezTo>
                <a:cubicBezTo>
                  <a:pt x="180" y="256"/>
                  <a:pt x="165" y="243"/>
                  <a:pt x="163" y="216"/>
                </a:cubicBezTo>
                <a:lnTo>
                  <a:pt x="161" y="216"/>
                </a:ln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422040" y="4343040"/>
            <a:ext cx="155880" cy="91080"/>
          </a:xfrm>
          <a:custGeom>
            <a:avLst/>
            <a:gdLst/>
            <a:ahLst/>
            <a:rect l="0" t="0" r="r" b="b"/>
            <a:pathLst>
              <a:path w="433" h="253">
                <a:moveTo>
                  <a:pt x="86" y="48"/>
                </a:moveTo>
                <a:cubicBezTo>
                  <a:pt x="86" y="52"/>
                  <a:pt x="87" y="53"/>
                  <a:pt x="90" y="49"/>
                </a:cubicBezTo>
                <a:cubicBezTo>
                  <a:pt x="90" y="49"/>
                  <a:pt x="91" y="48"/>
                  <a:pt x="92" y="48"/>
                </a:cubicBezTo>
                <a:cubicBezTo>
                  <a:pt x="121" y="17"/>
                  <a:pt x="150" y="1"/>
                  <a:pt x="178" y="1"/>
                </a:cubicBezTo>
                <a:cubicBezTo>
                  <a:pt x="193" y="1"/>
                  <a:pt x="205" y="6"/>
                  <a:pt x="215" y="14"/>
                </a:cubicBezTo>
                <a:cubicBezTo>
                  <a:pt x="226" y="21"/>
                  <a:pt x="233" y="31"/>
                  <a:pt x="235" y="44"/>
                </a:cubicBezTo>
                <a:cubicBezTo>
                  <a:pt x="236" y="47"/>
                  <a:pt x="238" y="47"/>
                  <a:pt x="242" y="44"/>
                </a:cubicBezTo>
                <a:cubicBezTo>
                  <a:pt x="251" y="33"/>
                  <a:pt x="262" y="25"/>
                  <a:pt x="273" y="19"/>
                </a:cubicBezTo>
                <a:cubicBezTo>
                  <a:pt x="284" y="13"/>
                  <a:pt x="295" y="8"/>
                  <a:pt x="305" y="5"/>
                </a:cubicBezTo>
                <a:cubicBezTo>
                  <a:pt x="316" y="3"/>
                  <a:pt x="326" y="1"/>
                  <a:pt x="336" y="1"/>
                </a:cubicBezTo>
                <a:cubicBezTo>
                  <a:pt x="359" y="1"/>
                  <a:pt x="375" y="9"/>
                  <a:pt x="382" y="25"/>
                </a:cubicBezTo>
                <a:cubicBezTo>
                  <a:pt x="390" y="41"/>
                  <a:pt x="395" y="63"/>
                  <a:pt x="395" y="92"/>
                </a:cubicBezTo>
                <a:lnTo>
                  <a:pt x="395" y="182"/>
                </a:lnTo>
                <a:cubicBezTo>
                  <a:pt x="395" y="205"/>
                  <a:pt x="397" y="220"/>
                  <a:pt x="401" y="225"/>
                </a:cubicBezTo>
                <a:cubicBezTo>
                  <a:pt x="405" y="230"/>
                  <a:pt x="415" y="233"/>
                  <a:pt x="431" y="234"/>
                </a:cubicBezTo>
                <a:cubicBezTo>
                  <a:pt x="432" y="236"/>
                  <a:pt x="433" y="239"/>
                  <a:pt x="433" y="244"/>
                </a:cubicBezTo>
                <a:cubicBezTo>
                  <a:pt x="433" y="248"/>
                  <a:pt x="432" y="251"/>
                  <a:pt x="431" y="253"/>
                </a:cubicBezTo>
                <a:cubicBezTo>
                  <a:pt x="398" y="252"/>
                  <a:pt x="379" y="252"/>
                  <a:pt x="372" y="252"/>
                </a:cubicBezTo>
                <a:cubicBezTo>
                  <a:pt x="366" y="252"/>
                  <a:pt x="346" y="252"/>
                  <a:pt x="314" y="253"/>
                </a:cubicBezTo>
                <a:cubicBezTo>
                  <a:pt x="312" y="251"/>
                  <a:pt x="312" y="248"/>
                  <a:pt x="312" y="244"/>
                </a:cubicBezTo>
                <a:cubicBezTo>
                  <a:pt x="312" y="239"/>
                  <a:pt x="312" y="236"/>
                  <a:pt x="314" y="234"/>
                </a:cubicBezTo>
                <a:cubicBezTo>
                  <a:pt x="330" y="233"/>
                  <a:pt x="339" y="230"/>
                  <a:pt x="343" y="224"/>
                </a:cubicBezTo>
                <a:cubicBezTo>
                  <a:pt x="347" y="219"/>
                  <a:pt x="349" y="205"/>
                  <a:pt x="349" y="182"/>
                </a:cubicBezTo>
                <a:lnTo>
                  <a:pt x="349" y="82"/>
                </a:lnTo>
                <a:cubicBezTo>
                  <a:pt x="349" y="64"/>
                  <a:pt x="346" y="51"/>
                  <a:pt x="341" y="43"/>
                </a:cubicBezTo>
                <a:cubicBezTo>
                  <a:pt x="335" y="35"/>
                  <a:pt x="327" y="31"/>
                  <a:pt x="315" y="31"/>
                </a:cubicBezTo>
                <a:cubicBezTo>
                  <a:pt x="288" y="31"/>
                  <a:pt x="263" y="44"/>
                  <a:pt x="240" y="69"/>
                </a:cubicBezTo>
                <a:cubicBezTo>
                  <a:pt x="240" y="74"/>
                  <a:pt x="241" y="81"/>
                  <a:pt x="241" y="92"/>
                </a:cubicBezTo>
                <a:lnTo>
                  <a:pt x="241" y="182"/>
                </a:lnTo>
                <a:cubicBezTo>
                  <a:pt x="241" y="205"/>
                  <a:pt x="243" y="220"/>
                  <a:pt x="246" y="225"/>
                </a:cubicBezTo>
                <a:cubicBezTo>
                  <a:pt x="250" y="230"/>
                  <a:pt x="259" y="233"/>
                  <a:pt x="274" y="234"/>
                </a:cubicBezTo>
                <a:cubicBezTo>
                  <a:pt x="275" y="236"/>
                  <a:pt x="276" y="239"/>
                  <a:pt x="276" y="244"/>
                </a:cubicBezTo>
                <a:cubicBezTo>
                  <a:pt x="276" y="249"/>
                  <a:pt x="275" y="252"/>
                  <a:pt x="274" y="253"/>
                </a:cubicBezTo>
                <a:cubicBezTo>
                  <a:pt x="242" y="252"/>
                  <a:pt x="223" y="252"/>
                  <a:pt x="218" y="252"/>
                </a:cubicBezTo>
                <a:cubicBezTo>
                  <a:pt x="211" y="252"/>
                  <a:pt x="192" y="252"/>
                  <a:pt x="160" y="253"/>
                </a:cubicBezTo>
                <a:cubicBezTo>
                  <a:pt x="158" y="252"/>
                  <a:pt x="158" y="249"/>
                  <a:pt x="158" y="244"/>
                </a:cubicBezTo>
                <a:cubicBezTo>
                  <a:pt x="158" y="240"/>
                  <a:pt x="158" y="236"/>
                  <a:pt x="160" y="234"/>
                </a:cubicBezTo>
                <a:cubicBezTo>
                  <a:pt x="176" y="233"/>
                  <a:pt x="186" y="230"/>
                  <a:pt x="189" y="225"/>
                </a:cubicBezTo>
                <a:cubicBezTo>
                  <a:pt x="193" y="220"/>
                  <a:pt x="195" y="205"/>
                  <a:pt x="195" y="182"/>
                </a:cubicBezTo>
                <a:lnTo>
                  <a:pt x="195" y="83"/>
                </a:lnTo>
                <a:cubicBezTo>
                  <a:pt x="195" y="49"/>
                  <a:pt x="183" y="31"/>
                  <a:pt x="158" y="31"/>
                </a:cubicBezTo>
                <a:cubicBezTo>
                  <a:pt x="140" y="31"/>
                  <a:pt x="119" y="43"/>
                  <a:pt x="96" y="65"/>
                </a:cubicBezTo>
                <a:cubicBezTo>
                  <a:pt x="89" y="72"/>
                  <a:pt x="86" y="80"/>
                  <a:pt x="86" y="89"/>
                </a:cubicBezTo>
                <a:lnTo>
                  <a:pt x="86" y="182"/>
                </a:lnTo>
                <a:cubicBezTo>
                  <a:pt x="86" y="199"/>
                  <a:pt x="87" y="210"/>
                  <a:pt x="89" y="217"/>
                </a:cubicBezTo>
                <a:cubicBezTo>
                  <a:pt x="91" y="223"/>
                  <a:pt x="94" y="228"/>
                  <a:pt x="99" y="230"/>
                </a:cubicBezTo>
                <a:cubicBezTo>
                  <a:pt x="103" y="232"/>
                  <a:pt x="110" y="233"/>
                  <a:pt x="121" y="234"/>
                </a:cubicBezTo>
                <a:cubicBezTo>
                  <a:pt x="122" y="236"/>
                  <a:pt x="123" y="239"/>
                  <a:pt x="123" y="244"/>
                </a:cubicBezTo>
                <a:cubicBezTo>
                  <a:pt x="123" y="248"/>
                  <a:pt x="122" y="251"/>
                  <a:pt x="121" y="253"/>
                </a:cubicBezTo>
                <a:cubicBezTo>
                  <a:pt x="89" y="252"/>
                  <a:pt x="70" y="252"/>
                  <a:pt x="64" y="252"/>
                </a:cubicBezTo>
                <a:cubicBezTo>
                  <a:pt x="54" y="252"/>
                  <a:pt x="34" y="252"/>
                  <a:pt x="2" y="253"/>
                </a:cubicBezTo>
                <a:cubicBezTo>
                  <a:pt x="1" y="252"/>
                  <a:pt x="0" y="249"/>
                  <a:pt x="0" y="244"/>
                </a:cubicBezTo>
                <a:cubicBezTo>
                  <a:pt x="0" y="240"/>
                  <a:pt x="1" y="236"/>
                  <a:pt x="2" y="234"/>
                </a:cubicBezTo>
                <a:cubicBezTo>
                  <a:pt x="19" y="233"/>
                  <a:pt x="30" y="230"/>
                  <a:pt x="35" y="224"/>
                </a:cubicBezTo>
                <a:cubicBezTo>
                  <a:pt x="39" y="219"/>
                  <a:pt x="42" y="205"/>
                  <a:pt x="42" y="182"/>
                </a:cubicBezTo>
                <a:lnTo>
                  <a:pt x="42" y="71"/>
                </a:lnTo>
                <a:cubicBezTo>
                  <a:pt x="42" y="56"/>
                  <a:pt x="39" y="46"/>
                  <a:pt x="35" y="41"/>
                </a:cubicBezTo>
                <a:cubicBezTo>
                  <a:pt x="30" y="37"/>
                  <a:pt x="20" y="34"/>
                  <a:pt x="4" y="33"/>
                </a:cubicBezTo>
                <a:cubicBezTo>
                  <a:pt x="2" y="26"/>
                  <a:pt x="2" y="21"/>
                  <a:pt x="3" y="16"/>
                </a:cubicBezTo>
                <a:cubicBezTo>
                  <a:pt x="33" y="13"/>
                  <a:pt x="57" y="7"/>
                  <a:pt x="75" y="0"/>
                </a:cubicBezTo>
                <a:cubicBezTo>
                  <a:pt x="78" y="0"/>
                  <a:pt x="80" y="1"/>
                  <a:pt x="82" y="4"/>
                </a:cubicBezTo>
                <a:cubicBezTo>
                  <a:pt x="85" y="11"/>
                  <a:pt x="86" y="26"/>
                  <a:pt x="86" y="48"/>
                </a:cubicBez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6120000" y="3335400"/>
            <a:ext cx="59760" cy="124920"/>
          </a:xfrm>
          <a:custGeom>
            <a:avLst/>
            <a:gdLst/>
            <a:ahLst/>
            <a:rect l="0" t="0" r="r" b="b"/>
            <a:pathLst>
              <a:path w="166" h="347">
                <a:moveTo>
                  <a:pt x="114" y="277"/>
                </a:moveTo>
                <a:cubicBezTo>
                  <a:pt x="114" y="300"/>
                  <a:pt x="117" y="314"/>
                  <a:pt x="123" y="320"/>
                </a:cubicBezTo>
                <a:cubicBezTo>
                  <a:pt x="129" y="325"/>
                  <a:pt x="142" y="328"/>
                  <a:pt x="163" y="329"/>
                </a:cubicBezTo>
                <a:cubicBezTo>
                  <a:pt x="165" y="331"/>
                  <a:pt x="166" y="335"/>
                  <a:pt x="166" y="339"/>
                </a:cubicBezTo>
                <a:cubicBezTo>
                  <a:pt x="166" y="344"/>
                  <a:pt x="165" y="346"/>
                  <a:pt x="163" y="347"/>
                </a:cubicBezTo>
                <a:cubicBezTo>
                  <a:pt x="125" y="347"/>
                  <a:pt x="102" y="347"/>
                  <a:pt x="94" y="347"/>
                </a:cubicBezTo>
                <a:cubicBezTo>
                  <a:pt x="78" y="347"/>
                  <a:pt x="51" y="347"/>
                  <a:pt x="14" y="347"/>
                </a:cubicBezTo>
                <a:cubicBezTo>
                  <a:pt x="13" y="346"/>
                  <a:pt x="13" y="343"/>
                  <a:pt x="13" y="339"/>
                </a:cubicBezTo>
                <a:cubicBezTo>
                  <a:pt x="13" y="334"/>
                  <a:pt x="13" y="331"/>
                  <a:pt x="14" y="329"/>
                </a:cubicBezTo>
                <a:cubicBezTo>
                  <a:pt x="37" y="328"/>
                  <a:pt x="51" y="325"/>
                  <a:pt x="59" y="320"/>
                </a:cubicBezTo>
                <a:cubicBezTo>
                  <a:pt x="66" y="313"/>
                  <a:pt x="70" y="299"/>
                  <a:pt x="70" y="277"/>
                </a:cubicBezTo>
                <a:lnTo>
                  <a:pt x="70" y="90"/>
                </a:lnTo>
                <a:cubicBezTo>
                  <a:pt x="70" y="69"/>
                  <a:pt x="66" y="58"/>
                  <a:pt x="59" y="58"/>
                </a:cubicBezTo>
                <a:cubicBezTo>
                  <a:pt x="48" y="58"/>
                  <a:pt x="32" y="63"/>
                  <a:pt x="9" y="72"/>
                </a:cubicBezTo>
                <a:cubicBezTo>
                  <a:pt x="4" y="69"/>
                  <a:pt x="1" y="64"/>
                  <a:pt x="0" y="57"/>
                </a:cubicBezTo>
                <a:cubicBezTo>
                  <a:pt x="54" y="32"/>
                  <a:pt x="91" y="13"/>
                  <a:pt x="113" y="0"/>
                </a:cubicBezTo>
                <a:cubicBezTo>
                  <a:pt x="114" y="0"/>
                  <a:pt x="116" y="1"/>
                  <a:pt x="116" y="3"/>
                </a:cubicBezTo>
                <a:cubicBezTo>
                  <a:pt x="114" y="12"/>
                  <a:pt x="114" y="37"/>
                  <a:pt x="114" y="79"/>
                </a:cubicBezTo>
                <a:lnTo>
                  <a:pt x="114" y="277"/>
                </a:ln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205320" y="3334680"/>
            <a:ext cx="78480" cy="127440"/>
          </a:xfrm>
          <a:custGeom>
            <a:avLst/>
            <a:gdLst/>
            <a:ahLst/>
            <a:rect l="0" t="0" r="r" b="b"/>
            <a:pathLst>
              <a:path w="218" h="354">
                <a:moveTo>
                  <a:pt x="89" y="27"/>
                </a:moveTo>
                <a:cubicBezTo>
                  <a:pt x="83" y="32"/>
                  <a:pt x="76" y="40"/>
                  <a:pt x="70" y="51"/>
                </a:cubicBezTo>
                <a:cubicBezTo>
                  <a:pt x="64" y="62"/>
                  <a:pt x="59" y="79"/>
                  <a:pt x="55" y="102"/>
                </a:cubicBezTo>
                <a:cubicBezTo>
                  <a:pt x="51" y="126"/>
                  <a:pt x="49" y="154"/>
                  <a:pt x="49" y="187"/>
                </a:cubicBezTo>
                <a:cubicBezTo>
                  <a:pt x="49" y="285"/>
                  <a:pt x="69" y="334"/>
                  <a:pt x="108" y="335"/>
                </a:cubicBezTo>
                <a:cubicBezTo>
                  <a:pt x="111" y="335"/>
                  <a:pt x="115" y="334"/>
                  <a:pt x="118" y="333"/>
                </a:cubicBezTo>
                <a:cubicBezTo>
                  <a:pt x="122" y="332"/>
                  <a:pt x="127" y="329"/>
                  <a:pt x="132" y="326"/>
                </a:cubicBezTo>
                <a:cubicBezTo>
                  <a:pt x="138" y="323"/>
                  <a:pt x="143" y="317"/>
                  <a:pt x="148" y="310"/>
                </a:cubicBezTo>
                <a:cubicBezTo>
                  <a:pt x="152" y="303"/>
                  <a:pt x="156" y="294"/>
                  <a:pt x="159" y="282"/>
                </a:cubicBezTo>
                <a:cubicBezTo>
                  <a:pt x="166" y="259"/>
                  <a:pt x="169" y="220"/>
                  <a:pt x="169" y="165"/>
                </a:cubicBezTo>
                <a:cubicBezTo>
                  <a:pt x="169" y="94"/>
                  <a:pt x="158" y="49"/>
                  <a:pt x="135" y="30"/>
                </a:cubicBezTo>
                <a:cubicBezTo>
                  <a:pt x="128" y="24"/>
                  <a:pt x="120" y="20"/>
                  <a:pt x="110" y="20"/>
                </a:cubicBezTo>
                <a:cubicBezTo>
                  <a:pt x="103" y="20"/>
                  <a:pt x="96" y="22"/>
                  <a:pt x="89" y="27"/>
                </a:cubicBezTo>
                <a:moveTo>
                  <a:pt x="50" y="330"/>
                </a:moveTo>
                <a:cubicBezTo>
                  <a:pt x="34" y="315"/>
                  <a:pt x="22" y="294"/>
                  <a:pt x="13" y="267"/>
                </a:cubicBezTo>
                <a:cubicBezTo>
                  <a:pt x="4" y="240"/>
                  <a:pt x="0" y="212"/>
                  <a:pt x="0" y="181"/>
                </a:cubicBezTo>
                <a:cubicBezTo>
                  <a:pt x="0" y="127"/>
                  <a:pt x="11" y="83"/>
                  <a:pt x="32" y="50"/>
                </a:cubicBezTo>
                <a:cubicBezTo>
                  <a:pt x="54" y="17"/>
                  <a:pt x="80" y="0"/>
                  <a:pt x="110" y="0"/>
                </a:cubicBezTo>
                <a:cubicBezTo>
                  <a:pt x="138" y="0"/>
                  <a:pt x="161" y="13"/>
                  <a:pt x="180" y="38"/>
                </a:cubicBezTo>
                <a:cubicBezTo>
                  <a:pt x="205" y="72"/>
                  <a:pt x="218" y="118"/>
                  <a:pt x="218" y="176"/>
                </a:cubicBezTo>
                <a:cubicBezTo>
                  <a:pt x="218" y="207"/>
                  <a:pt x="215" y="235"/>
                  <a:pt x="208" y="260"/>
                </a:cubicBezTo>
                <a:cubicBezTo>
                  <a:pt x="200" y="284"/>
                  <a:pt x="191" y="303"/>
                  <a:pt x="179" y="316"/>
                </a:cubicBezTo>
                <a:cubicBezTo>
                  <a:pt x="168" y="329"/>
                  <a:pt x="157" y="339"/>
                  <a:pt x="144" y="345"/>
                </a:cubicBezTo>
                <a:cubicBezTo>
                  <a:pt x="132" y="351"/>
                  <a:pt x="119" y="354"/>
                  <a:pt x="108" y="354"/>
                </a:cubicBezTo>
                <a:cubicBezTo>
                  <a:pt x="85" y="354"/>
                  <a:pt x="66" y="346"/>
                  <a:pt x="50" y="330"/>
                </a:cubicBez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6352200" y="3369960"/>
            <a:ext cx="91800" cy="138960"/>
          </a:xfrm>
          <a:custGeom>
            <a:avLst/>
            <a:gdLst/>
            <a:ahLst/>
            <a:rect l="0" t="0" r="r" b="b"/>
            <a:pathLst>
              <a:path w="255" h="386">
                <a:moveTo>
                  <a:pt x="161" y="216"/>
                </a:moveTo>
                <a:cubicBezTo>
                  <a:pt x="137" y="243"/>
                  <a:pt x="109" y="256"/>
                  <a:pt x="80" y="256"/>
                </a:cubicBezTo>
                <a:cubicBezTo>
                  <a:pt x="69" y="256"/>
                  <a:pt x="59" y="254"/>
                  <a:pt x="51" y="250"/>
                </a:cubicBezTo>
                <a:lnTo>
                  <a:pt x="50" y="251"/>
                </a:lnTo>
                <a:cubicBezTo>
                  <a:pt x="50" y="251"/>
                  <a:pt x="50" y="252"/>
                  <a:pt x="50" y="254"/>
                </a:cubicBezTo>
                <a:cubicBezTo>
                  <a:pt x="50" y="255"/>
                  <a:pt x="51" y="265"/>
                  <a:pt x="53" y="283"/>
                </a:cubicBezTo>
                <a:cubicBezTo>
                  <a:pt x="54" y="301"/>
                  <a:pt x="55" y="316"/>
                  <a:pt x="55" y="328"/>
                </a:cubicBezTo>
                <a:cubicBezTo>
                  <a:pt x="55" y="343"/>
                  <a:pt x="54" y="357"/>
                  <a:pt x="51" y="369"/>
                </a:cubicBezTo>
                <a:lnTo>
                  <a:pt x="7" y="386"/>
                </a:lnTo>
                <a:lnTo>
                  <a:pt x="0" y="376"/>
                </a:lnTo>
                <a:cubicBezTo>
                  <a:pt x="5" y="362"/>
                  <a:pt x="8" y="321"/>
                  <a:pt x="8" y="254"/>
                </a:cubicBezTo>
                <a:cubicBezTo>
                  <a:pt x="8" y="249"/>
                  <a:pt x="8" y="243"/>
                  <a:pt x="9" y="235"/>
                </a:cubicBezTo>
                <a:cubicBezTo>
                  <a:pt x="10" y="227"/>
                  <a:pt x="10" y="221"/>
                  <a:pt x="10" y="217"/>
                </a:cubicBezTo>
                <a:cubicBezTo>
                  <a:pt x="10" y="215"/>
                  <a:pt x="10" y="211"/>
                  <a:pt x="9" y="204"/>
                </a:cubicBezTo>
                <a:cubicBezTo>
                  <a:pt x="8" y="196"/>
                  <a:pt x="8" y="190"/>
                  <a:pt x="8" y="187"/>
                </a:cubicBezTo>
                <a:lnTo>
                  <a:pt x="8" y="67"/>
                </a:lnTo>
                <a:cubicBezTo>
                  <a:pt x="8" y="39"/>
                  <a:pt x="6" y="18"/>
                  <a:pt x="2" y="4"/>
                </a:cubicBezTo>
                <a:cubicBezTo>
                  <a:pt x="7" y="6"/>
                  <a:pt x="13" y="6"/>
                  <a:pt x="22" y="6"/>
                </a:cubicBezTo>
                <a:cubicBezTo>
                  <a:pt x="33" y="6"/>
                  <a:pt x="43" y="4"/>
                  <a:pt x="52" y="0"/>
                </a:cubicBezTo>
                <a:cubicBezTo>
                  <a:pt x="53" y="24"/>
                  <a:pt x="54" y="43"/>
                  <a:pt x="54" y="55"/>
                </a:cubicBezTo>
                <a:lnTo>
                  <a:pt x="54" y="165"/>
                </a:lnTo>
                <a:cubicBezTo>
                  <a:pt x="54" y="186"/>
                  <a:pt x="56" y="202"/>
                  <a:pt x="61" y="214"/>
                </a:cubicBezTo>
                <a:cubicBezTo>
                  <a:pt x="67" y="225"/>
                  <a:pt x="77" y="231"/>
                  <a:pt x="90" y="231"/>
                </a:cubicBezTo>
                <a:cubicBezTo>
                  <a:pt x="105" y="231"/>
                  <a:pt x="119" y="227"/>
                  <a:pt x="132" y="220"/>
                </a:cubicBezTo>
                <a:cubicBezTo>
                  <a:pt x="145" y="212"/>
                  <a:pt x="155" y="203"/>
                  <a:pt x="163" y="193"/>
                </a:cubicBezTo>
                <a:lnTo>
                  <a:pt x="163" y="67"/>
                </a:lnTo>
                <a:cubicBezTo>
                  <a:pt x="163" y="38"/>
                  <a:pt x="161" y="17"/>
                  <a:pt x="159" y="4"/>
                </a:cubicBezTo>
                <a:cubicBezTo>
                  <a:pt x="164" y="6"/>
                  <a:pt x="170" y="6"/>
                  <a:pt x="179" y="6"/>
                </a:cubicBezTo>
                <a:cubicBezTo>
                  <a:pt x="190" y="6"/>
                  <a:pt x="200" y="4"/>
                  <a:pt x="209" y="0"/>
                </a:cubicBezTo>
                <a:cubicBezTo>
                  <a:pt x="208" y="24"/>
                  <a:pt x="207" y="43"/>
                  <a:pt x="207" y="55"/>
                </a:cubicBezTo>
                <a:lnTo>
                  <a:pt x="207" y="181"/>
                </a:lnTo>
                <a:cubicBezTo>
                  <a:pt x="207" y="193"/>
                  <a:pt x="208" y="201"/>
                  <a:pt x="208" y="207"/>
                </a:cubicBezTo>
                <a:cubicBezTo>
                  <a:pt x="208" y="213"/>
                  <a:pt x="211" y="219"/>
                  <a:pt x="214" y="224"/>
                </a:cubicBezTo>
                <a:cubicBezTo>
                  <a:pt x="218" y="229"/>
                  <a:pt x="223" y="231"/>
                  <a:pt x="230" y="231"/>
                </a:cubicBezTo>
                <a:cubicBezTo>
                  <a:pt x="235" y="231"/>
                  <a:pt x="240" y="230"/>
                  <a:pt x="243" y="227"/>
                </a:cubicBezTo>
                <a:cubicBezTo>
                  <a:pt x="247" y="224"/>
                  <a:pt x="249" y="222"/>
                  <a:pt x="249" y="222"/>
                </a:cubicBezTo>
                <a:cubicBezTo>
                  <a:pt x="250" y="222"/>
                  <a:pt x="251" y="223"/>
                  <a:pt x="253" y="225"/>
                </a:cubicBezTo>
                <a:cubicBezTo>
                  <a:pt x="254" y="227"/>
                  <a:pt x="255" y="229"/>
                  <a:pt x="255" y="231"/>
                </a:cubicBezTo>
                <a:cubicBezTo>
                  <a:pt x="255" y="232"/>
                  <a:pt x="253" y="234"/>
                  <a:pt x="249" y="238"/>
                </a:cubicBezTo>
                <a:cubicBezTo>
                  <a:pt x="245" y="242"/>
                  <a:pt x="238" y="246"/>
                  <a:pt x="230" y="251"/>
                </a:cubicBezTo>
                <a:cubicBezTo>
                  <a:pt x="222" y="254"/>
                  <a:pt x="214" y="256"/>
                  <a:pt x="206" y="256"/>
                </a:cubicBezTo>
                <a:cubicBezTo>
                  <a:pt x="180" y="256"/>
                  <a:pt x="165" y="243"/>
                  <a:pt x="163" y="216"/>
                </a:cubicBezTo>
                <a:lnTo>
                  <a:pt x="161" y="216"/>
                </a:ln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449040" y="3369240"/>
            <a:ext cx="155880" cy="91080"/>
          </a:xfrm>
          <a:custGeom>
            <a:avLst/>
            <a:gdLst/>
            <a:ahLst/>
            <a:rect l="0" t="0" r="r" b="b"/>
            <a:pathLst>
              <a:path w="433" h="253">
                <a:moveTo>
                  <a:pt x="86" y="48"/>
                </a:moveTo>
                <a:cubicBezTo>
                  <a:pt x="86" y="53"/>
                  <a:pt x="87" y="53"/>
                  <a:pt x="90" y="50"/>
                </a:cubicBezTo>
                <a:cubicBezTo>
                  <a:pt x="90" y="49"/>
                  <a:pt x="91" y="49"/>
                  <a:pt x="91" y="48"/>
                </a:cubicBezTo>
                <a:cubicBezTo>
                  <a:pt x="121" y="17"/>
                  <a:pt x="149" y="2"/>
                  <a:pt x="178" y="2"/>
                </a:cubicBezTo>
                <a:cubicBezTo>
                  <a:pt x="193" y="2"/>
                  <a:pt x="205" y="6"/>
                  <a:pt x="215" y="14"/>
                </a:cubicBezTo>
                <a:cubicBezTo>
                  <a:pt x="226" y="22"/>
                  <a:pt x="232" y="32"/>
                  <a:pt x="235" y="44"/>
                </a:cubicBezTo>
                <a:cubicBezTo>
                  <a:pt x="236" y="48"/>
                  <a:pt x="238" y="48"/>
                  <a:pt x="241" y="44"/>
                </a:cubicBezTo>
                <a:cubicBezTo>
                  <a:pt x="251" y="34"/>
                  <a:pt x="262" y="26"/>
                  <a:pt x="273" y="20"/>
                </a:cubicBezTo>
                <a:cubicBezTo>
                  <a:pt x="284" y="13"/>
                  <a:pt x="295" y="8"/>
                  <a:pt x="305" y="6"/>
                </a:cubicBezTo>
                <a:cubicBezTo>
                  <a:pt x="315" y="3"/>
                  <a:pt x="326" y="2"/>
                  <a:pt x="336" y="2"/>
                </a:cubicBezTo>
                <a:cubicBezTo>
                  <a:pt x="359" y="2"/>
                  <a:pt x="374" y="10"/>
                  <a:pt x="382" y="26"/>
                </a:cubicBezTo>
                <a:cubicBezTo>
                  <a:pt x="390" y="41"/>
                  <a:pt x="394" y="63"/>
                  <a:pt x="394" y="93"/>
                </a:cubicBezTo>
                <a:lnTo>
                  <a:pt x="394" y="183"/>
                </a:lnTo>
                <a:cubicBezTo>
                  <a:pt x="394" y="206"/>
                  <a:pt x="396" y="220"/>
                  <a:pt x="401" y="226"/>
                </a:cubicBezTo>
                <a:cubicBezTo>
                  <a:pt x="405" y="231"/>
                  <a:pt x="415" y="234"/>
                  <a:pt x="431" y="235"/>
                </a:cubicBezTo>
                <a:cubicBezTo>
                  <a:pt x="432" y="236"/>
                  <a:pt x="433" y="239"/>
                  <a:pt x="433" y="244"/>
                </a:cubicBezTo>
                <a:cubicBezTo>
                  <a:pt x="433" y="249"/>
                  <a:pt x="432" y="252"/>
                  <a:pt x="431" y="253"/>
                </a:cubicBezTo>
                <a:cubicBezTo>
                  <a:pt x="398" y="253"/>
                  <a:pt x="379" y="253"/>
                  <a:pt x="372" y="253"/>
                </a:cubicBezTo>
                <a:cubicBezTo>
                  <a:pt x="365" y="253"/>
                  <a:pt x="346" y="253"/>
                  <a:pt x="314" y="253"/>
                </a:cubicBezTo>
                <a:cubicBezTo>
                  <a:pt x="312" y="252"/>
                  <a:pt x="311" y="249"/>
                  <a:pt x="311" y="244"/>
                </a:cubicBezTo>
                <a:cubicBezTo>
                  <a:pt x="311" y="239"/>
                  <a:pt x="312" y="236"/>
                  <a:pt x="314" y="235"/>
                </a:cubicBezTo>
                <a:cubicBezTo>
                  <a:pt x="329" y="234"/>
                  <a:pt x="339" y="231"/>
                  <a:pt x="343" y="225"/>
                </a:cubicBezTo>
                <a:cubicBezTo>
                  <a:pt x="347" y="219"/>
                  <a:pt x="349" y="205"/>
                  <a:pt x="349" y="183"/>
                </a:cubicBezTo>
                <a:lnTo>
                  <a:pt x="349" y="83"/>
                </a:lnTo>
                <a:cubicBezTo>
                  <a:pt x="349" y="64"/>
                  <a:pt x="346" y="51"/>
                  <a:pt x="341" y="43"/>
                </a:cubicBezTo>
                <a:cubicBezTo>
                  <a:pt x="335" y="36"/>
                  <a:pt x="326" y="32"/>
                  <a:pt x="315" y="32"/>
                </a:cubicBezTo>
                <a:cubicBezTo>
                  <a:pt x="288" y="32"/>
                  <a:pt x="263" y="45"/>
                  <a:pt x="240" y="70"/>
                </a:cubicBezTo>
                <a:cubicBezTo>
                  <a:pt x="240" y="74"/>
                  <a:pt x="241" y="82"/>
                  <a:pt x="241" y="93"/>
                </a:cubicBezTo>
                <a:lnTo>
                  <a:pt x="241" y="183"/>
                </a:lnTo>
                <a:cubicBezTo>
                  <a:pt x="241" y="206"/>
                  <a:pt x="242" y="220"/>
                  <a:pt x="246" y="226"/>
                </a:cubicBezTo>
                <a:cubicBezTo>
                  <a:pt x="249" y="231"/>
                  <a:pt x="259" y="234"/>
                  <a:pt x="274" y="235"/>
                </a:cubicBezTo>
                <a:cubicBezTo>
                  <a:pt x="275" y="236"/>
                  <a:pt x="276" y="240"/>
                  <a:pt x="276" y="245"/>
                </a:cubicBezTo>
                <a:cubicBezTo>
                  <a:pt x="276" y="249"/>
                  <a:pt x="275" y="252"/>
                  <a:pt x="274" y="253"/>
                </a:cubicBezTo>
                <a:cubicBezTo>
                  <a:pt x="241" y="253"/>
                  <a:pt x="223" y="253"/>
                  <a:pt x="218" y="253"/>
                </a:cubicBezTo>
                <a:cubicBezTo>
                  <a:pt x="211" y="253"/>
                  <a:pt x="192" y="253"/>
                  <a:pt x="160" y="253"/>
                </a:cubicBezTo>
                <a:cubicBezTo>
                  <a:pt x="158" y="252"/>
                  <a:pt x="158" y="249"/>
                  <a:pt x="158" y="245"/>
                </a:cubicBezTo>
                <a:cubicBezTo>
                  <a:pt x="158" y="240"/>
                  <a:pt x="158" y="237"/>
                  <a:pt x="160" y="235"/>
                </a:cubicBezTo>
                <a:cubicBezTo>
                  <a:pt x="176" y="234"/>
                  <a:pt x="185" y="231"/>
                  <a:pt x="189" y="226"/>
                </a:cubicBezTo>
                <a:cubicBezTo>
                  <a:pt x="193" y="220"/>
                  <a:pt x="195" y="206"/>
                  <a:pt x="195" y="183"/>
                </a:cubicBezTo>
                <a:lnTo>
                  <a:pt x="195" y="83"/>
                </a:lnTo>
                <a:cubicBezTo>
                  <a:pt x="195" y="49"/>
                  <a:pt x="183" y="32"/>
                  <a:pt x="158" y="32"/>
                </a:cubicBezTo>
                <a:cubicBezTo>
                  <a:pt x="139" y="32"/>
                  <a:pt x="119" y="43"/>
                  <a:pt x="96" y="66"/>
                </a:cubicBezTo>
                <a:cubicBezTo>
                  <a:pt x="89" y="72"/>
                  <a:pt x="86" y="80"/>
                  <a:pt x="86" y="89"/>
                </a:cubicBezTo>
                <a:lnTo>
                  <a:pt x="86" y="183"/>
                </a:lnTo>
                <a:cubicBezTo>
                  <a:pt x="86" y="199"/>
                  <a:pt x="87" y="211"/>
                  <a:pt x="89" y="217"/>
                </a:cubicBezTo>
                <a:cubicBezTo>
                  <a:pt x="91" y="224"/>
                  <a:pt x="94" y="228"/>
                  <a:pt x="98" y="230"/>
                </a:cubicBezTo>
                <a:cubicBezTo>
                  <a:pt x="102" y="232"/>
                  <a:pt x="110" y="234"/>
                  <a:pt x="121" y="235"/>
                </a:cubicBezTo>
                <a:cubicBezTo>
                  <a:pt x="122" y="236"/>
                  <a:pt x="123" y="239"/>
                  <a:pt x="123" y="244"/>
                </a:cubicBezTo>
                <a:cubicBezTo>
                  <a:pt x="123" y="249"/>
                  <a:pt x="122" y="252"/>
                  <a:pt x="121" y="253"/>
                </a:cubicBezTo>
                <a:cubicBezTo>
                  <a:pt x="89" y="253"/>
                  <a:pt x="70" y="253"/>
                  <a:pt x="64" y="253"/>
                </a:cubicBezTo>
                <a:cubicBezTo>
                  <a:pt x="54" y="253"/>
                  <a:pt x="33" y="253"/>
                  <a:pt x="2" y="253"/>
                </a:cubicBezTo>
                <a:cubicBezTo>
                  <a:pt x="1" y="252"/>
                  <a:pt x="0" y="249"/>
                  <a:pt x="0" y="245"/>
                </a:cubicBezTo>
                <a:cubicBezTo>
                  <a:pt x="0" y="240"/>
                  <a:pt x="1" y="237"/>
                  <a:pt x="2" y="235"/>
                </a:cubicBezTo>
                <a:cubicBezTo>
                  <a:pt x="19" y="234"/>
                  <a:pt x="30" y="231"/>
                  <a:pt x="34" y="225"/>
                </a:cubicBezTo>
                <a:cubicBezTo>
                  <a:pt x="39" y="219"/>
                  <a:pt x="41" y="205"/>
                  <a:pt x="41" y="183"/>
                </a:cubicBezTo>
                <a:lnTo>
                  <a:pt x="41" y="72"/>
                </a:lnTo>
                <a:cubicBezTo>
                  <a:pt x="41" y="56"/>
                  <a:pt x="39" y="46"/>
                  <a:pt x="34" y="42"/>
                </a:cubicBezTo>
                <a:cubicBezTo>
                  <a:pt x="30" y="37"/>
                  <a:pt x="20" y="35"/>
                  <a:pt x="4" y="33"/>
                </a:cubicBezTo>
                <a:cubicBezTo>
                  <a:pt x="2" y="27"/>
                  <a:pt x="1" y="21"/>
                  <a:pt x="3" y="16"/>
                </a:cubicBezTo>
                <a:cubicBezTo>
                  <a:pt x="33" y="13"/>
                  <a:pt x="56" y="8"/>
                  <a:pt x="74" y="0"/>
                </a:cubicBezTo>
                <a:cubicBezTo>
                  <a:pt x="78" y="0"/>
                  <a:pt x="80" y="2"/>
                  <a:pt x="81" y="5"/>
                </a:cubicBezTo>
                <a:cubicBezTo>
                  <a:pt x="84" y="12"/>
                  <a:pt x="86" y="26"/>
                  <a:pt x="86" y="48"/>
                </a:cubicBezTo>
                <a:close/>
              </a:path>
            </a:pathLst>
          </a:custGeom>
          <a:solidFill>
            <a:srgbClr val="666666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4798440" y="3936600"/>
            <a:ext cx="110520" cy="113760"/>
          </a:xfrm>
          <a:custGeom>
            <a:avLst/>
            <a:gdLst/>
            <a:ahLst/>
            <a:rect l="0" t="0" r="r" b="b"/>
            <a:pathLst>
              <a:path w="307" h="316">
                <a:moveTo>
                  <a:pt x="70" y="284"/>
                </a:moveTo>
                <a:lnTo>
                  <a:pt x="2" y="44"/>
                </a:lnTo>
                <a:cubicBezTo>
                  <a:pt x="-6" y="16"/>
                  <a:pt x="22" y="-8"/>
                  <a:pt x="48" y="2"/>
                </a:cubicBezTo>
                <a:lnTo>
                  <a:pt x="281" y="92"/>
                </a:lnTo>
                <a:cubicBezTo>
                  <a:pt x="310" y="104"/>
                  <a:pt x="317" y="143"/>
                  <a:pt x="294" y="164"/>
                </a:cubicBezTo>
                <a:lnTo>
                  <a:pt x="140" y="304"/>
                </a:lnTo>
                <a:cubicBezTo>
                  <a:pt x="116" y="326"/>
                  <a:pt x="78" y="315"/>
                  <a:pt x="70" y="284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4859640" y="4002480"/>
            <a:ext cx="151200" cy="166320"/>
          </a:xfrm>
          <a:prstGeom prst="line">
            <a:avLst/>
          </a:prstGeom>
          <a:ln cap="rnd" w="3492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2148120" y="4189680"/>
            <a:ext cx="105840" cy="133920"/>
          </a:xfrm>
          <a:custGeom>
            <a:avLst/>
            <a:gdLst/>
            <a:ahLst/>
            <a:rect l="0" t="0" r="r" b="b"/>
            <a:pathLst>
              <a:path w="294" h="372">
                <a:moveTo>
                  <a:pt x="153" y="165"/>
                </a:moveTo>
                <a:cubicBezTo>
                  <a:pt x="177" y="165"/>
                  <a:pt x="191" y="163"/>
                  <a:pt x="196" y="159"/>
                </a:cubicBezTo>
                <a:cubicBezTo>
                  <a:pt x="201" y="154"/>
                  <a:pt x="204" y="143"/>
                  <a:pt x="205" y="126"/>
                </a:cubicBezTo>
                <a:cubicBezTo>
                  <a:pt x="207" y="124"/>
                  <a:pt x="210" y="123"/>
                  <a:pt x="214" y="123"/>
                </a:cubicBezTo>
                <a:cubicBezTo>
                  <a:pt x="219" y="123"/>
                  <a:pt x="222" y="124"/>
                  <a:pt x="224" y="126"/>
                </a:cubicBezTo>
                <a:cubicBezTo>
                  <a:pt x="223" y="149"/>
                  <a:pt x="223" y="165"/>
                  <a:pt x="223" y="175"/>
                </a:cubicBezTo>
                <a:cubicBezTo>
                  <a:pt x="223" y="182"/>
                  <a:pt x="223" y="199"/>
                  <a:pt x="224" y="225"/>
                </a:cubicBezTo>
                <a:cubicBezTo>
                  <a:pt x="222" y="227"/>
                  <a:pt x="219" y="228"/>
                  <a:pt x="214" y="228"/>
                </a:cubicBezTo>
                <a:cubicBezTo>
                  <a:pt x="210" y="228"/>
                  <a:pt x="207" y="227"/>
                  <a:pt x="205" y="225"/>
                </a:cubicBezTo>
                <a:cubicBezTo>
                  <a:pt x="204" y="215"/>
                  <a:pt x="203" y="208"/>
                  <a:pt x="201" y="204"/>
                </a:cubicBezTo>
                <a:cubicBezTo>
                  <a:pt x="200" y="199"/>
                  <a:pt x="196" y="195"/>
                  <a:pt x="188" y="192"/>
                </a:cubicBezTo>
                <a:cubicBezTo>
                  <a:pt x="180" y="188"/>
                  <a:pt x="169" y="186"/>
                  <a:pt x="153" y="186"/>
                </a:cubicBezTo>
                <a:lnTo>
                  <a:pt x="101" y="186"/>
                </a:lnTo>
                <a:lnTo>
                  <a:pt x="101" y="324"/>
                </a:lnTo>
                <a:cubicBezTo>
                  <a:pt x="101" y="340"/>
                  <a:pt x="108" y="349"/>
                  <a:pt x="122" y="349"/>
                </a:cubicBezTo>
                <a:lnTo>
                  <a:pt x="200" y="349"/>
                </a:lnTo>
                <a:cubicBezTo>
                  <a:pt x="235" y="349"/>
                  <a:pt x="260" y="324"/>
                  <a:pt x="274" y="274"/>
                </a:cubicBezTo>
                <a:cubicBezTo>
                  <a:pt x="281" y="272"/>
                  <a:pt x="287" y="274"/>
                  <a:pt x="294" y="277"/>
                </a:cubicBezTo>
                <a:cubicBezTo>
                  <a:pt x="290" y="307"/>
                  <a:pt x="282" y="338"/>
                  <a:pt x="273" y="372"/>
                </a:cubicBezTo>
                <a:cubicBezTo>
                  <a:pt x="242" y="371"/>
                  <a:pt x="218" y="371"/>
                  <a:pt x="200" y="371"/>
                </a:cubicBezTo>
                <a:lnTo>
                  <a:pt x="77" y="371"/>
                </a:lnTo>
                <a:cubicBezTo>
                  <a:pt x="47" y="371"/>
                  <a:pt x="22" y="372"/>
                  <a:pt x="3" y="372"/>
                </a:cubicBezTo>
                <a:cubicBezTo>
                  <a:pt x="1" y="371"/>
                  <a:pt x="0" y="368"/>
                  <a:pt x="0" y="363"/>
                </a:cubicBezTo>
                <a:cubicBezTo>
                  <a:pt x="0" y="359"/>
                  <a:pt x="1" y="355"/>
                  <a:pt x="3" y="353"/>
                </a:cubicBezTo>
                <a:cubicBezTo>
                  <a:pt x="24" y="353"/>
                  <a:pt x="38" y="350"/>
                  <a:pt x="44" y="344"/>
                </a:cubicBezTo>
                <a:cubicBezTo>
                  <a:pt x="50" y="338"/>
                  <a:pt x="53" y="324"/>
                  <a:pt x="53" y="301"/>
                </a:cubicBezTo>
                <a:lnTo>
                  <a:pt x="53" y="72"/>
                </a:lnTo>
                <a:cubicBezTo>
                  <a:pt x="53" y="49"/>
                  <a:pt x="50" y="35"/>
                  <a:pt x="44" y="30"/>
                </a:cubicBezTo>
                <a:cubicBezTo>
                  <a:pt x="38" y="25"/>
                  <a:pt x="24" y="21"/>
                  <a:pt x="3" y="21"/>
                </a:cubicBezTo>
                <a:cubicBezTo>
                  <a:pt x="1" y="19"/>
                  <a:pt x="0" y="16"/>
                  <a:pt x="0" y="12"/>
                </a:cubicBezTo>
                <a:cubicBezTo>
                  <a:pt x="0" y="7"/>
                  <a:pt x="1" y="4"/>
                  <a:pt x="3" y="2"/>
                </a:cubicBezTo>
                <a:lnTo>
                  <a:pt x="77" y="2"/>
                </a:lnTo>
                <a:lnTo>
                  <a:pt x="222" y="2"/>
                </a:lnTo>
                <a:cubicBezTo>
                  <a:pt x="232" y="2"/>
                  <a:pt x="242" y="2"/>
                  <a:pt x="250" y="0"/>
                </a:cubicBezTo>
                <a:cubicBezTo>
                  <a:pt x="252" y="0"/>
                  <a:pt x="253" y="1"/>
                  <a:pt x="253" y="2"/>
                </a:cubicBezTo>
                <a:cubicBezTo>
                  <a:pt x="255" y="15"/>
                  <a:pt x="259" y="43"/>
                  <a:pt x="265" y="85"/>
                </a:cubicBezTo>
                <a:cubicBezTo>
                  <a:pt x="259" y="88"/>
                  <a:pt x="253" y="89"/>
                  <a:pt x="247" y="88"/>
                </a:cubicBezTo>
                <a:cubicBezTo>
                  <a:pt x="239" y="65"/>
                  <a:pt x="231" y="49"/>
                  <a:pt x="223" y="39"/>
                </a:cubicBezTo>
                <a:cubicBezTo>
                  <a:pt x="215" y="30"/>
                  <a:pt x="201" y="26"/>
                  <a:pt x="182" y="26"/>
                </a:cubicBezTo>
                <a:lnTo>
                  <a:pt x="122" y="26"/>
                </a:lnTo>
                <a:cubicBezTo>
                  <a:pt x="115" y="26"/>
                  <a:pt x="110" y="28"/>
                  <a:pt x="107" y="33"/>
                </a:cubicBezTo>
                <a:cubicBezTo>
                  <a:pt x="103" y="38"/>
                  <a:pt x="101" y="44"/>
                  <a:pt x="101" y="51"/>
                </a:cubicBezTo>
                <a:lnTo>
                  <a:pt x="101" y="165"/>
                </a:lnTo>
                <a:lnTo>
                  <a:pt x="153" y="165"/>
                </a:ln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2263320" y="4234680"/>
            <a:ext cx="93960" cy="88920"/>
          </a:xfrm>
          <a:custGeom>
            <a:avLst/>
            <a:gdLst/>
            <a:ahLst/>
            <a:rect l="0" t="0" r="r" b="b"/>
            <a:pathLst>
              <a:path w="261" h="247">
                <a:moveTo>
                  <a:pt x="94" y="41"/>
                </a:moveTo>
                <a:lnTo>
                  <a:pt x="129" y="93"/>
                </a:lnTo>
                <a:cubicBezTo>
                  <a:pt x="133" y="99"/>
                  <a:pt x="137" y="99"/>
                  <a:pt x="140" y="94"/>
                </a:cubicBezTo>
                <a:lnTo>
                  <a:pt x="177" y="42"/>
                </a:lnTo>
                <a:cubicBezTo>
                  <a:pt x="182" y="36"/>
                  <a:pt x="184" y="31"/>
                  <a:pt x="183" y="27"/>
                </a:cubicBezTo>
                <a:cubicBezTo>
                  <a:pt x="183" y="24"/>
                  <a:pt x="182" y="23"/>
                  <a:pt x="180" y="22"/>
                </a:cubicBezTo>
                <a:cubicBezTo>
                  <a:pt x="177" y="21"/>
                  <a:pt x="171" y="20"/>
                  <a:pt x="163" y="19"/>
                </a:cubicBezTo>
                <a:cubicBezTo>
                  <a:pt x="161" y="17"/>
                  <a:pt x="160" y="14"/>
                  <a:pt x="160" y="10"/>
                </a:cubicBezTo>
                <a:cubicBezTo>
                  <a:pt x="160" y="5"/>
                  <a:pt x="161" y="2"/>
                  <a:pt x="163" y="0"/>
                </a:cubicBezTo>
                <a:cubicBezTo>
                  <a:pt x="191" y="1"/>
                  <a:pt x="207" y="1"/>
                  <a:pt x="211" y="1"/>
                </a:cubicBezTo>
                <a:cubicBezTo>
                  <a:pt x="220" y="1"/>
                  <a:pt x="234" y="1"/>
                  <a:pt x="253" y="0"/>
                </a:cubicBezTo>
                <a:cubicBezTo>
                  <a:pt x="254" y="2"/>
                  <a:pt x="255" y="6"/>
                  <a:pt x="255" y="10"/>
                </a:cubicBezTo>
                <a:cubicBezTo>
                  <a:pt x="255" y="15"/>
                  <a:pt x="254" y="17"/>
                  <a:pt x="253" y="19"/>
                </a:cubicBezTo>
                <a:cubicBezTo>
                  <a:pt x="241" y="20"/>
                  <a:pt x="231" y="23"/>
                  <a:pt x="223" y="27"/>
                </a:cubicBezTo>
                <a:cubicBezTo>
                  <a:pt x="216" y="30"/>
                  <a:pt x="207" y="38"/>
                  <a:pt x="197" y="50"/>
                </a:cubicBezTo>
                <a:lnTo>
                  <a:pt x="150" y="111"/>
                </a:lnTo>
                <a:cubicBezTo>
                  <a:pt x="147" y="114"/>
                  <a:pt x="147" y="117"/>
                  <a:pt x="150" y="120"/>
                </a:cubicBezTo>
                <a:lnTo>
                  <a:pt x="201" y="192"/>
                </a:lnTo>
                <a:cubicBezTo>
                  <a:pt x="207" y="200"/>
                  <a:pt x="213" y="207"/>
                  <a:pt x="217" y="212"/>
                </a:cubicBezTo>
                <a:cubicBezTo>
                  <a:pt x="222" y="217"/>
                  <a:pt x="227" y="221"/>
                  <a:pt x="233" y="223"/>
                </a:cubicBezTo>
                <a:cubicBezTo>
                  <a:pt x="238" y="225"/>
                  <a:pt x="242" y="226"/>
                  <a:pt x="244" y="227"/>
                </a:cubicBezTo>
                <a:cubicBezTo>
                  <a:pt x="246" y="227"/>
                  <a:pt x="251" y="227"/>
                  <a:pt x="258" y="228"/>
                </a:cubicBezTo>
                <a:cubicBezTo>
                  <a:pt x="260" y="230"/>
                  <a:pt x="261" y="234"/>
                  <a:pt x="261" y="238"/>
                </a:cubicBezTo>
                <a:cubicBezTo>
                  <a:pt x="261" y="243"/>
                  <a:pt x="260" y="246"/>
                  <a:pt x="258" y="247"/>
                </a:cubicBezTo>
                <a:cubicBezTo>
                  <a:pt x="230" y="246"/>
                  <a:pt x="214" y="246"/>
                  <a:pt x="210" y="246"/>
                </a:cubicBezTo>
                <a:cubicBezTo>
                  <a:pt x="198" y="246"/>
                  <a:pt x="178" y="246"/>
                  <a:pt x="150" y="247"/>
                </a:cubicBezTo>
                <a:cubicBezTo>
                  <a:pt x="149" y="246"/>
                  <a:pt x="148" y="243"/>
                  <a:pt x="148" y="238"/>
                </a:cubicBezTo>
                <a:cubicBezTo>
                  <a:pt x="148" y="234"/>
                  <a:pt x="149" y="230"/>
                  <a:pt x="150" y="228"/>
                </a:cubicBezTo>
                <a:cubicBezTo>
                  <a:pt x="151" y="228"/>
                  <a:pt x="153" y="228"/>
                  <a:pt x="156" y="227"/>
                </a:cubicBezTo>
                <a:cubicBezTo>
                  <a:pt x="159" y="227"/>
                  <a:pt x="161" y="227"/>
                  <a:pt x="161" y="227"/>
                </a:cubicBezTo>
                <a:cubicBezTo>
                  <a:pt x="162" y="227"/>
                  <a:pt x="163" y="226"/>
                  <a:pt x="165" y="226"/>
                </a:cubicBezTo>
                <a:cubicBezTo>
                  <a:pt x="167" y="225"/>
                  <a:pt x="168" y="224"/>
                  <a:pt x="168" y="224"/>
                </a:cubicBezTo>
                <a:cubicBezTo>
                  <a:pt x="168" y="223"/>
                  <a:pt x="169" y="223"/>
                  <a:pt x="170" y="222"/>
                </a:cubicBezTo>
                <a:cubicBezTo>
                  <a:pt x="170" y="221"/>
                  <a:pt x="170" y="220"/>
                  <a:pt x="170" y="219"/>
                </a:cubicBezTo>
                <a:cubicBezTo>
                  <a:pt x="169" y="217"/>
                  <a:pt x="168" y="216"/>
                  <a:pt x="167" y="214"/>
                </a:cubicBezTo>
                <a:cubicBezTo>
                  <a:pt x="167" y="212"/>
                  <a:pt x="165" y="209"/>
                  <a:pt x="163" y="207"/>
                </a:cubicBezTo>
                <a:cubicBezTo>
                  <a:pt x="162" y="204"/>
                  <a:pt x="160" y="201"/>
                  <a:pt x="158" y="198"/>
                </a:cubicBezTo>
                <a:lnTo>
                  <a:pt x="125" y="152"/>
                </a:lnTo>
                <a:cubicBezTo>
                  <a:pt x="123" y="150"/>
                  <a:pt x="122" y="150"/>
                  <a:pt x="121" y="149"/>
                </a:cubicBezTo>
                <a:cubicBezTo>
                  <a:pt x="120" y="149"/>
                  <a:pt x="119" y="149"/>
                  <a:pt x="118" y="149"/>
                </a:cubicBezTo>
                <a:cubicBezTo>
                  <a:pt x="117" y="150"/>
                  <a:pt x="116" y="151"/>
                  <a:pt x="115" y="154"/>
                </a:cubicBezTo>
                <a:lnTo>
                  <a:pt x="79" y="205"/>
                </a:lnTo>
                <a:cubicBezTo>
                  <a:pt x="74" y="214"/>
                  <a:pt x="72" y="220"/>
                  <a:pt x="74" y="223"/>
                </a:cubicBezTo>
                <a:cubicBezTo>
                  <a:pt x="77" y="225"/>
                  <a:pt x="82" y="227"/>
                  <a:pt x="91" y="228"/>
                </a:cubicBezTo>
                <a:cubicBezTo>
                  <a:pt x="93" y="230"/>
                  <a:pt x="94" y="234"/>
                  <a:pt x="94" y="238"/>
                </a:cubicBezTo>
                <a:cubicBezTo>
                  <a:pt x="94" y="243"/>
                  <a:pt x="93" y="246"/>
                  <a:pt x="91" y="247"/>
                </a:cubicBezTo>
                <a:cubicBezTo>
                  <a:pt x="63" y="246"/>
                  <a:pt x="47" y="246"/>
                  <a:pt x="43" y="246"/>
                </a:cubicBezTo>
                <a:cubicBezTo>
                  <a:pt x="37" y="246"/>
                  <a:pt x="32" y="246"/>
                  <a:pt x="29" y="246"/>
                </a:cubicBezTo>
                <a:cubicBezTo>
                  <a:pt x="26" y="246"/>
                  <a:pt x="21" y="247"/>
                  <a:pt x="17" y="247"/>
                </a:cubicBezTo>
                <a:cubicBezTo>
                  <a:pt x="12" y="247"/>
                  <a:pt x="8" y="247"/>
                  <a:pt x="3" y="247"/>
                </a:cubicBezTo>
                <a:cubicBezTo>
                  <a:pt x="1" y="246"/>
                  <a:pt x="0" y="243"/>
                  <a:pt x="0" y="238"/>
                </a:cubicBezTo>
                <a:cubicBezTo>
                  <a:pt x="0" y="234"/>
                  <a:pt x="1" y="230"/>
                  <a:pt x="3" y="228"/>
                </a:cubicBezTo>
                <a:cubicBezTo>
                  <a:pt x="11" y="228"/>
                  <a:pt x="17" y="227"/>
                  <a:pt x="20" y="226"/>
                </a:cubicBezTo>
                <a:cubicBezTo>
                  <a:pt x="24" y="225"/>
                  <a:pt x="30" y="222"/>
                  <a:pt x="37" y="218"/>
                </a:cubicBezTo>
                <a:cubicBezTo>
                  <a:pt x="43" y="214"/>
                  <a:pt x="50" y="206"/>
                  <a:pt x="58" y="197"/>
                </a:cubicBezTo>
                <a:lnTo>
                  <a:pt x="106" y="134"/>
                </a:lnTo>
                <a:cubicBezTo>
                  <a:pt x="108" y="132"/>
                  <a:pt x="107" y="130"/>
                  <a:pt x="105" y="126"/>
                </a:cubicBezTo>
                <a:lnTo>
                  <a:pt x="55" y="54"/>
                </a:lnTo>
                <a:cubicBezTo>
                  <a:pt x="40" y="32"/>
                  <a:pt x="23" y="21"/>
                  <a:pt x="4" y="19"/>
                </a:cubicBezTo>
                <a:cubicBezTo>
                  <a:pt x="3" y="17"/>
                  <a:pt x="2" y="14"/>
                  <a:pt x="2" y="10"/>
                </a:cubicBezTo>
                <a:cubicBezTo>
                  <a:pt x="2" y="5"/>
                  <a:pt x="3" y="2"/>
                  <a:pt x="4" y="0"/>
                </a:cubicBezTo>
                <a:cubicBezTo>
                  <a:pt x="32" y="1"/>
                  <a:pt x="49" y="1"/>
                  <a:pt x="53" y="1"/>
                </a:cubicBezTo>
                <a:cubicBezTo>
                  <a:pt x="63" y="1"/>
                  <a:pt x="82" y="1"/>
                  <a:pt x="111" y="0"/>
                </a:cubicBezTo>
                <a:cubicBezTo>
                  <a:pt x="113" y="2"/>
                  <a:pt x="113" y="6"/>
                  <a:pt x="113" y="10"/>
                </a:cubicBezTo>
                <a:cubicBezTo>
                  <a:pt x="113" y="15"/>
                  <a:pt x="113" y="17"/>
                  <a:pt x="111" y="19"/>
                </a:cubicBezTo>
                <a:cubicBezTo>
                  <a:pt x="109" y="19"/>
                  <a:pt x="106" y="19"/>
                  <a:pt x="103" y="20"/>
                </a:cubicBezTo>
                <a:cubicBezTo>
                  <a:pt x="100" y="20"/>
                  <a:pt x="98" y="21"/>
                  <a:pt x="97" y="21"/>
                </a:cubicBezTo>
                <a:cubicBezTo>
                  <a:pt x="96" y="21"/>
                  <a:pt x="95" y="21"/>
                  <a:pt x="93" y="21"/>
                </a:cubicBezTo>
                <a:cubicBezTo>
                  <a:pt x="91" y="22"/>
                  <a:pt x="89" y="22"/>
                  <a:pt x="89" y="23"/>
                </a:cubicBezTo>
                <a:cubicBezTo>
                  <a:pt x="89" y="23"/>
                  <a:pt x="88" y="23"/>
                  <a:pt x="87" y="24"/>
                </a:cubicBezTo>
                <a:cubicBezTo>
                  <a:pt x="87" y="25"/>
                  <a:pt x="86" y="26"/>
                  <a:pt x="86" y="27"/>
                </a:cubicBezTo>
                <a:cubicBezTo>
                  <a:pt x="87" y="28"/>
                  <a:pt x="87" y="29"/>
                  <a:pt x="88" y="31"/>
                </a:cubicBezTo>
                <a:cubicBezTo>
                  <a:pt x="88" y="32"/>
                  <a:pt x="89" y="33"/>
                  <a:pt x="90" y="35"/>
                </a:cubicBezTo>
                <a:cubicBezTo>
                  <a:pt x="91" y="37"/>
                  <a:pt x="93" y="39"/>
                  <a:pt x="94" y="41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3920" bIns="439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2365200" y="4232880"/>
            <a:ext cx="73800" cy="92160"/>
          </a:xfrm>
          <a:custGeom>
            <a:avLst/>
            <a:gdLst/>
            <a:ahLst/>
            <a:rect l="0" t="0" r="r" b="b"/>
            <a:pathLst>
              <a:path w="205" h="256">
                <a:moveTo>
                  <a:pt x="163" y="245"/>
                </a:moveTo>
                <a:cubicBezTo>
                  <a:pt x="148" y="252"/>
                  <a:pt x="131" y="256"/>
                  <a:pt x="112" y="256"/>
                </a:cubicBezTo>
                <a:cubicBezTo>
                  <a:pt x="76" y="256"/>
                  <a:pt x="49" y="245"/>
                  <a:pt x="29" y="222"/>
                </a:cubicBezTo>
                <a:cubicBezTo>
                  <a:pt x="9" y="200"/>
                  <a:pt x="0" y="170"/>
                  <a:pt x="0" y="132"/>
                </a:cubicBezTo>
                <a:cubicBezTo>
                  <a:pt x="0" y="94"/>
                  <a:pt x="11" y="62"/>
                  <a:pt x="35" y="38"/>
                </a:cubicBezTo>
                <a:cubicBezTo>
                  <a:pt x="59" y="13"/>
                  <a:pt x="86" y="0"/>
                  <a:pt x="116" y="0"/>
                </a:cubicBezTo>
                <a:cubicBezTo>
                  <a:pt x="143" y="0"/>
                  <a:pt x="164" y="5"/>
                  <a:pt x="180" y="16"/>
                </a:cubicBezTo>
                <a:cubicBezTo>
                  <a:pt x="195" y="25"/>
                  <a:pt x="203" y="38"/>
                  <a:pt x="203" y="55"/>
                </a:cubicBezTo>
                <a:cubicBezTo>
                  <a:pt x="203" y="62"/>
                  <a:pt x="200" y="69"/>
                  <a:pt x="194" y="73"/>
                </a:cubicBezTo>
                <a:cubicBezTo>
                  <a:pt x="188" y="78"/>
                  <a:pt x="182" y="80"/>
                  <a:pt x="176" y="80"/>
                </a:cubicBezTo>
                <a:cubicBezTo>
                  <a:pt x="163" y="80"/>
                  <a:pt x="156" y="73"/>
                  <a:pt x="154" y="59"/>
                </a:cubicBezTo>
                <a:cubicBezTo>
                  <a:pt x="153" y="51"/>
                  <a:pt x="151" y="44"/>
                  <a:pt x="150" y="39"/>
                </a:cubicBezTo>
                <a:cubicBezTo>
                  <a:pt x="148" y="35"/>
                  <a:pt x="144" y="31"/>
                  <a:pt x="138" y="26"/>
                </a:cubicBezTo>
                <a:cubicBezTo>
                  <a:pt x="132" y="22"/>
                  <a:pt x="124" y="19"/>
                  <a:pt x="113" y="19"/>
                </a:cubicBezTo>
                <a:cubicBezTo>
                  <a:pt x="94" y="19"/>
                  <a:pt x="79" y="28"/>
                  <a:pt x="66" y="46"/>
                </a:cubicBezTo>
                <a:cubicBezTo>
                  <a:pt x="54" y="64"/>
                  <a:pt x="48" y="89"/>
                  <a:pt x="48" y="119"/>
                </a:cubicBezTo>
                <a:cubicBezTo>
                  <a:pt x="48" y="152"/>
                  <a:pt x="55" y="179"/>
                  <a:pt x="70" y="199"/>
                </a:cubicBezTo>
                <a:cubicBezTo>
                  <a:pt x="85" y="219"/>
                  <a:pt x="103" y="229"/>
                  <a:pt x="125" y="229"/>
                </a:cubicBezTo>
                <a:cubicBezTo>
                  <a:pt x="151" y="229"/>
                  <a:pt x="174" y="216"/>
                  <a:pt x="193" y="191"/>
                </a:cubicBezTo>
                <a:cubicBezTo>
                  <a:pt x="200" y="192"/>
                  <a:pt x="203" y="195"/>
                  <a:pt x="205" y="199"/>
                </a:cubicBezTo>
                <a:cubicBezTo>
                  <a:pt x="191" y="221"/>
                  <a:pt x="177" y="237"/>
                  <a:pt x="163" y="245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2450520" y="4190400"/>
            <a:ext cx="47520" cy="133200"/>
          </a:xfrm>
          <a:custGeom>
            <a:avLst/>
            <a:gdLst/>
            <a:ahLst/>
            <a:rect l="0" t="0" r="r" b="b"/>
            <a:pathLst>
              <a:path w="132" h="370">
                <a:moveTo>
                  <a:pt x="37" y="27"/>
                </a:moveTo>
                <a:cubicBezTo>
                  <a:pt x="37" y="20"/>
                  <a:pt x="40" y="14"/>
                  <a:pt x="46" y="8"/>
                </a:cubicBezTo>
                <a:cubicBezTo>
                  <a:pt x="52" y="3"/>
                  <a:pt x="59" y="0"/>
                  <a:pt x="66" y="0"/>
                </a:cubicBezTo>
                <a:cubicBezTo>
                  <a:pt x="73" y="0"/>
                  <a:pt x="80" y="3"/>
                  <a:pt x="85" y="10"/>
                </a:cubicBezTo>
                <a:cubicBezTo>
                  <a:pt x="91" y="16"/>
                  <a:pt x="93" y="22"/>
                  <a:pt x="93" y="29"/>
                </a:cubicBezTo>
                <a:cubicBezTo>
                  <a:pt x="93" y="36"/>
                  <a:pt x="90" y="42"/>
                  <a:pt x="84" y="48"/>
                </a:cubicBezTo>
                <a:cubicBezTo>
                  <a:pt x="78" y="54"/>
                  <a:pt x="71" y="57"/>
                  <a:pt x="64" y="57"/>
                </a:cubicBezTo>
                <a:cubicBezTo>
                  <a:pt x="57" y="57"/>
                  <a:pt x="51" y="54"/>
                  <a:pt x="45" y="47"/>
                </a:cubicBezTo>
                <a:cubicBezTo>
                  <a:pt x="39" y="41"/>
                  <a:pt x="37" y="34"/>
                  <a:pt x="37" y="27"/>
                </a:cubicBezTo>
                <a:moveTo>
                  <a:pt x="88" y="299"/>
                </a:moveTo>
                <a:cubicBezTo>
                  <a:pt x="88" y="322"/>
                  <a:pt x="90" y="336"/>
                  <a:pt x="95" y="342"/>
                </a:cubicBezTo>
                <a:cubicBezTo>
                  <a:pt x="100" y="347"/>
                  <a:pt x="111" y="350"/>
                  <a:pt x="130" y="351"/>
                </a:cubicBezTo>
                <a:cubicBezTo>
                  <a:pt x="131" y="353"/>
                  <a:pt x="132" y="357"/>
                  <a:pt x="132" y="361"/>
                </a:cubicBezTo>
                <a:cubicBezTo>
                  <a:pt x="132" y="366"/>
                  <a:pt x="131" y="369"/>
                  <a:pt x="130" y="370"/>
                </a:cubicBezTo>
                <a:cubicBezTo>
                  <a:pt x="97" y="369"/>
                  <a:pt x="75" y="369"/>
                  <a:pt x="66" y="369"/>
                </a:cubicBezTo>
                <a:cubicBezTo>
                  <a:pt x="55" y="369"/>
                  <a:pt x="34" y="369"/>
                  <a:pt x="2" y="370"/>
                </a:cubicBezTo>
                <a:cubicBezTo>
                  <a:pt x="0" y="369"/>
                  <a:pt x="0" y="366"/>
                  <a:pt x="0" y="361"/>
                </a:cubicBezTo>
                <a:cubicBezTo>
                  <a:pt x="0" y="357"/>
                  <a:pt x="0" y="353"/>
                  <a:pt x="2" y="351"/>
                </a:cubicBezTo>
                <a:cubicBezTo>
                  <a:pt x="20" y="350"/>
                  <a:pt x="32" y="346"/>
                  <a:pt x="37" y="341"/>
                </a:cubicBezTo>
                <a:cubicBezTo>
                  <a:pt x="41" y="336"/>
                  <a:pt x="43" y="322"/>
                  <a:pt x="43" y="299"/>
                </a:cubicBezTo>
                <a:lnTo>
                  <a:pt x="43" y="188"/>
                </a:lnTo>
                <a:cubicBezTo>
                  <a:pt x="43" y="172"/>
                  <a:pt x="41" y="162"/>
                  <a:pt x="37" y="158"/>
                </a:cubicBezTo>
                <a:cubicBezTo>
                  <a:pt x="32" y="154"/>
                  <a:pt x="22" y="151"/>
                  <a:pt x="7" y="150"/>
                </a:cubicBezTo>
                <a:cubicBezTo>
                  <a:pt x="4" y="143"/>
                  <a:pt x="3" y="137"/>
                  <a:pt x="5" y="133"/>
                </a:cubicBezTo>
                <a:cubicBezTo>
                  <a:pt x="40" y="128"/>
                  <a:pt x="67" y="123"/>
                  <a:pt x="83" y="117"/>
                </a:cubicBezTo>
                <a:cubicBezTo>
                  <a:pt x="88" y="117"/>
                  <a:pt x="90" y="118"/>
                  <a:pt x="90" y="120"/>
                </a:cubicBezTo>
                <a:cubicBezTo>
                  <a:pt x="90" y="122"/>
                  <a:pt x="90" y="123"/>
                  <a:pt x="90" y="125"/>
                </a:cubicBezTo>
                <a:cubicBezTo>
                  <a:pt x="90" y="127"/>
                  <a:pt x="90" y="130"/>
                  <a:pt x="90" y="136"/>
                </a:cubicBezTo>
                <a:cubicBezTo>
                  <a:pt x="90" y="141"/>
                  <a:pt x="89" y="146"/>
                  <a:pt x="89" y="151"/>
                </a:cubicBezTo>
                <a:cubicBezTo>
                  <a:pt x="89" y="156"/>
                  <a:pt x="88" y="162"/>
                  <a:pt x="88" y="168"/>
                </a:cubicBezTo>
                <a:cubicBezTo>
                  <a:pt x="88" y="174"/>
                  <a:pt x="88" y="180"/>
                  <a:pt x="88" y="186"/>
                </a:cubicBezTo>
                <a:lnTo>
                  <a:pt x="88" y="299"/>
                </a:ln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2505600" y="4203720"/>
            <a:ext cx="56880" cy="121320"/>
          </a:xfrm>
          <a:custGeom>
            <a:avLst/>
            <a:gdLst/>
            <a:ahLst/>
            <a:rect l="0" t="0" r="r" b="b"/>
            <a:pathLst>
              <a:path w="158" h="337">
                <a:moveTo>
                  <a:pt x="37" y="87"/>
                </a:moveTo>
                <a:lnTo>
                  <a:pt x="37" y="57"/>
                </a:lnTo>
                <a:cubicBezTo>
                  <a:pt x="37" y="49"/>
                  <a:pt x="37" y="42"/>
                  <a:pt x="37" y="39"/>
                </a:cubicBezTo>
                <a:cubicBezTo>
                  <a:pt x="37" y="35"/>
                  <a:pt x="36" y="32"/>
                  <a:pt x="36" y="30"/>
                </a:cubicBezTo>
                <a:lnTo>
                  <a:pt x="36" y="24"/>
                </a:lnTo>
                <a:lnTo>
                  <a:pt x="36" y="21"/>
                </a:lnTo>
                <a:cubicBezTo>
                  <a:pt x="36" y="20"/>
                  <a:pt x="37" y="18"/>
                  <a:pt x="38" y="17"/>
                </a:cubicBezTo>
                <a:cubicBezTo>
                  <a:pt x="40" y="16"/>
                  <a:pt x="41" y="16"/>
                  <a:pt x="43" y="15"/>
                </a:cubicBezTo>
                <a:cubicBezTo>
                  <a:pt x="44" y="15"/>
                  <a:pt x="47" y="14"/>
                  <a:pt x="50" y="13"/>
                </a:cubicBezTo>
                <a:cubicBezTo>
                  <a:pt x="53" y="12"/>
                  <a:pt x="55" y="11"/>
                  <a:pt x="57" y="10"/>
                </a:cubicBezTo>
                <a:cubicBezTo>
                  <a:pt x="59" y="9"/>
                  <a:pt x="62" y="8"/>
                  <a:pt x="66" y="6"/>
                </a:cubicBezTo>
                <a:cubicBezTo>
                  <a:pt x="69" y="4"/>
                  <a:pt x="72" y="2"/>
                  <a:pt x="75" y="1"/>
                </a:cubicBezTo>
                <a:cubicBezTo>
                  <a:pt x="78" y="0"/>
                  <a:pt x="79" y="0"/>
                  <a:pt x="80" y="0"/>
                </a:cubicBezTo>
                <a:cubicBezTo>
                  <a:pt x="84" y="0"/>
                  <a:pt x="85" y="2"/>
                  <a:pt x="85" y="5"/>
                </a:cubicBezTo>
                <a:cubicBezTo>
                  <a:pt x="84" y="20"/>
                  <a:pt x="83" y="40"/>
                  <a:pt x="83" y="65"/>
                </a:cubicBezTo>
                <a:lnTo>
                  <a:pt x="83" y="87"/>
                </a:lnTo>
                <a:lnTo>
                  <a:pt x="151" y="87"/>
                </a:lnTo>
                <a:cubicBezTo>
                  <a:pt x="154" y="87"/>
                  <a:pt x="156" y="88"/>
                  <a:pt x="156" y="90"/>
                </a:cubicBezTo>
                <a:lnTo>
                  <a:pt x="156" y="102"/>
                </a:lnTo>
                <a:cubicBezTo>
                  <a:pt x="156" y="107"/>
                  <a:pt x="151" y="110"/>
                  <a:pt x="142" y="110"/>
                </a:cubicBezTo>
                <a:lnTo>
                  <a:pt x="83" y="110"/>
                </a:lnTo>
                <a:lnTo>
                  <a:pt x="83" y="253"/>
                </a:lnTo>
                <a:cubicBezTo>
                  <a:pt x="83" y="272"/>
                  <a:pt x="84" y="286"/>
                  <a:pt x="87" y="294"/>
                </a:cubicBezTo>
                <a:cubicBezTo>
                  <a:pt x="89" y="302"/>
                  <a:pt x="94" y="306"/>
                  <a:pt x="101" y="306"/>
                </a:cubicBezTo>
                <a:cubicBezTo>
                  <a:pt x="118" y="306"/>
                  <a:pt x="134" y="301"/>
                  <a:pt x="148" y="290"/>
                </a:cubicBezTo>
                <a:cubicBezTo>
                  <a:pt x="154" y="290"/>
                  <a:pt x="157" y="293"/>
                  <a:pt x="158" y="300"/>
                </a:cubicBezTo>
                <a:cubicBezTo>
                  <a:pt x="135" y="325"/>
                  <a:pt x="110" y="337"/>
                  <a:pt x="81" y="337"/>
                </a:cubicBezTo>
                <a:cubicBezTo>
                  <a:pt x="52" y="337"/>
                  <a:pt x="37" y="319"/>
                  <a:pt x="37" y="281"/>
                </a:cubicBezTo>
                <a:lnTo>
                  <a:pt x="37" y="110"/>
                </a:lnTo>
                <a:lnTo>
                  <a:pt x="4" y="110"/>
                </a:lnTo>
                <a:cubicBezTo>
                  <a:pt x="1" y="110"/>
                  <a:pt x="0" y="108"/>
                  <a:pt x="0" y="106"/>
                </a:cubicBezTo>
                <a:lnTo>
                  <a:pt x="0" y="98"/>
                </a:lnTo>
                <a:cubicBezTo>
                  <a:pt x="0" y="91"/>
                  <a:pt x="4" y="87"/>
                  <a:pt x="11" y="87"/>
                </a:cubicBezTo>
                <a:lnTo>
                  <a:pt x="37" y="87"/>
                </a:ln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2573280" y="4232880"/>
            <a:ext cx="86040" cy="92160"/>
          </a:xfrm>
          <a:custGeom>
            <a:avLst/>
            <a:gdLst/>
            <a:ahLst/>
            <a:rect l="0" t="0" r="r" b="b"/>
            <a:pathLst>
              <a:path w="239" h="256">
                <a:moveTo>
                  <a:pt x="146" y="118"/>
                </a:moveTo>
                <a:lnTo>
                  <a:pt x="101" y="130"/>
                </a:lnTo>
                <a:cubicBezTo>
                  <a:pt x="64" y="139"/>
                  <a:pt x="46" y="160"/>
                  <a:pt x="46" y="192"/>
                </a:cubicBezTo>
                <a:cubicBezTo>
                  <a:pt x="46" y="203"/>
                  <a:pt x="50" y="212"/>
                  <a:pt x="57" y="221"/>
                </a:cubicBezTo>
                <a:cubicBezTo>
                  <a:pt x="64" y="229"/>
                  <a:pt x="74" y="233"/>
                  <a:pt x="88" y="233"/>
                </a:cubicBezTo>
                <a:cubicBezTo>
                  <a:pt x="101" y="233"/>
                  <a:pt x="118" y="225"/>
                  <a:pt x="138" y="209"/>
                </a:cubicBezTo>
                <a:cubicBezTo>
                  <a:pt x="143" y="205"/>
                  <a:pt x="146" y="200"/>
                  <a:pt x="146" y="194"/>
                </a:cubicBezTo>
                <a:lnTo>
                  <a:pt x="146" y="118"/>
                </a:lnTo>
                <a:moveTo>
                  <a:pt x="145" y="223"/>
                </a:moveTo>
                <a:lnTo>
                  <a:pt x="133" y="232"/>
                </a:lnTo>
                <a:cubicBezTo>
                  <a:pt x="120" y="242"/>
                  <a:pt x="110" y="249"/>
                  <a:pt x="102" y="252"/>
                </a:cubicBezTo>
                <a:cubicBezTo>
                  <a:pt x="94" y="255"/>
                  <a:pt x="84" y="256"/>
                  <a:pt x="71" y="256"/>
                </a:cubicBezTo>
                <a:cubicBezTo>
                  <a:pt x="50" y="256"/>
                  <a:pt x="32" y="251"/>
                  <a:pt x="19" y="242"/>
                </a:cubicBezTo>
                <a:cubicBezTo>
                  <a:pt x="6" y="232"/>
                  <a:pt x="0" y="216"/>
                  <a:pt x="0" y="195"/>
                </a:cubicBezTo>
                <a:cubicBezTo>
                  <a:pt x="0" y="176"/>
                  <a:pt x="8" y="159"/>
                  <a:pt x="25" y="145"/>
                </a:cubicBezTo>
                <a:cubicBezTo>
                  <a:pt x="42" y="130"/>
                  <a:pt x="65" y="120"/>
                  <a:pt x="93" y="112"/>
                </a:cubicBezTo>
                <a:lnTo>
                  <a:pt x="143" y="100"/>
                </a:lnTo>
                <a:cubicBezTo>
                  <a:pt x="144" y="100"/>
                  <a:pt x="146" y="97"/>
                  <a:pt x="146" y="93"/>
                </a:cubicBezTo>
                <a:cubicBezTo>
                  <a:pt x="146" y="44"/>
                  <a:pt x="130" y="19"/>
                  <a:pt x="99" y="19"/>
                </a:cubicBezTo>
                <a:cubicBezTo>
                  <a:pt x="87" y="19"/>
                  <a:pt x="76" y="21"/>
                  <a:pt x="66" y="26"/>
                </a:cubicBezTo>
                <a:cubicBezTo>
                  <a:pt x="57" y="30"/>
                  <a:pt x="53" y="36"/>
                  <a:pt x="53" y="43"/>
                </a:cubicBezTo>
                <a:cubicBezTo>
                  <a:pt x="53" y="49"/>
                  <a:pt x="53" y="53"/>
                  <a:pt x="53" y="55"/>
                </a:cubicBezTo>
                <a:cubicBezTo>
                  <a:pt x="54" y="57"/>
                  <a:pt x="55" y="60"/>
                  <a:pt x="55" y="65"/>
                </a:cubicBezTo>
                <a:cubicBezTo>
                  <a:pt x="55" y="69"/>
                  <a:pt x="53" y="73"/>
                  <a:pt x="48" y="78"/>
                </a:cubicBezTo>
                <a:cubicBezTo>
                  <a:pt x="44" y="82"/>
                  <a:pt x="38" y="84"/>
                  <a:pt x="30" y="84"/>
                </a:cubicBezTo>
                <a:cubicBezTo>
                  <a:pt x="17" y="84"/>
                  <a:pt x="10" y="77"/>
                  <a:pt x="10" y="64"/>
                </a:cubicBezTo>
                <a:cubicBezTo>
                  <a:pt x="10" y="48"/>
                  <a:pt x="20" y="34"/>
                  <a:pt x="40" y="20"/>
                </a:cubicBezTo>
                <a:cubicBezTo>
                  <a:pt x="59" y="7"/>
                  <a:pt x="81" y="0"/>
                  <a:pt x="104" y="0"/>
                </a:cubicBezTo>
                <a:cubicBezTo>
                  <a:pt x="161" y="0"/>
                  <a:pt x="190" y="32"/>
                  <a:pt x="190" y="97"/>
                </a:cubicBezTo>
                <a:lnTo>
                  <a:pt x="190" y="182"/>
                </a:lnTo>
                <a:cubicBezTo>
                  <a:pt x="190" y="193"/>
                  <a:pt x="190" y="201"/>
                  <a:pt x="191" y="207"/>
                </a:cubicBezTo>
                <a:cubicBezTo>
                  <a:pt x="192" y="213"/>
                  <a:pt x="194" y="218"/>
                  <a:pt x="198" y="223"/>
                </a:cubicBezTo>
                <a:cubicBezTo>
                  <a:pt x="201" y="228"/>
                  <a:pt x="207" y="230"/>
                  <a:pt x="213" y="230"/>
                </a:cubicBezTo>
                <a:cubicBezTo>
                  <a:pt x="218" y="230"/>
                  <a:pt x="222" y="229"/>
                  <a:pt x="225" y="226"/>
                </a:cubicBezTo>
                <a:cubicBezTo>
                  <a:pt x="228" y="223"/>
                  <a:pt x="230" y="222"/>
                  <a:pt x="231" y="222"/>
                </a:cubicBezTo>
                <a:cubicBezTo>
                  <a:pt x="232" y="222"/>
                  <a:pt x="233" y="223"/>
                  <a:pt x="236" y="225"/>
                </a:cubicBezTo>
                <a:cubicBezTo>
                  <a:pt x="238" y="227"/>
                  <a:pt x="239" y="229"/>
                  <a:pt x="239" y="231"/>
                </a:cubicBezTo>
                <a:cubicBezTo>
                  <a:pt x="239" y="232"/>
                  <a:pt x="237" y="234"/>
                  <a:pt x="233" y="239"/>
                </a:cubicBezTo>
                <a:cubicBezTo>
                  <a:pt x="228" y="243"/>
                  <a:pt x="222" y="247"/>
                  <a:pt x="214" y="251"/>
                </a:cubicBezTo>
                <a:cubicBezTo>
                  <a:pt x="206" y="254"/>
                  <a:pt x="198" y="256"/>
                  <a:pt x="190" y="256"/>
                </a:cubicBezTo>
                <a:cubicBezTo>
                  <a:pt x="167" y="257"/>
                  <a:pt x="152" y="246"/>
                  <a:pt x="146" y="223"/>
                </a:cubicBezTo>
                <a:lnTo>
                  <a:pt x="145" y="223"/>
                </a:ln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2664360" y="4203720"/>
            <a:ext cx="56880" cy="121320"/>
          </a:xfrm>
          <a:custGeom>
            <a:avLst/>
            <a:gdLst/>
            <a:ahLst/>
            <a:rect l="0" t="0" r="r" b="b"/>
            <a:pathLst>
              <a:path w="158" h="337">
                <a:moveTo>
                  <a:pt x="11" y="87"/>
                </a:moveTo>
                <a:lnTo>
                  <a:pt x="37" y="87"/>
                </a:lnTo>
                <a:cubicBezTo>
                  <a:pt x="37" y="76"/>
                  <a:pt x="37" y="66"/>
                  <a:pt x="37" y="57"/>
                </a:cubicBezTo>
                <a:cubicBezTo>
                  <a:pt x="37" y="49"/>
                  <a:pt x="37" y="42"/>
                  <a:pt x="36" y="39"/>
                </a:cubicBezTo>
                <a:cubicBezTo>
                  <a:pt x="36" y="35"/>
                  <a:pt x="36" y="32"/>
                  <a:pt x="35" y="30"/>
                </a:cubicBezTo>
                <a:cubicBezTo>
                  <a:pt x="35" y="27"/>
                  <a:pt x="35" y="25"/>
                  <a:pt x="35" y="24"/>
                </a:cubicBezTo>
                <a:cubicBezTo>
                  <a:pt x="35" y="23"/>
                  <a:pt x="35" y="22"/>
                  <a:pt x="35" y="21"/>
                </a:cubicBezTo>
                <a:cubicBezTo>
                  <a:pt x="35" y="20"/>
                  <a:pt x="36" y="18"/>
                  <a:pt x="38" y="17"/>
                </a:cubicBezTo>
                <a:cubicBezTo>
                  <a:pt x="39" y="16"/>
                  <a:pt x="41" y="16"/>
                  <a:pt x="42" y="15"/>
                </a:cubicBezTo>
                <a:cubicBezTo>
                  <a:pt x="44" y="15"/>
                  <a:pt x="46" y="14"/>
                  <a:pt x="49" y="13"/>
                </a:cubicBezTo>
                <a:cubicBezTo>
                  <a:pt x="52" y="12"/>
                  <a:pt x="55" y="11"/>
                  <a:pt x="57" y="10"/>
                </a:cubicBezTo>
                <a:cubicBezTo>
                  <a:pt x="59" y="9"/>
                  <a:pt x="62" y="8"/>
                  <a:pt x="65" y="6"/>
                </a:cubicBezTo>
                <a:cubicBezTo>
                  <a:pt x="69" y="4"/>
                  <a:pt x="72" y="2"/>
                  <a:pt x="75" y="1"/>
                </a:cubicBezTo>
                <a:cubicBezTo>
                  <a:pt x="77" y="0"/>
                  <a:pt x="79" y="0"/>
                  <a:pt x="80" y="0"/>
                </a:cubicBezTo>
                <a:cubicBezTo>
                  <a:pt x="83" y="0"/>
                  <a:pt x="85" y="2"/>
                  <a:pt x="85" y="5"/>
                </a:cubicBezTo>
                <a:cubicBezTo>
                  <a:pt x="83" y="20"/>
                  <a:pt x="82" y="40"/>
                  <a:pt x="82" y="65"/>
                </a:cubicBezTo>
                <a:lnTo>
                  <a:pt x="82" y="87"/>
                </a:lnTo>
                <a:lnTo>
                  <a:pt x="151" y="87"/>
                </a:lnTo>
                <a:cubicBezTo>
                  <a:pt x="154" y="87"/>
                  <a:pt x="155" y="88"/>
                  <a:pt x="155" y="90"/>
                </a:cubicBezTo>
                <a:lnTo>
                  <a:pt x="155" y="102"/>
                </a:lnTo>
                <a:cubicBezTo>
                  <a:pt x="155" y="107"/>
                  <a:pt x="151" y="110"/>
                  <a:pt x="142" y="110"/>
                </a:cubicBezTo>
                <a:lnTo>
                  <a:pt x="82" y="110"/>
                </a:lnTo>
                <a:lnTo>
                  <a:pt x="82" y="253"/>
                </a:lnTo>
                <a:cubicBezTo>
                  <a:pt x="82" y="272"/>
                  <a:pt x="84" y="286"/>
                  <a:pt x="86" y="294"/>
                </a:cubicBezTo>
                <a:cubicBezTo>
                  <a:pt x="89" y="302"/>
                  <a:pt x="94" y="306"/>
                  <a:pt x="101" y="306"/>
                </a:cubicBezTo>
                <a:cubicBezTo>
                  <a:pt x="118" y="306"/>
                  <a:pt x="134" y="301"/>
                  <a:pt x="148" y="290"/>
                </a:cubicBezTo>
                <a:cubicBezTo>
                  <a:pt x="153" y="290"/>
                  <a:pt x="157" y="293"/>
                  <a:pt x="158" y="300"/>
                </a:cubicBezTo>
                <a:cubicBezTo>
                  <a:pt x="135" y="325"/>
                  <a:pt x="109" y="337"/>
                  <a:pt x="81" y="337"/>
                </a:cubicBezTo>
                <a:cubicBezTo>
                  <a:pt x="52" y="337"/>
                  <a:pt x="37" y="319"/>
                  <a:pt x="37" y="281"/>
                </a:cubicBezTo>
                <a:lnTo>
                  <a:pt x="37" y="110"/>
                </a:lnTo>
                <a:lnTo>
                  <a:pt x="3" y="110"/>
                </a:lnTo>
                <a:cubicBezTo>
                  <a:pt x="1" y="110"/>
                  <a:pt x="0" y="108"/>
                  <a:pt x="0" y="106"/>
                </a:cubicBezTo>
                <a:lnTo>
                  <a:pt x="0" y="98"/>
                </a:lnTo>
                <a:cubicBezTo>
                  <a:pt x="0" y="91"/>
                  <a:pt x="4" y="87"/>
                  <a:pt x="11" y="87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2729520" y="4190400"/>
            <a:ext cx="47520" cy="133200"/>
          </a:xfrm>
          <a:custGeom>
            <a:avLst/>
            <a:gdLst/>
            <a:ahLst/>
            <a:rect l="0" t="0" r="r" b="b"/>
            <a:pathLst>
              <a:path w="132" h="370">
                <a:moveTo>
                  <a:pt x="37" y="27"/>
                </a:moveTo>
                <a:cubicBezTo>
                  <a:pt x="37" y="20"/>
                  <a:pt x="40" y="14"/>
                  <a:pt x="46" y="8"/>
                </a:cubicBezTo>
                <a:cubicBezTo>
                  <a:pt x="53" y="3"/>
                  <a:pt x="59" y="0"/>
                  <a:pt x="66" y="0"/>
                </a:cubicBezTo>
                <a:cubicBezTo>
                  <a:pt x="74" y="0"/>
                  <a:pt x="80" y="3"/>
                  <a:pt x="85" y="10"/>
                </a:cubicBezTo>
                <a:cubicBezTo>
                  <a:pt x="91" y="16"/>
                  <a:pt x="94" y="22"/>
                  <a:pt x="94" y="29"/>
                </a:cubicBezTo>
                <a:cubicBezTo>
                  <a:pt x="94" y="36"/>
                  <a:pt x="91" y="42"/>
                  <a:pt x="85" y="48"/>
                </a:cubicBezTo>
                <a:cubicBezTo>
                  <a:pt x="78" y="54"/>
                  <a:pt x="72" y="57"/>
                  <a:pt x="65" y="57"/>
                </a:cubicBezTo>
                <a:cubicBezTo>
                  <a:pt x="57" y="57"/>
                  <a:pt x="51" y="54"/>
                  <a:pt x="45" y="47"/>
                </a:cubicBezTo>
                <a:cubicBezTo>
                  <a:pt x="40" y="41"/>
                  <a:pt x="37" y="34"/>
                  <a:pt x="37" y="27"/>
                </a:cubicBezTo>
                <a:moveTo>
                  <a:pt x="88" y="299"/>
                </a:moveTo>
                <a:cubicBezTo>
                  <a:pt x="88" y="322"/>
                  <a:pt x="91" y="336"/>
                  <a:pt x="95" y="342"/>
                </a:cubicBezTo>
                <a:cubicBezTo>
                  <a:pt x="100" y="347"/>
                  <a:pt x="112" y="350"/>
                  <a:pt x="130" y="351"/>
                </a:cubicBezTo>
                <a:cubicBezTo>
                  <a:pt x="132" y="353"/>
                  <a:pt x="132" y="357"/>
                  <a:pt x="132" y="361"/>
                </a:cubicBezTo>
                <a:cubicBezTo>
                  <a:pt x="132" y="366"/>
                  <a:pt x="132" y="369"/>
                  <a:pt x="130" y="370"/>
                </a:cubicBezTo>
                <a:cubicBezTo>
                  <a:pt x="97" y="369"/>
                  <a:pt x="76" y="369"/>
                  <a:pt x="66" y="369"/>
                </a:cubicBezTo>
                <a:cubicBezTo>
                  <a:pt x="56" y="369"/>
                  <a:pt x="35" y="369"/>
                  <a:pt x="2" y="370"/>
                </a:cubicBezTo>
                <a:cubicBezTo>
                  <a:pt x="1" y="369"/>
                  <a:pt x="0" y="366"/>
                  <a:pt x="0" y="361"/>
                </a:cubicBezTo>
                <a:cubicBezTo>
                  <a:pt x="0" y="357"/>
                  <a:pt x="1" y="353"/>
                  <a:pt x="2" y="351"/>
                </a:cubicBezTo>
                <a:cubicBezTo>
                  <a:pt x="21" y="350"/>
                  <a:pt x="32" y="346"/>
                  <a:pt x="37" y="341"/>
                </a:cubicBezTo>
                <a:cubicBezTo>
                  <a:pt x="42" y="336"/>
                  <a:pt x="44" y="322"/>
                  <a:pt x="44" y="299"/>
                </a:cubicBezTo>
                <a:lnTo>
                  <a:pt x="44" y="188"/>
                </a:lnTo>
                <a:cubicBezTo>
                  <a:pt x="44" y="172"/>
                  <a:pt x="42" y="162"/>
                  <a:pt x="37" y="158"/>
                </a:cubicBezTo>
                <a:cubicBezTo>
                  <a:pt x="33" y="154"/>
                  <a:pt x="23" y="151"/>
                  <a:pt x="7" y="150"/>
                </a:cubicBezTo>
                <a:cubicBezTo>
                  <a:pt x="4" y="143"/>
                  <a:pt x="4" y="137"/>
                  <a:pt x="5" y="133"/>
                </a:cubicBezTo>
                <a:cubicBezTo>
                  <a:pt x="41" y="128"/>
                  <a:pt x="67" y="123"/>
                  <a:pt x="84" y="117"/>
                </a:cubicBezTo>
                <a:cubicBezTo>
                  <a:pt x="88" y="117"/>
                  <a:pt x="91" y="118"/>
                  <a:pt x="91" y="120"/>
                </a:cubicBezTo>
                <a:cubicBezTo>
                  <a:pt x="91" y="122"/>
                  <a:pt x="91" y="123"/>
                  <a:pt x="91" y="125"/>
                </a:cubicBezTo>
                <a:cubicBezTo>
                  <a:pt x="91" y="127"/>
                  <a:pt x="90" y="130"/>
                  <a:pt x="90" y="136"/>
                </a:cubicBezTo>
                <a:cubicBezTo>
                  <a:pt x="90" y="141"/>
                  <a:pt x="90" y="146"/>
                  <a:pt x="89" y="151"/>
                </a:cubicBezTo>
                <a:cubicBezTo>
                  <a:pt x="89" y="156"/>
                  <a:pt x="89" y="162"/>
                  <a:pt x="88" y="168"/>
                </a:cubicBezTo>
                <a:cubicBezTo>
                  <a:pt x="88" y="174"/>
                  <a:pt x="88" y="180"/>
                  <a:pt x="88" y="186"/>
                </a:cubicBezTo>
                <a:lnTo>
                  <a:pt x="88" y="299"/>
                </a:ln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2788200" y="4232880"/>
            <a:ext cx="86760" cy="92160"/>
          </a:xfrm>
          <a:custGeom>
            <a:avLst/>
            <a:gdLst/>
            <a:ahLst/>
            <a:rect l="0" t="0" r="r" b="b"/>
            <a:pathLst>
              <a:path w="241" h="256">
                <a:moveTo>
                  <a:pt x="0" y="134"/>
                </a:moveTo>
                <a:cubicBezTo>
                  <a:pt x="0" y="96"/>
                  <a:pt x="10" y="65"/>
                  <a:pt x="32" y="40"/>
                </a:cubicBezTo>
                <a:cubicBezTo>
                  <a:pt x="55" y="14"/>
                  <a:pt x="85" y="0"/>
                  <a:pt x="122" y="0"/>
                </a:cubicBezTo>
                <a:cubicBezTo>
                  <a:pt x="149" y="0"/>
                  <a:pt x="172" y="7"/>
                  <a:pt x="190" y="21"/>
                </a:cubicBezTo>
                <a:cubicBezTo>
                  <a:pt x="209" y="34"/>
                  <a:pt x="222" y="51"/>
                  <a:pt x="229" y="69"/>
                </a:cubicBezTo>
                <a:cubicBezTo>
                  <a:pt x="237" y="88"/>
                  <a:pt x="241" y="108"/>
                  <a:pt x="241" y="129"/>
                </a:cubicBezTo>
                <a:cubicBezTo>
                  <a:pt x="241" y="169"/>
                  <a:pt x="228" y="201"/>
                  <a:pt x="204" y="225"/>
                </a:cubicBezTo>
                <a:cubicBezTo>
                  <a:pt x="182" y="246"/>
                  <a:pt x="154" y="257"/>
                  <a:pt x="120" y="256"/>
                </a:cubicBezTo>
                <a:cubicBezTo>
                  <a:pt x="82" y="256"/>
                  <a:pt x="53" y="244"/>
                  <a:pt x="32" y="219"/>
                </a:cubicBezTo>
                <a:cubicBezTo>
                  <a:pt x="10" y="195"/>
                  <a:pt x="0" y="166"/>
                  <a:pt x="0" y="134"/>
                </a:cubicBezTo>
                <a:moveTo>
                  <a:pt x="112" y="20"/>
                </a:moveTo>
                <a:cubicBezTo>
                  <a:pt x="70" y="20"/>
                  <a:pt x="49" y="54"/>
                  <a:pt x="49" y="121"/>
                </a:cubicBezTo>
                <a:cubicBezTo>
                  <a:pt x="49" y="133"/>
                  <a:pt x="50" y="146"/>
                  <a:pt x="53" y="159"/>
                </a:cubicBezTo>
                <a:cubicBezTo>
                  <a:pt x="56" y="171"/>
                  <a:pt x="60" y="183"/>
                  <a:pt x="66" y="195"/>
                </a:cubicBezTo>
                <a:cubicBezTo>
                  <a:pt x="72" y="207"/>
                  <a:pt x="80" y="217"/>
                  <a:pt x="91" y="225"/>
                </a:cubicBezTo>
                <a:cubicBezTo>
                  <a:pt x="102" y="233"/>
                  <a:pt x="114" y="237"/>
                  <a:pt x="128" y="237"/>
                </a:cubicBezTo>
                <a:cubicBezTo>
                  <a:pt x="145" y="237"/>
                  <a:pt x="159" y="230"/>
                  <a:pt x="172" y="216"/>
                </a:cubicBezTo>
                <a:cubicBezTo>
                  <a:pt x="186" y="202"/>
                  <a:pt x="192" y="179"/>
                  <a:pt x="192" y="147"/>
                </a:cubicBezTo>
                <a:cubicBezTo>
                  <a:pt x="192" y="107"/>
                  <a:pt x="185" y="75"/>
                  <a:pt x="171" y="53"/>
                </a:cubicBezTo>
                <a:cubicBezTo>
                  <a:pt x="157" y="31"/>
                  <a:pt x="137" y="20"/>
                  <a:pt x="112" y="20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2887920" y="4232520"/>
            <a:ext cx="104040" cy="91080"/>
          </a:xfrm>
          <a:custGeom>
            <a:avLst/>
            <a:gdLst/>
            <a:ahLst/>
            <a:rect l="0" t="0" r="r" b="b"/>
            <a:pathLst>
              <a:path w="289" h="253">
                <a:moveTo>
                  <a:pt x="93" y="47"/>
                </a:moveTo>
                <a:cubicBezTo>
                  <a:pt x="120" y="17"/>
                  <a:pt x="151" y="1"/>
                  <a:pt x="186" y="1"/>
                </a:cubicBezTo>
                <a:cubicBezTo>
                  <a:pt x="208" y="1"/>
                  <a:pt x="224" y="8"/>
                  <a:pt x="233" y="21"/>
                </a:cubicBezTo>
                <a:cubicBezTo>
                  <a:pt x="244" y="35"/>
                  <a:pt x="249" y="60"/>
                  <a:pt x="249" y="97"/>
                </a:cubicBezTo>
                <a:lnTo>
                  <a:pt x="249" y="182"/>
                </a:lnTo>
                <a:cubicBezTo>
                  <a:pt x="249" y="205"/>
                  <a:pt x="251" y="219"/>
                  <a:pt x="255" y="224"/>
                </a:cubicBezTo>
                <a:cubicBezTo>
                  <a:pt x="260" y="229"/>
                  <a:pt x="270" y="233"/>
                  <a:pt x="287" y="234"/>
                </a:cubicBezTo>
                <a:cubicBezTo>
                  <a:pt x="288" y="236"/>
                  <a:pt x="289" y="239"/>
                  <a:pt x="289" y="243"/>
                </a:cubicBezTo>
                <a:cubicBezTo>
                  <a:pt x="289" y="248"/>
                  <a:pt x="288" y="251"/>
                  <a:pt x="287" y="253"/>
                </a:cubicBezTo>
                <a:cubicBezTo>
                  <a:pt x="254" y="252"/>
                  <a:pt x="234" y="252"/>
                  <a:pt x="227" y="252"/>
                </a:cubicBezTo>
                <a:cubicBezTo>
                  <a:pt x="219" y="252"/>
                  <a:pt x="200" y="252"/>
                  <a:pt x="168" y="253"/>
                </a:cubicBezTo>
                <a:cubicBezTo>
                  <a:pt x="167" y="252"/>
                  <a:pt x="166" y="249"/>
                  <a:pt x="166" y="244"/>
                </a:cubicBezTo>
                <a:cubicBezTo>
                  <a:pt x="166" y="240"/>
                  <a:pt x="167" y="236"/>
                  <a:pt x="168" y="234"/>
                </a:cubicBezTo>
                <a:cubicBezTo>
                  <a:pt x="184" y="233"/>
                  <a:pt x="194" y="229"/>
                  <a:pt x="197" y="224"/>
                </a:cubicBezTo>
                <a:cubicBezTo>
                  <a:pt x="201" y="219"/>
                  <a:pt x="203" y="205"/>
                  <a:pt x="203" y="182"/>
                </a:cubicBezTo>
                <a:lnTo>
                  <a:pt x="203" y="96"/>
                </a:lnTo>
                <a:cubicBezTo>
                  <a:pt x="203" y="75"/>
                  <a:pt x="201" y="61"/>
                  <a:pt x="197" y="52"/>
                </a:cubicBezTo>
                <a:cubicBezTo>
                  <a:pt x="189" y="38"/>
                  <a:pt x="179" y="31"/>
                  <a:pt x="167" y="31"/>
                </a:cubicBezTo>
                <a:cubicBezTo>
                  <a:pt x="144" y="31"/>
                  <a:pt x="120" y="42"/>
                  <a:pt x="97" y="65"/>
                </a:cubicBezTo>
                <a:cubicBezTo>
                  <a:pt x="90" y="72"/>
                  <a:pt x="87" y="80"/>
                  <a:pt x="87" y="89"/>
                </a:cubicBezTo>
                <a:lnTo>
                  <a:pt x="87" y="182"/>
                </a:lnTo>
                <a:cubicBezTo>
                  <a:pt x="87" y="205"/>
                  <a:pt x="89" y="219"/>
                  <a:pt x="93" y="224"/>
                </a:cubicBezTo>
                <a:cubicBezTo>
                  <a:pt x="97" y="229"/>
                  <a:pt x="106" y="233"/>
                  <a:pt x="121" y="234"/>
                </a:cubicBezTo>
                <a:cubicBezTo>
                  <a:pt x="123" y="236"/>
                  <a:pt x="124" y="240"/>
                  <a:pt x="124" y="244"/>
                </a:cubicBezTo>
                <a:cubicBezTo>
                  <a:pt x="124" y="249"/>
                  <a:pt x="123" y="252"/>
                  <a:pt x="121" y="253"/>
                </a:cubicBezTo>
                <a:cubicBezTo>
                  <a:pt x="89" y="252"/>
                  <a:pt x="71" y="252"/>
                  <a:pt x="65" y="252"/>
                </a:cubicBezTo>
                <a:cubicBezTo>
                  <a:pt x="54" y="252"/>
                  <a:pt x="33" y="252"/>
                  <a:pt x="2" y="253"/>
                </a:cubicBezTo>
                <a:cubicBezTo>
                  <a:pt x="0" y="252"/>
                  <a:pt x="0" y="249"/>
                  <a:pt x="0" y="244"/>
                </a:cubicBezTo>
                <a:cubicBezTo>
                  <a:pt x="0" y="240"/>
                  <a:pt x="0" y="236"/>
                  <a:pt x="2" y="234"/>
                </a:cubicBezTo>
                <a:cubicBezTo>
                  <a:pt x="20" y="233"/>
                  <a:pt x="31" y="229"/>
                  <a:pt x="35" y="224"/>
                </a:cubicBezTo>
                <a:cubicBezTo>
                  <a:pt x="40" y="219"/>
                  <a:pt x="42" y="205"/>
                  <a:pt x="42" y="182"/>
                </a:cubicBezTo>
                <a:lnTo>
                  <a:pt x="42" y="71"/>
                </a:lnTo>
                <a:cubicBezTo>
                  <a:pt x="42" y="55"/>
                  <a:pt x="40" y="45"/>
                  <a:pt x="35" y="41"/>
                </a:cubicBezTo>
                <a:cubicBezTo>
                  <a:pt x="31" y="37"/>
                  <a:pt x="21" y="34"/>
                  <a:pt x="5" y="33"/>
                </a:cubicBezTo>
                <a:cubicBezTo>
                  <a:pt x="2" y="26"/>
                  <a:pt x="2" y="20"/>
                  <a:pt x="4" y="16"/>
                </a:cubicBezTo>
                <a:cubicBezTo>
                  <a:pt x="33" y="12"/>
                  <a:pt x="57" y="7"/>
                  <a:pt x="76" y="0"/>
                </a:cubicBezTo>
                <a:cubicBezTo>
                  <a:pt x="79" y="0"/>
                  <a:pt x="81" y="1"/>
                  <a:pt x="83" y="4"/>
                </a:cubicBezTo>
                <a:cubicBezTo>
                  <a:pt x="86" y="11"/>
                  <a:pt x="87" y="25"/>
                  <a:pt x="87" y="47"/>
                </a:cubicBezTo>
                <a:cubicBezTo>
                  <a:pt x="87" y="52"/>
                  <a:pt x="89" y="52"/>
                  <a:pt x="93" y="47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2367360" y="4490280"/>
            <a:ext cx="75600" cy="91800"/>
          </a:xfrm>
          <a:custGeom>
            <a:avLst/>
            <a:gdLst/>
            <a:ahLst/>
            <a:rect l="0" t="0" r="r" b="b"/>
            <a:pathLst>
              <a:path w="210" h="255">
                <a:moveTo>
                  <a:pt x="49" y="88"/>
                </a:moveTo>
                <a:lnTo>
                  <a:pt x="152" y="86"/>
                </a:lnTo>
                <a:cubicBezTo>
                  <a:pt x="158" y="86"/>
                  <a:pt x="161" y="84"/>
                  <a:pt x="160" y="78"/>
                </a:cubicBezTo>
                <a:cubicBezTo>
                  <a:pt x="160" y="57"/>
                  <a:pt x="156" y="41"/>
                  <a:pt x="147" y="32"/>
                </a:cubicBezTo>
                <a:cubicBezTo>
                  <a:pt x="137" y="23"/>
                  <a:pt x="126" y="18"/>
                  <a:pt x="114" y="18"/>
                </a:cubicBezTo>
                <a:cubicBezTo>
                  <a:pt x="108" y="18"/>
                  <a:pt x="103" y="19"/>
                  <a:pt x="98" y="21"/>
                </a:cubicBezTo>
                <a:cubicBezTo>
                  <a:pt x="94" y="22"/>
                  <a:pt x="88" y="25"/>
                  <a:pt x="80" y="29"/>
                </a:cubicBezTo>
                <a:cubicBezTo>
                  <a:pt x="74" y="33"/>
                  <a:pt x="67" y="41"/>
                  <a:pt x="61" y="51"/>
                </a:cubicBezTo>
                <a:cubicBezTo>
                  <a:pt x="55" y="61"/>
                  <a:pt x="51" y="74"/>
                  <a:pt x="49" y="88"/>
                </a:cubicBezTo>
                <a:moveTo>
                  <a:pt x="210" y="205"/>
                </a:moveTo>
                <a:cubicBezTo>
                  <a:pt x="185" y="238"/>
                  <a:pt x="153" y="255"/>
                  <a:pt x="114" y="255"/>
                </a:cubicBezTo>
                <a:cubicBezTo>
                  <a:pt x="75" y="255"/>
                  <a:pt x="46" y="243"/>
                  <a:pt x="26" y="218"/>
                </a:cubicBezTo>
                <a:cubicBezTo>
                  <a:pt x="8" y="198"/>
                  <a:pt x="0" y="170"/>
                  <a:pt x="0" y="134"/>
                </a:cubicBezTo>
                <a:cubicBezTo>
                  <a:pt x="0" y="93"/>
                  <a:pt x="12" y="61"/>
                  <a:pt x="36" y="37"/>
                </a:cubicBezTo>
                <a:cubicBezTo>
                  <a:pt x="60" y="12"/>
                  <a:pt x="86" y="0"/>
                  <a:pt x="114" y="0"/>
                </a:cubicBezTo>
                <a:cubicBezTo>
                  <a:pt x="178" y="0"/>
                  <a:pt x="210" y="33"/>
                  <a:pt x="210" y="99"/>
                </a:cubicBezTo>
                <a:cubicBezTo>
                  <a:pt x="210" y="105"/>
                  <a:pt x="206" y="108"/>
                  <a:pt x="199" y="108"/>
                </a:cubicBezTo>
                <a:lnTo>
                  <a:pt x="47" y="108"/>
                </a:lnTo>
                <a:cubicBezTo>
                  <a:pt x="47" y="140"/>
                  <a:pt x="53" y="166"/>
                  <a:pt x="65" y="186"/>
                </a:cubicBezTo>
                <a:cubicBezTo>
                  <a:pt x="82" y="213"/>
                  <a:pt x="103" y="227"/>
                  <a:pt x="128" y="227"/>
                </a:cubicBezTo>
                <a:cubicBezTo>
                  <a:pt x="144" y="227"/>
                  <a:pt x="157" y="225"/>
                  <a:pt x="167" y="220"/>
                </a:cubicBezTo>
                <a:cubicBezTo>
                  <a:pt x="177" y="215"/>
                  <a:pt x="188" y="207"/>
                  <a:pt x="199" y="196"/>
                </a:cubicBezTo>
                <a:cubicBezTo>
                  <a:pt x="205" y="197"/>
                  <a:pt x="209" y="200"/>
                  <a:pt x="210" y="205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2455560" y="4489200"/>
            <a:ext cx="69480" cy="91080"/>
          </a:xfrm>
          <a:custGeom>
            <a:avLst/>
            <a:gdLst/>
            <a:ahLst/>
            <a:rect l="0" t="0" r="r" b="b"/>
            <a:pathLst>
              <a:path w="193" h="253">
                <a:moveTo>
                  <a:pt x="90" y="48"/>
                </a:moveTo>
                <a:cubicBezTo>
                  <a:pt x="90" y="50"/>
                  <a:pt x="90" y="51"/>
                  <a:pt x="91" y="52"/>
                </a:cubicBezTo>
                <a:cubicBezTo>
                  <a:pt x="91" y="53"/>
                  <a:pt x="93" y="52"/>
                  <a:pt x="95" y="49"/>
                </a:cubicBezTo>
                <a:cubicBezTo>
                  <a:pt x="103" y="36"/>
                  <a:pt x="112" y="25"/>
                  <a:pt x="123" y="16"/>
                </a:cubicBezTo>
                <a:cubicBezTo>
                  <a:pt x="134" y="6"/>
                  <a:pt x="146" y="1"/>
                  <a:pt x="158" y="1"/>
                </a:cubicBezTo>
                <a:cubicBezTo>
                  <a:pt x="169" y="1"/>
                  <a:pt x="177" y="4"/>
                  <a:pt x="183" y="11"/>
                </a:cubicBezTo>
                <a:cubicBezTo>
                  <a:pt x="189" y="16"/>
                  <a:pt x="193" y="23"/>
                  <a:pt x="193" y="29"/>
                </a:cubicBezTo>
                <a:cubicBezTo>
                  <a:pt x="193" y="36"/>
                  <a:pt x="190" y="43"/>
                  <a:pt x="184" y="49"/>
                </a:cubicBezTo>
                <a:cubicBezTo>
                  <a:pt x="178" y="55"/>
                  <a:pt x="172" y="58"/>
                  <a:pt x="166" y="58"/>
                </a:cubicBezTo>
                <a:cubicBezTo>
                  <a:pt x="163" y="58"/>
                  <a:pt x="160" y="57"/>
                  <a:pt x="157" y="56"/>
                </a:cubicBezTo>
                <a:cubicBezTo>
                  <a:pt x="154" y="54"/>
                  <a:pt x="153" y="53"/>
                  <a:pt x="151" y="52"/>
                </a:cubicBezTo>
                <a:cubicBezTo>
                  <a:pt x="150" y="51"/>
                  <a:pt x="148" y="49"/>
                  <a:pt x="146" y="46"/>
                </a:cubicBezTo>
                <a:cubicBezTo>
                  <a:pt x="144" y="44"/>
                  <a:pt x="143" y="42"/>
                  <a:pt x="142" y="41"/>
                </a:cubicBezTo>
                <a:cubicBezTo>
                  <a:pt x="139" y="38"/>
                  <a:pt x="135" y="37"/>
                  <a:pt x="130" y="37"/>
                </a:cubicBezTo>
                <a:cubicBezTo>
                  <a:pt x="126" y="37"/>
                  <a:pt x="117" y="46"/>
                  <a:pt x="104" y="65"/>
                </a:cubicBezTo>
                <a:cubicBezTo>
                  <a:pt x="95" y="79"/>
                  <a:pt x="90" y="91"/>
                  <a:pt x="90" y="103"/>
                </a:cubicBezTo>
                <a:lnTo>
                  <a:pt x="90" y="182"/>
                </a:lnTo>
                <a:cubicBezTo>
                  <a:pt x="90" y="205"/>
                  <a:pt x="93" y="219"/>
                  <a:pt x="98" y="224"/>
                </a:cubicBezTo>
                <a:cubicBezTo>
                  <a:pt x="103" y="230"/>
                  <a:pt x="116" y="233"/>
                  <a:pt x="137" y="234"/>
                </a:cubicBezTo>
                <a:cubicBezTo>
                  <a:pt x="139" y="237"/>
                  <a:pt x="139" y="240"/>
                  <a:pt x="139" y="244"/>
                </a:cubicBezTo>
                <a:cubicBezTo>
                  <a:pt x="139" y="249"/>
                  <a:pt x="139" y="252"/>
                  <a:pt x="137" y="253"/>
                </a:cubicBezTo>
                <a:cubicBezTo>
                  <a:pt x="104" y="252"/>
                  <a:pt x="81" y="252"/>
                  <a:pt x="68" y="252"/>
                </a:cubicBezTo>
                <a:cubicBezTo>
                  <a:pt x="57" y="252"/>
                  <a:pt x="35" y="252"/>
                  <a:pt x="3" y="253"/>
                </a:cubicBezTo>
                <a:cubicBezTo>
                  <a:pt x="1" y="252"/>
                  <a:pt x="0" y="249"/>
                  <a:pt x="0" y="244"/>
                </a:cubicBezTo>
                <a:cubicBezTo>
                  <a:pt x="0" y="240"/>
                  <a:pt x="1" y="237"/>
                  <a:pt x="3" y="234"/>
                </a:cubicBezTo>
                <a:cubicBezTo>
                  <a:pt x="21" y="233"/>
                  <a:pt x="33" y="230"/>
                  <a:pt x="37" y="225"/>
                </a:cubicBezTo>
                <a:cubicBezTo>
                  <a:pt x="42" y="220"/>
                  <a:pt x="45" y="205"/>
                  <a:pt x="45" y="182"/>
                </a:cubicBezTo>
                <a:lnTo>
                  <a:pt x="45" y="71"/>
                </a:lnTo>
                <a:cubicBezTo>
                  <a:pt x="45" y="56"/>
                  <a:pt x="43" y="46"/>
                  <a:pt x="38" y="41"/>
                </a:cubicBezTo>
                <a:cubicBezTo>
                  <a:pt x="34" y="37"/>
                  <a:pt x="24" y="34"/>
                  <a:pt x="8" y="33"/>
                </a:cubicBezTo>
                <a:cubicBezTo>
                  <a:pt x="6" y="26"/>
                  <a:pt x="6" y="21"/>
                  <a:pt x="7" y="16"/>
                </a:cubicBezTo>
                <a:cubicBezTo>
                  <a:pt x="37" y="13"/>
                  <a:pt x="61" y="7"/>
                  <a:pt x="79" y="0"/>
                </a:cubicBezTo>
                <a:cubicBezTo>
                  <a:pt x="82" y="0"/>
                  <a:pt x="84" y="1"/>
                  <a:pt x="86" y="4"/>
                </a:cubicBezTo>
                <a:cubicBezTo>
                  <a:pt x="89" y="11"/>
                  <a:pt x="90" y="26"/>
                  <a:pt x="90" y="48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2532240" y="4489200"/>
            <a:ext cx="69480" cy="91080"/>
          </a:xfrm>
          <a:custGeom>
            <a:avLst/>
            <a:gdLst/>
            <a:ahLst/>
            <a:rect l="0" t="0" r="r" b="b"/>
            <a:pathLst>
              <a:path w="193" h="253">
                <a:moveTo>
                  <a:pt x="90" y="48"/>
                </a:moveTo>
                <a:cubicBezTo>
                  <a:pt x="90" y="50"/>
                  <a:pt x="90" y="51"/>
                  <a:pt x="91" y="52"/>
                </a:cubicBezTo>
                <a:cubicBezTo>
                  <a:pt x="91" y="53"/>
                  <a:pt x="93" y="52"/>
                  <a:pt x="95" y="49"/>
                </a:cubicBezTo>
                <a:cubicBezTo>
                  <a:pt x="103" y="36"/>
                  <a:pt x="112" y="25"/>
                  <a:pt x="123" y="16"/>
                </a:cubicBezTo>
                <a:cubicBezTo>
                  <a:pt x="134" y="6"/>
                  <a:pt x="146" y="1"/>
                  <a:pt x="158" y="1"/>
                </a:cubicBezTo>
                <a:cubicBezTo>
                  <a:pt x="169" y="1"/>
                  <a:pt x="177" y="4"/>
                  <a:pt x="183" y="11"/>
                </a:cubicBezTo>
                <a:cubicBezTo>
                  <a:pt x="189" y="16"/>
                  <a:pt x="193" y="23"/>
                  <a:pt x="193" y="29"/>
                </a:cubicBezTo>
                <a:cubicBezTo>
                  <a:pt x="193" y="36"/>
                  <a:pt x="190" y="43"/>
                  <a:pt x="184" y="49"/>
                </a:cubicBezTo>
                <a:cubicBezTo>
                  <a:pt x="178" y="55"/>
                  <a:pt x="172" y="58"/>
                  <a:pt x="166" y="58"/>
                </a:cubicBezTo>
                <a:cubicBezTo>
                  <a:pt x="163" y="58"/>
                  <a:pt x="160" y="57"/>
                  <a:pt x="157" y="56"/>
                </a:cubicBezTo>
                <a:cubicBezTo>
                  <a:pt x="154" y="54"/>
                  <a:pt x="153" y="53"/>
                  <a:pt x="151" y="52"/>
                </a:cubicBezTo>
                <a:cubicBezTo>
                  <a:pt x="150" y="51"/>
                  <a:pt x="148" y="49"/>
                  <a:pt x="146" y="46"/>
                </a:cubicBezTo>
                <a:cubicBezTo>
                  <a:pt x="144" y="44"/>
                  <a:pt x="143" y="42"/>
                  <a:pt x="142" y="41"/>
                </a:cubicBezTo>
                <a:cubicBezTo>
                  <a:pt x="139" y="38"/>
                  <a:pt x="135" y="37"/>
                  <a:pt x="130" y="37"/>
                </a:cubicBezTo>
                <a:cubicBezTo>
                  <a:pt x="126" y="37"/>
                  <a:pt x="117" y="46"/>
                  <a:pt x="104" y="65"/>
                </a:cubicBezTo>
                <a:cubicBezTo>
                  <a:pt x="95" y="79"/>
                  <a:pt x="90" y="91"/>
                  <a:pt x="90" y="103"/>
                </a:cubicBezTo>
                <a:lnTo>
                  <a:pt x="90" y="182"/>
                </a:lnTo>
                <a:cubicBezTo>
                  <a:pt x="90" y="205"/>
                  <a:pt x="93" y="219"/>
                  <a:pt x="98" y="224"/>
                </a:cubicBezTo>
                <a:cubicBezTo>
                  <a:pt x="103" y="230"/>
                  <a:pt x="116" y="233"/>
                  <a:pt x="137" y="234"/>
                </a:cubicBezTo>
                <a:cubicBezTo>
                  <a:pt x="139" y="237"/>
                  <a:pt x="139" y="240"/>
                  <a:pt x="139" y="244"/>
                </a:cubicBezTo>
                <a:cubicBezTo>
                  <a:pt x="139" y="249"/>
                  <a:pt x="139" y="252"/>
                  <a:pt x="137" y="253"/>
                </a:cubicBezTo>
                <a:cubicBezTo>
                  <a:pt x="104" y="252"/>
                  <a:pt x="81" y="252"/>
                  <a:pt x="68" y="252"/>
                </a:cubicBezTo>
                <a:cubicBezTo>
                  <a:pt x="57" y="252"/>
                  <a:pt x="35" y="252"/>
                  <a:pt x="3" y="253"/>
                </a:cubicBezTo>
                <a:cubicBezTo>
                  <a:pt x="1" y="252"/>
                  <a:pt x="0" y="249"/>
                  <a:pt x="0" y="244"/>
                </a:cubicBezTo>
                <a:cubicBezTo>
                  <a:pt x="0" y="240"/>
                  <a:pt x="1" y="237"/>
                  <a:pt x="3" y="234"/>
                </a:cubicBezTo>
                <a:cubicBezTo>
                  <a:pt x="21" y="233"/>
                  <a:pt x="33" y="230"/>
                  <a:pt x="37" y="225"/>
                </a:cubicBezTo>
                <a:cubicBezTo>
                  <a:pt x="42" y="220"/>
                  <a:pt x="45" y="205"/>
                  <a:pt x="45" y="182"/>
                </a:cubicBezTo>
                <a:lnTo>
                  <a:pt x="45" y="71"/>
                </a:lnTo>
                <a:cubicBezTo>
                  <a:pt x="45" y="56"/>
                  <a:pt x="43" y="46"/>
                  <a:pt x="38" y="41"/>
                </a:cubicBezTo>
                <a:cubicBezTo>
                  <a:pt x="34" y="37"/>
                  <a:pt x="24" y="34"/>
                  <a:pt x="8" y="33"/>
                </a:cubicBezTo>
                <a:cubicBezTo>
                  <a:pt x="6" y="26"/>
                  <a:pt x="6" y="21"/>
                  <a:pt x="7" y="16"/>
                </a:cubicBezTo>
                <a:cubicBezTo>
                  <a:pt x="37" y="13"/>
                  <a:pt x="61" y="7"/>
                  <a:pt x="79" y="0"/>
                </a:cubicBezTo>
                <a:cubicBezTo>
                  <a:pt x="82" y="0"/>
                  <a:pt x="84" y="1"/>
                  <a:pt x="86" y="4"/>
                </a:cubicBezTo>
                <a:cubicBezTo>
                  <a:pt x="89" y="11"/>
                  <a:pt x="90" y="26"/>
                  <a:pt x="90" y="48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2610720" y="4489560"/>
            <a:ext cx="86760" cy="92520"/>
          </a:xfrm>
          <a:custGeom>
            <a:avLst/>
            <a:gdLst/>
            <a:ahLst/>
            <a:rect l="0" t="0" r="r" b="b"/>
            <a:pathLst>
              <a:path w="241" h="257">
                <a:moveTo>
                  <a:pt x="0" y="134"/>
                </a:moveTo>
                <a:cubicBezTo>
                  <a:pt x="0" y="96"/>
                  <a:pt x="11" y="65"/>
                  <a:pt x="32" y="40"/>
                </a:cubicBezTo>
                <a:cubicBezTo>
                  <a:pt x="55" y="14"/>
                  <a:pt x="85" y="0"/>
                  <a:pt x="122" y="0"/>
                </a:cubicBezTo>
                <a:cubicBezTo>
                  <a:pt x="149" y="0"/>
                  <a:pt x="172" y="7"/>
                  <a:pt x="190" y="21"/>
                </a:cubicBezTo>
                <a:cubicBezTo>
                  <a:pt x="209" y="35"/>
                  <a:pt x="222" y="51"/>
                  <a:pt x="230" y="70"/>
                </a:cubicBezTo>
                <a:cubicBezTo>
                  <a:pt x="237" y="88"/>
                  <a:pt x="241" y="108"/>
                  <a:pt x="241" y="129"/>
                </a:cubicBezTo>
                <a:cubicBezTo>
                  <a:pt x="241" y="169"/>
                  <a:pt x="229" y="201"/>
                  <a:pt x="204" y="225"/>
                </a:cubicBezTo>
                <a:cubicBezTo>
                  <a:pt x="183" y="247"/>
                  <a:pt x="155" y="257"/>
                  <a:pt x="120" y="257"/>
                </a:cubicBezTo>
                <a:cubicBezTo>
                  <a:pt x="82" y="257"/>
                  <a:pt x="53" y="244"/>
                  <a:pt x="32" y="220"/>
                </a:cubicBezTo>
                <a:cubicBezTo>
                  <a:pt x="11" y="195"/>
                  <a:pt x="0" y="167"/>
                  <a:pt x="0" y="134"/>
                </a:cubicBezTo>
                <a:moveTo>
                  <a:pt x="113" y="20"/>
                </a:moveTo>
                <a:cubicBezTo>
                  <a:pt x="71" y="20"/>
                  <a:pt x="50" y="54"/>
                  <a:pt x="50" y="121"/>
                </a:cubicBezTo>
                <a:cubicBezTo>
                  <a:pt x="50" y="133"/>
                  <a:pt x="51" y="146"/>
                  <a:pt x="54" y="159"/>
                </a:cubicBezTo>
                <a:cubicBezTo>
                  <a:pt x="57" y="171"/>
                  <a:pt x="61" y="183"/>
                  <a:pt x="67" y="196"/>
                </a:cubicBezTo>
                <a:cubicBezTo>
                  <a:pt x="73" y="208"/>
                  <a:pt x="81" y="218"/>
                  <a:pt x="91" y="226"/>
                </a:cubicBezTo>
                <a:cubicBezTo>
                  <a:pt x="102" y="233"/>
                  <a:pt x="114" y="237"/>
                  <a:pt x="129" y="237"/>
                </a:cubicBezTo>
                <a:cubicBezTo>
                  <a:pt x="145" y="237"/>
                  <a:pt x="160" y="230"/>
                  <a:pt x="173" y="217"/>
                </a:cubicBezTo>
                <a:cubicBezTo>
                  <a:pt x="186" y="203"/>
                  <a:pt x="193" y="180"/>
                  <a:pt x="193" y="147"/>
                </a:cubicBezTo>
                <a:cubicBezTo>
                  <a:pt x="193" y="107"/>
                  <a:pt x="185" y="76"/>
                  <a:pt x="171" y="53"/>
                </a:cubicBezTo>
                <a:cubicBezTo>
                  <a:pt x="157" y="32"/>
                  <a:pt x="138" y="20"/>
                  <a:pt x="113" y="20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2710440" y="4489200"/>
            <a:ext cx="69120" cy="91080"/>
          </a:xfrm>
          <a:custGeom>
            <a:avLst/>
            <a:gdLst/>
            <a:ahLst/>
            <a:rect l="0" t="0" r="r" b="b"/>
            <a:pathLst>
              <a:path w="192" h="253">
                <a:moveTo>
                  <a:pt x="90" y="48"/>
                </a:moveTo>
                <a:cubicBezTo>
                  <a:pt x="90" y="50"/>
                  <a:pt x="90" y="51"/>
                  <a:pt x="91" y="52"/>
                </a:cubicBezTo>
                <a:cubicBezTo>
                  <a:pt x="91" y="53"/>
                  <a:pt x="93" y="52"/>
                  <a:pt x="95" y="49"/>
                </a:cubicBezTo>
                <a:cubicBezTo>
                  <a:pt x="102" y="36"/>
                  <a:pt x="112" y="25"/>
                  <a:pt x="122" y="16"/>
                </a:cubicBezTo>
                <a:cubicBezTo>
                  <a:pt x="134" y="6"/>
                  <a:pt x="145" y="1"/>
                  <a:pt x="158" y="1"/>
                </a:cubicBezTo>
                <a:cubicBezTo>
                  <a:pt x="169" y="1"/>
                  <a:pt x="177" y="4"/>
                  <a:pt x="183" y="11"/>
                </a:cubicBezTo>
                <a:cubicBezTo>
                  <a:pt x="189" y="16"/>
                  <a:pt x="192" y="23"/>
                  <a:pt x="192" y="29"/>
                </a:cubicBezTo>
                <a:cubicBezTo>
                  <a:pt x="192" y="36"/>
                  <a:pt x="190" y="43"/>
                  <a:pt x="184" y="49"/>
                </a:cubicBezTo>
                <a:cubicBezTo>
                  <a:pt x="178" y="55"/>
                  <a:pt x="172" y="58"/>
                  <a:pt x="165" y="58"/>
                </a:cubicBezTo>
                <a:cubicBezTo>
                  <a:pt x="163" y="58"/>
                  <a:pt x="160" y="57"/>
                  <a:pt x="157" y="56"/>
                </a:cubicBezTo>
                <a:cubicBezTo>
                  <a:pt x="154" y="54"/>
                  <a:pt x="152" y="53"/>
                  <a:pt x="151" y="52"/>
                </a:cubicBezTo>
                <a:cubicBezTo>
                  <a:pt x="150" y="51"/>
                  <a:pt x="148" y="49"/>
                  <a:pt x="146" y="46"/>
                </a:cubicBezTo>
                <a:cubicBezTo>
                  <a:pt x="144" y="44"/>
                  <a:pt x="143" y="42"/>
                  <a:pt x="142" y="41"/>
                </a:cubicBezTo>
                <a:cubicBezTo>
                  <a:pt x="139" y="38"/>
                  <a:pt x="135" y="37"/>
                  <a:pt x="130" y="37"/>
                </a:cubicBezTo>
                <a:cubicBezTo>
                  <a:pt x="125" y="37"/>
                  <a:pt x="117" y="46"/>
                  <a:pt x="104" y="65"/>
                </a:cubicBezTo>
                <a:cubicBezTo>
                  <a:pt x="95" y="79"/>
                  <a:pt x="90" y="91"/>
                  <a:pt x="90" y="103"/>
                </a:cubicBezTo>
                <a:lnTo>
                  <a:pt x="90" y="182"/>
                </a:lnTo>
                <a:cubicBezTo>
                  <a:pt x="90" y="205"/>
                  <a:pt x="93" y="219"/>
                  <a:pt x="98" y="224"/>
                </a:cubicBezTo>
                <a:cubicBezTo>
                  <a:pt x="103" y="230"/>
                  <a:pt x="116" y="233"/>
                  <a:pt x="137" y="234"/>
                </a:cubicBezTo>
                <a:cubicBezTo>
                  <a:pt x="139" y="237"/>
                  <a:pt x="139" y="240"/>
                  <a:pt x="139" y="244"/>
                </a:cubicBezTo>
                <a:cubicBezTo>
                  <a:pt x="139" y="249"/>
                  <a:pt x="139" y="252"/>
                  <a:pt x="137" y="253"/>
                </a:cubicBezTo>
                <a:cubicBezTo>
                  <a:pt x="104" y="252"/>
                  <a:pt x="81" y="252"/>
                  <a:pt x="68" y="252"/>
                </a:cubicBezTo>
                <a:cubicBezTo>
                  <a:pt x="56" y="252"/>
                  <a:pt x="35" y="252"/>
                  <a:pt x="2" y="253"/>
                </a:cubicBezTo>
                <a:cubicBezTo>
                  <a:pt x="1" y="252"/>
                  <a:pt x="0" y="249"/>
                  <a:pt x="0" y="244"/>
                </a:cubicBezTo>
                <a:cubicBezTo>
                  <a:pt x="0" y="240"/>
                  <a:pt x="1" y="237"/>
                  <a:pt x="2" y="234"/>
                </a:cubicBezTo>
                <a:cubicBezTo>
                  <a:pt x="21" y="233"/>
                  <a:pt x="32" y="230"/>
                  <a:pt x="37" y="225"/>
                </a:cubicBezTo>
                <a:cubicBezTo>
                  <a:pt x="42" y="220"/>
                  <a:pt x="45" y="205"/>
                  <a:pt x="45" y="182"/>
                </a:cubicBezTo>
                <a:lnTo>
                  <a:pt x="45" y="71"/>
                </a:lnTo>
                <a:cubicBezTo>
                  <a:pt x="45" y="56"/>
                  <a:pt x="42" y="46"/>
                  <a:pt x="38" y="41"/>
                </a:cubicBezTo>
                <a:cubicBezTo>
                  <a:pt x="34" y="37"/>
                  <a:pt x="24" y="34"/>
                  <a:pt x="8" y="33"/>
                </a:cubicBezTo>
                <a:cubicBezTo>
                  <a:pt x="6" y="26"/>
                  <a:pt x="6" y="21"/>
                  <a:pt x="7" y="16"/>
                </a:cubicBezTo>
                <a:cubicBezTo>
                  <a:pt x="37" y="13"/>
                  <a:pt x="61" y="7"/>
                  <a:pt x="79" y="0"/>
                </a:cubicBezTo>
                <a:cubicBezTo>
                  <a:pt x="82" y="0"/>
                  <a:pt x="84" y="1"/>
                  <a:pt x="86" y="4"/>
                </a:cubicBezTo>
                <a:cubicBezTo>
                  <a:pt x="89" y="11"/>
                  <a:pt x="90" y="26"/>
                  <a:pt x="90" y="48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1656720" y="1948320"/>
            <a:ext cx="132120" cy="137160"/>
          </a:xfrm>
          <a:custGeom>
            <a:avLst/>
            <a:gdLst/>
            <a:ahLst/>
            <a:rect l="0" t="0" r="r" b="b"/>
            <a:pathLst>
              <a:path w="367" h="381">
                <a:moveTo>
                  <a:pt x="197" y="0"/>
                </a:moveTo>
                <a:cubicBezTo>
                  <a:pt x="223" y="0"/>
                  <a:pt x="248" y="4"/>
                  <a:pt x="272" y="13"/>
                </a:cubicBezTo>
                <a:cubicBezTo>
                  <a:pt x="296" y="21"/>
                  <a:pt x="313" y="25"/>
                  <a:pt x="321" y="25"/>
                </a:cubicBezTo>
                <a:cubicBezTo>
                  <a:pt x="325" y="61"/>
                  <a:pt x="329" y="90"/>
                  <a:pt x="334" y="113"/>
                </a:cubicBezTo>
                <a:lnTo>
                  <a:pt x="315" y="117"/>
                </a:lnTo>
                <a:cubicBezTo>
                  <a:pt x="306" y="88"/>
                  <a:pt x="292" y="64"/>
                  <a:pt x="273" y="47"/>
                </a:cubicBezTo>
                <a:cubicBezTo>
                  <a:pt x="255" y="29"/>
                  <a:pt x="226" y="21"/>
                  <a:pt x="188" y="21"/>
                </a:cubicBezTo>
                <a:cubicBezTo>
                  <a:pt x="149" y="21"/>
                  <a:pt x="117" y="36"/>
                  <a:pt x="91" y="68"/>
                </a:cubicBezTo>
                <a:cubicBezTo>
                  <a:pt x="65" y="99"/>
                  <a:pt x="52" y="139"/>
                  <a:pt x="52" y="188"/>
                </a:cubicBezTo>
                <a:cubicBezTo>
                  <a:pt x="52" y="208"/>
                  <a:pt x="55" y="227"/>
                  <a:pt x="62" y="247"/>
                </a:cubicBezTo>
                <a:cubicBezTo>
                  <a:pt x="69" y="267"/>
                  <a:pt x="78" y="286"/>
                  <a:pt x="91" y="303"/>
                </a:cubicBezTo>
                <a:cubicBezTo>
                  <a:pt x="103" y="320"/>
                  <a:pt x="120" y="334"/>
                  <a:pt x="140" y="344"/>
                </a:cubicBezTo>
                <a:cubicBezTo>
                  <a:pt x="160" y="355"/>
                  <a:pt x="183" y="361"/>
                  <a:pt x="207" y="361"/>
                </a:cubicBezTo>
                <a:cubicBezTo>
                  <a:pt x="243" y="361"/>
                  <a:pt x="270" y="351"/>
                  <a:pt x="290" y="333"/>
                </a:cubicBezTo>
                <a:lnTo>
                  <a:pt x="290" y="247"/>
                </a:lnTo>
                <a:cubicBezTo>
                  <a:pt x="290" y="237"/>
                  <a:pt x="286" y="231"/>
                  <a:pt x="280" y="227"/>
                </a:cubicBezTo>
                <a:cubicBezTo>
                  <a:pt x="273" y="224"/>
                  <a:pt x="261" y="222"/>
                  <a:pt x="243" y="221"/>
                </a:cubicBezTo>
                <a:cubicBezTo>
                  <a:pt x="242" y="219"/>
                  <a:pt x="241" y="215"/>
                  <a:pt x="241" y="211"/>
                </a:cubicBezTo>
                <a:cubicBezTo>
                  <a:pt x="241" y="206"/>
                  <a:pt x="242" y="202"/>
                  <a:pt x="243" y="200"/>
                </a:cubicBezTo>
                <a:cubicBezTo>
                  <a:pt x="279" y="201"/>
                  <a:pt x="302" y="201"/>
                  <a:pt x="314" y="201"/>
                </a:cubicBezTo>
                <a:cubicBezTo>
                  <a:pt x="325" y="201"/>
                  <a:pt x="341" y="201"/>
                  <a:pt x="365" y="200"/>
                </a:cubicBezTo>
                <a:cubicBezTo>
                  <a:pt x="366" y="202"/>
                  <a:pt x="367" y="206"/>
                  <a:pt x="367" y="211"/>
                </a:cubicBezTo>
                <a:cubicBezTo>
                  <a:pt x="367" y="215"/>
                  <a:pt x="366" y="219"/>
                  <a:pt x="365" y="221"/>
                </a:cubicBezTo>
                <a:cubicBezTo>
                  <a:pt x="355" y="221"/>
                  <a:pt x="349" y="223"/>
                  <a:pt x="345" y="227"/>
                </a:cubicBezTo>
                <a:cubicBezTo>
                  <a:pt x="340" y="232"/>
                  <a:pt x="338" y="238"/>
                  <a:pt x="338" y="247"/>
                </a:cubicBezTo>
                <a:lnTo>
                  <a:pt x="338" y="312"/>
                </a:lnTo>
                <a:cubicBezTo>
                  <a:pt x="338" y="318"/>
                  <a:pt x="341" y="323"/>
                  <a:pt x="348" y="327"/>
                </a:cubicBezTo>
                <a:cubicBezTo>
                  <a:pt x="306" y="363"/>
                  <a:pt x="255" y="381"/>
                  <a:pt x="194" y="381"/>
                </a:cubicBezTo>
                <a:cubicBezTo>
                  <a:pt x="137" y="381"/>
                  <a:pt x="91" y="363"/>
                  <a:pt x="55" y="328"/>
                </a:cubicBezTo>
                <a:cubicBezTo>
                  <a:pt x="18" y="293"/>
                  <a:pt x="0" y="250"/>
                  <a:pt x="0" y="200"/>
                </a:cubicBezTo>
                <a:cubicBezTo>
                  <a:pt x="0" y="159"/>
                  <a:pt x="9" y="124"/>
                  <a:pt x="28" y="93"/>
                </a:cubicBezTo>
                <a:cubicBezTo>
                  <a:pt x="48" y="62"/>
                  <a:pt x="72" y="38"/>
                  <a:pt x="102" y="23"/>
                </a:cubicBezTo>
                <a:cubicBezTo>
                  <a:pt x="131" y="8"/>
                  <a:pt x="163" y="0"/>
                  <a:pt x="197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796400" y="1940040"/>
            <a:ext cx="47880" cy="143640"/>
          </a:xfrm>
          <a:custGeom>
            <a:avLst/>
            <a:gdLst/>
            <a:ahLst/>
            <a:rect l="0" t="0" r="r" b="b"/>
            <a:pathLst>
              <a:path w="133" h="399">
                <a:moveTo>
                  <a:pt x="44" y="328"/>
                </a:moveTo>
                <a:lnTo>
                  <a:pt x="44" y="79"/>
                </a:lnTo>
                <a:cubicBezTo>
                  <a:pt x="44" y="67"/>
                  <a:pt x="44" y="58"/>
                  <a:pt x="43" y="52"/>
                </a:cubicBezTo>
                <a:cubicBezTo>
                  <a:pt x="42" y="46"/>
                  <a:pt x="40" y="41"/>
                  <a:pt x="36" y="38"/>
                </a:cubicBezTo>
                <a:cubicBezTo>
                  <a:pt x="32" y="35"/>
                  <a:pt x="28" y="34"/>
                  <a:pt x="26" y="34"/>
                </a:cubicBezTo>
                <a:cubicBezTo>
                  <a:pt x="24" y="34"/>
                  <a:pt x="18" y="33"/>
                  <a:pt x="8" y="32"/>
                </a:cubicBezTo>
                <a:cubicBezTo>
                  <a:pt x="3" y="28"/>
                  <a:pt x="2" y="22"/>
                  <a:pt x="4" y="15"/>
                </a:cubicBezTo>
                <a:cubicBezTo>
                  <a:pt x="37" y="13"/>
                  <a:pt x="64" y="7"/>
                  <a:pt x="84" y="0"/>
                </a:cubicBezTo>
                <a:cubicBezTo>
                  <a:pt x="89" y="0"/>
                  <a:pt x="91" y="2"/>
                  <a:pt x="91" y="6"/>
                </a:cubicBezTo>
                <a:cubicBezTo>
                  <a:pt x="90" y="21"/>
                  <a:pt x="89" y="41"/>
                  <a:pt x="89" y="65"/>
                </a:cubicBezTo>
                <a:lnTo>
                  <a:pt x="89" y="328"/>
                </a:lnTo>
                <a:cubicBezTo>
                  <a:pt x="89" y="351"/>
                  <a:pt x="91" y="366"/>
                  <a:pt x="96" y="371"/>
                </a:cubicBezTo>
                <a:cubicBezTo>
                  <a:pt x="101" y="376"/>
                  <a:pt x="112" y="379"/>
                  <a:pt x="131" y="380"/>
                </a:cubicBezTo>
                <a:cubicBezTo>
                  <a:pt x="132" y="383"/>
                  <a:pt x="133" y="386"/>
                  <a:pt x="133" y="390"/>
                </a:cubicBezTo>
                <a:cubicBezTo>
                  <a:pt x="133" y="395"/>
                  <a:pt x="132" y="398"/>
                  <a:pt x="131" y="399"/>
                </a:cubicBezTo>
                <a:cubicBezTo>
                  <a:pt x="98" y="398"/>
                  <a:pt x="76" y="398"/>
                  <a:pt x="67" y="398"/>
                </a:cubicBezTo>
                <a:cubicBezTo>
                  <a:pt x="56" y="398"/>
                  <a:pt x="35" y="398"/>
                  <a:pt x="3" y="399"/>
                </a:cubicBezTo>
                <a:cubicBezTo>
                  <a:pt x="1" y="398"/>
                  <a:pt x="0" y="395"/>
                  <a:pt x="0" y="390"/>
                </a:cubicBezTo>
                <a:cubicBezTo>
                  <a:pt x="0" y="386"/>
                  <a:pt x="1" y="383"/>
                  <a:pt x="3" y="380"/>
                </a:cubicBezTo>
                <a:cubicBezTo>
                  <a:pt x="21" y="380"/>
                  <a:pt x="32" y="377"/>
                  <a:pt x="37" y="371"/>
                </a:cubicBezTo>
                <a:cubicBezTo>
                  <a:pt x="42" y="366"/>
                  <a:pt x="44" y="351"/>
                  <a:pt x="44" y="32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1855080" y="1992960"/>
            <a:ext cx="86760" cy="92520"/>
          </a:xfrm>
          <a:custGeom>
            <a:avLst/>
            <a:gdLst/>
            <a:ahLst/>
            <a:rect l="0" t="0" r="r" b="b"/>
            <a:pathLst>
              <a:path w="241" h="257">
                <a:moveTo>
                  <a:pt x="0" y="134"/>
                </a:moveTo>
                <a:cubicBezTo>
                  <a:pt x="0" y="96"/>
                  <a:pt x="11" y="65"/>
                  <a:pt x="32" y="40"/>
                </a:cubicBezTo>
                <a:cubicBezTo>
                  <a:pt x="55" y="14"/>
                  <a:pt x="85" y="0"/>
                  <a:pt x="122" y="0"/>
                </a:cubicBezTo>
                <a:cubicBezTo>
                  <a:pt x="149" y="0"/>
                  <a:pt x="172" y="7"/>
                  <a:pt x="190" y="21"/>
                </a:cubicBezTo>
                <a:cubicBezTo>
                  <a:pt x="209" y="35"/>
                  <a:pt x="222" y="51"/>
                  <a:pt x="230" y="70"/>
                </a:cubicBezTo>
                <a:cubicBezTo>
                  <a:pt x="237" y="88"/>
                  <a:pt x="241" y="108"/>
                  <a:pt x="241" y="129"/>
                </a:cubicBezTo>
                <a:cubicBezTo>
                  <a:pt x="241" y="169"/>
                  <a:pt x="229" y="201"/>
                  <a:pt x="204" y="225"/>
                </a:cubicBezTo>
                <a:cubicBezTo>
                  <a:pt x="183" y="247"/>
                  <a:pt x="155" y="257"/>
                  <a:pt x="120" y="257"/>
                </a:cubicBezTo>
                <a:cubicBezTo>
                  <a:pt x="82" y="257"/>
                  <a:pt x="53" y="244"/>
                  <a:pt x="32" y="220"/>
                </a:cubicBezTo>
                <a:cubicBezTo>
                  <a:pt x="11" y="195"/>
                  <a:pt x="0" y="167"/>
                  <a:pt x="0" y="134"/>
                </a:cubicBezTo>
                <a:moveTo>
                  <a:pt x="113" y="20"/>
                </a:moveTo>
                <a:cubicBezTo>
                  <a:pt x="71" y="20"/>
                  <a:pt x="50" y="54"/>
                  <a:pt x="50" y="121"/>
                </a:cubicBezTo>
                <a:cubicBezTo>
                  <a:pt x="50" y="133"/>
                  <a:pt x="51" y="146"/>
                  <a:pt x="53" y="159"/>
                </a:cubicBezTo>
                <a:cubicBezTo>
                  <a:pt x="57" y="171"/>
                  <a:pt x="61" y="183"/>
                  <a:pt x="67" y="196"/>
                </a:cubicBezTo>
                <a:cubicBezTo>
                  <a:pt x="73" y="208"/>
                  <a:pt x="81" y="218"/>
                  <a:pt x="91" y="226"/>
                </a:cubicBezTo>
                <a:cubicBezTo>
                  <a:pt x="102" y="233"/>
                  <a:pt x="114" y="237"/>
                  <a:pt x="129" y="237"/>
                </a:cubicBezTo>
                <a:cubicBezTo>
                  <a:pt x="145" y="237"/>
                  <a:pt x="160" y="230"/>
                  <a:pt x="173" y="217"/>
                </a:cubicBezTo>
                <a:cubicBezTo>
                  <a:pt x="186" y="203"/>
                  <a:pt x="193" y="180"/>
                  <a:pt x="193" y="147"/>
                </a:cubicBezTo>
                <a:cubicBezTo>
                  <a:pt x="193" y="107"/>
                  <a:pt x="185" y="76"/>
                  <a:pt x="171" y="53"/>
                </a:cubicBezTo>
                <a:cubicBezTo>
                  <a:pt x="157" y="32"/>
                  <a:pt x="138" y="20"/>
                  <a:pt x="113" y="2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1951560" y="1940040"/>
            <a:ext cx="92520" cy="145800"/>
          </a:xfrm>
          <a:custGeom>
            <a:avLst/>
            <a:gdLst/>
            <a:ahLst/>
            <a:rect l="0" t="0" r="r" b="b"/>
            <a:pathLst>
              <a:path w="257" h="405">
                <a:moveTo>
                  <a:pt x="87" y="215"/>
                </a:moveTo>
                <a:lnTo>
                  <a:pt x="87" y="357"/>
                </a:lnTo>
                <a:cubicBezTo>
                  <a:pt x="101" y="375"/>
                  <a:pt x="114" y="384"/>
                  <a:pt x="127" y="384"/>
                </a:cubicBezTo>
                <a:cubicBezTo>
                  <a:pt x="153" y="384"/>
                  <a:pt x="173" y="374"/>
                  <a:pt x="187" y="353"/>
                </a:cubicBezTo>
                <a:cubicBezTo>
                  <a:pt x="201" y="332"/>
                  <a:pt x="208" y="304"/>
                  <a:pt x="208" y="270"/>
                </a:cubicBezTo>
                <a:cubicBezTo>
                  <a:pt x="208" y="243"/>
                  <a:pt x="202" y="220"/>
                  <a:pt x="189" y="201"/>
                </a:cubicBezTo>
                <a:cubicBezTo>
                  <a:pt x="177" y="182"/>
                  <a:pt x="162" y="173"/>
                  <a:pt x="144" y="173"/>
                </a:cubicBezTo>
                <a:cubicBezTo>
                  <a:pt x="126" y="173"/>
                  <a:pt x="110" y="179"/>
                  <a:pt x="96" y="191"/>
                </a:cubicBezTo>
                <a:cubicBezTo>
                  <a:pt x="89" y="197"/>
                  <a:pt x="86" y="205"/>
                  <a:pt x="87" y="215"/>
                </a:cubicBezTo>
                <a:moveTo>
                  <a:pt x="92" y="174"/>
                </a:moveTo>
                <a:cubicBezTo>
                  <a:pt x="111" y="156"/>
                  <a:pt x="132" y="147"/>
                  <a:pt x="156" y="147"/>
                </a:cubicBezTo>
                <a:cubicBezTo>
                  <a:pt x="182" y="147"/>
                  <a:pt x="205" y="158"/>
                  <a:pt x="226" y="179"/>
                </a:cubicBezTo>
                <a:cubicBezTo>
                  <a:pt x="246" y="200"/>
                  <a:pt x="257" y="227"/>
                  <a:pt x="257" y="260"/>
                </a:cubicBezTo>
                <a:cubicBezTo>
                  <a:pt x="257" y="302"/>
                  <a:pt x="243" y="337"/>
                  <a:pt x="217" y="364"/>
                </a:cubicBezTo>
                <a:cubicBezTo>
                  <a:pt x="191" y="390"/>
                  <a:pt x="162" y="404"/>
                  <a:pt x="130" y="404"/>
                </a:cubicBezTo>
                <a:cubicBezTo>
                  <a:pt x="108" y="404"/>
                  <a:pt x="92" y="399"/>
                  <a:pt x="80" y="390"/>
                </a:cubicBezTo>
                <a:cubicBezTo>
                  <a:pt x="77" y="387"/>
                  <a:pt x="75" y="386"/>
                  <a:pt x="73" y="386"/>
                </a:cubicBezTo>
                <a:cubicBezTo>
                  <a:pt x="71" y="386"/>
                  <a:pt x="68" y="388"/>
                  <a:pt x="65" y="391"/>
                </a:cubicBezTo>
                <a:cubicBezTo>
                  <a:pt x="63" y="393"/>
                  <a:pt x="62" y="395"/>
                  <a:pt x="60" y="397"/>
                </a:cubicBezTo>
                <a:cubicBezTo>
                  <a:pt x="58" y="399"/>
                  <a:pt x="57" y="400"/>
                  <a:pt x="56" y="400"/>
                </a:cubicBezTo>
                <a:cubicBezTo>
                  <a:pt x="55" y="401"/>
                  <a:pt x="53" y="403"/>
                  <a:pt x="51" y="405"/>
                </a:cubicBezTo>
                <a:cubicBezTo>
                  <a:pt x="46" y="405"/>
                  <a:pt x="42" y="403"/>
                  <a:pt x="39" y="398"/>
                </a:cubicBezTo>
                <a:cubicBezTo>
                  <a:pt x="40" y="391"/>
                  <a:pt x="41" y="377"/>
                  <a:pt x="41" y="357"/>
                </a:cubicBezTo>
                <a:lnTo>
                  <a:pt x="41" y="79"/>
                </a:lnTo>
                <a:cubicBezTo>
                  <a:pt x="41" y="67"/>
                  <a:pt x="41" y="58"/>
                  <a:pt x="40" y="52"/>
                </a:cubicBezTo>
                <a:cubicBezTo>
                  <a:pt x="40" y="46"/>
                  <a:pt x="37" y="41"/>
                  <a:pt x="33" y="38"/>
                </a:cubicBezTo>
                <a:cubicBezTo>
                  <a:pt x="29" y="35"/>
                  <a:pt x="25" y="34"/>
                  <a:pt x="23" y="34"/>
                </a:cubicBezTo>
                <a:cubicBezTo>
                  <a:pt x="21" y="34"/>
                  <a:pt x="15" y="33"/>
                  <a:pt x="5" y="32"/>
                </a:cubicBezTo>
                <a:cubicBezTo>
                  <a:pt x="0" y="28"/>
                  <a:pt x="-1" y="22"/>
                  <a:pt x="1" y="15"/>
                </a:cubicBezTo>
                <a:cubicBezTo>
                  <a:pt x="35" y="13"/>
                  <a:pt x="62" y="7"/>
                  <a:pt x="81" y="0"/>
                </a:cubicBezTo>
                <a:cubicBezTo>
                  <a:pt x="86" y="0"/>
                  <a:pt x="89" y="2"/>
                  <a:pt x="89" y="6"/>
                </a:cubicBezTo>
                <a:cubicBezTo>
                  <a:pt x="87" y="21"/>
                  <a:pt x="87" y="41"/>
                  <a:pt x="87" y="65"/>
                </a:cubicBezTo>
                <a:lnTo>
                  <a:pt x="87" y="170"/>
                </a:lnTo>
                <a:cubicBezTo>
                  <a:pt x="87" y="176"/>
                  <a:pt x="88" y="177"/>
                  <a:pt x="92" y="1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2058840" y="1992960"/>
            <a:ext cx="86400" cy="92520"/>
          </a:xfrm>
          <a:custGeom>
            <a:avLst/>
            <a:gdLst/>
            <a:ahLst/>
            <a:rect l="0" t="0" r="r" b="b"/>
            <a:pathLst>
              <a:path w="240" h="257">
                <a:moveTo>
                  <a:pt x="147" y="118"/>
                </a:moveTo>
                <a:lnTo>
                  <a:pt x="102" y="130"/>
                </a:lnTo>
                <a:cubicBezTo>
                  <a:pt x="65" y="140"/>
                  <a:pt x="47" y="160"/>
                  <a:pt x="47" y="193"/>
                </a:cubicBezTo>
                <a:cubicBezTo>
                  <a:pt x="47" y="203"/>
                  <a:pt x="51" y="212"/>
                  <a:pt x="58" y="221"/>
                </a:cubicBezTo>
                <a:cubicBezTo>
                  <a:pt x="65" y="229"/>
                  <a:pt x="75" y="233"/>
                  <a:pt x="89" y="233"/>
                </a:cubicBezTo>
                <a:cubicBezTo>
                  <a:pt x="102" y="233"/>
                  <a:pt x="119" y="225"/>
                  <a:pt x="139" y="209"/>
                </a:cubicBezTo>
                <a:cubicBezTo>
                  <a:pt x="144" y="205"/>
                  <a:pt x="147" y="200"/>
                  <a:pt x="147" y="194"/>
                </a:cubicBezTo>
                <a:lnTo>
                  <a:pt x="147" y="118"/>
                </a:lnTo>
                <a:moveTo>
                  <a:pt x="147" y="223"/>
                </a:moveTo>
                <a:lnTo>
                  <a:pt x="146" y="223"/>
                </a:lnTo>
                <a:lnTo>
                  <a:pt x="134" y="233"/>
                </a:lnTo>
                <a:cubicBezTo>
                  <a:pt x="121" y="242"/>
                  <a:pt x="111" y="249"/>
                  <a:pt x="103" y="252"/>
                </a:cubicBezTo>
                <a:cubicBezTo>
                  <a:pt x="95" y="255"/>
                  <a:pt x="85" y="257"/>
                  <a:pt x="72" y="257"/>
                </a:cubicBezTo>
                <a:cubicBezTo>
                  <a:pt x="50" y="257"/>
                  <a:pt x="33" y="252"/>
                  <a:pt x="20" y="242"/>
                </a:cubicBezTo>
                <a:cubicBezTo>
                  <a:pt x="7" y="232"/>
                  <a:pt x="0" y="217"/>
                  <a:pt x="0" y="195"/>
                </a:cubicBezTo>
                <a:cubicBezTo>
                  <a:pt x="0" y="176"/>
                  <a:pt x="9" y="159"/>
                  <a:pt x="26" y="145"/>
                </a:cubicBezTo>
                <a:cubicBezTo>
                  <a:pt x="43" y="131"/>
                  <a:pt x="66" y="120"/>
                  <a:pt x="94" y="113"/>
                </a:cubicBezTo>
                <a:lnTo>
                  <a:pt x="143" y="100"/>
                </a:lnTo>
                <a:cubicBezTo>
                  <a:pt x="145" y="100"/>
                  <a:pt x="147" y="98"/>
                  <a:pt x="147" y="93"/>
                </a:cubicBezTo>
                <a:cubicBezTo>
                  <a:pt x="147" y="44"/>
                  <a:pt x="131" y="20"/>
                  <a:pt x="100" y="20"/>
                </a:cubicBezTo>
                <a:cubicBezTo>
                  <a:pt x="88" y="20"/>
                  <a:pt x="77" y="22"/>
                  <a:pt x="67" y="26"/>
                </a:cubicBezTo>
                <a:cubicBezTo>
                  <a:pt x="58" y="30"/>
                  <a:pt x="53" y="36"/>
                  <a:pt x="53" y="43"/>
                </a:cubicBezTo>
                <a:cubicBezTo>
                  <a:pt x="53" y="49"/>
                  <a:pt x="54" y="53"/>
                  <a:pt x="54" y="55"/>
                </a:cubicBezTo>
                <a:cubicBezTo>
                  <a:pt x="55" y="57"/>
                  <a:pt x="56" y="60"/>
                  <a:pt x="56" y="65"/>
                </a:cubicBezTo>
                <a:cubicBezTo>
                  <a:pt x="56" y="69"/>
                  <a:pt x="53" y="73"/>
                  <a:pt x="49" y="78"/>
                </a:cubicBezTo>
                <a:cubicBezTo>
                  <a:pt x="45" y="82"/>
                  <a:pt x="39" y="84"/>
                  <a:pt x="31" y="84"/>
                </a:cubicBezTo>
                <a:cubicBezTo>
                  <a:pt x="18" y="84"/>
                  <a:pt x="11" y="78"/>
                  <a:pt x="11" y="64"/>
                </a:cubicBezTo>
                <a:cubicBezTo>
                  <a:pt x="11" y="48"/>
                  <a:pt x="21" y="34"/>
                  <a:pt x="40" y="20"/>
                </a:cubicBezTo>
                <a:cubicBezTo>
                  <a:pt x="60" y="7"/>
                  <a:pt x="82" y="0"/>
                  <a:pt x="105" y="0"/>
                </a:cubicBezTo>
                <a:cubicBezTo>
                  <a:pt x="162" y="0"/>
                  <a:pt x="191" y="33"/>
                  <a:pt x="191" y="97"/>
                </a:cubicBezTo>
                <a:lnTo>
                  <a:pt x="191" y="182"/>
                </a:lnTo>
                <a:cubicBezTo>
                  <a:pt x="191" y="193"/>
                  <a:pt x="191" y="202"/>
                  <a:pt x="192" y="207"/>
                </a:cubicBezTo>
                <a:cubicBezTo>
                  <a:pt x="193" y="213"/>
                  <a:pt x="195" y="218"/>
                  <a:pt x="199" y="223"/>
                </a:cubicBezTo>
                <a:cubicBezTo>
                  <a:pt x="202" y="228"/>
                  <a:pt x="207" y="230"/>
                  <a:pt x="214" y="230"/>
                </a:cubicBezTo>
                <a:cubicBezTo>
                  <a:pt x="219" y="230"/>
                  <a:pt x="223" y="229"/>
                  <a:pt x="226" y="227"/>
                </a:cubicBezTo>
                <a:cubicBezTo>
                  <a:pt x="229" y="223"/>
                  <a:pt x="231" y="222"/>
                  <a:pt x="232" y="222"/>
                </a:cubicBezTo>
                <a:cubicBezTo>
                  <a:pt x="233" y="222"/>
                  <a:pt x="234" y="223"/>
                  <a:pt x="237" y="225"/>
                </a:cubicBezTo>
                <a:cubicBezTo>
                  <a:pt x="238" y="227"/>
                  <a:pt x="240" y="229"/>
                  <a:pt x="240" y="231"/>
                </a:cubicBezTo>
                <a:cubicBezTo>
                  <a:pt x="240" y="232"/>
                  <a:pt x="237" y="235"/>
                  <a:pt x="233" y="239"/>
                </a:cubicBezTo>
                <a:cubicBezTo>
                  <a:pt x="229" y="243"/>
                  <a:pt x="223" y="247"/>
                  <a:pt x="215" y="251"/>
                </a:cubicBezTo>
                <a:cubicBezTo>
                  <a:pt x="207" y="255"/>
                  <a:pt x="199" y="257"/>
                  <a:pt x="191" y="257"/>
                </a:cubicBezTo>
                <a:cubicBezTo>
                  <a:pt x="168" y="257"/>
                  <a:pt x="153" y="246"/>
                  <a:pt x="147" y="22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2148840" y="1940040"/>
            <a:ext cx="47880" cy="143640"/>
          </a:xfrm>
          <a:custGeom>
            <a:avLst/>
            <a:gdLst/>
            <a:ahLst/>
            <a:rect l="0" t="0" r="r" b="b"/>
            <a:pathLst>
              <a:path w="133" h="399">
                <a:moveTo>
                  <a:pt x="45" y="328"/>
                </a:moveTo>
                <a:lnTo>
                  <a:pt x="45" y="79"/>
                </a:lnTo>
                <a:cubicBezTo>
                  <a:pt x="45" y="67"/>
                  <a:pt x="44" y="58"/>
                  <a:pt x="43" y="52"/>
                </a:cubicBezTo>
                <a:cubicBezTo>
                  <a:pt x="42" y="46"/>
                  <a:pt x="40" y="41"/>
                  <a:pt x="36" y="38"/>
                </a:cubicBezTo>
                <a:cubicBezTo>
                  <a:pt x="32" y="35"/>
                  <a:pt x="29" y="34"/>
                  <a:pt x="26" y="34"/>
                </a:cubicBezTo>
                <a:cubicBezTo>
                  <a:pt x="24" y="34"/>
                  <a:pt x="18" y="33"/>
                  <a:pt x="8" y="32"/>
                </a:cubicBezTo>
                <a:cubicBezTo>
                  <a:pt x="3" y="28"/>
                  <a:pt x="2" y="22"/>
                  <a:pt x="4" y="15"/>
                </a:cubicBezTo>
                <a:cubicBezTo>
                  <a:pt x="38" y="13"/>
                  <a:pt x="64" y="7"/>
                  <a:pt x="84" y="0"/>
                </a:cubicBezTo>
                <a:cubicBezTo>
                  <a:pt x="89" y="0"/>
                  <a:pt x="91" y="2"/>
                  <a:pt x="91" y="6"/>
                </a:cubicBezTo>
                <a:cubicBezTo>
                  <a:pt x="90" y="21"/>
                  <a:pt x="89" y="41"/>
                  <a:pt x="89" y="65"/>
                </a:cubicBezTo>
                <a:lnTo>
                  <a:pt x="89" y="328"/>
                </a:lnTo>
                <a:cubicBezTo>
                  <a:pt x="89" y="351"/>
                  <a:pt x="91" y="366"/>
                  <a:pt x="96" y="371"/>
                </a:cubicBezTo>
                <a:cubicBezTo>
                  <a:pt x="101" y="376"/>
                  <a:pt x="113" y="379"/>
                  <a:pt x="131" y="380"/>
                </a:cubicBezTo>
                <a:cubicBezTo>
                  <a:pt x="132" y="383"/>
                  <a:pt x="133" y="386"/>
                  <a:pt x="133" y="390"/>
                </a:cubicBezTo>
                <a:cubicBezTo>
                  <a:pt x="133" y="395"/>
                  <a:pt x="132" y="398"/>
                  <a:pt x="131" y="399"/>
                </a:cubicBezTo>
                <a:cubicBezTo>
                  <a:pt x="98" y="398"/>
                  <a:pt x="76" y="398"/>
                  <a:pt x="67" y="398"/>
                </a:cubicBezTo>
                <a:cubicBezTo>
                  <a:pt x="56" y="398"/>
                  <a:pt x="35" y="398"/>
                  <a:pt x="3" y="399"/>
                </a:cubicBezTo>
                <a:cubicBezTo>
                  <a:pt x="1" y="398"/>
                  <a:pt x="0" y="395"/>
                  <a:pt x="0" y="390"/>
                </a:cubicBezTo>
                <a:cubicBezTo>
                  <a:pt x="0" y="386"/>
                  <a:pt x="1" y="383"/>
                  <a:pt x="3" y="380"/>
                </a:cubicBezTo>
                <a:cubicBezTo>
                  <a:pt x="21" y="380"/>
                  <a:pt x="32" y="377"/>
                  <a:pt x="37" y="371"/>
                </a:cubicBezTo>
                <a:cubicBezTo>
                  <a:pt x="42" y="366"/>
                  <a:pt x="45" y="351"/>
                  <a:pt x="45" y="32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659960" y="2250000"/>
            <a:ext cx="62280" cy="92160"/>
          </a:xfrm>
          <a:custGeom>
            <a:avLst/>
            <a:gdLst/>
            <a:ahLst/>
            <a:rect l="0" t="0" r="r" b="b"/>
            <a:pathLst>
              <a:path w="173" h="256">
                <a:moveTo>
                  <a:pt x="0" y="171"/>
                </a:moveTo>
                <a:cubicBezTo>
                  <a:pt x="2" y="170"/>
                  <a:pt x="4" y="169"/>
                  <a:pt x="9" y="169"/>
                </a:cubicBezTo>
                <a:cubicBezTo>
                  <a:pt x="13" y="169"/>
                  <a:pt x="16" y="170"/>
                  <a:pt x="18" y="171"/>
                </a:cubicBezTo>
                <a:cubicBezTo>
                  <a:pt x="24" y="198"/>
                  <a:pt x="31" y="215"/>
                  <a:pt x="40" y="223"/>
                </a:cubicBezTo>
                <a:cubicBezTo>
                  <a:pt x="48" y="233"/>
                  <a:pt x="62" y="237"/>
                  <a:pt x="80" y="237"/>
                </a:cubicBezTo>
                <a:cubicBezTo>
                  <a:pt x="93" y="237"/>
                  <a:pt x="104" y="234"/>
                  <a:pt x="113" y="227"/>
                </a:cubicBezTo>
                <a:cubicBezTo>
                  <a:pt x="123" y="220"/>
                  <a:pt x="129" y="210"/>
                  <a:pt x="129" y="197"/>
                </a:cubicBezTo>
                <a:cubicBezTo>
                  <a:pt x="129" y="185"/>
                  <a:pt x="125" y="175"/>
                  <a:pt x="117" y="167"/>
                </a:cubicBezTo>
                <a:cubicBezTo>
                  <a:pt x="109" y="160"/>
                  <a:pt x="94" y="151"/>
                  <a:pt x="71" y="141"/>
                </a:cubicBezTo>
                <a:cubicBezTo>
                  <a:pt x="48" y="132"/>
                  <a:pt x="31" y="122"/>
                  <a:pt x="22" y="111"/>
                </a:cubicBezTo>
                <a:cubicBezTo>
                  <a:pt x="13" y="100"/>
                  <a:pt x="8" y="84"/>
                  <a:pt x="8" y="64"/>
                </a:cubicBezTo>
                <a:cubicBezTo>
                  <a:pt x="8" y="46"/>
                  <a:pt x="16" y="30"/>
                  <a:pt x="32" y="18"/>
                </a:cubicBezTo>
                <a:cubicBezTo>
                  <a:pt x="48" y="6"/>
                  <a:pt x="67" y="0"/>
                  <a:pt x="89" y="0"/>
                </a:cubicBezTo>
                <a:cubicBezTo>
                  <a:pt x="97" y="0"/>
                  <a:pt x="106" y="0"/>
                  <a:pt x="115" y="2"/>
                </a:cubicBezTo>
                <a:cubicBezTo>
                  <a:pt x="124" y="3"/>
                  <a:pt x="134" y="5"/>
                  <a:pt x="144" y="7"/>
                </a:cubicBezTo>
                <a:cubicBezTo>
                  <a:pt x="154" y="10"/>
                  <a:pt x="161" y="10"/>
                  <a:pt x="163" y="10"/>
                </a:cubicBezTo>
                <a:cubicBezTo>
                  <a:pt x="163" y="16"/>
                  <a:pt x="163" y="25"/>
                  <a:pt x="161" y="39"/>
                </a:cubicBezTo>
                <a:cubicBezTo>
                  <a:pt x="160" y="53"/>
                  <a:pt x="159" y="64"/>
                  <a:pt x="159" y="71"/>
                </a:cubicBezTo>
                <a:cubicBezTo>
                  <a:pt x="158" y="73"/>
                  <a:pt x="155" y="74"/>
                  <a:pt x="150" y="74"/>
                </a:cubicBezTo>
                <a:cubicBezTo>
                  <a:pt x="146" y="74"/>
                  <a:pt x="143" y="74"/>
                  <a:pt x="142" y="72"/>
                </a:cubicBezTo>
                <a:cubicBezTo>
                  <a:pt x="140" y="61"/>
                  <a:pt x="136" y="51"/>
                  <a:pt x="132" y="44"/>
                </a:cubicBezTo>
                <a:cubicBezTo>
                  <a:pt x="128" y="36"/>
                  <a:pt x="123" y="30"/>
                  <a:pt x="116" y="27"/>
                </a:cubicBezTo>
                <a:cubicBezTo>
                  <a:pt x="111" y="24"/>
                  <a:pt x="106" y="22"/>
                  <a:pt x="101" y="20"/>
                </a:cubicBezTo>
                <a:cubicBezTo>
                  <a:pt x="97" y="20"/>
                  <a:pt x="93" y="19"/>
                  <a:pt x="89" y="19"/>
                </a:cubicBezTo>
                <a:cubicBezTo>
                  <a:pt x="78" y="19"/>
                  <a:pt x="69" y="22"/>
                  <a:pt x="61" y="29"/>
                </a:cubicBezTo>
                <a:cubicBezTo>
                  <a:pt x="53" y="36"/>
                  <a:pt x="49" y="44"/>
                  <a:pt x="49" y="55"/>
                </a:cubicBezTo>
                <a:cubicBezTo>
                  <a:pt x="49" y="61"/>
                  <a:pt x="50" y="67"/>
                  <a:pt x="52" y="72"/>
                </a:cubicBezTo>
                <a:cubicBezTo>
                  <a:pt x="54" y="77"/>
                  <a:pt x="56" y="80"/>
                  <a:pt x="58" y="84"/>
                </a:cubicBezTo>
                <a:cubicBezTo>
                  <a:pt x="60" y="87"/>
                  <a:pt x="64" y="90"/>
                  <a:pt x="70" y="94"/>
                </a:cubicBezTo>
                <a:cubicBezTo>
                  <a:pt x="76" y="97"/>
                  <a:pt x="81" y="99"/>
                  <a:pt x="86" y="100"/>
                </a:cubicBezTo>
                <a:cubicBezTo>
                  <a:pt x="90" y="102"/>
                  <a:pt x="96" y="105"/>
                  <a:pt x="106" y="108"/>
                </a:cubicBezTo>
                <a:cubicBezTo>
                  <a:pt x="150" y="125"/>
                  <a:pt x="173" y="150"/>
                  <a:pt x="173" y="184"/>
                </a:cubicBezTo>
                <a:cubicBezTo>
                  <a:pt x="173" y="198"/>
                  <a:pt x="169" y="209"/>
                  <a:pt x="163" y="220"/>
                </a:cubicBezTo>
                <a:cubicBezTo>
                  <a:pt x="156" y="229"/>
                  <a:pt x="148" y="237"/>
                  <a:pt x="139" y="242"/>
                </a:cubicBezTo>
                <a:cubicBezTo>
                  <a:pt x="129" y="247"/>
                  <a:pt x="119" y="251"/>
                  <a:pt x="109" y="253"/>
                </a:cubicBezTo>
                <a:cubicBezTo>
                  <a:pt x="100" y="255"/>
                  <a:pt x="90" y="256"/>
                  <a:pt x="82" y="256"/>
                </a:cubicBezTo>
                <a:cubicBezTo>
                  <a:pt x="63" y="256"/>
                  <a:pt x="45" y="254"/>
                  <a:pt x="29" y="250"/>
                </a:cubicBezTo>
                <a:cubicBezTo>
                  <a:pt x="27" y="249"/>
                  <a:pt x="23" y="249"/>
                  <a:pt x="18" y="249"/>
                </a:cubicBezTo>
                <a:cubicBezTo>
                  <a:pt x="14" y="249"/>
                  <a:pt x="10" y="249"/>
                  <a:pt x="4" y="250"/>
                </a:cubicBezTo>
                <a:cubicBezTo>
                  <a:pt x="4" y="230"/>
                  <a:pt x="3" y="204"/>
                  <a:pt x="0" y="1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1735200" y="2207160"/>
            <a:ext cx="47880" cy="133200"/>
          </a:xfrm>
          <a:custGeom>
            <a:avLst/>
            <a:gdLst/>
            <a:ahLst/>
            <a:rect l="0" t="0" r="r" b="b"/>
            <a:pathLst>
              <a:path w="133" h="370">
                <a:moveTo>
                  <a:pt x="37" y="27"/>
                </a:moveTo>
                <a:cubicBezTo>
                  <a:pt x="37" y="21"/>
                  <a:pt x="40" y="14"/>
                  <a:pt x="47" y="9"/>
                </a:cubicBezTo>
                <a:cubicBezTo>
                  <a:pt x="53" y="3"/>
                  <a:pt x="60" y="0"/>
                  <a:pt x="67" y="0"/>
                </a:cubicBezTo>
                <a:cubicBezTo>
                  <a:pt x="74" y="0"/>
                  <a:pt x="81" y="4"/>
                  <a:pt x="86" y="10"/>
                </a:cubicBezTo>
                <a:cubicBezTo>
                  <a:pt x="91" y="16"/>
                  <a:pt x="94" y="23"/>
                  <a:pt x="94" y="29"/>
                </a:cubicBezTo>
                <a:cubicBezTo>
                  <a:pt x="94" y="36"/>
                  <a:pt x="91" y="43"/>
                  <a:pt x="85" y="49"/>
                </a:cubicBezTo>
                <a:cubicBezTo>
                  <a:pt x="79" y="54"/>
                  <a:pt x="72" y="57"/>
                  <a:pt x="65" y="57"/>
                </a:cubicBezTo>
                <a:cubicBezTo>
                  <a:pt x="58" y="57"/>
                  <a:pt x="51" y="54"/>
                  <a:pt x="46" y="48"/>
                </a:cubicBezTo>
                <a:cubicBezTo>
                  <a:pt x="40" y="42"/>
                  <a:pt x="37" y="35"/>
                  <a:pt x="37" y="27"/>
                </a:cubicBezTo>
                <a:moveTo>
                  <a:pt x="89" y="299"/>
                </a:moveTo>
                <a:cubicBezTo>
                  <a:pt x="89" y="323"/>
                  <a:pt x="91" y="337"/>
                  <a:pt x="96" y="342"/>
                </a:cubicBezTo>
                <a:cubicBezTo>
                  <a:pt x="100" y="348"/>
                  <a:pt x="112" y="351"/>
                  <a:pt x="130" y="352"/>
                </a:cubicBezTo>
                <a:cubicBezTo>
                  <a:pt x="132" y="354"/>
                  <a:pt x="133" y="357"/>
                  <a:pt x="133" y="362"/>
                </a:cubicBezTo>
                <a:cubicBezTo>
                  <a:pt x="133" y="366"/>
                  <a:pt x="132" y="369"/>
                  <a:pt x="130" y="370"/>
                </a:cubicBezTo>
                <a:cubicBezTo>
                  <a:pt x="98" y="370"/>
                  <a:pt x="76" y="369"/>
                  <a:pt x="67" y="369"/>
                </a:cubicBezTo>
                <a:cubicBezTo>
                  <a:pt x="56" y="369"/>
                  <a:pt x="35" y="370"/>
                  <a:pt x="3" y="370"/>
                </a:cubicBezTo>
                <a:cubicBezTo>
                  <a:pt x="1" y="369"/>
                  <a:pt x="0" y="366"/>
                  <a:pt x="0" y="362"/>
                </a:cubicBezTo>
                <a:cubicBezTo>
                  <a:pt x="0" y="357"/>
                  <a:pt x="1" y="354"/>
                  <a:pt x="3" y="352"/>
                </a:cubicBezTo>
                <a:cubicBezTo>
                  <a:pt x="21" y="350"/>
                  <a:pt x="33" y="347"/>
                  <a:pt x="37" y="342"/>
                </a:cubicBezTo>
                <a:cubicBezTo>
                  <a:pt x="42" y="337"/>
                  <a:pt x="44" y="323"/>
                  <a:pt x="44" y="299"/>
                </a:cubicBezTo>
                <a:lnTo>
                  <a:pt x="44" y="189"/>
                </a:lnTo>
                <a:cubicBezTo>
                  <a:pt x="44" y="173"/>
                  <a:pt x="42" y="163"/>
                  <a:pt x="37" y="159"/>
                </a:cubicBezTo>
                <a:cubicBezTo>
                  <a:pt x="33" y="154"/>
                  <a:pt x="23" y="151"/>
                  <a:pt x="7" y="150"/>
                </a:cubicBezTo>
                <a:cubicBezTo>
                  <a:pt x="5" y="144"/>
                  <a:pt x="4" y="138"/>
                  <a:pt x="6" y="133"/>
                </a:cubicBezTo>
                <a:cubicBezTo>
                  <a:pt x="41" y="129"/>
                  <a:pt x="67" y="123"/>
                  <a:pt x="84" y="117"/>
                </a:cubicBezTo>
                <a:cubicBezTo>
                  <a:pt x="89" y="117"/>
                  <a:pt x="91" y="119"/>
                  <a:pt x="91" y="121"/>
                </a:cubicBezTo>
                <a:cubicBezTo>
                  <a:pt x="91" y="122"/>
                  <a:pt x="91" y="124"/>
                  <a:pt x="91" y="126"/>
                </a:cubicBezTo>
                <a:cubicBezTo>
                  <a:pt x="91" y="127"/>
                  <a:pt x="91" y="131"/>
                  <a:pt x="90" y="136"/>
                </a:cubicBezTo>
                <a:cubicBezTo>
                  <a:pt x="90" y="142"/>
                  <a:pt x="90" y="147"/>
                  <a:pt x="90" y="152"/>
                </a:cubicBezTo>
                <a:cubicBezTo>
                  <a:pt x="90" y="156"/>
                  <a:pt x="89" y="162"/>
                  <a:pt x="89" y="169"/>
                </a:cubicBezTo>
                <a:cubicBezTo>
                  <a:pt x="89" y="175"/>
                  <a:pt x="89" y="181"/>
                  <a:pt x="89" y="186"/>
                </a:cubicBezTo>
                <a:lnTo>
                  <a:pt x="89" y="29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1790280" y="2249280"/>
            <a:ext cx="104040" cy="91080"/>
          </a:xfrm>
          <a:custGeom>
            <a:avLst/>
            <a:gdLst/>
            <a:ahLst/>
            <a:rect l="0" t="0" r="r" b="b"/>
            <a:pathLst>
              <a:path w="289" h="253">
                <a:moveTo>
                  <a:pt x="93" y="48"/>
                </a:moveTo>
                <a:cubicBezTo>
                  <a:pt x="120" y="17"/>
                  <a:pt x="151" y="2"/>
                  <a:pt x="186" y="2"/>
                </a:cubicBezTo>
                <a:cubicBezTo>
                  <a:pt x="208" y="2"/>
                  <a:pt x="224" y="8"/>
                  <a:pt x="233" y="22"/>
                </a:cubicBezTo>
                <a:cubicBezTo>
                  <a:pt x="244" y="35"/>
                  <a:pt x="249" y="61"/>
                  <a:pt x="249" y="98"/>
                </a:cubicBezTo>
                <a:lnTo>
                  <a:pt x="249" y="182"/>
                </a:lnTo>
                <a:cubicBezTo>
                  <a:pt x="249" y="205"/>
                  <a:pt x="251" y="219"/>
                  <a:pt x="255" y="225"/>
                </a:cubicBezTo>
                <a:cubicBezTo>
                  <a:pt x="260" y="230"/>
                  <a:pt x="270" y="233"/>
                  <a:pt x="287" y="235"/>
                </a:cubicBezTo>
                <a:cubicBezTo>
                  <a:pt x="288" y="236"/>
                  <a:pt x="289" y="239"/>
                  <a:pt x="289" y="244"/>
                </a:cubicBezTo>
                <a:cubicBezTo>
                  <a:pt x="289" y="249"/>
                  <a:pt x="288" y="252"/>
                  <a:pt x="287" y="253"/>
                </a:cubicBezTo>
                <a:cubicBezTo>
                  <a:pt x="254" y="253"/>
                  <a:pt x="234" y="252"/>
                  <a:pt x="227" y="252"/>
                </a:cubicBezTo>
                <a:cubicBezTo>
                  <a:pt x="219" y="252"/>
                  <a:pt x="200" y="253"/>
                  <a:pt x="168" y="253"/>
                </a:cubicBezTo>
                <a:cubicBezTo>
                  <a:pt x="167" y="252"/>
                  <a:pt x="166" y="249"/>
                  <a:pt x="166" y="245"/>
                </a:cubicBezTo>
                <a:cubicBezTo>
                  <a:pt x="166" y="240"/>
                  <a:pt x="167" y="237"/>
                  <a:pt x="168" y="235"/>
                </a:cubicBezTo>
                <a:cubicBezTo>
                  <a:pt x="184" y="233"/>
                  <a:pt x="194" y="230"/>
                  <a:pt x="197" y="225"/>
                </a:cubicBezTo>
                <a:cubicBezTo>
                  <a:pt x="201" y="219"/>
                  <a:pt x="203" y="205"/>
                  <a:pt x="203" y="182"/>
                </a:cubicBezTo>
                <a:lnTo>
                  <a:pt x="203" y="96"/>
                </a:lnTo>
                <a:cubicBezTo>
                  <a:pt x="203" y="76"/>
                  <a:pt x="201" y="61"/>
                  <a:pt x="197" y="52"/>
                </a:cubicBezTo>
                <a:cubicBezTo>
                  <a:pt x="189" y="39"/>
                  <a:pt x="179" y="32"/>
                  <a:pt x="167" y="32"/>
                </a:cubicBezTo>
                <a:cubicBezTo>
                  <a:pt x="144" y="32"/>
                  <a:pt x="120" y="43"/>
                  <a:pt x="97" y="66"/>
                </a:cubicBezTo>
                <a:cubicBezTo>
                  <a:pt x="90" y="73"/>
                  <a:pt x="87" y="81"/>
                  <a:pt x="87" y="89"/>
                </a:cubicBezTo>
                <a:lnTo>
                  <a:pt x="87" y="182"/>
                </a:lnTo>
                <a:cubicBezTo>
                  <a:pt x="87" y="205"/>
                  <a:pt x="89" y="219"/>
                  <a:pt x="93" y="225"/>
                </a:cubicBezTo>
                <a:cubicBezTo>
                  <a:pt x="97" y="230"/>
                  <a:pt x="106" y="233"/>
                  <a:pt x="121" y="235"/>
                </a:cubicBezTo>
                <a:cubicBezTo>
                  <a:pt x="123" y="237"/>
                  <a:pt x="124" y="240"/>
                  <a:pt x="124" y="245"/>
                </a:cubicBezTo>
                <a:cubicBezTo>
                  <a:pt x="124" y="249"/>
                  <a:pt x="123" y="252"/>
                  <a:pt x="121" y="253"/>
                </a:cubicBezTo>
                <a:cubicBezTo>
                  <a:pt x="89" y="253"/>
                  <a:pt x="71" y="252"/>
                  <a:pt x="65" y="252"/>
                </a:cubicBezTo>
                <a:cubicBezTo>
                  <a:pt x="54" y="252"/>
                  <a:pt x="33" y="253"/>
                  <a:pt x="2" y="253"/>
                </a:cubicBezTo>
                <a:cubicBezTo>
                  <a:pt x="0" y="252"/>
                  <a:pt x="0" y="249"/>
                  <a:pt x="0" y="245"/>
                </a:cubicBezTo>
                <a:cubicBezTo>
                  <a:pt x="0" y="240"/>
                  <a:pt x="0" y="237"/>
                  <a:pt x="2" y="235"/>
                </a:cubicBezTo>
                <a:cubicBezTo>
                  <a:pt x="20" y="233"/>
                  <a:pt x="31" y="230"/>
                  <a:pt x="35" y="225"/>
                </a:cubicBezTo>
                <a:cubicBezTo>
                  <a:pt x="40" y="220"/>
                  <a:pt x="42" y="206"/>
                  <a:pt x="42" y="182"/>
                </a:cubicBezTo>
                <a:lnTo>
                  <a:pt x="42" y="72"/>
                </a:lnTo>
                <a:cubicBezTo>
                  <a:pt x="42" y="56"/>
                  <a:pt x="40" y="46"/>
                  <a:pt x="35" y="42"/>
                </a:cubicBezTo>
                <a:cubicBezTo>
                  <a:pt x="31" y="37"/>
                  <a:pt x="21" y="34"/>
                  <a:pt x="5" y="33"/>
                </a:cubicBezTo>
                <a:cubicBezTo>
                  <a:pt x="2" y="27"/>
                  <a:pt x="2" y="21"/>
                  <a:pt x="4" y="16"/>
                </a:cubicBezTo>
                <a:cubicBezTo>
                  <a:pt x="33" y="13"/>
                  <a:pt x="57" y="7"/>
                  <a:pt x="76" y="0"/>
                </a:cubicBezTo>
                <a:cubicBezTo>
                  <a:pt x="79" y="0"/>
                  <a:pt x="81" y="2"/>
                  <a:pt x="83" y="5"/>
                </a:cubicBezTo>
                <a:cubicBezTo>
                  <a:pt x="86" y="12"/>
                  <a:pt x="87" y="26"/>
                  <a:pt x="87" y="48"/>
                </a:cubicBezTo>
                <a:cubicBezTo>
                  <a:pt x="87" y="52"/>
                  <a:pt x="89" y="52"/>
                  <a:pt x="93" y="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1903680" y="2245320"/>
            <a:ext cx="92160" cy="143640"/>
          </a:xfrm>
          <a:custGeom>
            <a:avLst/>
            <a:gdLst/>
            <a:ahLst/>
            <a:rect l="0" t="0" r="r" b="b"/>
            <a:pathLst>
              <a:path w="256" h="399">
                <a:moveTo>
                  <a:pt x="164" y="104"/>
                </a:moveTo>
                <a:cubicBezTo>
                  <a:pt x="164" y="81"/>
                  <a:pt x="159" y="62"/>
                  <a:pt x="149" y="50"/>
                </a:cubicBezTo>
                <a:cubicBezTo>
                  <a:pt x="140" y="37"/>
                  <a:pt x="126" y="30"/>
                  <a:pt x="108" y="30"/>
                </a:cubicBezTo>
                <a:cubicBezTo>
                  <a:pt x="78" y="30"/>
                  <a:pt x="62" y="51"/>
                  <a:pt x="62" y="91"/>
                </a:cubicBezTo>
                <a:cubicBezTo>
                  <a:pt x="62" y="102"/>
                  <a:pt x="63" y="111"/>
                  <a:pt x="64" y="119"/>
                </a:cubicBezTo>
                <a:cubicBezTo>
                  <a:pt x="65" y="127"/>
                  <a:pt x="68" y="135"/>
                  <a:pt x="71" y="143"/>
                </a:cubicBezTo>
                <a:cubicBezTo>
                  <a:pt x="74" y="151"/>
                  <a:pt x="80" y="157"/>
                  <a:pt x="87" y="162"/>
                </a:cubicBezTo>
                <a:cubicBezTo>
                  <a:pt x="95" y="166"/>
                  <a:pt x="104" y="168"/>
                  <a:pt x="115" y="168"/>
                </a:cubicBezTo>
                <a:cubicBezTo>
                  <a:pt x="148" y="168"/>
                  <a:pt x="164" y="147"/>
                  <a:pt x="164" y="104"/>
                </a:cubicBezTo>
                <a:moveTo>
                  <a:pt x="39" y="323"/>
                </a:moveTo>
                <a:cubicBezTo>
                  <a:pt x="39" y="340"/>
                  <a:pt x="47" y="354"/>
                  <a:pt x="63" y="363"/>
                </a:cubicBezTo>
                <a:cubicBezTo>
                  <a:pt x="79" y="373"/>
                  <a:pt x="94" y="378"/>
                  <a:pt x="108" y="378"/>
                </a:cubicBezTo>
                <a:cubicBezTo>
                  <a:pt x="126" y="378"/>
                  <a:pt x="143" y="376"/>
                  <a:pt x="159" y="371"/>
                </a:cubicBezTo>
                <a:cubicBezTo>
                  <a:pt x="176" y="366"/>
                  <a:pt x="190" y="359"/>
                  <a:pt x="201" y="350"/>
                </a:cubicBezTo>
                <a:cubicBezTo>
                  <a:pt x="213" y="340"/>
                  <a:pt x="219" y="328"/>
                  <a:pt x="219" y="315"/>
                </a:cubicBezTo>
                <a:cubicBezTo>
                  <a:pt x="219" y="308"/>
                  <a:pt x="217" y="301"/>
                  <a:pt x="213" y="296"/>
                </a:cubicBezTo>
                <a:cubicBezTo>
                  <a:pt x="209" y="292"/>
                  <a:pt x="201" y="286"/>
                  <a:pt x="191" y="280"/>
                </a:cubicBezTo>
                <a:cubicBezTo>
                  <a:pt x="179" y="273"/>
                  <a:pt x="156" y="270"/>
                  <a:pt x="122" y="270"/>
                </a:cubicBezTo>
                <a:cubicBezTo>
                  <a:pt x="119" y="270"/>
                  <a:pt x="113" y="271"/>
                  <a:pt x="104" y="271"/>
                </a:cubicBezTo>
                <a:cubicBezTo>
                  <a:pt x="95" y="271"/>
                  <a:pt x="87" y="272"/>
                  <a:pt x="80" y="272"/>
                </a:cubicBezTo>
                <a:cubicBezTo>
                  <a:pt x="71" y="272"/>
                  <a:pt x="63" y="271"/>
                  <a:pt x="57" y="269"/>
                </a:cubicBezTo>
                <a:cubicBezTo>
                  <a:pt x="45" y="283"/>
                  <a:pt x="39" y="301"/>
                  <a:pt x="39" y="323"/>
                </a:cubicBezTo>
                <a:moveTo>
                  <a:pt x="235" y="43"/>
                </a:moveTo>
                <a:cubicBezTo>
                  <a:pt x="227" y="43"/>
                  <a:pt x="222" y="39"/>
                  <a:pt x="219" y="33"/>
                </a:cubicBezTo>
                <a:cubicBezTo>
                  <a:pt x="216" y="28"/>
                  <a:pt x="212" y="26"/>
                  <a:pt x="208" y="26"/>
                </a:cubicBezTo>
                <a:cubicBezTo>
                  <a:pt x="204" y="26"/>
                  <a:pt x="200" y="27"/>
                  <a:pt x="195" y="30"/>
                </a:cubicBezTo>
                <a:cubicBezTo>
                  <a:pt x="190" y="33"/>
                  <a:pt x="186" y="36"/>
                  <a:pt x="185" y="39"/>
                </a:cubicBezTo>
                <a:cubicBezTo>
                  <a:pt x="201" y="56"/>
                  <a:pt x="209" y="76"/>
                  <a:pt x="209" y="99"/>
                </a:cubicBezTo>
                <a:cubicBezTo>
                  <a:pt x="209" y="125"/>
                  <a:pt x="200" y="146"/>
                  <a:pt x="181" y="162"/>
                </a:cubicBezTo>
                <a:cubicBezTo>
                  <a:pt x="162" y="178"/>
                  <a:pt x="139" y="186"/>
                  <a:pt x="113" y="186"/>
                </a:cubicBezTo>
                <a:cubicBezTo>
                  <a:pt x="92" y="186"/>
                  <a:pt x="75" y="182"/>
                  <a:pt x="61" y="173"/>
                </a:cubicBezTo>
                <a:cubicBezTo>
                  <a:pt x="54" y="183"/>
                  <a:pt x="51" y="194"/>
                  <a:pt x="51" y="207"/>
                </a:cubicBezTo>
                <a:cubicBezTo>
                  <a:pt x="51" y="218"/>
                  <a:pt x="54" y="226"/>
                  <a:pt x="62" y="232"/>
                </a:cubicBezTo>
                <a:cubicBezTo>
                  <a:pt x="69" y="237"/>
                  <a:pt x="77" y="240"/>
                  <a:pt x="87" y="240"/>
                </a:cubicBezTo>
                <a:lnTo>
                  <a:pt x="104" y="238"/>
                </a:lnTo>
                <a:cubicBezTo>
                  <a:pt x="119" y="236"/>
                  <a:pt x="132" y="236"/>
                  <a:pt x="142" y="236"/>
                </a:cubicBezTo>
                <a:cubicBezTo>
                  <a:pt x="183" y="236"/>
                  <a:pt x="211" y="242"/>
                  <a:pt x="226" y="254"/>
                </a:cubicBezTo>
                <a:cubicBezTo>
                  <a:pt x="242" y="268"/>
                  <a:pt x="251" y="283"/>
                  <a:pt x="251" y="300"/>
                </a:cubicBezTo>
                <a:cubicBezTo>
                  <a:pt x="251" y="320"/>
                  <a:pt x="242" y="338"/>
                  <a:pt x="226" y="353"/>
                </a:cubicBezTo>
                <a:cubicBezTo>
                  <a:pt x="210" y="369"/>
                  <a:pt x="190" y="380"/>
                  <a:pt x="166" y="387"/>
                </a:cubicBezTo>
                <a:cubicBezTo>
                  <a:pt x="142" y="395"/>
                  <a:pt x="117" y="399"/>
                  <a:pt x="91" y="399"/>
                </a:cubicBezTo>
                <a:cubicBezTo>
                  <a:pt x="65" y="399"/>
                  <a:pt x="43" y="394"/>
                  <a:pt x="26" y="383"/>
                </a:cubicBezTo>
                <a:cubicBezTo>
                  <a:pt x="9" y="374"/>
                  <a:pt x="0" y="357"/>
                  <a:pt x="0" y="334"/>
                </a:cubicBezTo>
                <a:cubicBezTo>
                  <a:pt x="0" y="307"/>
                  <a:pt x="15" y="284"/>
                  <a:pt x="46" y="265"/>
                </a:cubicBezTo>
                <a:cubicBezTo>
                  <a:pt x="29" y="256"/>
                  <a:pt x="20" y="242"/>
                  <a:pt x="20" y="221"/>
                </a:cubicBezTo>
                <a:cubicBezTo>
                  <a:pt x="20" y="211"/>
                  <a:pt x="22" y="200"/>
                  <a:pt x="27" y="190"/>
                </a:cubicBezTo>
                <a:cubicBezTo>
                  <a:pt x="32" y="179"/>
                  <a:pt x="38" y="170"/>
                  <a:pt x="45" y="163"/>
                </a:cubicBezTo>
                <a:cubicBezTo>
                  <a:pt x="26" y="145"/>
                  <a:pt x="16" y="123"/>
                  <a:pt x="16" y="100"/>
                </a:cubicBezTo>
                <a:cubicBezTo>
                  <a:pt x="16" y="74"/>
                  <a:pt x="26" y="53"/>
                  <a:pt x="45" y="37"/>
                </a:cubicBezTo>
                <a:cubicBezTo>
                  <a:pt x="64" y="21"/>
                  <a:pt x="87" y="13"/>
                  <a:pt x="113" y="13"/>
                </a:cubicBezTo>
                <a:cubicBezTo>
                  <a:pt x="137" y="13"/>
                  <a:pt x="157" y="18"/>
                  <a:pt x="173" y="29"/>
                </a:cubicBezTo>
                <a:cubicBezTo>
                  <a:pt x="180" y="20"/>
                  <a:pt x="189" y="13"/>
                  <a:pt x="200" y="7"/>
                </a:cubicBezTo>
                <a:cubicBezTo>
                  <a:pt x="212" y="2"/>
                  <a:pt x="222" y="0"/>
                  <a:pt x="230" y="0"/>
                </a:cubicBezTo>
                <a:cubicBezTo>
                  <a:pt x="238" y="0"/>
                  <a:pt x="244" y="2"/>
                  <a:pt x="248" y="6"/>
                </a:cubicBezTo>
                <a:cubicBezTo>
                  <a:pt x="253" y="10"/>
                  <a:pt x="256" y="15"/>
                  <a:pt x="256" y="21"/>
                </a:cubicBezTo>
                <a:cubicBezTo>
                  <a:pt x="256" y="27"/>
                  <a:pt x="254" y="32"/>
                  <a:pt x="249" y="37"/>
                </a:cubicBezTo>
                <a:cubicBezTo>
                  <a:pt x="245" y="41"/>
                  <a:pt x="240" y="43"/>
                  <a:pt x="235" y="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2003400" y="2196720"/>
            <a:ext cx="47880" cy="143640"/>
          </a:xfrm>
          <a:custGeom>
            <a:avLst/>
            <a:gdLst/>
            <a:ahLst/>
            <a:rect l="0" t="0" r="r" b="b"/>
            <a:pathLst>
              <a:path w="133" h="399">
                <a:moveTo>
                  <a:pt x="44" y="79"/>
                </a:moveTo>
                <a:cubicBezTo>
                  <a:pt x="44" y="67"/>
                  <a:pt x="44" y="58"/>
                  <a:pt x="43" y="52"/>
                </a:cubicBezTo>
                <a:cubicBezTo>
                  <a:pt x="42" y="46"/>
                  <a:pt x="40" y="42"/>
                  <a:pt x="36" y="39"/>
                </a:cubicBezTo>
                <a:cubicBezTo>
                  <a:pt x="32" y="35"/>
                  <a:pt x="28" y="34"/>
                  <a:pt x="26" y="34"/>
                </a:cubicBezTo>
                <a:cubicBezTo>
                  <a:pt x="24" y="34"/>
                  <a:pt x="18" y="34"/>
                  <a:pt x="7" y="32"/>
                </a:cubicBezTo>
                <a:cubicBezTo>
                  <a:pt x="3" y="28"/>
                  <a:pt x="1" y="23"/>
                  <a:pt x="4" y="15"/>
                </a:cubicBezTo>
                <a:cubicBezTo>
                  <a:pt x="37" y="13"/>
                  <a:pt x="64" y="8"/>
                  <a:pt x="83" y="0"/>
                </a:cubicBezTo>
                <a:cubicBezTo>
                  <a:pt x="88" y="0"/>
                  <a:pt x="91" y="2"/>
                  <a:pt x="91" y="6"/>
                </a:cubicBezTo>
                <a:cubicBezTo>
                  <a:pt x="90" y="21"/>
                  <a:pt x="89" y="41"/>
                  <a:pt x="89" y="65"/>
                </a:cubicBezTo>
                <a:lnTo>
                  <a:pt x="89" y="328"/>
                </a:lnTo>
                <a:cubicBezTo>
                  <a:pt x="89" y="352"/>
                  <a:pt x="91" y="366"/>
                  <a:pt x="96" y="371"/>
                </a:cubicBezTo>
                <a:cubicBezTo>
                  <a:pt x="101" y="377"/>
                  <a:pt x="112" y="380"/>
                  <a:pt x="130" y="381"/>
                </a:cubicBezTo>
                <a:cubicBezTo>
                  <a:pt x="132" y="383"/>
                  <a:pt x="133" y="386"/>
                  <a:pt x="133" y="391"/>
                </a:cubicBezTo>
                <a:cubicBezTo>
                  <a:pt x="133" y="395"/>
                  <a:pt x="132" y="398"/>
                  <a:pt x="130" y="399"/>
                </a:cubicBezTo>
                <a:cubicBezTo>
                  <a:pt x="98" y="399"/>
                  <a:pt x="76" y="398"/>
                  <a:pt x="67" y="398"/>
                </a:cubicBezTo>
                <a:cubicBezTo>
                  <a:pt x="56" y="398"/>
                  <a:pt x="34" y="399"/>
                  <a:pt x="3" y="399"/>
                </a:cubicBezTo>
                <a:cubicBezTo>
                  <a:pt x="1" y="398"/>
                  <a:pt x="0" y="395"/>
                  <a:pt x="0" y="391"/>
                </a:cubicBezTo>
                <a:cubicBezTo>
                  <a:pt x="0" y="386"/>
                  <a:pt x="1" y="383"/>
                  <a:pt x="3" y="381"/>
                </a:cubicBezTo>
                <a:cubicBezTo>
                  <a:pt x="21" y="380"/>
                  <a:pt x="32" y="377"/>
                  <a:pt x="37" y="371"/>
                </a:cubicBezTo>
                <a:cubicBezTo>
                  <a:pt x="42" y="366"/>
                  <a:pt x="44" y="352"/>
                  <a:pt x="44" y="328"/>
                </a:cubicBezTo>
                <a:lnTo>
                  <a:pt x="44" y="7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2061720" y="2250360"/>
            <a:ext cx="75600" cy="91800"/>
          </a:xfrm>
          <a:custGeom>
            <a:avLst/>
            <a:gdLst/>
            <a:ahLst/>
            <a:rect l="0" t="0" r="r" b="b"/>
            <a:pathLst>
              <a:path w="210" h="255">
                <a:moveTo>
                  <a:pt x="49" y="89"/>
                </a:moveTo>
                <a:lnTo>
                  <a:pt x="152" y="86"/>
                </a:lnTo>
                <a:cubicBezTo>
                  <a:pt x="158" y="86"/>
                  <a:pt x="161" y="84"/>
                  <a:pt x="160" y="79"/>
                </a:cubicBezTo>
                <a:cubicBezTo>
                  <a:pt x="160" y="57"/>
                  <a:pt x="156" y="42"/>
                  <a:pt x="146" y="33"/>
                </a:cubicBezTo>
                <a:cubicBezTo>
                  <a:pt x="137" y="23"/>
                  <a:pt x="126" y="19"/>
                  <a:pt x="113" y="19"/>
                </a:cubicBezTo>
                <a:cubicBezTo>
                  <a:pt x="108" y="19"/>
                  <a:pt x="103" y="19"/>
                  <a:pt x="98" y="21"/>
                </a:cubicBezTo>
                <a:cubicBezTo>
                  <a:pt x="93" y="22"/>
                  <a:pt x="87" y="25"/>
                  <a:pt x="80" y="29"/>
                </a:cubicBezTo>
                <a:cubicBezTo>
                  <a:pt x="74" y="34"/>
                  <a:pt x="67" y="41"/>
                  <a:pt x="61" y="51"/>
                </a:cubicBezTo>
                <a:cubicBezTo>
                  <a:pt x="55" y="61"/>
                  <a:pt x="51" y="74"/>
                  <a:pt x="49" y="89"/>
                </a:cubicBezTo>
                <a:moveTo>
                  <a:pt x="210" y="206"/>
                </a:moveTo>
                <a:cubicBezTo>
                  <a:pt x="185" y="238"/>
                  <a:pt x="153" y="255"/>
                  <a:pt x="113" y="255"/>
                </a:cubicBezTo>
                <a:cubicBezTo>
                  <a:pt x="75" y="255"/>
                  <a:pt x="46" y="243"/>
                  <a:pt x="26" y="219"/>
                </a:cubicBezTo>
                <a:cubicBezTo>
                  <a:pt x="8" y="198"/>
                  <a:pt x="0" y="170"/>
                  <a:pt x="0" y="134"/>
                </a:cubicBezTo>
                <a:cubicBezTo>
                  <a:pt x="0" y="94"/>
                  <a:pt x="11" y="61"/>
                  <a:pt x="36" y="37"/>
                </a:cubicBezTo>
                <a:cubicBezTo>
                  <a:pt x="60" y="13"/>
                  <a:pt x="86" y="0"/>
                  <a:pt x="113" y="0"/>
                </a:cubicBezTo>
                <a:cubicBezTo>
                  <a:pt x="177" y="0"/>
                  <a:pt x="209" y="33"/>
                  <a:pt x="209" y="99"/>
                </a:cubicBezTo>
                <a:cubicBezTo>
                  <a:pt x="209" y="106"/>
                  <a:pt x="206" y="109"/>
                  <a:pt x="199" y="109"/>
                </a:cubicBezTo>
                <a:lnTo>
                  <a:pt x="47" y="108"/>
                </a:lnTo>
                <a:cubicBezTo>
                  <a:pt x="47" y="140"/>
                  <a:pt x="53" y="166"/>
                  <a:pt x="65" y="186"/>
                </a:cubicBezTo>
                <a:cubicBezTo>
                  <a:pt x="82" y="214"/>
                  <a:pt x="103" y="227"/>
                  <a:pt x="128" y="227"/>
                </a:cubicBezTo>
                <a:cubicBezTo>
                  <a:pt x="144" y="227"/>
                  <a:pt x="157" y="225"/>
                  <a:pt x="166" y="220"/>
                </a:cubicBezTo>
                <a:cubicBezTo>
                  <a:pt x="177" y="216"/>
                  <a:pt x="187" y="208"/>
                  <a:pt x="199" y="196"/>
                </a:cubicBezTo>
                <a:cubicBezTo>
                  <a:pt x="205" y="197"/>
                  <a:pt x="209" y="200"/>
                  <a:pt x="210" y="206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2153880" y="2282040"/>
            <a:ext cx="52920" cy="12240"/>
          </a:xfrm>
          <a:custGeom>
            <a:avLst/>
            <a:gdLst/>
            <a:ahLst/>
            <a:rect l="0" t="0" r="r" b="b"/>
            <a:pathLst>
              <a:path w="147" h="34">
                <a:moveTo>
                  <a:pt x="8" y="34"/>
                </a:moveTo>
                <a:cubicBezTo>
                  <a:pt x="3" y="34"/>
                  <a:pt x="0" y="30"/>
                  <a:pt x="0" y="23"/>
                </a:cubicBezTo>
                <a:cubicBezTo>
                  <a:pt x="0" y="18"/>
                  <a:pt x="2" y="13"/>
                  <a:pt x="5" y="8"/>
                </a:cubicBezTo>
                <a:cubicBezTo>
                  <a:pt x="8" y="3"/>
                  <a:pt x="11" y="0"/>
                  <a:pt x="14" y="0"/>
                </a:cubicBezTo>
                <a:lnTo>
                  <a:pt x="139" y="0"/>
                </a:lnTo>
                <a:cubicBezTo>
                  <a:pt x="144" y="0"/>
                  <a:pt x="147" y="4"/>
                  <a:pt x="147" y="11"/>
                </a:cubicBezTo>
                <a:cubicBezTo>
                  <a:pt x="147" y="15"/>
                  <a:pt x="145" y="20"/>
                  <a:pt x="142" y="25"/>
                </a:cubicBezTo>
                <a:cubicBezTo>
                  <a:pt x="138" y="31"/>
                  <a:pt x="135" y="34"/>
                  <a:pt x="132" y="34"/>
                </a:cubicBezTo>
                <a:lnTo>
                  <a:pt x="8" y="34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-32760" bIns="-3276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2222280" y="2249280"/>
            <a:ext cx="95760" cy="138960"/>
          </a:xfrm>
          <a:custGeom>
            <a:avLst/>
            <a:gdLst/>
            <a:ahLst/>
            <a:rect l="0" t="0" r="r" b="b"/>
            <a:pathLst>
              <a:path w="266" h="386">
                <a:moveTo>
                  <a:pt x="163" y="42"/>
                </a:moveTo>
                <a:cubicBezTo>
                  <a:pt x="151" y="29"/>
                  <a:pt x="135" y="22"/>
                  <a:pt x="118" y="22"/>
                </a:cubicBezTo>
                <a:cubicBezTo>
                  <a:pt x="96" y="22"/>
                  <a:pt x="79" y="31"/>
                  <a:pt x="66" y="49"/>
                </a:cubicBezTo>
                <a:cubicBezTo>
                  <a:pt x="55" y="68"/>
                  <a:pt x="49" y="92"/>
                  <a:pt x="49" y="123"/>
                </a:cubicBezTo>
                <a:cubicBezTo>
                  <a:pt x="49" y="144"/>
                  <a:pt x="51" y="161"/>
                  <a:pt x="56" y="176"/>
                </a:cubicBezTo>
                <a:cubicBezTo>
                  <a:pt x="62" y="191"/>
                  <a:pt x="69" y="203"/>
                  <a:pt x="78" y="211"/>
                </a:cubicBezTo>
                <a:cubicBezTo>
                  <a:pt x="87" y="219"/>
                  <a:pt x="95" y="224"/>
                  <a:pt x="104" y="228"/>
                </a:cubicBezTo>
                <a:cubicBezTo>
                  <a:pt x="113" y="231"/>
                  <a:pt x="122" y="233"/>
                  <a:pt x="131" y="233"/>
                </a:cubicBezTo>
                <a:cubicBezTo>
                  <a:pt x="147" y="233"/>
                  <a:pt x="160" y="231"/>
                  <a:pt x="169" y="225"/>
                </a:cubicBezTo>
                <a:cubicBezTo>
                  <a:pt x="172" y="224"/>
                  <a:pt x="175" y="221"/>
                  <a:pt x="176" y="219"/>
                </a:cubicBezTo>
                <a:cubicBezTo>
                  <a:pt x="177" y="217"/>
                  <a:pt x="177" y="214"/>
                  <a:pt x="177" y="209"/>
                </a:cubicBezTo>
                <a:lnTo>
                  <a:pt x="177" y="77"/>
                </a:lnTo>
                <a:cubicBezTo>
                  <a:pt x="177" y="72"/>
                  <a:pt x="177" y="68"/>
                  <a:pt x="176" y="65"/>
                </a:cubicBezTo>
                <a:cubicBezTo>
                  <a:pt x="175" y="61"/>
                  <a:pt x="174" y="58"/>
                  <a:pt x="172" y="54"/>
                </a:cubicBezTo>
                <a:cubicBezTo>
                  <a:pt x="170" y="51"/>
                  <a:pt x="167" y="47"/>
                  <a:pt x="163" y="42"/>
                </a:cubicBezTo>
                <a:moveTo>
                  <a:pt x="177" y="252"/>
                </a:moveTo>
                <a:cubicBezTo>
                  <a:pt x="177" y="247"/>
                  <a:pt x="176" y="244"/>
                  <a:pt x="174" y="244"/>
                </a:cubicBezTo>
                <a:cubicBezTo>
                  <a:pt x="173" y="244"/>
                  <a:pt x="168" y="245"/>
                  <a:pt x="162" y="249"/>
                </a:cubicBezTo>
                <a:cubicBezTo>
                  <a:pt x="151" y="255"/>
                  <a:pt x="137" y="258"/>
                  <a:pt x="118" y="258"/>
                </a:cubicBezTo>
                <a:cubicBezTo>
                  <a:pt x="80" y="258"/>
                  <a:pt x="51" y="245"/>
                  <a:pt x="30" y="219"/>
                </a:cubicBezTo>
                <a:cubicBezTo>
                  <a:pt x="10" y="194"/>
                  <a:pt x="0" y="165"/>
                  <a:pt x="0" y="134"/>
                </a:cubicBezTo>
                <a:cubicBezTo>
                  <a:pt x="0" y="97"/>
                  <a:pt x="11" y="65"/>
                  <a:pt x="34" y="40"/>
                </a:cubicBezTo>
                <a:cubicBezTo>
                  <a:pt x="57" y="15"/>
                  <a:pt x="86" y="2"/>
                  <a:pt x="120" y="2"/>
                </a:cubicBezTo>
                <a:cubicBezTo>
                  <a:pt x="124" y="2"/>
                  <a:pt x="127" y="2"/>
                  <a:pt x="130" y="2"/>
                </a:cubicBezTo>
                <a:cubicBezTo>
                  <a:pt x="134" y="2"/>
                  <a:pt x="137" y="3"/>
                  <a:pt x="140" y="3"/>
                </a:cubicBezTo>
                <a:cubicBezTo>
                  <a:pt x="144" y="4"/>
                  <a:pt x="147" y="4"/>
                  <a:pt x="150" y="5"/>
                </a:cubicBezTo>
                <a:cubicBezTo>
                  <a:pt x="153" y="5"/>
                  <a:pt x="156" y="6"/>
                  <a:pt x="160" y="7"/>
                </a:cubicBezTo>
                <a:cubicBezTo>
                  <a:pt x="163" y="8"/>
                  <a:pt x="165" y="9"/>
                  <a:pt x="168" y="10"/>
                </a:cubicBezTo>
                <a:cubicBezTo>
                  <a:pt x="171" y="11"/>
                  <a:pt x="174" y="12"/>
                  <a:pt x="176" y="14"/>
                </a:cubicBezTo>
                <a:cubicBezTo>
                  <a:pt x="180" y="16"/>
                  <a:pt x="182" y="17"/>
                  <a:pt x="185" y="19"/>
                </a:cubicBezTo>
                <a:cubicBezTo>
                  <a:pt x="188" y="21"/>
                  <a:pt x="191" y="21"/>
                  <a:pt x="193" y="20"/>
                </a:cubicBezTo>
                <a:cubicBezTo>
                  <a:pt x="195" y="19"/>
                  <a:pt x="198" y="16"/>
                  <a:pt x="202" y="11"/>
                </a:cubicBezTo>
                <a:cubicBezTo>
                  <a:pt x="207" y="4"/>
                  <a:pt x="211" y="0"/>
                  <a:pt x="213" y="0"/>
                </a:cubicBezTo>
                <a:cubicBezTo>
                  <a:pt x="220" y="0"/>
                  <a:pt x="222" y="5"/>
                  <a:pt x="222" y="15"/>
                </a:cubicBezTo>
                <a:lnTo>
                  <a:pt x="222" y="315"/>
                </a:lnTo>
                <a:cubicBezTo>
                  <a:pt x="222" y="339"/>
                  <a:pt x="224" y="353"/>
                  <a:pt x="229" y="358"/>
                </a:cubicBezTo>
                <a:cubicBezTo>
                  <a:pt x="233" y="363"/>
                  <a:pt x="245" y="366"/>
                  <a:pt x="263" y="367"/>
                </a:cubicBezTo>
                <a:cubicBezTo>
                  <a:pt x="265" y="369"/>
                  <a:pt x="266" y="372"/>
                  <a:pt x="266" y="377"/>
                </a:cubicBezTo>
                <a:cubicBezTo>
                  <a:pt x="266" y="382"/>
                  <a:pt x="265" y="385"/>
                  <a:pt x="263" y="386"/>
                </a:cubicBezTo>
                <a:cubicBezTo>
                  <a:pt x="230" y="385"/>
                  <a:pt x="210" y="385"/>
                  <a:pt x="200" y="385"/>
                </a:cubicBezTo>
                <a:cubicBezTo>
                  <a:pt x="190" y="385"/>
                  <a:pt x="168" y="385"/>
                  <a:pt x="136" y="386"/>
                </a:cubicBezTo>
                <a:cubicBezTo>
                  <a:pt x="134" y="385"/>
                  <a:pt x="133" y="382"/>
                  <a:pt x="133" y="377"/>
                </a:cubicBezTo>
                <a:cubicBezTo>
                  <a:pt x="133" y="372"/>
                  <a:pt x="134" y="369"/>
                  <a:pt x="136" y="367"/>
                </a:cubicBezTo>
                <a:cubicBezTo>
                  <a:pt x="154" y="366"/>
                  <a:pt x="166" y="363"/>
                  <a:pt x="170" y="358"/>
                </a:cubicBezTo>
                <a:cubicBezTo>
                  <a:pt x="175" y="353"/>
                  <a:pt x="177" y="339"/>
                  <a:pt x="177" y="315"/>
                </a:cubicBezTo>
                <a:lnTo>
                  <a:pt x="177" y="252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2322720" y="2251440"/>
            <a:ext cx="102240" cy="90720"/>
          </a:xfrm>
          <a:custGeom>
            <a:avLst/>
            <a:gdLst/>
            <a:ahLst/>
            <a:rect l="0" t="0" r="r" b="b"/>
            <a:pathLst>
              <a:path w="284" h="252">
                <a:moveTo>
                  <a:pt x="54" y="230"/>
                </a:moveTo>
                <a:cubicBezTo>
                  <a:pt x="43" y="215"/>
                  <a:pt x="37" y="197"/>
                  <a:pt x="37" y="175"/>
                </a:cubicBezTo>
                <a:lnTo>
                  <a:pt x="37" y="65"/>
                </a:lnTo>
                <a:cubicBezTo>
                  <a:pt x="37" y="47"/>
                  <a:pt x="35" y="35"/>
                  <a:pt x="30" y="30"/>
                </a:cubicBezTo>
                <a:cubicBezTo>
                  <a:pt x="26" y="24"/>
                  <a:pt x="16" y="21"/>
                  <a:pt x="2" y="20"/>
                </a:cubicBezTo>
                <a:cubicBezTo>
                  <a:pt x="1" y="18"/>
                  <a:pt x="0" y="15"/>
                  <a:pt x="0" y="10"/>
                </a:cubicBezTo>
                <a:cubicBezTo>
                  <a:pt x="0" y="6"/>
                  <a:pt x="1" y="2"/>
                  <a:pt x="2" y="0"/>
                </a:cubicBezTo>
                <a:cubicBezTo>
                  <a:pt x="30" y="1"/>
                  <a:pt x="50" y="2"/>
                  <a:pt x="60" y="2"/>
                </a:cubicBezTo>
                <a:cubicBezTo>
                  <a:pt x="70" y="2"/>
                  <a:pt x="76" y="1"/>
                  <a:pt x="80" y="0"/>
                </a:cubicBezTo>
                <a:cubicBezTo>
                  <a:pt x="84" y="0"/>
                  <a:pt x="85" y="2"/>
                  <a:pt x="85" y="4"/>
                </a:cubicBezTo>
                <a:cubicBezTo>
                  <a:pt x="84" y="32"/>
                  <a:pt x="83" y="51"/>
                  <a:pt x="83" y="63"/>
                </a:cubicBezTo>
                <a:lnTo>
                  <a:pt x="83" y="166"/>
                </a:lnTo>
                <a:cubicBezTo>
                  <a:pt x="83" y="189"/>
                  <a:pt x="87" y="204"/>
                  <a:pt x="97" y="213"/>
                </a:cubicBezTo>
                <a:cubicBezTo>
                  <a:pt x="106" y="221"/>
                  <a:pt x="116" y="225"/>
                  <a:pt x="128" y="225"/>
                </a:cubicBezTo>
                <a:cubicBezTo>
                  <a:pt x="145" y="225"/>
                  <a:pt x="165" y="216"/>
                  <a:pt x="186" y="198"/>
                </a:cubicBezTo>
                <a:cubicBezTo>
                  <a:pt x="192" y="192"/>
                  <a:pt x="195" y="185"/>
                  <a:pt x="194" y="176"/>
                </a:cubicBezTo>
                <a:lnTo>
                  <a:pt x="194" y="66"/>
                </a:lnTo>
                <a:cubicBezTo>
                  <a:pt x="194" y="47"/>
                  <a:pt x="192" y="35"/>
                  <a:pt x="187" y="30"/>
                </a:cubicBezTo>
                <a:cubicBezTo>
                  <a:pt x="183" y="23"/>
                  <a:pt x="173" y="20"/>
                  <a:pt x="159" y="20"/>
                </a:cubicBezTo>
                <a:cubicBezTo>
                  <a:pt x="157" y="18"/>
                  <a:pt x="157" y="15"/>
                  <a:pt x="157" y="10"/>
                </a:cubicBezTo>
                <a:cubicBezTo>
                  <a:pt x="157" y="6"/>
                  <a:pt x="157" y="2"/>
                  <a:pt x="159" y="0"/>
                </a:cubicBezTo>
                <a:cubicBezTo>
                  <a:pt x="187" y="1"/>
                  <a:pt x="207" y="2"/>
                  <a:pt x="217" y="2"/>
                </a:cubicBezTo>
                <a:cubicBezTo>
                  <a:pt x="227" y="2"/>
                  <a:pt x="233" y="1"/>
                  <a:pt x="237" y="0"/>
                </a:cubicBezTo>
                <a:cubicBezTo>
                  <a:pt x="240" y="0"/>
                  <a:pt x="242" y="2"/>
                  <a:pt x="242" y="4"/>
                </a:cubicBezTo>
                <a:cubicBezTo>
                  <a:pt x="240" y="32"/>
                  <a:pt x="240" y="51"/>
                  <a:pt x="240" y="63"/>
                </a:cubicBezTo>
                <a:lnTo>
                  <a:pt x="240" y="173"/>
                </a:lnTo>
                <a:cubicBezTo>
                  <a:pt x="240" y="188"/>
                  <a:pt x="242" y="198"/>
                  <a:pt x="247" y="203"/>
                </a:cubicBezTo>
                <a:cubicBezTo>
                  <a:pt x="252" y="209"/>
                  <a:pt x="264" y="213"/>
                  <a:pt x="281" y="214"/>
                </a:cubicBezTo>
                <a:cubicBezTo>
                  <a:pt x="283" y="216"/>
                  <a:pt x="284" y="218"/>
                  <a:pt x="284" y="222"/>
                </a:cubicBezTo>
                <a:cubicBezTo>
                  <a:pt x="284" y="225"/>
                  <a:pt x="283" y="228"/>
                  <a:pt x="281" y="229"/>
                </a:cubicBezTo>
                <a:cubicBezTo>
                  <a:pt x="249" y="233"/>
                  <a:pt x="226" y="241"/>
                  <a:pt x="212" y="252"/>
                </a:cubicBezTo>
                <a:cubicBezTo>
                  <a:pt x="208" y="253"/>
                  <a:pt x="204" y="253"/>
                  <a:pt x="201" y="252"/>
                </a:cubicBezTo>
                <a:cubicBezTo>
                  <a:pt x="197" y="238"/>
                  <a:pt x="195" y="227"/>
                  <a:pt x="195" y="219"/>
                </a:cubicBezTo>
                <a:cubicBezTo>
                  <a:pt x="195" y="214"/>
                  <a:pt x="193" y="214"/>
                  <a:pt x="188" y="218"/>
                </a:cubicBezTo>
                <a:cubicBezTo>
                  <a:pt x="160" y="241"/>
                  <a:pt x="135" y="252"/>
                  <a:pt x="111" y="252"/>
                </a:cubicBezTo>
                <a:cubicBezTo>
                  <a:pt x="85" y="252"/>
                  <a:pt x="66" y="245"/>
                  <a:pt x="54" y="23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2428560" y="2196720"/>
            <a:ext cx="92160" cy="145800"/>
          </a:xfrm>
          <a:custGeom>
            <a:avLst/>
            <a:gdLst/>
            <a:ahLst/>
            <a:rect l="0" t="0" r="r" b="b"/>
            <a:pathLst>
              <a:path w="256" h="405">
                <a:moveTo>
                  <a:pt x="95" y="192"/>
                </a:moveTo>
                <a:cubicBezTo>
                  <a:pt x="89" y="197"/>
                  <a:pt x="85" y="205"/>
                  <a:pt x="86" y="215"/>
                </a:cubicBezTo>
                <a:lnTo>
                  <a:pt x="86" y="358"/>
                </a:lnTo>
                <a:cubicBezTo>
                  <a:pt x="100" y="376"/>
                  <a:pt x="114" y="385"/>
                  <a:pt x="127" y="385"/>
                </a:cubicBezTo>
                <a:cubicBezTo>
                  <a:pt x="153" y="385"/>
                  <a:pt x="173" y="374"/>
                  <a:pt x="187" y="353"/>
                </a:cubicBezTo>
                <a:cubicBezTo>
                  <a:pt x="201" y="332"/>
                  <a:pt x="208" y="305"/>
                  <a:pt x="208" y="271"/>
                </a:cubicBezTo>
                <a:cubicBezTo>
                  <a:pt x="208" y="243"/>
                  <a:pt x="201" y="220"/>
                  <a:pt x="188" y="202"/>
                </a:cubicBezTo>
                <a:cubicBezTo>
                  <a:pt x="176" y="183"/>
                  <a:pt x="161" y="173"/>
                  <a:pt x="144" y="173"/>
                </a:cubicBezTo>
                <a:cubicBezTo>
                  <a:pt x="125" y="173"/>
                  <a:pt x="109" y="179"/>
                  <a:pt x="95" y="192"/>
                </a:cubicBezTo>
                <a:moveTo>
                  <a:pt x="91" y="174"/>
                </a:moveTo>
                <a:cubicBezTo>
                  <a:pt x="110" y="157"/>
                  <a:pt x="132" y="148"/>
                  <a:pt x="155" y="148"/>
                </a:cubicBezTo>
                <a:cubicBezTo>
                  <a:pt x="181" y="148"/>
                  <a:pt x="205" y="158"/>
                  <a:pt x="225" y="179"/>
                </a:cubicBezTo>
                <a:cubicBezTo>
                  <a:pt x="246" y="200"/>
                  <a:pt x="256" y="227"/>
                  <a:pt x="256" y="260"/>
                </a:cubicBezTo>
                <a:cubicBezTo>
                  <a:pt x="256" y="303"/>
                  <a:pt x="243" y="337"/>
                  <a:pt x="217" y="364"/>
                </a:cubicBezTo>
                <a:cubicBezTo>
                  <a:pt x="191" y="391"/>
                  <a:pt x="162" y="404"/>
                  <a:pt x="130" y="404"/>
                </a:cubicBezTo>
                <a:cubicBezTo>
                  <a:pt x="108" y="404"/>
                  <a:pt x="91" y="399"/>
                  <a:pt x="80" y="390"/>
                </a:cubicBezTo>
                <a:cubicBezTo>
                  <a:pt x="77" y="387"/>
                  <a:pt x="74" y="386"/>
                  <a:pt x="72" y="386"/>
                </a:cubicBezTo>
                <a:cubicBezTo>
                  <a:pt x="70" y="386"/>
                  <a:pt x="68" y="388"/>
                  <a:pt x="64" y="391"/>
                </a:cubicBezTo>
                <a:cubicBezTo>
                  <a:pt x="63" y="393"/>
                  <a:pt x="61" y="395"/>
                  <a:pt x="59" y="397"/>
                </a:cubicBezTo>
                <a:cubicBezTo>
                  <a:pt x="58" y="399"/>
                  <a:pt x="56" y="400"/>
                  <a:pt x="55" y="401"/>
                </a:cubicBezTo>
                <a:cubicBezTo>
                  <a:pt x="54" y="402"/>
                  <a:pt x="53" y="403"/>
                  <a:pt x="51" y="405"/>
                </a:cubicBezTo>
                <a:cubicBezTo>
                  <a:pt x="45" y="405"/>
                  <a:pt x="41" y="403"/>
                  <a:pt x="38" y="398"/>
                </a:cubicBezTo>
                <a:cubicBezTo>
                  <a:pt x="40" y="391"/>
                  <a:pt x="41" y="378"/>
                  <a:pt x="41" y="358"/>
                </a:cubicBezTo>
                <a:lnTo>
                  <a:pt x="41" y="79"/>
                </a:lnTo>
                <a:cubicBezTo>
                  <a:pt x="41" y="67"/>
                  <a:pt x="40" y="58"/>
                  <a:pt x="40" y="52"/>
                </a:cubicBezTo>
                <a:cubicBezTo>
                  <a:pt x="39" y="46"/>
                  <a:pt x="37" y="42"/>
                  <a:pt x="32" y="39"/>
                </a:cubicBezTo>
                <a:cubicBezTo>
                  <a:pt x="28" y="35"/>
                  <a:pt x="25" y="34"/>
                  <a:pt x="22" y="34"/>
                </a:cubicBezTo>
                <a:cubicBezTo>
                  <a:pt x="20" y="34"/>
                  <a:pt x="14" y="34"/>
                  <a:pt x="5" y="32"/>
                </a:cubicBezTo>
                <a:cubicBezTo>
                  <a:pt x="0" y="28"/>
                  <a:pt x="-1" y="23"/>
                  <a:pt x="1" y="15"/>
                </a:cubicBezTo>
                <a:cubicBezTo>
                  <a:pt x="34" y="13"/>
                  <a:pt x="61" y="8"/>
                  <a:pt x="81" y="0"/>
                </a:cubicBezTo>
                <a:cubicBezTo>
                  <a:pt x="86" y="0"/>
                  <a:pt x="88" y="2"/>
                  <a:pt x="88" y="6"/>
                </a:cubicBezTo>
                <a:cubicBezTo>
                  <a:pt x="87" y="21"/>
                  <a:pt x="86" y="41"/>
                  <a:pt x="86" y="65"/>
                </a:cubicBezTo>
                <a:lnTo>
                  <a:pt x="86" y="171"/>
                </a:lnTo>
                <a:cubicBezTo>
                  <a:pt x="86" y="176"/>
                  <a:pt x="88" y="177"/>
                  <a:pt x="91" y="1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2533680" y="2207160"/>
            <a:ext cx="47520" cy="133200"/>
          </a:xfrm>
          <a:custGeom>
            <a:avLst/>
            <a:gdLst/>
            <a:ahLst/>
            <a:rect l="0" t="0" r="r" b="b"/>
            <a:pathLst>
              <a:path w="132" h="370">
                <a:moveTo>
                  <a:pt x="37" y="27"/>
                </a:moveTo>
                <a:cubicBezTo>
                  <a:pt x="37" y="21"/>
                  <a:pt x="40" y="14"/>
                  <a:pt x="46" y="9"/>
                </a:cubicBezTo>
                <a:cubicBezTo>
                  <a:pt x="52" y="3"/>
                  <a:pt x="59" y="0"/>
                  <a:pt x="66" y="0"/>
                </a:cubicBezTo>
                <a:cubicBezTo>
                  <a:pt x="74" y="0"/>
                  <a:pt x="80" y="4"/>
                  <a:pt x="85" y="10"/>
                </a:cubicBezTo>
                <a:cubicBezTo>
                  <a:pt x="91" y="16"/>
                  <a:pt x="94" y="23"/>
                  <a:pt x="94" y="29"/>
                </a:cubicBezTo>
                <a:cubicBezTo>
                  <a:pt x="94" y="36"/>
                  <a:pt x="90" y="43"/>
                  <a:pt x="84" y="49"/>
                </a:cubicBezTo>
                <a:cubicBezTo>
                  <a:pt x="78" y="54"/>
                  <a:pt x="71" y="57"/>
                  <a:pt x="64" y="57"/>
                </a:cubicBezTo>
                <a:cubicBezTo>
                  <a:pt x="57" y="57"/>
                  <a:pt x="51" y="54"/>
                  <a:pt x="45" y="48"/>
                </a:cubicBezTo>
                <a:cubicBezTo>
                  <a:pt x="39" y="42"/>
                  <a:pt x="37" y="35"/>
                  <a:pt x="37" y="27"/>
                </a:cubicBezTo>
                <a:moveTo>
                  <a:pt x="88" y="299"/>
                </a:moveTo>
                <a:cubicBezTo>
                  <a:pt x="88" y="323"/>
                  <a:pt x="90" y="337"/>
                  <a:pt x="95" y="342"/>
                </a:cubicBezTo>
                <a:cubicBezTo>
                  <a:pt x="100" y="348"/>
                  <a:pt x="111" y="351"/>
                  <a:pt x="130" y="352"/>
                </a:cubicBezTo>
                <a:cubicBezTo>
                  <a:pt x="131" y="354"/>
                  <a:pt x="132" y="357"/>
                  <a:pt x="132" y="362"/>
                </a:cubicBezTo>
                <a:cubicBezTo>
                  <a:pt x="132" y="366"/>
                  <a:pt x="131" y="369"/>
                  <a:pt x="130" y="370"/>
                </a:cubicBezTo>
                <a:cubicBezTo>
                  <a:pt x="97" y="370"/>
                  <a:pt x="75" y="369"/>
                  <a:pt x="66" y="369"/>
                </a:cubicBezTo>
                <a:cubicBezTo>
                  <a:pt x="55" y="369"/>
                  <a:pt x="34" y="370"/>
                  <a:pt x="2" y="370"/>
                </a:cubicBezTo>
                <a:cubicBezTo>
                  <a:pt x="1" y="369"/>
                  <a:pt x="0" y="366"/>
                  <a:pt x="0" y="362"/>
                </a:cubicBezTo>
                <a:cubicBezTo>
                  <a:pt x="0" y="357"/>
                  <a:pt x="1" y="354"/>
                  <a:pt x="2" y="352"/>
                </a:cubicBezTo>
                <a:cubicBezTo>
                  <a:pt x="21" y="350"/>
                  <a:pt x="32" y="347"/>
                  <a:pt x="37" y="342"/>
                </a:cubicBezTo>
                <a:cubicBezTo>
                  <a:pt x="41" y="337"/>
                  <a:pt x="44" y="323"/>
                  <a:pt x="44" y="299"/>
                </a:cubicBezTo>
                <a:lnTo>
                  <a:pt x="44" y="189"/>
                </a:lnTo>
                <a:cubicBezTo>
                  <a:pt x="44" y="173"/>
                  <a:pt x="41" y="163"/>
                  <a:pt x="37" y="159"/>
                </a:cubicBezTo>
                <a:cubicBezTo>
                  <a:pt x="32" y="154"/>
                  <a:pt x="22" y="151"/>
                  <a:pt x="7" y="150"/>
                </a:cubicBezTo>
                <a:cubicBezTo>
                  <a:pt x="4" y="144"/>
                  <a:pt x="4" y="138"/>
                  <a:pt x="5" y="133"/>
                </a:cubicBezTo>
                <a:cubicBezTo>
                  <a:pt x="40" y="129"/>
                  <a:pt x="67" y="123"/>
                  <a:pt x="84" y="117"/>
                </a:cubicBezTo>
                <a:cubicBezTo>
                  <a:pt x="88" y="117"/>
                  <a:pt x="90" y="119"/>
                  <a:pt x="90" y="121"/>
                </a:cubicBezTo>
                <a:cubicBezTo>
                  <a:pt x="90" y="122"/>
                  <a:pt x="90" y="124"/>
                  <a:pt x="90" y="126"/>
                </a:cubicBezTo>
                <a:cubicBezTo>
                  <a:pt x="90" y="127"/>
                  <a:pt x="90" y="131"/>
                  <a:pt x="90" y="136"/>
                </a:cubicBezTo>
                <a:cubicBezTo>
                  <a:pt x="90" y="142"/>
                  <a:pt x="89" y="147"/>
                  <a:pt x="89" y="152"/>
                </a:cubicBezTo>
                <a:cubicBezTo>
                  <a:pt x="89" y="156"/>
                  <a:pt x="89" y="162"/>
                  <a:pt x="88" y="169"/>
                </a:cubicBezTo>
                <a:cubicBezTo>
                  <a:pt x="88" y="175"/>
                  <a:pt x="88" y="181"/>
                  <a:pt x="88" y="186"/>
                </a:cubicBezTo>
                <a:lnTo>
                  <a:pt x="88" y="29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2589120" y="2220480"/>
            <a:ext cx="56520" cy="121680"/>
          </a:xfrm>
          <a:custGeom>
            <a:avLst/>
            <a:gdLst/>
            <a:ahLst/>
            <a:rect l="0" t="0" r="r" b="b"/>
            <a:pathLst>
              <a:path w="157" h="338">
                <a:moveTo>
                  <a:pt x="10" y="88"/>
                </a:moveTo>
                <a:lnTo>
                  <a:pt x="36" y="88"/>
                </a:lnTo>
                <a:cubicBezTo>
                  <a:pt x="36" y="76"/>
                  <a:pt x="36" y="66"/>
                  <a:pt x="36" y="58"/>
                </a:cubicBezTo>
                <a:cubicBezTo>
                  <a:pt x="36" y="49"/>
                  <a:pt x="36" y="43"/>
                  <a:pt x="36" y="39"/>
                </a:cubicBezTo>
                <a:cubicBezTo>
                  <a:pt x="36" y="35"/>
                  <a:pt x="35" y="32"/>
                  <a:pt x="35" y="30"/>
                </a:cubicBezTo>
                <a:cubicBezTo>
                  <a:pt x="35" y="28"/>
                  <a:pt x="35" y="26"/>
                  <a:pt x="35" y="25"/>
                </a:cubicBezTo>
                <a:cubicBezTo>
                  <a:pt x="35" y="23"/>
                  <a:pt x="35" y="22"/>
                  <a:pt x="35" y="22"/>
                </a:cubicBezTo>
                <a:cubicBezTo>
                  <a:pt x="35" y="20"/>
                  <a:pt x="36" y="19"/>
                  <a:pt x="37" y="18"/>
                </a:cubicBezTo>
                <a:cubicBezTo>
                  <a:pt x="39" y="17"/>
                  <a:pt x="40" y="16"/>
                  <a:pt x="42" y="16"/>
                </a:cubicBezTo>
                <a:cubicBezTo>
                  <a:pt x="43" y="15"/>
                  <a:pt x="46" y="14"/>
                  <a:pt x="49" y="13"/>
                </a:cubicBezTo>
                <a:cubicBezTo>
                  <a:pt x="52" y="12"/>
                  <a:pt x="54" y="12"/>
                  <a:pt x="56" y="11"/>
                </a:cubicBezTo>
                <a:cubicBezTo>
                  <a:pt x="58" y="10"/>
                  <a:pt x="61" y="8"/>
                  <a:pt x="65" y="6"/>
                </a:cubicBezTo>
                <a:cubicBezTo>
                  <a:pt x="68" y="4"/>
                  <a:pt x="71" y="3"/>
                  <a:pt x="74" y="2"/>
                </a:cubicBezTo>
                <a:cubicBezTo>
                  <a:pt x="77" y="1"/>
                  <a:pt x="78" y="0"/>
                  <a:pt x="80" y="0"/>
                </a:cubicBezTo>
                <a:cubicBezTo>
                  <a:pt x="83" y="0"/>
                  <a:pt x="84" y="2"/>
                  <a:pt x="84" y="6"/>
                </a:cubicBezTo>
                <a:cubicBezTo>
                  <a:pt x="83" y="21"/>
                  <a:pt x="82" y="41"/>
                  <a:pt x="82" y="66"/>
                </a:cubicBezTo>
                <a:lnTo>
                  <a:pt x="82" y="88"/>
                </a:lnTo>
                <a:lnTo>
                  <a:pt x="150" y="88"/>
                </a:lnTo>
                <a:cubicBezTo>
                  <a:pt x="153" y="88"/>
                  <a:pt x="155" y="89"/>
                  <a:pt x="155" y="91"/>
                </a:cubicBezTo>
                <a:lnTo>
                  <a:pt x="155" y="102"/>
                </a:lnTo>
                <a:cubicBezTo>
                  <a:pt x="155" y="108"/>
                  <a:pt x="150" y="110"/>
                  <a:pt x="141" y="110"/>
                </a:cubicBezTo>
                <a:lnTo>
                  <a:pt x="82" y="110"/>
                </a:lnTo>
                <a:lnTo>
                  <a:pt x="82" y="254"/>
                </a:lnTo>
                <a:cubicBezTo>
                  <a:pt x="82" y="272"/>
                  <a:pt x="83" y="286"/>
                  <a:pt x="86" y="295"/>
                </a:cubicBezTo>
                <a:cubicBezTo>
                  <a:pt x="88" y="303"/>
                  <a:pt x="93" y="307"/>
                  <a:pt x="100" y="307"/>
                </a:cubicBezTo>
                <a:cubicBezTo>
                  <a:pt x="118" y="307"/>
                  <a:pt x="133" y="302"/>
                  <a:pt x="147" y="291"/>
                </a:cubicBezTo>
                <a:cubicBezTo>
                  <a:pt x="153" y="291"/>
                  <a:pt x="156" y="294"/>
                  <a:pt x="157" y="300"/>
                </a:cubicBezTo>
                <a:cubicBezTo>
                  <a:pt x="135" y="325"/>
                  <a:pt x="109" y="338"/>
                  <a:pt x="80" y="338"/>
                </a:cubicBezTo>
                <a:cubicBezTo>
                  <a:pt x="51" y="338"/>
                  <a:pt x="36" y="319"/>
                  <a:pt x="36" y="282"/>
                </a:cubicBezTo>
                <a:lnTo>
                  <a:pt x="36" y="110"/>
                </a:lnTo>
                <a:lnTo>
                  <a:pt x="3" y="110"/>
                </a:lnTo>
                <a:cubicBezTo>
                  <a:pt x="1" y="110"/>
                  <a:pt x="0" y="109"/>
                  <a:pt x="0" y="106"/>
                </a:cubicBezTo>
                <a:lnTo>
                  <a:pt x="0" y="99"/>
                </a:lnTo>
                <a:cubicBezTo>
                  <a:pt x="0" y="92"/>
                  <a:pt x="3" y="88"/>
                  <a:pt x="10" y="8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2702520" y="2206080"/>
            <a:ext cx="118800" cy="136080"/>
          </a:xfrm>
          <a:custGeom>
            <a:avLst/>
            <a:gdLst/>
            <a:ahLst/>
            <a:rect l="0" t="0" r="r" b="b"/>
            <a:pathLst>
              <a:path w="330" h="378">
                <a:moveTo>
                  <a:pt x="149" y="19"/>
                </a:moveTo>
                <a:cubicBezTo>
                  <a:pt x="117" y="19"/>
                  <a:pt x="101" y="32"/>
                  <a:pt x="101" y="56"/>
                </a:cubicBezTo>
                <a:lnTo>
                  <a:pt x="101" y="187"/>
                </a:lnTo>
                <a:lnTo>
                  <a:pt x="129" y="187"/>
                </a:lnTo>
                <a:cubicBezTo>
                  <a:pt x="160" y="187"/>
                  <a:pt x="183" y="181"/>
                  <a:pt x="200" y="169"/>
                </a:cubicBezTo>
                <a:cubicBezTo>
                  <a:pt x="216" y="156"/>
                  <a:pt x="224" y="133"/>
                  <a:pt x="224" y="99"/>
                </a:cubicBezTo>
                <a:cubicBezTo>
                  <a:pt x="224" y="46"/>
                  <a:pt x="199" y="19"/>
                  <a:pt x="149" y="19"/>
                </a:cubicBezTo>
                <a:moveTo>
                  <a:pt x="101" y="302"/>
                </a:moveTo>
                <a:cubicBezTo>
                  <a:pt x="101" y="326"/>
                  <a:pt x="104" y="340"/>
                  <a:pt x="110" y="345"/>
                </a:cubicBezTo>
                <a:cubicBezTo>
                  <a:pt x="116" y="351"/>
                  <a:pt x="130" y="354"/>
                  <a:pt x="151" y="355"/>
                </a:cubicBezTo>
                <a:cubicBezTo>
                  <a:pt x="153" y="357"/>
                  <a:pt x="153" y="360"/>
                  <a:pt x="153" y="365"/>
                </a:cubicBezTo>
                <a:cubicBezTo>
                  <a:pt x="153" y="369"/>
                  <a:pt x="153" y="372"/>
                  <a:pt x="151" y="373"/>
                </a:cubicBezTo>
                <a:cubicBezTo>
                  <a:pt x="113" y="373"/>
                  <a:pt x="88" y="372"/>
                  <a:pt x="77" y="372"/>
                </a:cubicBezTo>
                <a:cubicBezTo>
                  <a:pt x="65" y="372"/>
                  <a:pt x="40" y="373"/>
                  <a:pt x="3" y="373"/>
                </a:cubicBezTo>
                <a:cubicBezTo>
                  <a:pt x="1" y="372"/>
                  <a:pt x="0" y="369"/>
                  <a:pt x="0" y="365"/>
                </a:cubicBezTo>
                <a:cubicBezTo>
                  <a:pt x="0" y="360"/>
                  <a:pt x="1" y="357"/>
                  <a:pt x="3" y="355"/>
                </a:cubicBezTo>
                <a:cubicBezTo>
                  <a:pt x="24" y="354"/>
                  <a:pt x="38" y="351"/>
                  <a:pt x="43" y="345"/>
                </a:cubicBezTo>
                <a:cubicBezTo>
                  <a:pt x="50" y="340"/>
                  <a:pt x="53" y="326"/>
                  <a:pt x="53" y="302"/>
                </a:cubicBezTo>
                <a:lnTo>
                  <a:pt x="53" y="74"/>
                </a:lnTo>
                <a:cubicBezTo>
                  <a:pt x="53" y="51"/>
                  <a:pt x="50" y="37"/>
                  <a:pt x="43" y="32"/>
                </a:cubicBezTo>
                <a:cubicBezTo>
                  <a:pt x="38" y="26"/>
                  <a:pt x="24" y="23"/>
                  <a:pt x="3" y="22"/>
                </a:cubicBezTo>
                <a:cubicBezTo>
                  <a:pt x="1" y="21"/>
                  <a:pt x="0" y="18"/>
                  <a:pt x="0" y="13"/>
                </a:cubicBezTo>
                <a:cubicBezTo>
                  <a:pt x="0" y="9"/>
                  <a:pt x="1" y="5"/>
                  <a:pt x="3" y="3"/>
                </a:cubicBezTo>
                <a:cubicBezTo>
                  <a:pt x="41" y="4"/>
                  <a:pt x="66" y="4"/>
                  <a:pt x="77" y="4"/>
                </a:cubicBezTo>
                <a:cubicBezTo>
                  <a:pt x="85" y="4"/>
                  <a:pt x="98" y="4"/>
                  <a:pt x="115" y="3"/>
                </a:cubicBezTo>
                <a:cubicBezTo>
                  <a:pt x="133" y="1"/>
                  <a:pt x="144" y="0"/>
                  <a:pt x="148" y="0"/>
                </a:cubicBezTo>
                <a:cubicBezTo>
                  <a:pt x="171" y="0"/>
                  <a:pt x="190" y="2"/>
                  <a:pt x="205" y="6"/>
                </a:cubicBezTo>
                <a:cubicBezTo>
                  <a:pt x="221" y="9"/>
                  <a:pt x="235" y="17"/>
                  <a:pt x="247" y="28"/>
                </a:cubicBezTo>
                <a:cubicBezTo>
                  <a:pt x="267" y="47"/>
                  <a:pt x="277" y="71"/>
                  <a:pt x="277" y="99"/>
                </a:cubicBezTo>
                <a:cubicBezTo>
                  <a:pt x="277" y="126"/>
                  <a:pt x="269" y="147"/>
                  <a:pt x="252" y="163"/>
                </a:cubicBezTo>
                <a:cubicBezTo>
                  <a:pt x="235" y="180"/>
                  <a:pt x="218" y="191"/>
                  <a:pt x="201" y="196"/>
                </a:cubicBezTo>
                <a:lnTo>
                  <a:pt x="273" y="316"/>
                </a:lnTo>
                <a:cubicBezTo>
                  <a:pt x="282" y="331"/>
                  <a:pt x="290" y="342"/>
                  <a:pt x="298" y="349"/>
                </a:cubicBezTo>
                <a:cubicBezTo>
                  <a:pt x="306" y="357"/>
                  <a:pt x="316" y="360"/>
                  <a:pt x="328" y="360"/>
                </a:cubicBezTo>
                <a:cubicBezTo>
                  <a:pt x="331" y="365"/>
                  <a:pt x="331" y="370"/>
                  <a:pt x="328" y="374"/>
                </a:cubicBezTo>
                <a:cubicBezTo>
                  <a:pt x="323" y="376"/>
                  <a:pt x="315" y="378"/>
                  <a:pt x="304" y="378"/>
                </a:cubicBezTo>
                <a:cubicBezTo>
                  <a:pt x="275" y="378"/>
                  <a:pt x="250" y="361"/>
                  <a:pt x="230" y="327"/>
                </a:cubicBezTo>
                <a:lnTo>
                  <a:pt x="168" y="228"/>
                </a:lnTo>
                <a:cubicBezTo>
                  <a:pt x="163" y="220"/>
                  <a:pt x="157" y="215"/>
                  <a:pt x="147" y="212"/>
                </a:cubicBezTo>
                <a:cubicBezTo>
                  <a:pt x="138" y="208"/>
                  <a:pt x="123" y="206"/>
                  <a:pt x="101" y="206"/>
                </a:cubicBezTo>
                <a:lnTo>
                  <a:pt x="101" y="302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2823840" y="2251440"/>
            <a:ext cx="94320" cy="88920"/>
          </a:xfrm>
          <a:custGeom>
            <a:avLst/>
            <a:gdLst/>
            <a:ahLst/>
            <a:rect l="0" t="0" r="r" b="b"/>
            <a:pathLst>
              <a:path w="262" h="247">
                <a:moveTo>
                  <a:pt x="95" y="42"/>
                </a:moveTo>
                <a:lnTo>
                  <a:pt x="130" y="93"/>
                </a:lnTo>
                <a:cubicBezTo>
                  <a:pt x="134" y="99"/>
                  <a:pt x="138" y="100"/>
                  <a:pt x="141" y="95"/>
                </a:cubicBezTo>
                <a:lnTo>
                  <a:pt x="178" y="43"/>
                </a:lnTo>
                <a:cubicBezTo>
                  <a:pt x="183" y="36"/>
                  <a:pt x="185" y="31"/>
                  <a:pt x="184" y="28"/>
                </a:cubicBezTo>
                <a:cubicBezTo>
                  <a:pt x="184" y="25"/>
                  <a:pt x="183" y="23"/>
                  <a:pt x="180" y="23"/>
                </a:cubicBezTo>
                <a:cubicBezTo>
                  <a:pt x="178" y="22"/>
                  <a:pt x="172" y="21"/>
                  <a:pt x="164" y="20"/>
                </a:cubicBezTo>
                <a:cubicBezTo>
                  <a:pt x="162" y="18"/>
                  <a:pt x="161" y="15"/>
                  <a:pt x="161" y="10"/>
                </a:cubicBezTo>
                <a:cubicBezTo>
                  <a:pt x="161" y="6"/>
                  <a:pt x="162" y="2"/>
                  <a:pt x="164" y="0"/>
                </a:cubicBezTo>
                <a:cubicBezTo>
                  <a:pt x="192" y="1"/>
                  <a:pt x="208" y="2"/>
                  <a:pt x="212" y="2"/>
                </a:cubicBezTo>
                <a:cubicBezTo>
                  <a:pt x="221" y="2"/>
                  <a:pt x="234" y="1"/>
                  <a:pt x="253" y="0"/>
                </a:cubicBezTo>
                <a:cubicBezTo>
                  <a:pt x="255" y="2"/>
                  <a:pt x="256" y="5"/>
                  <a:pt x="256" y="10"/>
                </a:cubicBezTo>
                <a:cubicBezTo>
                  <a:pt x="256" y="14"/>
                  <a:pt x="255" y="18"/>
                  <a:pt x="253" y="20"/>
                </a:cubicBezTo>
                <a:cubicBezTo>
                  <a:pt x="242" y="21"/>
                  <a:pt x="232" y="23"/>
                  <a:pt x="224" y="27"/>
                </a:cubicBezTo>
                <a:cubicBezTo>
                  <a:pt x="217" y="31"/>
                  <a:pt x="208" y="39"/>
                  <a:pt x="198" y="51"/>
                </a:cubicBezTo>
                <a:lnTo>
                  <a:pt x="150" y="112"/>
                </a:lnTo>
                <a:cubicBezTo>
                  <a:pt x="148" y="115"/>
                  <a:pt x="148" y="117"/>
                  <a:pt x="150" y="120"/>
                </a:cubicBezTo>
                <a:lnTo>
                  <a:pt x="202" y="193"/>
                </a:lnTo>
                <a:cubicBezTo>
                  <a:pt x="208" y="201"/>
                  <a:pt x="213" y="208"/>
                  <a:pt x="218" y="213"/>
                </a:cubicBezTo>
                <a:cubicBezTo>
                  <a:pt x="223" y="218"/>
                  <a:pt x="228" y="221"/>
                  <a:pt x="233" y="223"/>
                </a:cubicBezTo>
                <a:cubicBezTo>
                  <a:pt x="239" y="225"/>
                  <a:pt x="243" y="227"/>
                  <a:pt x="245" y="227"/>
                </a:cubicBezTo>
                <a:cubicBezTo>
                  <a:pt x="247" y="227"/>
                  <a:pt x="252" y="228"/>
                  <a:pt x="259" y="229"/>
                </a:cubicBezTo>
                <a:cubicBezTo>
                  <a:pt x="261" y="231"/>
                  <a:pt x="262" y="234"/>
                  <a:pt x="262" y="239"/>
                </a:cubicBezTo>
                <a:cubicBezTo>
                  <a:pt x="262" y="243"/>
                  <a:pt x="261" y="246"/>
                  <a:pt x="259" y="247"/>
                </a:cubicBezTo>
                <a:cubicBezTo>
                  <a:pt x="231" y="247"/>
                  <a:pt x="214" y="246"/>
                  <a:pt x="210" y="246"/>
                </a:cubicBezTo>
                <a:cubicBezTo>
                  <a:pt x="199" y="246"/>
                  <a:pt x="179" y="247"/>
                  <a:pt x="151" y="247"/>
                </a:cubicBezTo>
                <a:cubicBezTo>
                  <a:pt x="150" y="246"/>
                  <a:pt x="149" y="243"/>
                  <a:pt x="149" y="239"/>
                </a:cubicBezTo>
                <a:cubicBezTo>
                  <a:pt x="149" y="234"/>
                  <a:pt x="150" y="231"/>
                  <a:pt x="151" y="229"/>
                </a:cubicBezTo>
                <a:cubicBezTo>
                  <a:pt x="152" y="229"/>
                  <a:pt x="154" y="229"/>
                  <a:pt x="157" y="228"/>
                </a:cubicBezTo>
                <a:cubicBezTo>
                  <a:pt x="160" y="228"/>
                  <a:pt x="161" y="227"/>
                  <a:pt x="162" y="227"/>
                </a:cubicBezTo>
                <a:cubicBezTo>
                  <a:pt x="163" y="227"/>
                  <a:pt x="164" y="227"/>
                  <a:pt x="166" y="226"/>
                </a:cubicBezTo>
                <a:cubicBezTo>
                  <a:pt x="168" y="225"/>
                  <a:pt x="169" y="225"/>
                  <a:pt x="169" y="224"/>
                </a:cubicBezTo>
                <a:lnTo>
                  <a:pt x="170" y="223"/>
                </a:lnTo>
                <a:cubicBezTo>
                  <a:pt x="171" y="222"/>
                  <a:pt x="171" y="221"/>
                  <a:pt x="170" y="219"/>
                </a:cubicBezTo>
                <a:cubicBezTo>
                  <a:pt x="170" y="218"/>
                  <a:pt x="169" y="216"/>
                  <a:pt x="168" y="214"/>
                </a:cubicBezTo>
                <a:cubicBezTo>
                  <a:pt x="168" y="212"/>
                  <a:pt x="166" y="210"/>
                  <a:pt x="164" y="207"/>
                </a:cubicBezTo>
                <a:cubicBezTo>
                  <a:pt x="163" y="204"/>
                  <a:pt x="161" y="201"/>
                  <a:pt x="159" y="199"/>
                </a:cubicBezTo>
                <a:lnTo>
                  <a:pt x="126" y="153"/>
                </a:lnTo>
                <a:cubicBezTo>
                  <a:pt x="124" y="151"/>
                  <a:pt x="123" y="150"/>
                  <a:pt x="122" y="150"/>
                </a:cubicBezTo>
                <a:cubicBezTo>
                  <a:pt x="121" y="149"/>
                  <a:pt x="120" y="149"/>
                  <a:pt x="119" y="150"/>
                </a:cubicBezTo>
                <a:cubicBezTo>
                  <a:pt x="118" y="150"/>
                  <a:pt x="117" y="152"/>
                  <a:pt x="116" y="154"/>
                </a:cubicBezTo>
                <a:lnTo>
                  <a:pt x="80" y="206"/>
                </a:lnTo>
                <a:cubicBezTo>
                  <a:pt x="74" y="215"/>
                  <a:pt x="73" y="221"/>
                  <a:pt x="75" y="223"/>
                </a:cubicBezTo>
                <a:cubicBezTo>
                  <a:pt x="78" y="226"/>
                  <a:pt x="83" y="228"/>
                  <a:pt x="92" y="229"/>
                </a:cubicBezTo>
                <a:cubicBezTo>
                  <a:pt x="94" y="231"/>
                  <a:pt x="95" y="234"/>
                  <a:pt x="95" y="239"/>
                </a:cubicBezTo>
                <a:cubicBezTo>
                  <a:pt x="95" y="243"/>
                  <a:pt x="94" y="246"/>
                  <a:pt x="92" y="247"/>
                </a:cubicBezTo>
                <a:cubicBezTo>
                  <a:pt x="64" y="247"/>
                  <a:pt x="48" y="246"/>
                  <a:pt x="44" y="246"/>
                </a:cubicBezTo>
                <a:cubicBezTo>
                  <a:pt x="38" y="246"/>
                  <a:pt x="33" y="246"/>
                  <a:pt x="30" y="246"/>
                </a:cubicBezTo>
                <a:cubicBezTo>
                  <a:pt x="27" y="247"/>
                  <a:pt x="22" y="247"/>
                  <a:pt x="18" y="247"/>
                </a:cubicBezTo>
                <a:cubicBezTo>
                  <a:pt x="13" y="247"/>
                  <a:pt x="9" y="247"/>
                  <a:pt x="4" y="247"/>
                </a:cubicBezTo>
                <a:cubicBezTo>
                  <a:pt x="1" y="246"/>
                  <a:pt x="0" y="243"/>
                  <a:pt x="0" y="239"/>
                </a:cubicBezTo>
                <a:cubicBezTo>
                  <a:pt x="0" y="234"/>
                  <a:pt x="1" y="231"/>
                  <a:pt x="4" y="229"/>
                </a:cubicBezTo>
                <a:cubicBezTo>
                  <a:pt x="12" y="228"/>
                  <a:pt x="18" y="228"/>
                  <a:pt x="21" y="226"/>
                </a:cubicBezTo>
                <a:cubicBezTo>
                  <a:pt x="25" y="225"/>
                  <a:pt x="31" y="223"/>
                  <a:pt x="37" y="219"/>
                </a:cubicBezTo>
                <a:cubicBezTo>
                  <a:pt x="44" y="214"/>
                  <a:pt x="51" y="207"/>
                  <a:pt x="59" y="197"/>
                </a:cubicBezTo>
                <a:lnTo>
                  <a:pt x="107" y="135"/>
                </a:lnTo>
                <a:cubicBezTo>
                  <a:pt x="108" y="133"/>
                  <a:pt x="108" y="130"/>
                  <a:pt x="106" y="126"/>
                </a:cubicBezTo>
                <a:lnTo>
                  <a:pt x="56" y="54"/>
                </a:lnTo>
                <a:cubicBezTo>
                  <a:pt x="41" y="33"/>
                  <a:pt x="24" y="21"/>
                  <a:pt x="5" y="20"/>
                </a:cubicBezTo>
                <a:cubicBezTo>
                  <a:pt x="4" y="18"/>
                  <a:pt x="3" y="15"/>
                  <a:pt x="3" y="10"/>
                </a:cubicBezTo>
                <a:cubicBezTo>
                  <a:pt x="3" y="6"/>
                  <a:pt x="4" y="2"/>
                  <a:pt x="5" y="0"/>
                </a:cubicBezTo>
                <a:cubicBezTo>
                  <a:pt x="33" y="1"/>
                  <a:pt x="50" y="2"/>
                  <a:pt x="54" y="2"/>
                </a:cubicBezTo>
                <a:cubicBezTo>
                  <a:pt x="64" y="2"/>
                  <a:pt x="83" y="1"/>
                  <a:pt x="112" y="0"/>
                </a:cubicBezTo>
                <a:cubicBezTo>
                  <a:pt x="113" y="2"/>
                  <a:pt x="114" y="5"/>
                  <a:pt x="114" y="10"/>
                </a:cubicBezTo>
                <a:cubicBezTo>
                  <a:pt x="114" y="14"/>
                  <a:pt x="113" y="18"/>
                  <a:pt x="112" y="20"/>
                </a:cubicBezTo>
                <a:cubicBezTo>
                  <a:pt x="110" y="20"/>
                  <a:pt x="107" y="20"/>
                  <a:pt x="104" y="20"/>
                </a:cubicBezTo>
                <a:cubicBezTo>
                  <a:pt x="101" y="21"/>
                  <a:pt x="99" y="21"/>
                  <a:pt x="98" y="21"/>
                </a:cubicBezTo>
                <a:cubicBezTo>
                  <a:pt x="97" y="21"/>
                  <a:pt x="95" y="21"/>
                  <a:pt x="93" y="22"/>
                </a:cubicBezTo>
                <a:cubicBezTo>
                  <a:pt x="91" y="22"/>
                  <a:pt x="90" y="23"/>
                  <a:pt x="90" y="23"/>
                </a:cubicBezTo>
                <a:cubicBezTo>
                  <a:pt x="90" y="23"/>
                  <a:pt x="89" y="24"/>
                  <a:pt x="88" y="25"/>
                </a:cubicBezTo>
                <a:cubicBezTo>
                  <a:pt x="88" y="26"/>
                  <a:pt x="87" y="26"/>
                  <a:pt x="87" y="27"/>
                </a:cubicBezTo>
                <a:cubicBezTo>
                  <a:pt x="88" y="28"/>
                  <a:pt x="88" y="30"/>
                  <a:pt x="89" y="31"/>
                </a:cubicBezTo>
                <a:cubicBezTo>
                  <a:pt x="89" y="32"/>
                  <a:pt x="90" y="34"/>
                  <a:pt x="91" y="36"/>
                </a:cubicBezTo>
                <a:cubicBezTo>
                  <a:pt x="92" y="37"/>
                  <a:pt x="93" y="39"/>
                  <a:pt x="95" y="42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3920" bIns="439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2924280" y="2207520"/>
            <a:ext cx="56880" cy="144720"/>
          </a:xfrm>
          <a:custGeom>
            <a:avLst/>
            <a:gdLst/>
            <a:ahLst/>
            <a:rect l="0" t="0" r="r" b="b"/>
            <a:pathLst>
              <a:path w="158" h="402">
                <a:moveTo>
                  <a:pt x="158" y="0"/>
                </a:moveTo>
                <a:lnTo>
                  <a:pt x="24" y="402"/>
                </a:lnTo>
                <a:lnTo>
                  <a:pt x="0" y="402"/>
                </a:lnTo>
                <a:lnTo>
                  <a:pt x="135" y="0"/>
                </a:lnTo>
                <a:lnTo>
                  <a:pt x="158" y="0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1652400" y="2462760"/>
            <a:ext cx="118800" cy="136080"/>
          </a:xfrm>
          <a:custGeom>
            <a:avLst/>
            <a:gdLst/>
            <a:ahLst/>
            <a:rect l="0" t="0" r="r" b="b"/>
            <a:pathLst>
              <a:path w="330" h="378">
                <a:moveTo>
                  <a:pt x="149" y="20"/>
                </a:moveTo>
                <a:cubicBezTo>
                  <a:pt x="117" y="20"/>
                  <a:pt x="101" y="32"/>
                  <a:pt x="101" y="57"/>
                </a:cubicBezTo>
                <a:lnTo>
                  <a:pt x="101" y="187"/>
                </a:lnTo>
                <a:lnTo>
                  <a:pt x="129" y="187"/>
                </a:lnTo>
                <a:cubicBezTo>
                  <a:pt x="160" y="187"/>
                  <a:pt x="183" y="181"/>
                  <a:pt x="200" y="169"/>
                </a:cubicBezTo>
                <a:cubicBezTo>
                  <a:pt x="216" y="156"/>
                  <a:pt x="224" y="133"/>
                  <a:pt x="224" y="100"/>
                </a:cubicBezTo>
                <a:cubicBezTo>
                  <a:pt x="224" y="46"/>
                  <a:pt x="199" y="20"/>
                  <a:pt x="149" y="20"/>
                </a:cubicBezTo>
                <a:moveTo>
                  <a:pt x="101" y="303"/>
                </a:moveTo>
                <a:cubicBezTo>
                  <a:pt x="101" y="326"/>
                  <a:pt x="104" y="340"/>
                  <a:pt x="110" y="346"/>
                </a:cubicBezTo>
                <a:cubicBezTo>
                  <a:pt x="116" y="351"/>
                  <a:pt x="130" y="354"/>
                  <a:pt x="151" y="355"/>
                </a:cubicBezTo>
                <a:cubicBezTo>
                  <a:pt x="153" y="357"/>
                  <a:pt x="154" y="360"/>
                  <a:pt x="154" y="365"/>
                </a:cubicBezTo>
                <a:cubicBezTo>
                  <a:pt x="154" y="370"/>
                  <a:pt x="153" y="373"/>
                  <a:pt x="151" y="373"/>
                </a:cubicBezTo>
                <a:cubicBezTo>
                  <a:pt x="113" y="373"/>
                  <a:pt x="88" y="373"/>
                  <a:pt x="77" y="373"/>
                </a:cubicBezTo>
                <a:cubicBezTo>
                  <a:pt x="65" y="373"/>
                  <a:pt x="40" y="373"/>
                  <a:pt x="4" y="373"/>
                </a:cubicBezTo>
                <a:cubicBezTo>
                  <a:pt x="1" y="373"/>
                  <a:pt x="0" y="370"/>
                  <a:pt x="0" y="365"/>
                </a:cubicBezTo>
                <a:cubicBezTo>
                  <a:pt x="0" y="360"/>
                  <a:pt x="1" y="357"/>
                  <a:pt x="4" y="355"/>
                </a:cubicBezTo>
                <a:cubicBezTo>
                  <a:pt x="25" y="355"/>
                  <a:pt x="38" y="352"/>
                  <a:pt x="44" y="346"/>
                </a:cubicBezTo>
                <a:cubicBezTo>
                  <a:pt x="50" y="340"/>
                  <a:pt x="53" y="326"/>
                  <a:pt x="53" y="303"/>
                </a:cubicBezTo>
                <a:lnTo>
                  <a:pt x="53" y="74"/>
                </a:lnTo>
                <a:cubicBezTo>
                  <a:pt x="53" y="51"/>
                  <a:pt x="50" y="37"/>
                  <a:pt x="44" y="32"/>
                </a:cubicBezTo>
                <a:cubicBezTo>
                  <a:pt x="38" y="26"/>
                  <a:pt x="25" y="23"/>
                  <a:pt x="4" y="23"/>
                </a:cubicBezTo>
                <a:cubicBezTo>
                  <a:pt x="1" y="21"/>
                  <a:pt x="0" y="18"/>
                  <a:pt x="0" y="14"/>
                </a:cubicBezTo>
                <a:cubicBezTo>
                  <a:pt x="0" y="9"/>
                  <a:pt x="1" y="6"/>
                  <a:pt x="4" y="4"/>
                </a:cubicBezTo>
                <a:cubicBezTo>
                  <a:pt x="41" y="4"/>
                  <a:pt x="66" y="4"/>
                  <a:pt x="77" y="4"/>
                </a:cubicBezTo>
                <a:cubicBezTo>
                  <a:pt x="85" y="4"/>
                  <a:pt x="98" y="4"/>
                  <a:pt x="115" y="3"/>
                </a:cubicBezTo>
                <a:cubicBezTo>
                  <a:pt x="133" y="1"/>
                  <a:pt x="144" y="0"/>
                  <a:pt x="148" y="0"/>
                </a:cubicBezTo>
                <a:cubicBezTo>
                  <a:pt x="171" y="0"/>
                  <a:pt x="190" y="2"/>
                  <a:pt x="205" y="6"/>
                </a:cubicBezTo>
                <a:cubicBezTo>
                  <a:pt x="221" y="10"/>
                  <a:pt x="235" y="17"/>
                  <a:pt x="247" y="28"/>
                </a:cubicBezTo>
                <a:cubicBezTo>
                  <a:pt x="267" y="47"/>
                  <a:pt x="277" y="71"/>
                  <a:pt x="277" y="100"/>
                </a:cubicBezTo>
                <a:cubicBezTo>
                  <a:pt x="277" y="126"/>
                  <a:pt x="269" y="147"/>
                  <a:pt x="252" y="164"/>
                </a:cubicBezTo>
                <a:cubicBezTo>
                  <a:pt x="235" y="180"/>
                  <a:pt x="219" y="191"/>
                  <a:pt x="201" y="197"/>
                </a:cubicBezTo>
                <a:lnTo>
                  <a:pt x="274" y="317"/>
                </a:lnTo>
                <a:cubicBezTo>
                  <a:pt x="282" y="331"/>
                  <a:pt x="290" y="342"/>
                  <a:pt x="298" y="350"/>
                </a:cubicBezTo>
                <a:cubicBezTo>
                  <a:pt x="306" y="357"/>
                  <a:pt x="316" y="360"/>
                  <a:pt x="328" y="360"/>
                </a:cubicBezTo>
                <a:cubicBezTo>
                  <a:pt x="331" y="366"/>
                  <a:pt x="331" y="370"/>
                  <a:pt x="328" y="374"/>
                </a:cubicBezTo>
                <a:cubicBezTo>
                  <a:pt x="323" y="377"/>
                  <a:pt x="315" y="378"/>
                  <a:pt x="304" y="378"/>
                </a:cubicBezTo>
                <a:cubicBezTo>
                  <a:pt x="275" y="378"/>
                  <a:pt x="250" y="361"/>
                  <a:pt x="230" y="327"/>
                </a:cubicBezTo>
                <a:lnTo>
                  <a:pt x="168" y="228"/>
                </a:lnTo>
                <a:cubicBezTo>
                  <a:pt x="164" y="220"/>
                  <a:pt x="157" y="215"/>
                  <a:pt x="147" y="212"/>
                </a:cubicBezTo>
                <a:cubicBezTo>
                  <a:pt x="139" y="209"/>
                  <a:pt x="123" y="207"/>
                  <a:pt x="101" y="207"/>
                </a:cubicBezTo>
                <a:lnTo>
                  <a:pt x="101" y="303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773000" y="2508480"/>
            <a:ext cx="101880" cy="136080"/>
          </a:xfrm>
          <a:custGeom>
            <a:avLst/>
            <a:gdLst/>
            <a:ahLst/>
            <a:rect l="0" t="0" r="r" b="b"/>
            <a:pathLst>
              <a:path w="283" h="378">
                <a:moveTo>
                  <a:pt x="109" y="337"/>
                </a:moveTo>
                <a:cubicBezTo>
                  <a:pt x="94" y="364"/>
                  <a:pt x="76" y="378"/>
                  <a:pt x="54" y="378"/>
                </a:cubicBezTo>
                <a:cubicBezTo>
                  <a:pt x="46" y="378"/>
                  <a:pt x="40" y="376"/>
                  <a:pt x="35" y="372"/>
                </a:cubicBezTo>
                <a:cubicBezTo>
                  <a:pt x="30" y="368"/>
                  <a:pt x="28" y="363"/>
                  <a:pt x="28" y="357"/>
                </a:cubicBezTo>
                <a:cubicBezTo>
                  <a:pt x="28" y="352"/>
                  <a:pt x="30" y="347"/>
                  <a:pt x="35" y="341"/>
                </a:cubicBezTo>
                <a:cubicBezTo>
                  <a:pt x="39" y="335"/>
                  <a:pt x="45" y="333"/>
                  <a:pt x="53" y="333"/>
                </a:cubicBezTo>
                <a:cubicBezTo>
                  <a:pt x="54" y="333"/>
                  <a:pt x="57" y="333"/>
                  <a:pt x="60" y="333"/>
                </a:cubicBezTo>
                <a:cubicBezTo>
                  <a:pt x="63" y="334"/>
                  <a:pt x="66" y="334"/>
                  <a:pt x="69" y="334"/>
                </a:cubicBezTo>
                <a:cubicBezTo>
                  <a:pt x="82" y="334"/>
                  <a:pt x="92" y="328"/>
                  <a:pt x="98" y="317"/>
                </a:cubicBezTo>
                <a:cubicBezTo>
                  <a:pt x="107" y="299"/>
                  <a:pt x="114" y="281"/>
                  <a:pt x="120" y="265"/>
                </a:cubicBezTo>
                <a:cubicBezTo>
                  <a:pt x="125" y="252"/>
                  <a:pt x="122" y="234"/>
                  <a:pt x="112" y="211"/>
                </a:cubicBezTo>
                <a:lnTo>
                  <a:pt x="47" y="61"/>
                </a:lnTo>
                <a:cubicBezTo>
                  <a:pt x="41" y="48"/>
                  <a:pt x="37" y="39"/>
                  <a:pt x="33" y="34"/>
                </a:cubicBezTo>
                <a:cubicBezTo>
                  <a:pt x="30" y="29"/>
                  <a:pt x="26" y="26"/>
                  <a:pt x="22" y="23"/>
                </a:cubicBezTo>
                <a:cubicBezTo>
                  <a:pt x="18" y="21"/>
                  <a:pt x="11" y="19"/>
                  <a:pt x="3" y="19"/>
                </a:cubicBezTo>
                <a:cubicBezTo>
                  <a:pt x="1" y="17"/>
                  <a:pt x="0" y="14"/>
                  <a:pt x="0" y="10"/>
                </a:cubicBezTo>
                <a:cubicBezTo>
                  <a:pt x="0" y="5"/>
                  <a:pt x="1" y="2"/>
                  <a:pt x="3" y="0"/>
                </a:cubicBezTo>
                <a:cubicBezTo>
                  <a:pt x="18" y="1"/>
                  <a:pt x="33" y="1"/>
                  <a:pt x="49" y="1"/>
                </a:cubicBezTo>
                <a:cubicBezTo>
                  <a:pt x="63" y="1"/>
                  <a:pt x="85" y="1"/>
                  <a:pt x="113" y="0"/>
                </a:cubicBezTo>
                <a:cubicBezTo>
                  <a:pt x="115" y="2"/>
                  <a:pt x="116" y="5"/>
                  <a:pt x="116" y="10"/>
                </a:cubicBezTo>
                <a:cubicBezTo>
                  <a:pt x="116" y="14"/>
                  <a:pt x="115" y="17"/>
                  <a:pt x="113" y="19"/>
                </a:cubicBezTo>
                <a:cubicBezTo>
                  <a:pt x="107" y="19"/>
                  <a:pt x="101" y="20"/>
                  <a:pt x="97" y="22"/>
                </a:cubicBezTo>
                <a:cubicBezTo>
                  <a:pt x="93" y="23"/>
                  <a:pt x="91" y="24"/>
                  <a:pt x="89" y="26"/>
                </a:cubicBezTo>
                <a:cubicBezTo>
                  <a:pt x="87" y="27"/>
                  <a:pt x="86" y="29"/>
                  <a:pt x="86" y="33"/>
                </a:cubicBezTo>
                <a:cubicBezTo>
                  <a:pt x="87" y="36"/>
                  <a:pt x="87" y="39"/>
                  <a:pt x="88" y="41"/>
                </a:cubicBezTo>
                <a:cubicBezTo>
                  <a:pt x="89" y="43"/>
                  <a:pt x="91" y="47"/>
                  <a:pt x="93" y="53"/>
                </a:cubicBezTo>
                <a:cubicBezTo>
                  <a:pt x="94" y="54"/>
                  <a:pt x="94" y="55"/>
                  <a:pt x="95" y="56"/>
                </a:cubicBezTo>
                <a:lnTo>
                  <a:pt x="145" y="174"/>
                </a:lnTo>
                <a:cubicBezTo>
                  <a:pt x="146" y="177"/>
                  <a:pt x="147" y="180"/>
                  <a:pt x="149" y="181"/>
                </a:cubicBezTo>
                <a:cubicBezTo>
                  <a:pt x="150" y="182"/>
                  <a:pt x="151" y="183"/>
                  <a:pt x="152" y="183"/>
                </a:cubicBezTo>
                <a:cubicBezTo>
                  <a:pt x="153" y="182"/>
                  <a:pt x="154" y="181"/>
                  <a:pt x="156" y="180"/>
                </a:cubicBezTo>
                <a:cubicBezTo>
                  <a:pt x="157" y="179"/>
                  <a:pt x="157" y="178"/>
                  <a:pt x="159" y="175"/>
                </a:cubicBezTo>
                <a:lnTo>
                  <a:pt x="216" y="44"/>
                </a:lnTo>
                <a:cubicBezTo>
                  <a:pt x="220" y="35"/>
                  <a:pt x="219" y="29"/>
                  <a:pt x="213" y="26"/>
                </a:cubicBezTo>
                <a:cubicBezTo>
                  <a:pt x="207" y="22"/>
                  <a:pt x="199" y="20"/>
                  <a:pt x="188" y="19"/>
                </a:cubicBezTo>
                <a:cubicBezTo>
                  <a:pt x="186" y="17"/>
                  <a:pt x="185" y="14"/>
                  <a:pt x="185" y="10"/>
                </a:cubicBezTo>
                <a:cubicBezTo>
                  <a:pt x="185" y="5"/>
                  <a:pt x="186" y="2"/>
                  <a:pt x="188" y="0"/>
                </a:cubicBezTo>
                <a:cubicBezTo>
                  <a:pt x="216" y="1"/>
                  <a:pt x="233" y="1"/>
                  <a:pt x="240" y="1"/>
                </a:cubicBezTo>
                <a:cubicBezTo>
                  <a:pt x="248" y="1"/>
                  <a:pt x="261" y="1"/>
                  <a:pt x="280" y="0"/>
                </a:cubicBezTo>
                <a:cubicBezTo>
                  <a:pt x="282" y="2"/>
                  <a:pt x="283" y="5"/>
                  <a:pt x="283" y="10"/>
                </a:cubicBezTo>
                <a:cubicBezTo>
                  <a:pt x="283" y="14"/>
                  <a:pt x="282" y="17"/>
                  <a:pt x="280" y="19"/>
                </a:cubicBezTo>
                <a:cubicBezTo>
                  <a:pt x="270" y="19"/>
                  <a:pt x="261" y="23"/>
                  <a:pt x="253" y="30"/>
                </a:cubicBezTo>
                <a:cubicBezTo>
                  <a:pt x="245" y="38"/>
                  <a:pt x="239" y="46"/>
                  <a:pt x="234" y="55"/>
                </a:cubicBezTo>
                <a:cubicBezTo>
                  <a:pt x="210" y="106"/>
                  <a:pt x="176" y="183"/>
                  <a:pt x="133" y="288"/>
                </a:cubicBezTo>
                <a:cubicBezTo>
                  <a:pt x="125" y="307"/>
                  <a:pt x="117" y="323"/>
                  <a:pt x="109" y="337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1934280" y="2502000"/>
            <a:ext cx="92160" cy="143640"/>
          </a:xfrm>
          <a:custGeom>
            <a:avLst/>
            <a:gdLst/>
            <a:ahLst/>
            <a:rect l="0" t="0" r="r" b="b"/>
            <a:pathLst>
              <a:path w="256" h="399">
                <a:moveTo>
                  <a:pt x="149" y="50"/>
                </a:moveTo>
                <a:cubicBezTo>
                  <a:pt x="140" y="37"/>
                  <a:pt x="126" y="31"/>
                  <a:pt x="108" y="31"/>
                </a:cubicBezTo>
                <a:cubicBezTo>
                  <a:pt x="78" y="31"/>
                  <a:pt x="62" y="51"/>
                  <a:pt x="62" y="91"/>
                </a:cubicBezTo>
                <a:cubicBezTo>
                  <a:pt x="62" y="102"/>
                  <a:pt x="63" y="111"/>
                  <a:pt x="64" y="119"/>
                </a:cubicBezTo>
                <a:cubicBezTo>
                  <a:pt x="65" y="127"/>
                  <a:pt x="68" y="135"/>
                  <a:pt x="71" y="143"/>
                </a:cubicBezTo>
                <a:cubicBezTo>
                  <a:pt x="74" y="151"/>
                  <a:pt x="80" y="158"/>
                  <a:pt x="87" y="162"/>
                </a:cubicBezTo>
                <a:cubicBezTo>
                  <a:pt x="95" y="166"/>
                  <a:pt x="104" y="168"/>
                  <a:pt x="115" y="168"/>
                </a:cubicBezTo>
                <a:cubicBezTo>
                  <a:pt x="148" y="168"/>
                  <a:pt x="164" y="147"/>
                  <a:pt x="164" y="105"/>
                </a:cubicBezTo>
                <a:cubicBezTo>
                  <a:pt x="164" y="81"/>
                  <a:pt x="159" y="63"/>
                  <a:pt x="149" y="50"/>
                </a:cubicBezTo>
                <a:moveTo>
                  <a:pt x="39" y="323"/>
                </a:moveTo>
                <a:cubicBezTo>
                  <a:pt x="39" y="340"/>
                  <a:pt x="47" y="354"/>
                  <a:pt x="63" y="364"/>
                </a:cubicBezTo>
                <a:cubicBezTo>
                  <a:pt x="79" y="373"/>
                  <a:pt x="94" y="378"/>
                  <a:pt x="108" y="378"/>
                </a:cubicBezTo>
                <a:cubicBezTo>
                  <a:pt x="126" y="378"/>
                  <a:pt x="143" y="376"/>
                  <a:pt x="159" y="371"/>
                </a:cubicBezTo>
                <a:cubicBezTo>
                  <a:pt x="176" y="367"/>
                  <a:pt x="190" y="359"/>
                  <a:pt x="201" y="350"/>
                </a:cubicBezTo>
                <a:cubicBezTo>
                  <a:pt x="213" y="340"/>
                  <a:pt x="219" y="328"/>
                  <a:pt x="219" y="315"/>
                </a:cubicBezTo>
                <a:cubicBezTo>
                  <a:pt x="219" y="308"/>
                  <a:pt x="217" y="302"/>
                  <a:pt x="213" y="297"/>
                </a:cubicBezTo>
                <a:cubicBezTo>
                  <a:pt x="209" y="292"/>
                  <a:pt x="201" y="286"/>
                  <a:pt x="191" y="280"/>
                </a:cubicBezTo>
                <a:cubicBezTo>
                  <a:pt x="179" y="274"/>
                  <a:pt x="156" y="271"/>
                  <a:pt x="121" y="271"/>
                </a:cubicBezTo>
                <a:cubicBezTo>
                  <a:pt x="119" y="271"/>
                  <a:pt x="113" y="271"/>
                  <a:pt x="104" y="271"/>
                </a:cubicBezTo>
                <a:cubicBezTo>
                  <a:pt x="95" y="272"/>
                  <a:pt x="86" y="272"/>
                  <a:pt x="80" y="272"/>
                </a:cubicBezTo>
                <a:cubicBezTo>
                  <a:pt x="71" y="272"/>
                  <a:pt x="63" y="271"/>
                  <a:pt x="57" y="269"/>
                </a:cubicBezTo>
                <a:cubicBezTo>
                  <a:pt x="45" y="283"/>
                  <a:pt x="39" y="301"/>
                  <a:pt x="39" y="323"/>
                </a:cubicBezTo>
                <a:moveTo>
                  <a:pt x="235" y="43"/>
                </a:moveTo>
                <a:cubicBezTo>
                  <a:pt x="227" y="43"/>
                  <a:pt x="222" y="40"/>
                  <a:pt x="219" y="33"/>
                </a:cubicBezTo>
                <a:cubicBezTo>
                  <a:pt x="216" y="28"/>
                  <a:pt x="212" y="26"/>
                  <a:pt x="208" y="26"/>
                </a:cubicBezTo>
                <a:cubicBezTo>
                  <a:pt x="204" y="26"/>
                  <a:pt x="200" y="28"/>
                  <a:pt x="195" y="31"/>
                </a:cubicBezTo>
                <a:cubicBezTo>
                  <a:pt x="190" y="34"/>
                  <a:pt x="186" y="37"/>
                  <a:pt x="185" y="39"/>
                </a:cubicBezTo>
                <a:cubicBezTo>
                  <a:pt x="201" y="56"/>
                  <a:pt x="209" y="76"/>
                  <a:pt x="209" y="99"/>
                </a:cubicBezTo>
                <a:cubicBezTo>
                  <a:pt x="209" y="125"/>
                  <a:pt x="200" y="146"/>
                  <a:pt x="181" y="162"/>
                </a:cubicBezTo>
                <a:cubicBezTo>
                  <a:pt x="162" y="178"/>
                  <a:pt x="139" y="186"/>
                  <a:pt x="113" y="186"/>
                </a:cubicBezTo>
                <a:cubicBezTo>
                  <a:pt x="92" y="186"/>
                  <a:pt x="75" y="182"/>
                  <a:pt x="61" y="174"/>
                </a:cubicBezTo>
                <a:cubicBezTo>
                  <a:pt x="54" y="184"/>
                  <a:pt x="51" y="194"/>
                  <a:pt x="51" y="207"/>
                </a:cubicBezTo>
                <a:cubicBezTo>
                  <a:pt x="51" y="218"/>
                  <a:pt x="54" y="227"/>
                  <a:pt x="62" y="232"/>
                </a:cubicBezTo>
                <a:cubicBezTo>
                  <a:pt x="69" y="237"/>
                  <a:pt x="77" y="240"/>
                  <a:pt x="87" y="240"/>
                </a:cubicBezTo>
                <a:lnTo>
                  <a:pt x="104" y="238"/>
                </a:lnTo>
                <a:cubicBezTo>
                  <a:pt x="119" y="237"/>
                  <a:pt x="132" y="236"/>
                  <a:pt x="142" y="236"/>
                </a:cubicBezTo>
                <a:cubicBezTo>
                  <a:pt x="183" y="236"/>
                  <a:pt x="211" y="242"/>
                  <a:pt x="226" y="254"/>
                </a:cubicBezTo>
                <a:cubicBezTo>
                  <a:pt x="242" y="268"/>
                  <a:pt x="251" y="284"/>
                  <a:pt x="251" y="301"/>
                </a:cubicBezTo>
                <a:cubicBezTo>
                  <a:pt x="251" y="321"/>
                  <a:pt x="242" y="338"/>
                  <a:pt x="226" y="354"/>
                </a:cubicBezTo>
                <a:cubicBezTo>
                  <a:pt x="210" y="369"/>
                  <a:pt x="190" y="380"/>
                  <a:pt x="166" y="388"/>
                </a:cubicBezTo>
                <a:cubicBezTo>
                  <a:pt x="142" y="395"/>
                  <a:pt x="117" y="399"/>
                  <a:pt x="91" y="399"/>
                </a:cubicBezTo>
                <a:cubicBezTo>
                  <a:pt x="65" y="399"/>
                  <a:pt x="43" y="394"/>
                  <a:pt x="26" y="384"/>
                </a:cubicBezTo>
                <a:cubicBezTo>
                  <a:pt x="9" y="374"/>
                  <a:pt x="0" y="358"/>
                  <a:pt x="0" y="334"/>
                </a:cubicBezTo>
                <a:cubicBezTo>
                  <a:pt x="0" y="307"/>
                  <a:pt x="15" y="284"/>
                  <a:pt x="46" y="265"/>
                </a:cubicBezTo>
                <a:cubicBezTo>
                  <a:pt x="29" y="257"/>
                  <a:pt x="20" y="242"/>
                  <a:pt x="20" y="221"/>
                </a:cubicBezTo>
                <a:cubicBezTo>
                  <a:pt x="20" y="211"/>
                  <a:pt x="22" y="201"/>
                  <a:pt x="27" y="190"/>
                </a:cubicBezTo>
                <a:cubicBezTo>
                  <a:pt x="32" y="179"/>
                  <a:pt x="38" y="170"/>
                  <a:pt x="45" y="164"/>
                </a:cubicBezTo>
                <a:cubicBezTo>
                  <a:pt x="26" y="145"/>
                  <a:pt x="16" y="124"/>
                  <a:pt x="16" y="100"/>
                </a:cubicBezTo>
                <a:cubicBezTo>
                  <a:pt x="16" y="74"/>
                  <a:pt x="26" y="54"/>
                  <a:pt x="45" y="38"/>
                </a:cubicBezTo>
                <a:cubicBezTo>
                  <a:pt x="64" y="21"/>
                  <a:pt x="87" y="13"/>
                  <a:pt x="113" y="13"/>
                </a:cubicBezTo>
                <a:cubicBezTo>
                  <a:pt x="136" y="13"/>
                  <a:pt x="156" y="18"/>
                  <a:pt x="173" y="29"/>
                </a:cubicBezTo>
                <a:cubicBezTo>
                  <a:pt x="180" y="20"/>
                  <a:pt x="189" y="13"/>
                  <a:pt x="200" y="8"/>
                </a:cubicBezTo>
                <a:cubicBezTo>
                  <a:pt x="212" y="3"/>
                  <a:pt x="222" y="0"/>
                  <a:pt x="230" y="0"/>
                </a:cubicBezTo>
                <a:cubicBezTo>
                  <a:pt x="238" y="0"/>
                  <a:pt x="244" y="2"/>
                  <a:pt x="248" y="6"/>
                </a:cubicBezTo>
                <a:cubicBezTo>
                  <a:pt x="253" y="10"/>
                  <a:pt x="256" y="15"/>
                  <a:pt x="256" y="21"/>
                </a:cubicBezTo>
                <a:cubicBezTo>
                  <a:pt x="256" y="27"/>
                  <a:pt x="254" y="32"/>
                  <a:pt x="249" y="37"/>
                </a:cubicBezTo>
                <a:cubicBezTo>
                  <a:pt x="245" y="41"/>
                  <a:pt x="240" y="43"/>
                  <a:pt x="235" y="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2036880" y="2506680"/>
            <a:ext cx="86040" cy="92160"/>
          </a:xfrm>
          <a:custGeom>
            <a:avLst/>
            <a:gdLst/>
            <a:ahLst/>
            <a:rect l="0" t="0" r="r" b="b"/>
            <a:pathLst>
              <a:path w="239" h="256">
                <a:moveTo>
                  <a:pt x="146" y="118"/>
                </a:moveTo>
                <a:lnTo>
                  <a:pt x="101" y="130"/>
                </a:lnTo>
                <a:cubicBezTo>
                  <a:pt x="65" y="139"/>
                  <a:pt x="46" y="160"/>
                  <a:pt x="46" y="192"/>
                </a:cubicBezTo>
                <a:cubicBezTo>
                  <a:pt x="46" y="203"/>
                  <a:pt x="50" y="212"/>
                  <a:pt x="57" y="221"/>
                </a:cubicBezTo>
                <a:cubicBezTo>
                  <a:pt x="64" y="229"/>
                  <a:pt x="75" y="233"/>
                  <a:pt x="88" y="233"/>
                </a:cubicBezTo>
                <a:cubicBezTo>
                  <a:pt x="101" y="233"/>
                  <a:pt x="118" y="225"/>
                  <a:pt x="138" y="208"/>
                </a:cubicBezTo>
                <a:cubicBezTo>
                  <a:pt x="143" y="205"/>
                  <a:pt x="146" y="200"/>
                  <a:pt x="146" y="194"/>
                </a:cubicBezTo>
                <a:lnTo>
                  <a:pt x="146" y="118"/>
                </a:lnTo>
                <a:moveTo>
                  <a:pt x="145" y="223"/>
                </a:moveTo>
                <a:lnTo>
                  <a:pt x="133" y="232"/>
                </a:lnTo>
                <a:cubicBezTo>
                  <a:pt x="120" y="242"/>
                  <a:pt x="110" y="248"/>
                  <a:pt x="102" y="251"/>
                </a:cubicBezTo>
                <a:cubicBezTo>
                  <a:pt x="94" y="255"/>
                  <a:pt x="84" y="256"/>
                  <a:pt x="71" y="256"/>
                </a:cubicBezTo>
                <a:cubicBezTo>
                  <a:pt x="50" y="256"/>
                  <a:pt x="32" y="251"/>
                  <a:pt x="19" y="241"/>
                </a:cubicBezTo>
                <a:cubicBezTo>
                  <a:pt x="6" y="232"/>
                  <a:pt x="0" y="216"/>
                  <a:pt x="0" y="195"/>
                </a:cubicBezTo>
                <a:cubicBezTo>
                  <a:pt x="0" y="176"/>
                  <a:pt x="8" y="159"/>
                  <a:pt x="25" y="145"/>
                </a:cubicBezTo>
                <a:cubicBezTo>
                  <a:pt x="42" y="130"/>
                  <a:pt x="65" y="120"/>
                  <a:pt x="93" y="112"/>
                </a:cubicBezTo>
                <a:lnTo>
                  <a:pt x="143" y="100"/>
                </a:lnTo>
                <a:cubicBezTo>
                  <a:pt x="144" y="100"/>
                  <a:pt x="146" y="97"/>
                  <a:pt x="146" y="93"/>
                </a:cubicBezTo>
                <a:cubicBezTo>
                  <a:pt x="146" y="44"/>
                  <a:pt x="130" y="19"/>
                  <a:pt x="99" y="19"/>
                </a:cubicBezTo>
                <a:cubicBezTo>
                  <a:pt x="87" y="19"/>
                  <a:pt x="76" y="21"/>
                  <a:pt x="66" y="25"/>
                </a:cubicBezTo>
                <a:cubicBezTo>
                  <a:pt x="57" y="30"/>
                  <a:pt x="53" y="35"/>
                  <a:pt x="53" y="43"/>
                </a:cubicBezTo>
                <a:cubicBezTo>
                  <a:pt x="53" y="49"/>
                  <a:pt x="53" y="53"/>
                  <a:pt x="53" y="55"/>
                </a:cubicBezTo>
                <a:cubicBezTo>
                  <a:pt x="54" y="57"/>
                  <a:pt x="55" y="60"/>
                  <a:pt x="55" y="65"/>
                </a:cubicBezTo>
                <a:cubicBezTo>
                  <a:pt x="55" y="69"/>
                  <a:pt x="53" y="73"/>
                  <a:pt x="48" y="78"/>
                </a:cubicBezTo>
                <a:cubicBezTo>
                  <a:pt x="44" y="82"/>
                  <a:pt x="38" y="84"/>
                  <a:pt x="30" y="84"/>
                </a:cubicBezTo>
                <a:cubicBezTo>
                  <a:pt x="17" y="84"/>
                  <a:pt x="10" y="77"/>
                  <a:pt x="10" y="64"/>
                </a:cubicBezTo>
                <a:cubicBezTo>
                  <a:pt x="10" y="48"/>
                  <a:pt x="20" y="33"/>
                  <a:pt x="40" y="20"/>
                </a:cubicBezTo>
                <a:cubicBezTo>
                  <a:pt x="60" y="7"/>
                  <a:pt x="81" y="0"/>
                  <a:pt x="104" y="0"/>
                </a:cubicBezTo>
                <a:cubicBezTo>
                  <a:pt x="161" y="0"/>
                  <a:pt x="190" y="32"/>
                  <a:pt x="190" y="97"/>
                </a:cubicBezTo>
                <a:lnTo>
                  <a:pt x="190" y="181"/>
                </a:lnTo>
                <a:cubicBezTo>
                  <a:pt x="190" y="193"/>
                  <a:pt x="190" y="201"/>
                  <a:pt x="191" y="207"/>
                </a:cubicBezTo>
                <a:cubicBezTo>
                  <a:pt x="192" y="213"/>
                  <a:pt x="194" y="218"/>
                  <a:pt x="198" y="223"/>
                </a:cubicBezTo>
                <a:cubicBezTo>
                  <a:pt x="201" y="228"/>
                  <a:pt x="207" y="230"/>
                  <a:pt x="213" y="230"/>
                </a:cubicBezTo>
                <a:cubicBezTo>
                  <a:pt x="218" y="230"/>
                  <a:pt x="222" y="229"/>
                  <a:pt x="225" y="226"/>
                </a:cubicBezTo>
                <a:cubicBezTo>
                  <a:pt x="228" y="223"/>
                  <a:pt x="230" y="221"/>
                  <a:pt x="231" y="221"/>
                </a:cubicBezTo>
                <a:cubicBezTo>
                  <a:pt x="232" y="221"/>
                  <a:pt x="234" y="223"/>
                  <a:pt x="236" y="225"/>
                </a:cubicBezTo>
                <a:cubicBezTo>
                  <a:pt x="238" y="227"/>
                  <a:pt x="239" y="229"/>
                  <a:pt x="239" y="231"/>
                </a:cubicBezTo>
                <a:cubicBezTo>
                  <a:pt x="239" y="232"/>
                  <a:pt x="237" y="234"/>
                  <a:pt x="233" y="238"/>
                </a:cubicBezTo>
                <a:cubicBezTo>
                  <a:pt x="228" y="243"/>
                  <a:pt x="222" y="247"/>
                  <a:pt x="214" y="251"/>
                </a:cubicBezTo>
                <a:cubicBezTo>
                  <a:pt x="206" y="254"/>
                  <a:pt x="198" y="256"/>
                  <a:pt x="190" y="256"/>
                </a:cubicBezTo>
                <a:cubicBezTo>
                  <a:pt x="167" y="256"/>
                  <a:pt x="152" y="246"/>
                  <a:pt x="146" y="223"/>
                </a:cubicBezTo>
                <a:lnTo>
                  <a:pt x="145" y="223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2127960" y="2477160"/>
            <a:ext cx="56880" cy="121680"/>
          </a:xfrm>
          <a:custGeom>
            <a:avLst/>
            <a:gdLst/>
            <a:ahLst/>
            <a:rect l="0" t="0" r="r" b="b"/>
            <a:pathLst>
              <a:path w="158" h="338">
                <a:moveTo>
                  <a:pt x="11" y="88"/>
                </a:moveTo>
                <a:lnTo>
                  <a:pt x="37" y="88"/>
                </a:lnTo>
                <a:cubicBezTo>
                  <a:pt x="37" y="76"/>
                  <a:pt x="37" y="66"/>
                  <a:pt x="37" y="58"/>
                </a:cubicBezTo>
                <a:cubicBezTo>
                  <a:pt x="37" y="49"/>
                  <a:pt x="37" y="43"/>
                  <a:pt x="36" y="40"/>
                </a:cubicBezTo>
                <a:cubicBezTo>
                  <a:pt x="36" y="36"/>
                  <a:pt x="36" y="33"/>
                  <a:pt x="35" y="30"/>
                </a:cubicBezTo>
                <a:cubicBezTo>
                  <a:pt x="35" y="28"/>
                  <a:pt x="35" y="26"/>
                  <a:pt x="35" y="25"/>
                </a:cubicBezTo>
                <a:cubicBezTo>
                  <a:pt x="35" y="24"/>
                  <a:pt x="35" y="23"/>
                  <a:pt x="35" y="22"/>
                </a:cubicBezTo>
                <a:cubicBezTo>
                  <a:pt x="35" y="20"/>
                  <a:pt x="36" y="19"/>
                  <a:pt x="38" y="18"/>
                </a:cubicBezTo>
                <a:cubicBezTo>
                  <a:pt x="39" y="17"/>
                  <a:pt x="41" y="16"/>
                  <a:pt x="42" y="16"/>
                </a:cubicBezTo>
                <a:cubicBezTo>
                  <a:pt x="44" y="15"/>
                  <a:pt x="46" y="15"/>
                  <a:pt x="49" y="14"/>
                </a:cubicBezTo>
                <a:cubicBezTo>
                  <a:pt x="52" y="13"/>
                  <a:pt x="55" y="12"/>
                  <a:pt x="57" y="11"/>
                </a:cubicBezTo>
                <a:cubicBezTo>
                  <a:pt x="59" y="10"/>
                  <a:pt x="62" y="9"/>
                  <a:pt x="65" y="7"/>
                </a:cubicBezTo>
                <a:cubicBezTo>
                  <a:pt x="69" y="5"/>
                  <a:pt x="72" y="3"/>
                  <a:pt x="75" y="2"/>
                </a:cubicBezTo>
                <a:cubicBezTo>
                  <a:pt x="77" y="1"/>
                  <a:pt x="79" y="0"/>
                  <a:pt x="80" y="0"/>
                </a:cubicBezTo>
                <a:cubicBezTo>
                  <a:pt x="83" y="0"/>
                  <a:pt x="85" y="2"/>
                  <a:pt x="85" y="6"/>
                </a:cubicBezTo>
                <a:cubicBezTo>
                  <a:pt x="83" y="21"/>
                  <a:pt x="82" y="41"/>
                  <a:pt x="82" y="66"/>
                </a:cubicBezTo>
                <a:lnTo>
                  <a:pt x="82" y="88"/>
                </a:lnTo>
                <a:lnTo>
                  <a:pt x="151" y="88"/>
                </a:lnTo>
                <a:cubicBezTo>
                  <a:pt x="154" y="88"/>
                  <a:pt x="155" y="89"/>
                  <a:pt x="155" y="91"/>
                </a:cubicBezTo>
                <a:lnTo>
                  <a:pt x="155" y="103"/>
                </a:lnTo>
                <a:cubicBezTo>
                  <a:pt x="155" y="108"/>
                  <a:pt x="151" y="110"/>
                  <a:pt x="142" y="110"/>
                </a:cubicBezTo>
                <a:lnTo>
                  <a:pt x="82" y="110"/>
                </a:lnTo>
                <a:lnTo>
                  <a:pt x="82" y="254"/>
                </a:lnTo>
                <a:cubicBezTo>
                  <a:pt x="82" y="273"/>
                  <a:pt x="84" y="286"/>
                  <a:pt x="86" y="295"/>
                </a:cubicBezTo>
                <a:cubicBezTo>
                  <a:pt x="89" y="303"/>
                  <a:pt x="94" y="307"/>
                  <a:pt x="101" y="307"/>
                </a:cubicBezTo>
                <a:cubicBezTo>
                  <a:pt x="118" y="307"/>
                  <a:pt x="134" y="302"/>
                  <a:pt x="148" y="291"/>
                </a:cubicBezTo>
                <a:cubicBezTo>
                  <a:pt x="153" y="291"/>
                  <a:pt x="157" y="294"/>
                  <a:pt x="158" y="300"/>
                </a:cubicBezTo>
                <a:cubicBezTo>
                  <a:pt x="135" y="326"/>
                  <a:pt x="110" y="338"/>
                  <a:pt x="81" y="338"/>
                </a:cubicBezTo>
                <a:cubicBezTo>
                  <a:pt x="52" y="338"/>
                  <a:pt x="37" y="319"/>
                  <a:pt x="37" y="282"/>
                </a:cubicBezTo>
                <a:lnTo>
                  <a:pt x="37" y="110"/>
                </a:lnTo>
                <a:lnTo>
                  <a:pt x="3" y="110"/>
                </a:lnTo>
                <a:cubicBezTo>
                  <a:pt x="1" y="110"/>
                  <a:pt x="0" y="109"/>
                  <a:pt x="0" y="107"/>
                </a:cubicBezTo>
                <a:lnTo>
                  <a:pt x="0" y="99"/>
                </a:lnTo>
                <a:cubicBezTo>
                  <a:pt x="0" y="92"/>
                  <a:pt x="4" y="88"/>
                  <a:pt x="11" y="8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2195640" y="2507400"/>
            <a:ext cx="75960" cy="91440"/>
          </a:xfrm>
          <a:custGeom>
            <a:avLst/>
            <a:gdLst/>
            <a:ahLst/>
            <a:rect l="0" t="0" r="r" b="b"/>
            <a:pathLst>
              <a:path w="211" h="254">
                <a:moveTo>
                  <a:pt x="49" y="88"/>
                </a:moveTo>
                <a:lnTo>
                  <a:pt x="152" y="86"/>
                </a:lnTo>
                <a:cubicBezTo>
                  <a:pt x="158" y="86"/>
                  <a:pt x="161" y="83"/>
                  <a:pt x="161" y="78"/>
                </a:cubicBezTo>
                <a:cubicBezTo>
                  <a:pt x="161" y="56"/>
                  <a:pt x="156" y="41"/>
                  <a:pt x="147" y="32"/>
                </a:cubicBezTo>
                <a:cubicBezTo>
                  <a:pt x="138" y="23"/>
                  <a:pt x="126" y="18"/>
                  <a:pt x="114" y="18"/>
                </a:cubicBezTo>
                <a:cubicBezTo>
                  <a:pt x="109" y="18"/>
                  <a:pt x="103" y="19"/>
                  <a:pt x="98" y="20"/>
                </a:cubicBezTo>
                <a:cubicBezTo>
                  <a:pt x="94" y="21"/>
                  <a:pt x="88" y="24"/>
                  <a:pt x="81" y="29"/>
                </a:cubicBezTo>
                <a:cubicBezTo>
                  <a:pt x="74" y="33"/>
                  <a:pt x="68" y="40"/>
                  <a:pt x="61" y="50"/>
                </a:cubicBezTo>
                <a:cubicBezTo>
                  <a:pt x="56" y="61"/>
                  <a:pt x="52" y="73"/>
                  <a:pt x="49" y="88"/>
                </a:cubicBezTo>
                <a:moveTo>
                  <a:pt x="199" y="196"/>
                </a:moveTo>
                <a:cubicBezTo>
                  <a:pt x="205" y="196"/>
                  <a:pt x="209" y="199"/>
                  <a:pt x="211" y="205"/>
                </a:cubicBezTo>
                <a:cubicBezTo>
                  <a:pt x="185" y="238"/>
                  <a:pt x="153" y="254"/>
                  <a:pt x="114" y="254"/>
                </a:cubicBezTo>
                <a:cubicBezTo>
                  <a:pt x="76" y="254"/>
                  <a:pt x="46" y="242"/>
                  <a:pt x="26" y="218"/>
                </a:cubicBezTo>
                <a:cubicBezTo>
                  <a:pt x="9" y="198"/>
                  <a:pt x="0" y="169"/>
                  <a:pt x="0" y="133"/>
                </a:cubicBezTo>
                <a:cubicBezTo>
                  <a:pt x="0" y="93"/>
                  <a:pt x="12" y="61"/>
                  <a:pt x="36" y="36"/>
                </a:cubicBezTo>
                <a:cubicBezTo>
                  <a:pt x="60" y="12"/>
                  <a:pt x="86" y="0"/>
                  <a:pt x="114" y="0"/>
                </a:cubicBezTo>
                <a:cubicBezTo>
                  <a:pt x="178" y="0"/>
                  <a:pt x="210" y="33"/>
                  <a:pt x="210" y="99"/>
                </a:cubicBezTo>
                <a:cubicBezTo>
                  <a:pt x="210" y="105"/>
                  <a:pt x="206" y="108"/>
                  <a:pt x="199" y="108"/>
                </a:cubicBezTo>
                <a:lnTo>
                  <a:pt x="48" y="107"/>
                </a:lnTo>
                <a:cubicBezTo>
                  <a:pt x="48" y="139"/>
                  <a:pt x="53" y="165"/>
                  <a:pt x="65" y="186"/>
                </a:cubicBezTo>
                <a:cubicBezTo>
                  <a:pt x="82" y="213"/>
                  <a:pt x="103" y="226"/>
                  <a:pt x="128" y="226"/>
                </a:cubicBezTo>
                <a:cubicBezTo>
                  <a:pt x="144" y="226"/>
                  <a:pt x="157" y="224"/>
                  <a:pt x="167" y="219"/>
                </a:cubicBezTo>
                <a:cubicBezTo>
                  <a:pt x="177" y="215"/>
                  <a:pt x="188" y="207"/>
                  <a:pt x="199" y="196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2289600" y="2506680"/>
            <a:ext cx="61920" cy="92160"/>
          </a:xfrm>
          <a:custGeom>
            <a:avLst/>
            <a:gdLst/>
            <a:ahLst/>
            <a:rect l="0" t="0" r="r" b="b"/>
            <a:pathLst>
              <a:path w="172" h="256">
                <a:moveTo>
                  <a:pt x="0" y="171"/>
                </a:moveTo>
                <a:cubicBezTo>
                  <a:pt x="1" y="170"/>
                  <a:pt x="4" y="169"/>
                  <a:pt x="8" y="169"/>
                </a:cubicBezTo>
                <a:cubicBezTo>
                  <a:pt x="12" y="169"/>
                  <a:pt x="15" y="170"/>
                  <a:pt x="18" y="171"/>
                </a:cubicBezTo>
                <a:cubicBezTo>
                  <a:pt x="24" y="198"/>
                  <a:pt x="31" y="216"/>
                  <a:pt x="40" y="224"/>
                </a:cubicBezTo>
                <a:cubicBezTo>
                  <a:pt x="48" y="233"/>
                  <a:pt x="61" y="238"/>
                  <a:pt x="80" y="238"/>
                </a:cubicBezTo>
                <a:cubicBezTo>
                  <a:pt x="92" y="238"/>
                  <a:pt x="103" y="234"/>
                  <a:pt x="113" y="228"/>
                </a:cubicBezTo>
                <a:cubicBezTo>
                  <a:pt x="123" y="221"/>
                  <a:pt x="128" y="211"/>
                  <a:pt x="128" y="198"/>
                </a:cubicBezTo>
                <a:cubicBezTo>
                  <a:pt x="128" y="185"/>
                  <a:pt x="124" y="175"/>
                  <a:pt x="117" y="168"/>
                </a:cubicBezTo>
                <a:cubicBezTo>
                  <a:pt x="109" y="160"/>
                  <a:pt x="94" y="151"/>
                  <a:pt x="71" y="141"/>
                </a:cubicBezTo>
                <a:cubicBezTo>
                  <a:pt x="48" y="132"/>
                  <a:pt x="31" y="122"/>
                  <a:pt x="21" y="112"/>
                </a:cubicBezTo>
                <a:cubicBezTo>
                  <a:pt x="12" y="100"/>
                  <a:pt x="8" y="84"/>
                  <a:pt x="8" y="64"/>
                </a:cubicBezTo>
                <a:cubicBezTo>
                  <a:pt x="8" y="46"/>
                  <a:pt x="15" y="31"/>
                  <a:pt x="31" y="18"/>
                </a:cubicBezTo>
                <a:cubicBezTo>
                  <a:pt x="47" y="6"/>
                  <a:pt x="66" y="0"/>
                  <a:pt x="88" y="0"/>
                </a:cubicBezTo>
                <a:cubicBezTo>
                  <a:pt x="97" y="0"/>
                  <a:pt x="106" y="1"/>
                  <a:pt x="114" y="2"/>
                </a:cubicBezTo>
                <a:cubicBezTo>
                  <a:pt x="124" y="3"/>
                  <a:pt x="133" y="5"/>
                  <a:pt x="144" y="8"/>
                </a:cubicBezTo>
                <a:cubicBezTo>
                  <a:pt x="154" y="10"/>
                  <a:pt x="160" y="11"/>
                  <a:pt x="163" y="11"/>
                </a:cubicBezTo>
                <a:cubicBezTo>
                  <a:pt x="163" y="16"/>
                  <a:pt x="162" y="25"/>
                  <a:pt x="161" y="39"/>
                </a:cubicBezTo>
                <a:cubicBezTo>
                  <a:pt x="159" y="53"/>
                  <a:pt x="159" y="64"/>
                  <a:pt x="159" y="72"/>
                </a:cubicBezTo>
                <a:cubicBezTo>
                  <a:pt x="157" y="74"/>
                  <a:pt x="154" y="75"/>
                  <a:pt x="150" y="75"/>
                </a:cubicBezTo>
                <a:cubicBezTo>
                  <a:pt x="146" y="75"/>
                  <a:pt x="143" y="74"/>
                  <a:pt x="141" y="72"/>
                </a:cubicBezTo>
                <a:cubicBezTo>
                  <a:pt x="139" y="61"/>
                  <a:pt x="136" y="52"/>
                  <a:pt x="131" y="44"/>
                </a:cubicBezTo>
                <a:cubicBezTo>
                  <a:pt x="127" y="36"/>
                  <a:pt x="122" y="31"/>
                  <a:pt x="116" y="28"/>
                </a:cubicBezTo>
                <a:cubicBezTo>
                  <a:pt x="110" y="24"/>
                  <a:pt x="105" y="22"/>
                  <a:pt x="101" y="21"/>
                </a:cubicBezTo>
                <a:cubicBezTo>
                  <a:pt x="96" y="20"/>
                  <a:pt x="92" y="19"/>
                  <a:pt x="88" y="19"/>
                </a:cubicBezTo>
                <a:cubicBezTo>
                  <a:pt x="78" y="19"/>
                  <a:pt x="69" y="23"/>
                  <a:pt x="61" y="29"/>
                </a:cubicBezTo>
                <a:cubicBezTo>
                  <a:pt x="52" y="36"/>
                  <a:pt x="48" y="45"/>
                  <a:pt x="48" y="55"/>
                </a:cubicBezTo>
                <a:cubicBezTo>
                  <a:pt x="48" y="62"/>
                  <a:pt x="49" y="67"/>
                  <a:pt x="51" y="72"/>
                </a:cubicBezTo>
                <a:cubicBezTo>
                  <a:pt x="53" y="77"/>
                  <a:pt x="55" y="81"/>
                  <a:pt x="58" y="84"/>
                </a:cubicBezTo>
                <a:cubicBezTo>
                  <a:pt x="60" y="87"/>
                  <a:pt x="64" y="90"/>
                  <a:pt x="70" y="94"/>
                </a:cubicBezTo>
                <a:cubicBezTo>
                  <a:pt x="76" y="97"/>
                  <a:pt x="81" y="99"/>
                  <a:pt x="85" y="101"/>
                </a:cubicBezTo>
                <a:cubicBezTo>
                  <a:pt x="89" y="102"/>
                  <a:pt x="96" y="105"/>
                  <a:pt x="105" y="108"/>
                </a:cubicBezTo>
                <a:cubicBezTo>
                  <a:pt x="150" y="125"/>
                  <a:pt x="172" y="151"/>
                  <a:pt x="172" y="185"/>
                </a:cubicBezTo>
                <a:cubicBezTo>
                  <a:pt x="172" y="198"/>
                  <a:pt x="169" y="210"/>
                  <a:pt x="162" y="220"/>
                </a:cubicBezTo>
                <a:cubicBezTo>
                  <a:pt x="156" y="230"/>
                  <a:pt x="148" y="237"/>
                  <a:pt x="138" y="242"/>
                </a:cubicBezTo>
                <a:cubicBezTo>
                  <a:pt x="128" y="247"/>
                  <a:pt x="119" y="251"/>
                  <a:pt x="109" y="253"/>
                </a:cubicBezTo>
                <a:cubicBezTo>
                  <a:pt x="99" y="255"/>
                  <a:pt x="90" y="256"/>
                  <a:pt x="81" y="256"/>
                </a:cubicBezTo>
                <a:cubicBezTo>
                  <a:pt x="62" y="256"/>
                  <a:pt x="45" y="254"/>
                  <a:pt x="29" y="250"/>
                </a:cubicBezTo>
                <a:cubicBezTo>
                  <a:pt x="26" y="250"/>
                  <a:pt x="23" y="249"/>
                  <a:pt x="18" y="249"/>
                </a:cubicBezTo>
                <a:cubicBezTo>
                  <a:pt x="14" y="249"/>
                  <a:pt x="9" y="250"/>
                  <a:pt x="4" y="251"/>
                </a:cubicBezTo>
                <a:cubicBezTo>
                  <a:pt x="4" y="231"/>
                  <a:pt x="2" y="204"/>
                  <a:pt x="0" y="1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4260600" y="2269080"/>
            <a:ext cx="85320" cy="136800"/>
          </a:xfrm>
          <a:custGeom>
            <a:avLst/>
            <a:gdLst/>
            <a:ahLst/>
            <a:rect l="0" t="0" r="r" b="b"/>
            <a:pathLst>
              <a:path w="237" h="380">
                <a:moveTo>
                  <a:pt x="209" y="15"/>
                </a:moveTo>
                <a:cubicBezTo>
                  <a:pt x="214" y="41"/>
                  <a:pt x="218" y="66"/>
                  <a:pt x="219" y="89"/>
                </a:cubicBezTo>
                <a:cubicBezTo>
                  <a:pt x="217" y="91"/>
                  <a:pt x="211" y="92"/>
                  <a:pt x="201" y="92"/>
                </a:cubicBezTo>
                <a:cubicBezTo>
                  <a:pt x="199" y="86"/>
                  <a:pt x="197" y="81"/>
                  <a:pt x="195" y="76"/>
                </a:cubicBezTo>
                <a:cubicBezTo>
                  <a:pt x="193" y="71"/>
                  <a:pt x="191" y="66"/>
                  <a:pt x="189" y="61"/>
                </a:cubicBezTo>
                <a:cubicBezTo>
                  <a:pt x="186" y="56"/>
                  <a:pt x="183" y="52"/>
                  <a:pt x="180" y="47"/>
                </a:cubicBezTo>
                <a:cubicBezTo>
                  <a:pt x="177" y="43"/>
                  <a:pt x="174" y="40"/>
                  <a:pt x="170" y="36"/>
                </a:cubicBezTo>
                <a:cubicBezTo>
                  <a:pt x="165" y="32"/>
                  <a:pt x="161" y="29"/>
                  <a:pt x="156" y="27"/>
                </a:cubicBezTo>
                <a:cubicBezTo>
                  <a:pt x="150" y="24"/>
                  <a:pt x="145" y="22"/>
                  <a:pt x="138" y="21"/>
                </a:cubicBezTo>
                <a:cubicBezTo>
                  <a:pt x="131" y="20"/>
                  <a:pt x="124" y="19"/>
                  <a:pt x="116" y="19"/>
                </a:cubicBezTo>
                <a:cubicBezTo>
                  <a:pt x="100" y="19"/>
                  <a:pt x="85" y="26"/>
                  <a:pt x="73" y="39"/>
                </a:cubicBezTo>
                <a:cubicBezTo>
                  <a:pt x="60" y="52"/>
                  <a:pt x="54" y="66"/>
                  <a:pt x="54" y="83"/>
                </a:cubicBezTo>
                <a:cubicBezTo>
                  <a:pt x="54" y="92"/>
                  <a:pt x="56" y="100"/>
                  <a:pt x="60" y="108"/>
                </a:cubicBezTo>
                <a:cubicBezTo>
                  <a:pt x="64" y="116"/>
                  <a:pt x="69" y="123"/>
                  <a:pt x="75" y="128"/>
                </a:cubicBezTo>
                <a:cubicBezTo>
                  <a:pt x="80" y="133"/>
                  <a:pt x="88" y="139"/>
                  <a:pt x="96" y="144"/>
                </a:cubicBezTo>
                <a:cubicBezTo>
                  <a:pt x="106" y="149"/>
                  <a:pt x="113" y="153"/>
                  <a:pt x="120" y="155"/>
                </a:cubicBezTo>
                <a:cubicBezTo>
                  <a:pt x="126" y="158"/>
                  <a:pt x="133" y="161"/>
                  <a:pt x="142" y="164"/>
                </a:cubicBezTo>
                <a:cubicBezTo>
                  <a:pt x="151" y="168"/>
                  <a:pt x="157" y="170"/>
                  <a:pt x="160" y="170"/>
                </a:cubicBezTo>
                <a:cubicBezTo>
                  <a:pt x="171" y="176"/>
                  <a:pt x="180" y="181"/>
                  <a:pt x="189" y="187"/>
                </a:cubicBezTo>
                <a:cubicBezTo>
                  <a:pt x="197" y="192"/>
                  <a:pt x="206" y="199"/>
                  <a:pt x="213" y="207"/>
                </a:cubicBezTo>
                <a:cubicBezTo>
                  <a:pt x="221" y="214"/>
                  <a:pt x="227" y="224"/>
                  <a:pt x="231" y="234"/>
                </a:cubicBezTo>
                <a:cubicBezTo>
                  <a:pt x="235" y="245"/>
                  <a:pt x="237" y="257"/>
                  <a:pt x="237" y="270"/>
                </a:cubicBezTo>
                <a:cubicBezTo>
                  <a:pt x="237" y="288"/>
                  <a:pt x="232" y="306"/>
                  <a:pt x="223" y="322"/>
                </a:cubicBezTo>
                <a:cubicBezTo>
                  <a:pt x="213" y="339"/>
                  <a:pt x="200" y="352"/>
                  <a:pt x="184" y="362"/>
                </a:cubicBezTo>
                <a:cubicBezTo>
                  <a:pt x="164" y="374"/>
                  <a:pt x="140" y="380"/>
                  <a:pt x="113" y="380"/>
                </a:cubicBezTo>
                <a:cubicBezTo>
                  <a:pt x="95" y="380"/>
                  <a:pt x="76" y="378"/>
                  <a:pt x="56" y="374"/>
                </a:cubicBezTo>
                <a:cubicBezTo>
                  <a:pt x="37" y="370"/>
                  <a:pt x="22" y="367"/>
                  <a:pt x="11" y="367"/>
                </a:cubicBezTo>
                <a:cubicBezTo>
                  <a:pt x="5" y="343"/>
                  <a:pt x="1" y="315"/>
                  <a:pt x="0" y="281"/>
                </a:cubicBezTo>
                <a:cubicBezTo>
                  <a:pt x="6" y="278"/>
                  <a:pt x="12" y="277"/>
                  <a:pt x="18" y="279"/>
                </a:cubicBezTo>
                <a:cubicBezTo>
                  <a:pt x="30" y="333"/>
                  <a:pt x="63" y="360"/>
                  <a:pt x="118" y="360"/>
                </a:cubicBezTo>
                <a:cubicBezTo>
                  <a:pt x="141" y="360"/>
                  <a:pt x="159" y="355"/>
                  <a:pt x="171" y="343"/>
                </a:cubicBezTo>
                <a:cubicBezTo>
                  <a:pt x="183" y="330"/>
                  <a:pt x="189" y="313"/>
                  <a:pt x="189" y="290"/>
                </a:cubicBezTo>
                <a:cubicBezTo>
                  <a:pt x="189" y="280"/>
                  <a:pt x="188" y="270"/>
                  <a:pt x="184" y="262"/>
                </a:cubicBezTo>
                <a:cubicBezTo>
                  <a:pt x="181" y="253"/>
                  <a:pt x="177" y="246"/>
                  <a:pt x="173" y="241"/>
                </a:cubicBezTo>
                <a:cubicBezTo>
                  <a:pt x="169" y="236"/>
                  <a:pt x="163" y="230"/>
                  <a:pt x="156" y="226"/>
                </a:cubicBezTo>
                <a:cubicBezTo>
                  <a:pt x="148" y="221"/>
                  <a:pt x="141" y="217"/>
                  <a:pt x="136" y="215"/>
                </a:cubicBezTo>
                <a:cubicBezTo>
                  <a:pt x="131" y="213"/>
                  <a:pt x="124" y="210"/>
                  <a:pt x="114" y="206"/>
                </a:cubicBezTo>
                <a:cubicBezTo>
                  <a:pt x="105" y="202"/>
                  <a:pt x="99" y="200"/>
                  <a:pt x="96" y="198"/>
                </a:cubicBezTo>
                <a:cubicBezTo>
                  <a:pt x="79" y="191"/>
                  <a:pt x="65" y="184"/>
                  <a:pt x="54" y="176"/>
                </a:cubicBezTo>
                <a:cubicBezTo>
                  <a:pt x="43" y="168"/>
                  <a:pt x="33" y="157"/>
                  <a:pt x="25" y="144"/>
                </a:cubicBezTo>
                <a:cubicBezTo>
                  <a:pt x="17" y="130"/>
                  <a:pt x="13" y="115"/>
                  <a:pt x="13" y="98"/>
                </a:cubicBezTo>
                <a:cubicBezTo>
                  <a:pt x="13" y="69"/>
                  <a:pt x="24" y="46"/>
                  <a:pt x="45" y="27"/>
                </a:cubicBezTo>
                <a:cubicBezTo>
                  <a:pt x="66" y="9"/>
                  <a:pt x="92" y="0"/>
                  <a:pt x="122" y="0"/>
                </a:cubicBezTo>
                <a:cubicBezTo>
                  <a:pt x="143" y="0"/>
                  <a:pt x="162" y="2"/>
                  <a:pt x="178" y="7"/>
                </a:cubicBezTo>
                <a:cubicBezTo>
                  <a:pt x="194" y="11"/>
                  <a:pt x="204" y="14"/>
                  <a:pt x="209" y="1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4359600" y="2271240"/>
            <a:ext cx="47880" cy="133200"/>
          </a:xfrm>
          <a:custGeom>
            <a:avLst/>
            <a:gdLst/>
            <a:ahLst/>
            <a:rect l="0" t="0" r="r" b="b"/>
            <a:pathLst>
              <a:path w="133" h="370">
                <a:moveTo>
                  <a:pt x="37" y="27"/>
                </a:moveTo>
                <a:cubicBezTo>
                  <a:pt x="37" y="20"/>
                  <a:pt x="40" y="14"/>
                  <a:pt x="46" y="8"/>
                </a:cubicBezTo>
                <a:cubicBezTo>
                  <a:pt x="53" y="3"/>
                  <a:pt x="60" y="0"/>
                  <a:pt x="66" y="0"/>
                </a:cubicBezTo>
                <a:cubicBezTo>
                  <a:pt x="74" y="0"/>
                  <a:pt x="80" y="3"/>
                  <a:pt x="86" y="10"/>
                </a:cubicBezTo>
                <a:cubicBezTo>
                  <a:pt x="91" y="16"/>
                  <a:pt x="94" y="23"/>
                  <a:pt x="94" y="29"/>
                </a:cubicBezTo>
                <a:cubicBezTo>
                  <a:pt x="94" y="36"/>
                  <a:pt x="91" y="42"/>
                  <a:pt x="85" y="48"/>
                </a:cubicBezTo>
                <a:cubicBezTo>
                  <a:pt x="79" y="54"/>
                  <a:pt x="72" y="57"/>
                  <a:pt x="65" y="57"/>
                </a:cubicBezTo>
                <a:cubicBezTo>
                  <a:pt x="58" y="57"/>
                  <a:pt x="51" y="54"/>
                  <a:pt x="46" y="48"/>
                </a:cubicBezTo>
                <a:cubicBezTo>
                  <a:pt x="40" y="41"/>
                  <a:pt x="37" y="35"/>
                  <a:pt x="37" y="27"/>
                </a:cubicBezTo>
                <a:moveTo>
                  <a:pt x="89" y="299"/>
                </a:moveTo>
                <a:cubicBezTo>
                  <a:pt x="89" y="322"/>
                  <a:pt x="91" y="337"/>
                  <a:pt x="96" y="342"/>
                </a:cubicBezTo>
                <a:cubicBezTo>
                  <a:pt x="100" y="347"/>
                  <a:pt x="112" y="350"/>
                  <a:pt x="130" y="351"/>
                </a:cubicBezTo>
                <a:cubicBezTo>
                  <a:pt x="132" y="353"/>
                  <a:pt x="133" y="357"/>
                  <a:pt x="133" y="361"/>
                </a:cubicBezTo>
                <a:cubicBezTo>
                  <a:pt x="133" y="366"/>
                  <a:pt x="132" y="369"/>
                  <a:pt x="130" y="370"/>
                </a:cubicBezTo>
                <a:cubicBezTo>
                  <a:pt x="97" y="369"/>
                  <a:pt x="76" y="369"/>
                  <a:pt x="66" y="369"/>
                </a:cubicBezTo>
                <a:cubicBezTo>
                  <a:pt x="56" y="369"/>
                  <a:pt x="35" y="369"/>
                  <a:pt x="3" y="370"/>
                </a:cubicBezTo>
                <a:cubicBezTo>
                  <a:pt x="1" y="369"/>
                  <a:pt x="0" y="366"/>
                  <a:pt x="0" y="361"/>
                </a:cubicBezTo>
                <a:cubicBezTo>
                  <a:pt x="0" y="357"/>
                  <a:pt x="1" y="353"/>
                  <a:pt x="3" y="351"/>
                </a:cubicBezTo>
                <a:cubicBezTo>
                  <a:pt x="21" y="350"/>
                  <a:pt x="33" y="347"/>
                  <a:pt x="37" y="341"/>
                </a:cubicBezTo>
                <a:cubicBezTo>
                  <a:pt x="42" y="336"/>
                  <a:pt x="44" y="322"/>
                  <a:pt x="44" y="299"/>
                </a:cubicBezTo>
                <a:lnTo>
                  <a:pt x="44" y="188"/>
                </a:lnTo>
                <a:cubicBezTo>
                  <a:pt x="44" y="173"/>
                  <a:pt x="42" y="163"/>
                  <a:pt x="37" y="158"/>
                </a:cubicBezTo>
                <a:cubicBezTo>
                  <a:pt x="33" y="154"/>
                  <a:pt x="23" y="151"/>
                  <a:pt x="7" y="150"/>
                </a:cubicBezTo>
                <a:cubicBezTo>
                  <a:pt x="4" y="143"/>
                  <a:pt x="4" y="138"/>
                  <a:pt x="6" y="133"/>
                </a:cubicBezTo>
                <a:cubicBezTo>
                  <a:pt x="41" y="128"/>
                  <a:pt x="67" y="123"/>
                  <a:pt x="84" y="117"/>
                </a:cubicBezTo>
                <a:cubicBezTo>
                  <a:pt x="89" y="117"/>
                  <a:pt x="91" y="118"/>
                  <a:pt x="91" y="121"/>
                </a:cubicBezTo>
                <a:cubicBezTo>
                  <a:pt x="91" y="122"/>
                  <a:pt x="91" y="123"/>
                  <a:pt x="91" y="125"/>
                </a:cubicBezTo>
                <a:cubicBezTo>
                  <a:pt x="91" y="127"/>
                  <a:pt x="91" y="130"/>
                  <a:pt x="90" y="136"/>
                </a:cubicBezTo>
                <a:cubicBezTo>
                  <a:pt x="90" y="141"/>
                  <a:pt x="90" y="146"/>
                  <a:pt x="89" y="151"/>
                </a:cubicBezTo>
                <a:cubicBezTo>
                  <a:pt x="89" y="156"/>
                  <a:pt x="89" y="162"/>
                  <a:pt x="89" y="168"/>
                </a:cubicBezTo>
                <a:cubicBezTo>
                  <a:pt x="89" y="174"/>
                  <a:pt x="89" y="180"/>
                  <a:pt x="89" y="186"/>
                </a:cubicBezTo>
                <a:lnTo>
                  <a:pt x="89" y="29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4414680" y="2313360"/>
            <a:ext cx="104040" cy="91080"/>
          </a:xfrm>
          <a:custGeom>
            <a:avLst/>
            <a:gdLst/>
            <a:ahLst/>
            <a:rect l="0" t="0" r="r" b="b"/>
            <a:pathLst>
              <a:path w="289" h="253">
                <a:moveTo>
                  <a:pt x="93" y="47"/>
                </a:moveTo>
                <a:cubicBezTo>
                  <a:pt x="120" y="17"/>
                  <a:pt x="151" y="1"/>
                  <a:pt x="186" y="1"/>
                </a:cubicBezTo>
                <a:cubicBezTo>
                  <a:pt x="208" y="1"/>
                  <a:pt x="223" y="8"/>
                  <a:pt x="233" y="21"/>
                </a:cubicBezTo>
                <a:cubicBezTo>
                  <a:pt x="243" y="35"/>
                  <a:pt x="249" y="60"/>
                  <a:pt x="249" y="97"/>
                </a:cubicBezTo>
                <a:lnTo>
                  <a:pt x="249" y="182"/>
                </a:lnTo>
                <a:cubicBezTo>
                  <a:pt x="249" y="205"/>
                  <a:pt x="251" y="219"/>
                  <a:pt x="255" y="224"/>
                </a:cubicBezTo>
                <a:cubicBezTo>
                  <a:pt x="259" y="230"/>
                  <a:pt x="270" y="233"/>
                  <a:pt x="286" y="234"/>
                </a:cubicBezTo>
                <a:cubicBezTo>
                  <a:pt x="288" y="236"/>
                  <a:pt x="289" y="239"/>
                  <a:pt x="289" y="244"/>
                </a:cubicBezTo>
                <a:cubicBezTo>
                  <a:pt x="289" y="248"/>
                  <a:pt x="288" y="251"/>
                  <a:pt x="286" y="253"/>
                </a:cubicBezTo>
                <a:cubicBezTo>
                  <a:pt x="254" y="252"/>
                  <a:pt x="234" y="252"/>
                  <a:pt x="226" y="252"/>
                </a:cubicBezTo>
                <a:cubicBezTo>
                  <a:pt x="219" y="252"/>
                  <a:pt x="200" y="252"/>
                  <a:pt x="168" y="253"/>
                </a:cubicBezTo>
                <a:cubicBezTo>
                  <a:pt x="166" y="252"/>
                  <a:pt x="166" y="249"/>
                  <a:pt x="166" y="244"/>
                </a:cubicBezTo>
                <a:cubicBezTo>
                  <a:pt x="166" y="240"/>
                  <a:pt x="166" y="236"/>
                  <a:pt x="168" y="234"/>
                </a:cubicBezTo>
                <a:cubicBezTo>
                  <a:pt x="184" y="233"/>
                  <a:pt x="193" y="230"/>
                  <a:pt x="197" y="224"/>
                </a:cubicBezTo>
                <a:cubicBezTo>
                  <a:pt x="201" y="219"/>
                  <a:pt x="203" y="205"/>
                  <a:pt x="203" y="182"/>
                </a:cubicBezTo>
                <a:lnTo>
                  <a:pt x="203" y="96"/>
                </a:lnTo>
                <a:cubicBezTo>
                  <a:pt x="203" y="76"/>
                  <a:pt x="201" y="61"/>
                  <a:pt x="196" y="52"/>
                </a:cubicBezTo>
                <a:cubicBezTo>
                  <a:pt x="189" y="38"/>
                  <a:pt x="179" y="31"/>
                  <a:pt x="166" y="31"/>
                </a:cubicBezTo>
                <a:cubicBezTo>
                  <a:pt x="143" y="31"/>
                  <a:pt x="120" y="43"/>
                  <a:pt x="96" y="65"/>
                </a:cubicBezTo>
                <a:cubicBezTo>
                  <a:pt x="90" y="72"/>
                  <a:pt x="87" y="80"/>
                  <a:pt x="87" y="89"/>
                </a:cubicBezTo>
                <a:lnTo>
                  <a:pt x="87" y="182"/>
                </a:lnTo>
                <a:cubicBezTo>
                  <a:pt x="87" y="205"/>
                  <a:pt x="89" y="219"/>
                  <a:pt x="93" y="224"/>
                </a:cubicBezTo>
                <a:cubicBezTo>
                  <a:pt x="97" y="230"/>
                  <a:pt x="106" y="233"/>
                  <a:pt x="121" y="234"/>
                </a:cubicBezTo>
                <a:cubicBezTo>
                  <a:pt x="123" y="236"/>
                  <a:pt x="124" y="240"/>
                  <a:pt x="124" y="244"/>
                </a:cubicBezTo>
                <a:cubicBezTo>
                  <a:pt x="124" y="249"/>
                  <a:pt x="123" y="252"/>
                  <a:pt x="121" y="253"/>
                </a:cubicBezTo>
                <a:cubicBezTo>
                  <a:pt x="89" y="252"/>
                  <a:pt x="70" y="252"/>
                  <a:pt x="65" y="252"/>
                </a:cubicBezTo>
                <a:cubicBezTo>
                  <a:pt x="54" y="252"/>
                  <a:pt x="33" y="252"/>
                  <a:pt x="2" y="253"/>
                </a:cubicBezTo>
                <a:cubicBezTo>
                  <a:pt x="0" y="252"/>
                  <a:pt x="0" y="249"/>
                  <a:pt x="0" y="244"/>
                </a:cubicBezTo>
                <a:cubicBezTo>
                  <a:pt x="0" y="240"/>
                  <a:pt x="0" y="236"/>
                  <a:pt x="2" y="234"/>
                </a:cubicBezTo>
                <a:cubicBezTo>
                  <a:pt x="20" y="233"/>
                  <a:pt x="31" y="230"/>
                  <a:pt x="35" y="224"/>
                </a:cubicBezTo>
                <a:cubicBezTo>
                  <a:pt x="39" y="219"/>
                  <a:pt x="42" y="205"/>
                  <a:pt x="42" y="182"/>
                </a:cubicBezTo>
                <a:lnTo>
                  <a:pt x="42" y="71"/>
                </a:lnTo>
                <a:cubicBezTo>
                  <a:pt x="42" y="56"/>
                  <a:pt x="39" y="46"/>
                  <a:pt x="35" y="41"/>
                </a:cubicBezTo>
                <a:cubicBezTo>
                  <a:pt x="31" y="37"/>
                  <a:pt x="21" y="34"/>
                  <a:pt x="5" y="33"/>
                </a:cubicBezTo>
                <a:cubicBezTo>
                  <a:pt x="2" y="26"/>
                  <a:pt x="2" y="21"/>
                  <a:pt x="3" y="16"/>
                </a:cubicBezTo>
                <a:cubicBezTo>
                  <a:pt x="33" y="13"/>
                  <a:pt x="57" y="7"/>
                  <a:pt x="76" y="0"/>
                </a:cubicBezTo>
                <a:cubicBezTo>
                  <a:pt x="79" y="0"/>
                  <a:pt x="81" y="1"/>
                  <a:pt x="83" y="4"/>
                </a:cubicBezTo>
                <a:cubicBezTo>
                  <a:pt x="86" y="11"/>
                  <a:pt x="87" y="26"/>
                  <a:pt x="87" y="47"/>
                </a:cubicBezTo>
                <a:cubicBezTo>
                  <a:pt x="87" y="52"/>
                  <a:pt x="89" y="52"/>
                  <a:pt x="93" y="47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4528080" y="2309040"/>
            <a:ext cx="92160" cy="143640"/>
          </a:xfrm>
          <a:custGeom>
            <a:avLst/>
            <a:gdLst/>
            <a:ahLst/>
            <a:rect l="0" t="0" r="r" b="b"/>
            <a:pathLst>
              <a:path w="256" h="399">
                <a:moveTo>
                  <a:pt x="149" y="50"/>
                </a:moveTo>
                <a:cubicBezTo>
                  <a:pt x="140" y="38"/>
                  <a:pt x="126" y="31"/>
                  <a:pt x="108" y="31"/>
                </a:cubicBezTo>
                <a:cubicBezTo>
                  <a:pt x="77" y="31"/>
                  <a:pt x="62" y="51"/>
                  <a:pt x="62" y="92"/>
                </a:cubicBezTo>
                <a:cubicBezTo>
                  <a:pt x="62" y="103"/>
                  <a:pt x="62" y="112"/>
                  <a:pt x="64" y="119"/>
                </a:cubicBezTo>
                <a:cubicBezTo>
                  <a:pt x="65" y="127"/>
                  <a:pt x="67" y="135"/>
                  <a:pt x="71" y="143"/>
                </a:cubicBezTo>
                <a:cubicBezTo>
                  <a:pt x="74" y="152"/>
                  <a:pt x="79" y="158"/>
                  <a:pt x="87" y="163"/>
                </a:cubicBezTo>
                <a:cubicBezTo>
                  <a:pt x="94" y="167"/>
                  <a:pt x="104" y="169"/>
                  <a:pt x="115" y="169"/>
                </a:cubicBezTo>
                <a:cubicBezTo>
                  <a:pt x="147" y="169"/>
                  <a:pt x="164" y="148"/>
                  <a:pt x="164" y="105"/>
                </a:cubicBezTo>
                <a:cubicBezTo>
                  <a:pt x="164" y="81"/>
                  <a:pt x="159" y="63"/>
                  <a:pt x="149" y="50"/>
                </a:cubicBezTo>
                <a:moveTo>
                  <a:pt x="39" y="323"/>
                </a:moveTo>
                <a:cubicBezTo>
                  <a:pt x="39" y="341"/>
                  <a:pt x="47" y="354"/>
                  <a:pt x="63" y="364"/>
                </a:cubicBezTo>
                <a:cubicBezTo>
                  <a:pt x="79" y="374"/>
                  <a:pt x="94" y="379"/>
                  <a:pt x="107" y="379"/>
                </a:cubicBezTo>
                <a:cubicBezTo>
                  <a:pt x="125" y="379"/>
                  <a:pt x="142" y="376"/>
                  <a:pt x="159" y="372"/>
                </a:cubicBezTo>
                <a:cubicBezTo>
                  <a:pt x="176" y="367"/>
                  <a:pt x="190" y="360"/>
                  <a:pt x="201" y="350"/>
                </a:cubicBezTo>
                <a:cubicBezTo>
                  <a:pt x="213" y="340"/>
                  <a:pt x="219" y="329"/>
                  <a:pt x="219" y="316"/>
                </a:cubicBezTo>
                <a:cubicBezTo>
                  <a:pt x="219" y="308"/>
                  <a:pt x="217" y="302"/>
                  <a:pt x="213" y="297"/>
                </a:cubicBezTo>
                <a:cubicBezTo>
                  <a:pt x="209" y="293"/>
                  <a:pt x="201" y="287"/>
                  <a:pt x="191" y="280"/>
                </a:cubicBezTo>
                <a:cubicBezTo>
                  <a:pt x="179" y="274"/>
                  <a:pt x="156" y="271"/>
                  <a:pt x="121" y="271"/>
                </a:cubicBezTo>
                <a:cubicBezTo>
                  <a:pt x="119" y="271"/>
                  <a:pt x="113" y="271"/>
                  <a:pt x="104" y="272"/>
                </a:cubicBezTo>
                <a:cubicBezTo>
                  <a:pt x="94" y="272"/>
                  <a:pt x="86" y="273"/>
                  <a:pt x="80" y="273"/>
                </a:cubicBezTo>
                <a:cubicBezTo>
                  <a:pt x="71" y="273"/>
                  <a:pt x="63" y="271"/>
                  <a:pt x="57" y="269"/>
                </a:cubicBezTo>
                <a:cubicBezTo>
                  <a:pt x="45" y="284"/>
                  <a:pt x="39" y="302"/>
                  <a:pt x="39" y="323"/>
                </a:cubicBezTo>
                <a:moveTo>
                  <a:pt x="234" y="43"/>
                </a:moveTo>
                <a:cubicBezTo>
                  <a:pt x="227" y="43"/>
                  <a:pt x="222" y="40"/>
                  <a:pt x="219" y="33"/>
                </a:cubicBezTo>
                <a:cubicBezTo>
                  <a:pt x="216" y="29"/>
                  <a:pt x="212" y="26"/>
                  <a:pt x="207" y="26"/>
                </a:cubicBezTo>
                <a:cubicBezTo>
                  <a:pt x="204" y="26"/>
                  <a:pt x="199" y="28"/>
                  <a:pt x="194" y="31"/>
                </a:cubicBezTo>
                <a:cubicBezTo>
                  <a:pt x="190" y="34"/>
                  <a:pt x="186" y="37"/>
                  <a:pt x="184" y="40"/>
                </a:cubicBezTo>
                <a:cubicBezTo>
                  <a:pt x="201" y="56"/>
                  <a:pt x="209" y="76"/>
                  <a:pt x="209" y="99"/>
                </a:cubicBezTo>
                <a:cubicBezTo>
                  <a:pt x="209" y="126"/>
                  <a:pt x="199" y="147"/>
                  <a:pt x="181" y="163"/>
                </a:cubicBezTo>
                <a:cubicBezTo>
                  <a:pt x="161" y="179"/>
                  <a:pt x="139" y="186"/>
                  <a:pt x="113" y="186"/>
                </a:cubicBezTo>
                <a:cubicBezTo>
                  <a:pt x="92" y="186"/>
                  <a:pt x="74" y="182"/>
                  <a:pt x="61" y="174"/>
                </a:cubicBezTo>
                <a:cubicBezTo>
                  <a:pt x="54" y="184"/>
                  <a:pt x="51" y="195"/>
                  <a:pt x="51" y="207"/>
                </a:cubicBezTo>
                <a:cubicBezTo>
                  <a:pt x="51" y="218"/>
                  <a:pt x="54" y="227"/>
                  <a:pt x="61" y="233"/>
                </a:cubicBezTo>
                <a:cubicBezTo>
                  <a:pt x="68" y="238"/>
                  <a:pt x="77" y="240"/>
                  <a:pt x="87" y="240"/>
                </a:cubicBezTo>
                <a:lnTo>
                  <a:pt x="104" y="239"/>
                </a:lnTo>
                <a:cubicBezTo>
                  <a:pt x="119" y="237"/>
                  <a:pt x="132" y="236"/>
                  <a:pt x="142" y="236"/>
                </a:cubicBezTo>
                <a:cubicBezTo>
                  <a:pt x="182" y="236"/>
                  <a:pt x="211" y="243"/>
                  <a:pt x="226" y="255"/>
                </a:cubicBezTo>
                <a:cubicBezTo>
                  <a:pt x="242" y="269"/>
                  <a:pt x="251" y="284"/>
                  <a:pt x="251" y="301"/>
                </a:cubicBezTo>
                <a:cubicBezTo>
                  <a:pt x="251" y="321"/>
                  <a:pt x="242" y="339"/>
                  <a:pt x="226" y="354"/>
                </a:cubicBezTo>
                <a:cubicBezTo>
                  <a:pt x="210" y="369"/>
                  <a:pt x="190" y="381"/>
                  <a:pt x="166" y="388"/>
                </a:cubicBezTo>
                <a:cubicBezTo>
                  <a:pt x="142" y="396"/>
                  <a:pt x="117" y="399"/>
                  <a:pt x="91" y="399"/>
                </a:cubicBezTo>
                <a:cubicBezTo>
                  <a:pt x="65" y="399"/>
                  <a:pt x="43" y="394"/>
                  <a:pt x="26" y="384"/>
                </a:cubicBezTo>
                <a:cubicBezTo>
                  <a:pt x="8" y="374"/>
                  <a:pt x="0" y="358"/>
                  <a:pt x="0" y="335"/>
                </a:cubicBezTo>
                <a:cubicBezTo>
                  <a:pt x="0" y="308"/>
                  <a:pt x="15" y="284"/>
                  <a:pt x="46" y="266"/>
                </a:cubicBezTo>
                <a:cubicBezTo>
                  <a:pt x="28" y="257"/>
                  <a:pt x="20" y="242"/>
                  <a:pt x="20" y="222"/>
                </a:cubicBezTo>
                <a:cubicBezTo>
                  <a:pt x="20" y="212"/>
                  <a:pt x="22" y="201"/>
                  <a:pt x="27" y="190"/>
                </a:cubicBezTo>
                <a:cubicBezTo>
                  <a:pt x="31" y="179"/>
                  <a:pt x="37" y="171"/>
                  <a:pt x="45" y="164"/>
                </a:cubicBezTo>
                <a:cubicBezTo>
                  <a:pt x="26" y="145"/>
                  <a:pt x="16" y="124"/>
                  <a:pt x="16" y="100"/>
                </a:cubicBezTo>
                <a:cubicBezTo>
                  <a:pt x="16" y="75"/>
                  <a:pt x="25" y="54"/>
                  <a:pt x="44" y="38"/>
                </a:cubicBezTo>
                <a:cubicBezTo>
                  <a:pt x="64" y="22"/>
                  <a:pt x="87" y="13"/>
                  <a:pt x="113" y="13"/>
                </a:cubicBezTo>
                <a:cubicBezTo>
                  <a:pt x="136" y="13"/>
                  <a:pt x="156" y="19"/>
                  <a:pt x="173" y="30"/>
                </a:cubicBezTo>
                <a:cubicBezTo>
                  <a:pt x="179" y="20"/>
                  <a:pt x="188" y="13"/>
                  <a:pt x="200" y="8"/>
                </a:cubicBezTo>
                <a:cubicBezTo>
                  <a:pt x="211" y="3"/>
                  <a:pt x="221" y="0"/>
                  <a:pt x="230" y="0"/>
                </a:cubicBezTo>
                <a:cubicBezTo>
                  <a:pt x="237" y="0"/>
                  <a:pt x="244" y="2"/>
                  <a:pt x="248" y="6"/>
                </a:cubicBezTo>
                <a:cubicBezTo>
                  <a:pt x="253" y="11"/>
                  <a:pt x="256" y="16"/>
                  <a:pt x="256" y="22"/>
                </a:cubicBezTo>
                <a:cubicBezTo>
                  <a:pt x="256" y="28"/>
                  <a:pt x="254" y="33"/>
                  <a:pt x="249" y="37"/>
                </a:cubicBezTo>
                <a:cubicBezTo>
                  <a:pt x="245" y="41"/>
                  <a:pt x="240" y="43"/>
                  <a:pt x="234" y="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4627440" y="2260800"/>
            <a:ext cx="48240" cy="143640"/>
          </a:xfrm>
          <a:custGeom>
            <a:avLst/>
            <a:gdLst/>
            <a:ahLst/>
            <a:rect l="0" t="0" r="r" b="b"/>
            <a:pathLst>
              <a:path w="134" h="399">
                <a:moveTo>
                  <a:pt x="45" y="79"/>
                </a:moveTo>
                <a:cubicBezTo>
                  <a:pt x="45" y="67"/>
                  <a:pt x="44" y="58"/>
                  <a:pt x="44" y="52"/>
                </a:cubicBezTo>
                <a:cubicBezTo>
                  <a:pt x="43" y="46"/>
                  <a:pt x="41" y="41"/>
                  <a:pt x="37" y="38"/>
                </a:cubicBezTo>
                <a:cubicBezTo>
                  <a:pt x="32" y="35"/>
                  <a:pt x="29" y="34"/>
                  <a:pt x="27" y="34"/>
                </a:cubicBezTo>
                <a:cubicBezTo>
                  <a:pt x="25" y="34"/>
                  <a:pt x="18" y="33"/>
                  <a:pt x="8" y="32"/>
                </a:cubicBezTo>
                <a:cubicBezTo>
                  <a:pt x="4" y="28"/>
                  <a:pt x="2" y="22"/>
                  <a:pt x="4" y="15"/>
                </a:cubicBezTo>
                <a:cubicBezTo>
                  <a:pt x="38" y="13"/>
                  <a:pt x="65" y="7"/>
                  <a:pt x="84" y="0"/>
                </a:cubicBezTo>
                <a:cubicBezTo>
                  <a:pt x="89" y="0"/>
                  <a:pt x="92" y="2"/>
                  <a:pt x="92" y="6"/>
                </a:cubicBezTo>
                <a:cubicBezTo>
                  <a:pt x="90" y="21"/>
                  <a:pt x="90" y="40"/>
                  <a:pt x="90" y="65"/>
                </a:cubicBezTo>
                <a:lnTo>
                  <a:pt x="90" y="328"/>
                </a:lnTo>
                <a:cubicBezTo>
                  <a:pt x="90" y="351"/>
                  <a:pt x="92" y="366"/>
                  <a:pt x="97" y="371"/>
                </a:cubicBezTo>
                <a:cubicBezTo>
                  <a:pt x="102" y="376"/>
                  <a:pt x="113" y="379"/>
                  <a:pt x="131" y="380"/>
                </a:cubicBezTo>
                <a:cubicBezTo>
                  <a:pt x="133" y="382"/>
                  <a:pt x="134" y="386"/>
                  <a:pt x="134" y="390"/>
                </a:cubicBezTo>
                <a:cubicBezTo>
                  <a:pt x="134" y="395"/>
                  <a:pt x="133" y="398"/>
                  <a:pt x="131" y="399"/>
                </a:cubicBezTo>
                <a:cubicBezTo>
                  <a:pt x="98" y="398"/>
                  <a:pt x="77" y="398"/>
                  <a:pt x="67" y="398"/>
                </a:cubicBezTo>
                <a:cubicBezTo>
                  <a:pt x="57" y="398"/>
                  <a:pt x="35" y="398"/>
                  <a:pt x="4" y="399"/>
                </a:cubicBezTo>
                <a:cubicBezTo>
                  <a:pt x="1" y="398"/>
                  <a:pt x="0" y="395"/>
                  <a:pt x="0" y="390"/>
                </a:cubicBezTo>
                <a:cubicBezTo>
                  <a:pt x="0" y="386"/>
                  <a:pt x="1" y="382"/>
                  <a:pt x="4" y="380"/>
                </a:cubicBezTo>
                <a:cubicBezTo>
                  <a:pt x="21" y="380"/>
                  <a:pt x="33" y="377"/>
                  <a:pt x="37" y="371"/>
                </a:cubicBezTo>
                <a:cubicBezTo>
                  <a:pt x="42" y="366"/>
                  <a:pt x="45" y="351"/>
                  <a:pt x="45" y="328"/>
                </a:cubicBezTo>
                <a:lnTo>
                  <a:pt x="45" y="7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4685760" y="2314440"/>
            <a:ext cx="75960" cy="91440"/>
          </a:xfrm>
          <a:custGeom>
            <a:avLst/>
            <a:gdLst/>
            <a:ahLst/>
            <a:rect l="0" t="0" r="r" b="b"/>
            <a:pathLst>
              <a:path w="211" h="254">
                <a:moveTo>
                  <a:pt x="50" y="88"/>
                </a:moveTo>
                <a:lnTo>
                  <a:pt x="153" y="86"/>
                </a:lnTo>
                <a:cubicBezTo>
                  <a:pt x="159" y="86"/>
                  <a:pt x="161" y="84"/>
                  <a:pt x="161" y="78"/>
                </a:cubicBezTo>
                <a:cubicBezTo>
                  <a:pt x="161" y="57"/>
                  <a:pt x="156" y="41"/>
                  <a:pt x="147" y="32"/>
                </a:cubicBezTo>
                <a:cubicBezTo>
                  <a:pt x="138" y="23"/>
                  <a:pt x="127" y="18"/>
                  <a:pt x="114" y="18"/>
                </a:cubicBezTo>
                <a:cubicBezTo>
                  <a:pt x="109" y="18"/>
                  <a:pt x="104" y="19"/>
                  <a:pt x="99" y="21"/>
                </a:cubicBezTo>
                <a:cubicBezTo>
                  <a:pt x="94" y="22"/>
                  <a:pt x="88" y="25"/>
                  <a:pt x="81" y="29"/>
                </a:cubicBezTo>
                <a:cubicBezTo>
                  <a:pt x="74" y="33"/>
                  <a:pt x="68" y="40"/>
                  <a:pt x="62" y="51"/>
                </a:cubicBezTo>
                <a:cubicBezTo>
                  <a:pt x="56" y="61"/>
                  <a:pt x="52" y="74"/>
                  <a:pt x="50" y="88"/>
                </a:cubicBezTo>
                <a:moveTo>
                  <a:pt x="211" y="205"/>
                </a:moveTo>
                <a:cubicBezTo>
                  <a:pt x="186" y="238"/>
                  <a:pt x="154" y="254"/>
                  <a:pt x="114" y="254"/>
                </a:cubicBezTo>
                <a:cubicBezTo>
                  <a:pt x="76" y="254"/>
                  <a:pt x="47" y="243"/>
                  <a:pt x="26" y="218"/>
                </a:cubicBezTo>
                <a:cubicBezTo>
                  <a:pt x="9" y="198"/>
                  <a:pt x="0" y="170"/>
                  <a:pt x="0" y="134"/>
                </a:cubicBezTo>
                <a:cubicBezTo>
                  <a:pt x="0" y="93"/>
                  <a:pt x="12" y="61"/>
                  <a:pt x="36" y="37"/>
                </a:cubicBezTo>
                <a:cubicBezTo>
                  <a:pt x="61" y="12"/>
                  <a:pt x="86" y="0"/>
                  <a:pt x="114" y="0"/>
                </a:cubicBezTo>
                <a:cubicBezTo>
                  <a:pt x="178" y="0"/>
                  <a:pt x="210" y="33"/>
                  <a:pt x="210" y="99"/>
                </a:cubicBezTo>
                <a:cubicBezTo>
                  <a:pt x="210" y="105"/>
                  <a:pt x="207" y="108"/>
                  <a:pt x="200" y="108"/>
                </a:cubicBezTo>
                <a:lnTo>
                  <a:pt x="48" y="108"/>
                </a:lnTo>
                <a:cubicBezTo>
                  <a:pt x="48" y="139"/>
                  <a:pt x="54" y="166"/>
                  <a:pt x="66" y="186"/>
                </a:cubicBezTo>
                <a:cubicBezTo>
                  <a:pt x="83" y="213"/>
                  <a:pt x="104" y="227"/>
                  <a:pt x="129" y="227"/>
                </a:cubicBezTo>
                <a:cubicBezTo>
                  <a:pt x="145" y="227"/>
                  <a:pt x="157" y="224"/>
                  <a:pt x="167" y="220"/>
                </a:cubicBezTo>
                <a:cubicBezTo>
                  <a:pt x="177" y="215"/>
                  <a:pt x="188" y="207"/>
                  <a:pt x="200" y="196"/>
                </a:cubicBezTo>
                <a:cubicBezTo>
                  <a:pt x="206" y="197"/>
                  <a:pt x="210" y="200"/>
                  <a:pt x="211" y="20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4778280" y="2346120"/>
            <a:ext cx="52920" cy="11880"/>
          </a:xfrm>
          <a:custGeom>
            <a:avLst/>
            <a:gdLst/>
            <a:ahLst/>
            <a:rect l="0" t="0" r="r" b="b"/>
            <a:pathLst>
              <a:path w="147" h="33">
                <a:moveTo>
                  <a:pt x="8" y="33"/>
                </a:moveTo>
                <a:cubicBezTo>
                  <a:pt x="3" y="33"/>
                  <a:pt x="0" y="30"/>
                  <a:pt x="0" y="23"/>
                </a:cubicBezTo>
                <a:cubicBezTo>
                  <a:pt x="0" y="18"/>
                  <a:pt x="1" y="12"/>
                  <a:pt x="4" y="7"/>
                </a:cubicBezTo>
                <a:cubicBezTo>
                  <a:pt x="8" y="2"/>
                  <a:pt x="11" y="0"/>
                  <a:pt x="14" y="0"/>
                </a:cubicBezTo>
                <a:lnTo>
                  <a:pt x="139" y="0"/>
                </a:lnTo>
                <a:cubicBezTo>
                  <a:pt x="144" y="0"/>
                  <a:pt x="147" y="3"/>
                  <a:pt x="147" y="11"/>
                </a:cubicBezTo>
                <a:cubicBezTo>
                  <a:pt x="147" y="15"/>
                  <a:pt x="145" y="19"/>
                  <a:pt x="141" y="25"/>
                </a:cubicBezTo>
                <a:cubicBezTo>
                  <a:pt x="138" y="31"/>
                  <a:pt x="135" y="33"/>
                  <a:pt x="131" y="33"/>
                </a:cubicBezTo>
                <a:lnTo>
                  <a:pt x="8" y="33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-33120" bIns="-331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4846320" y="2313360"/>
            <a:ext cx="95760" cy="138960"/>
          </a:xfrm>
          <a:custGeom>
            <a:avLst/>
            <a:gdLst/>
            <a:ahLst/>
            <a:rect l="0" t="0" r="r" b="b"/>
            <a:pathLst>
              <a:path w="266" h="386">
                <a:moveTo>
                  <a:pt x="119" y="21"/>
                </a:moveTo>
                <a:cubicBezTo>
                  <a:pt x="97" y="21"/>
                  <a:pt x="80" y="31"/>
                  <a:pt x="67" y="49"/>
                </a:cubicBezTo>
                <a:cubicBezTo>
                  <a:pt x="55" y="67"/>
                  <a:pt x="50" y="92"/>
                  <a:pt x="50" y="123"/>
                </a:cubicBezTo>
                <a:cubicBezTo>
                  <a:pt x="50" y="143"/>
                  <a:pt x="52" y="161"/>
                  <a:pt x="57" y="176"/>
                </a:cubicBezTo>
                <a:cubicBezTo>
                  <a:pt x="63" y="191"/>
                  <a:pt x="70" y="202"/>
                  <a:pt x="79" y="211"/>
                </a:cubicBezTo>
                <a:cubicBezTo>
                  <a:pt x="87" y="218"/>
                  <a:pt x="96" y="224"/>
                  <a:pt x="105" y="227"/>
                </a:cubicBezTo>
                <a:cubicBezTo>
                  <a:pt x="114" y="231"/>
                  <a:pt x="123" y="233"/>
                  <a:pt x="132" y="233"/>
                </a:cubicBezTo>
                <a:cubicBezTo>
                  <a:pt x="148" y="233"/>
                  <a:pt x="160" y="230"/>
                  <a:pt x="170" y="225"/>
                </a:cubicBezTo>
                <a:cubicBezTo>
                  <a:pt x="173" y="223"/>
                  <a:pt x="175" y="221"/>
                  <a:pt x="176" y="219"/>
                </a:cubicBezTo>
                <a:cubicBezTo>
                  <a:pt x="177" y="217"/>
                  <a:pt x="178" y="213"/>
                  <a:pt x="178" y="208"/>
                </a:cubicBezTo>
                <a:lnTo>
                  <a:pt x="178" y="77"/>
                </a:lnTo>
                <a:cubicBezTo>
                  <a:pt x="178" y="72"/>
                  <a:pt x="177" y="68"/>
                  <a:pt x="176" y="64"/>
                </a:cubicBezTo>
                <a:cubicBezTo>
                  <a:pt x="176" y="61"/>
                  <a:pt x="175" y="57"/>
                  <a:pt x="173" y="54"/>
                </a:cubicBezTo>
                <a:cubicBezTo>
                  <a:pt x="171" y="50"/>
                  <a:pt x="168" y="46"/>
                  <a:pt x="164" y="42"/>
                </a:cubicBezTo>
                <a:cubicBezTo>
                  <a:pt x="151" y="28"/>
                  <a:pt x="136" y="21"/>
                  <a:pt x="119" y="21"/>
                </a:cubicBezTo>
                <a:moveTo>
                  <a:pt x="178" y="252"/>
                </a:moveTo>
                <a:cubicBezTo>
                  <a:pt x="178" y="246"/>
                  <a:pt x="177" y="244"/>
                  <a:pt x="175" y="244"/>
                </a:cubicBezTo>
                <a:cubicBezTo>
                  <a:pt x="173" y="243"/>
                  <a:pt x="169" y="245"/>
                  <a:pt x="163" y="249"/>
                </a:cubicBezTo>
                <a:cubicBezTo>
                  <a:pt x="152" y="255"/>
                  <a:pt x="138" y="258"/>
                  <a:pt x="119" y="257"/>
                </a:cubicBezTo>
                <a:cubicBezTo>
                  <a:pt x="81" y="257"/>
                  <a:pt x="52" y="245"/>
                  <a:pt x="31" y="219"/>
                </a:cubicBezTo>
                <a:cubicBezTo>
                  <a:pt x="11" y="193"/>
                  <a:pt x="0" y="165"/>
                  <a:pt x="0" y="134"/>
                </a:cubicBezTo>
                <a:cubicBezTo>
                  <a:pt x="0" y="96"/>
                  <a:pt x="12" y="65"/>
                  <a:pt x="35" y="40"/>
                </a:cubicBezTo>
                <a:cubicBezTo>
                  <a:pt x="58" y="14"/>
                  <a:pt x="87" y="1"/>
                  <a:pt x="121" y="1"/>
                </a:cubicBezTo>
                <a:cubicBezTo>
                  <a:pt x="125" y="1"/>
                  <a:pt x="128" y="2"/>
                  <a:pt x="131" y="2"/>
                </a:cubicBezTo>
                <a:cubicBezTo>
                  <a:pt x="135" y="2"/>
                  <a:pt x="138" y="3"/>
                  <a:pt x="141" y="3"/>
                </a:cubicBezTo>
                <a:cubicBezTo>
                  <a:pt x="145" y="3"/>
                  <a:pt x="148" y="4"/>
                  <a:pt x="151" y="4"/>
                </a:cubicBezTo>
                <a:cubicBezTo>
                  <a:pt x="154" y="5"/>
                  <a:pt x="157" y="6"/>
                  <a:pt x="160" y="7"/>
                </a:cubicBezTo>
                <a:cubicBezTo>
                  <a:pt x="163" y="8"/>
                  <a:pt x="166" y="9"/>
                  <a:pt x="169" y="10"/>
                </a:cubicBezTo>
                <a:cubicBezTo>
                  <a:pt x="172" y="11"/>
                  <a:pt x="175" y="12"/>
                  <a:pt x="177" y="14"/>
                </a:cubicBezTo>
                <a:cubicBezTo>
                  <a:pt x="180" y="15"/>
                  <a:pt x="183" y="17"/>
                  <a:pt x="186" y="18"/>
                </a:cubicBezTo>
                <a:cubicBezTo>
                  <a:pt x="189" y="20"/>
                  <a:pt x="192" y="21"/>
                  <a:pt x="193" y="20"/>
                </a:cubicBezTo>
                <a:cubicBezTo>
                  <a:pt x="195" y="19"/>
                  <a:pt x="198" y="16"/>
                  <a:pt x="203" y="11"/>
                </a:cubicBezTo>
                <a:cubicBezTo>
                  <a:pt x="208" y="3"/>
                  <a:pt x="211" y="0"/>
                  <a:pt x="214" y="0"/>
                </a:cubicBezTo>
                <a:cubicBezTo>
                  <a:pt x="220" y="0"/>
                  <a:pt x="223" y="5"/>
                  <a:pt x="223" y="14"/>
                </a:cubicBezTo>
                <a:lnTo>
                  <a:pt x="223" y="315"/>
                </a:lnTo>
                <a:cubicBezTo>
                  <a:pt x="223" y="338"/>
                  <a:pt x="225" y="352"/>
                  <a:pt x="230" y="357"/>
                </a:cubicBezTo>
                <a:cubicBezTo>
                  <a:pt x="234" y="363"/>
                  <a:pt x="246" y="366"/>
                  <a:pt x="264" y="367"/>
                </a:cubicBezTo>
                <a:cubicBezTo>
                  <a:pt x="266" y="369"/>
                  <a:pt x="266" y="372"/>
                  <a:pt x="266" y="377"/>
                </a:cubicBezTo>
                <a:cubicBezTo>
                  <a:pt x="266" y="381"/>
                  <a:pt x="266" y="384"/>
                  <a:pt x="264" y="386"/>
                </a:cubicBezTo>
                <a:cubicBezTo>
                  <a:pt x="231" y="385"/>
                  <a:pt x="210" y="384"/>
                  <a:pt x="201" y="384"/>
                </a:cubicBezTo>
                <a:cubicBezTo>
                  <a:pt x="190" y="384"/>
                  <a:pt x="169" y="385"/>
                  <a:pt x="137" y="386"/>
                </a:cubicBezTo>
                <a:cubicBezTo>
                  <a:pt x="135" y="384"/>
                  <a:pt x="134" y="381"/>
                  <a:pt x="134" y="377"/>
                </a:cubicBezTo>
                <a:cubicBezTo>
                  <a:pt x="134" y="372"/>
                  <a:pt x="135" y="369"/>
                  <a:pt x="137" y="367"/>
                </a:cubicBezTo>
                <a:cubicBezTo>
                  <a:pt x="155" y="366"/>
                  <a:pt x="166" y="363"/>
                  <a:pt x="171" y="357"/>
                </a:cubicBezTo>
                <a:cubicBezTo>
                  <a:pt x="176" y="352"/>
                  <a:pt x="178" y="338"/>
                  <a:pt x="178" y="315"/>
                </a:cubicBezTo>
                <a:lnTo>
                  <a:pt x="178" y="252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4947120" y="2315520"/>
            <a:ext cx="101880" cy="90360"/>
          </a:xfrm>
          <a:custGeom>
            <a:avLst/>
            <a:gdLst/>
            <a:ahLst/>
            <a:rect l="0" t="0" r="r" b="b"/>
            <a:pathLst>
              <a:path w="283" h="251">
                <a:moveTo>
                  <a:pt x="54" y="230"/>
                </a:moveTo>
                <a:cubicBezTo>
                  <a:pt x="43" y="215"/>
                  <a:pt x="37" y="197"/>
                  <a:pt x="37" y="175"/>
                </a:cubicBezTo>
                <a:lnTo>
                  <a:pt x="37" y="65"/>
                </a:lnTo>
                <a:cubicBezTo>
                  <a:pt x="37" y="47"/>
                  <a:pt x="35" y="35"/>
                  <a:pt x="30" y="29"/>
                </a:cubicBezTo>
                <a:cubicBezTo>
                  <a:pt x="26" y="24"/>
                  <a:pt x="16" y="20"/>
                  <a:pt x="2" y="19"/>
                </a:cubicBezTo>
                <a:cubicBezTo>
                  <a:pt x="0" y="18"/>
                  <a:pt x="0" y="15"/>
                  <a:pt x="0" y="10"/>
                </a:cubicBezTo>
                <a:cubicBezTo>
                  <a:pt x="0" y="5"/>
                  <a:pt x="0" y="2"/>
                  <a:pt x="2" y="0"/>
                </a:cubicBezTo>
                <a:cubicBezTo>
                  <a:pt x="30" y="1"/>
                  <a:pt x="50" y="2"/>
                  <a:pt x="60" y="2"/>
                </a:cubicBezTo>
                <a:cubicBezTo>
                  <a:pt x="70" y="2"/>
                  <a:pt x="76" y="1"/>
                  <a:pt x="80" y="0"/>
                </a:cubicBezTo>
                <a:cubicBezTo>
                  <a:pt x="83" y="0"/>
                  <a:pt x="85" y="1"/>
                  <a:pt x="85" y="4"/>
                </a:cubicBezTo>
                <a:cubicBezTo>
                  <a:pt x="83" y="31"/>
                  <a:pt x="83" y="51"/>
                  <a:pt x="83" y="62"/>
                </a:cubicBezTo>
                <a:lnTo>
                  <a:pt x="83" y="166"/>
                </a:lnTo>
                <a:cubicBezTo>
                  <a:pt x="83" y="189"/>
                  <a:pt x="87" y="204"/>
                  <a:pt x="96" y="212"/>
                </a:cubicBezTo>
                <a:cubicBezTo>
                  <a:pt x="106" y="220"/>
                  <a:pt x="116" y="225"/>
                  <a:pt x="128" y="225"/>
                </a:cubicBezTo>
                <a:cubicBezTo>
                  <a:pt x="145" y="225"/>
                  <a:pt x="164" y="216"/>
                  <a:pt x="186" y="198"/>
                </a:cubicBezTo>
                <a:cubicBezTo>
                  <a:pt x="192" y="192"/>
                  <a:pt x="194" y="185"/>
                  <a:pt x="194" y="175"/>
                </a:cubicBezTo>
                <a:lnTo>
                  <a:pt x="194" y="65"/>
                </a:lnTo>
                <a:cubicBezTo>
                  <a:pt x="194" y="47"/>
                  <a:pt x="192" y="35"/>
                  <a:pt x="187" y="29"/>
                </a:cubicBezTo>
                <a:cubicBezTo>
                  <a:pt x="183" y="23"/>
                  <a:pt x="173" y="20"/>
                  <a:pt x="159" y="19"/>
                </a:cubicBezTo>
                <a:cubicBezTo>
                  <a:pt x="157" y="18"/>
                  <a:pt x="156" y="15"/>
                  <a:pt x="156" y="10"/>
                </a:cubicBezTo>
                <a:cubicBezTo>
                  <a:pt x="156" y="5"/>
                  <a:pt x="157" y="2"/>
                  <a:pt x="159" y="0"/>
                </a:cubicBezTo>
                <a:cubicBezTo>
                  <a:pt x="187" y="1"/>
                  <a:pt x="206" y="2"/>
                  <a:pt x="217" y="2"/>
                </a:cubicBezTo>
                <a:cubicBezTo>
                  <a:pt x="226" y="2"/>
                  <a:pt x="233" y="1"/>
                  <a:pt x="237" y="0"/>
                </a:cubicBezTo>
                <a:cubicBezTo>
                  <a:pt x="240" y="0"/>
                  <a:pt x="242" y="1"/>
                  <a:pt x="242" y="4"/>
                </a:cubicBezTo>
                <a:cubicBezTo>
                  <a:pt x="240" y="31"/>
                  <a:pt x="239" y="51"/>
                  <a:pt x="239" y="62"/>
                </a:cubicBezTo>
                <a:lnTo>
                  <a:pt x="239" y="172"/>
                </a:lnTo>
                <a:cubicBezTo>
                  <a:pt x="239" y="187"/>
                  <a:pt x="242" y="197"/>
                  <a:pt x="247" y="203"/>
                </a:cubicBezTo>
                <a:cubicBezTo>
                  <a:pt x="252" y="209"/>
                  <a:pt x="263" y="212"/>
                  <a:pt x="280" y="214"/>
                </a:cubicBezTo>
                <a:cubicBezTo>
                  <a:pt x="282" y="215"/>
                  <a:pt x="283" y="218"/>
                  <a:pt x="283" y="221"/>
                </a:cubicBezTo>
                <a:cubicBezTo>
                  <a:pt x="283" y="225"/>
                  <a:pt x="282" y="228"/>
                  <a:pt x="280" y="229"/>
                </a:cubicBezTo>
                <a:cubicBezTo>
                  <a:pt x="249" y="233"/>
                  <a:pt x="226" y="240"/>
                  <a:pt x="212" y="251"/>
                </a:cubicBezTo>
                <a:cubicBezTo>
                  <a:pt x="208" y="252"/>
                  <a:pt x="204" y="252"/>
                  <a:pt x="201" y="251"/>
                </a:cubicBezTo>
                <a:cubicBezTo>
                  <a:pt x="197" y="238"/>
                  <a:pt x="195" y="227"/>
                  <a:pt x="195" y="218"/>
                </a:cubicBezTo>
                <a:cubicBezTo>
                  <a:pt x="195" y="214"/>
                  <a:pt x="193" y="214"/>
                  <a:pt x="188" y="218"/>
                </a:cubicBezTo>
                <a:cubicBezTo>
                  <a:pt x="160" y="240"/>
                  <a:pt x="135" y="251"/>
                  <a:pt x="111" y="251"/>
                </a:cubicBezTo>
                <a:cubicBezTo>
                  <a:pt x="85" y="251"/>
                  <a:pt x="66" y="244"/>
                  <a:pt x="54" y="23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5052960" y="2260800"/>
            <a:ext cx="91800" cy="145800"/>
          </a:xfrm>
          <a:custGeom>
            <a:avLst/>
            <a:gdLst/>
            <a:ahLst/>
            <a:rect l="0" t="0" r="r" b="b"/>
            <a:pathLst>
              <a:path w="255" h="405">
                <a:moveTo>
                  <a:pt x="85" y="215"/>
                </a:moveTo>
                <a:lnTo>
                  <a:pt x="85" y="357"/>
                </a:lnTo>
                <a:cubicBezTo>
                  <a:pt x="99" y="375"/>
                  <a:pt x="113" y="384"/>
                  <a:pt x="126" y="384"/>
                </a:cubicBezTo>
                <a:cubicBezTo>
                  <a:pt x="152" y="384"/>
                  <a:pt x="172" y="374"/>
                  <a:pt x="186" y="353"/>
                </a:cubicBezTo>
                <a:cubicBezTo>
                  <a:pt x="200" y="332"/>
                  <a:pt x="207" y="304"/>
                  <a:pt x="207" y="270"/>
                </a:cubicBezTo>
                <a:cubicBezTo>
                  <a:pt x="207" y="243"/>
                  <a:pt x="200" y="220"/>
                  <a:pt x="187" y="201"/>
                </a:cubicBezTo>
                <a:cubicBezTo>
                  <a:pt x="175" y="182"/>
                  <a:pt x="160" y="173"/>
                  <a:pt x="143" y="173"/>
                </a:cubicBezTo>
                <a:cubicBezTo>
                  <a:pt x="124" y="173"/>
                  <a:pt x="108" y="179"/>
                  <a:pt x="94" y="191"/>
                </a:cubicBezTo>
                <a:cubicBezTo>
                  <a:pt x="88" y="197"/>
                  <a:pt x="84" y="205"/>
                  <a:pt x="85" y="215"/>
                </a:cubicBezTo>
                <a:moveTo>
                  <a:pt x="90" y="174"/>
                </a:moveTo>
                <a:cubicBezTo>
                  <a:pt x="109" y="156"/>
                  <a:pt x="131" y="147"/>
                  <a:pt x="154" y="147"/>
                </a:cubicBezTo>
                <a:cubicBezTo>
                  <a:pt x="180" y="147"/>
                  <a:pt x="204" y="158"/>
                  <a:pt x="224" y="179"/>
                </a:cubicBezTo>
                <a:cubicBezTo>
                  <a:pt x="245" y="200"/>
                  <a:pt x="255" y="227"/>
                  <a:pt x="255" y="260"/>
                </a:cubicBezTo>
                <a:cubicBezTo>
                  <a:pt x="255" y="302"/>
                  <a:pt x="242" y="337"/>
                  <a:pt x="216" y="363"/>
                </a:cubicBezTo>
                <a:cubicBezTo>
                  <a:pt x="190" y="390"/>
                  <a:pt x="161" y="403"/>
                  <a:pt x="129" y="403"/>
                </a:cubicBezTo>
                <a:cubicBezTo>
                  <a:pt x="107" y="403"/>
                  <a:pt x="90" y="399"/>
                  <a:pt x="79" y="390"/>
                </a:cubicBezTo>
                <a:cubicBezTo>
                  <a:pt x="76" y="387"/>
                  <a:pt x="73" y="386"/>
                  <a:pt x="71" y="386"/>
                </a:cubicBezTo>
                <a:cubicBezTo>
                  <a:pt x="69" y="386"/>
                  <a:pt x="67" y="388"/>
                  <a:pt x="63" y="391"/>
                </a:cubicBezTo>
                <a:cubicBezTo>
                  <a:pt x="62" y="393"/>
                  <a:pt x="60" y="395"/>
                  <a:pt x="58" y="397"/>
                </a:cubicBezTo>
                <a:cubicBezTo>
                  <a:pt x="57" y="398"/>
                  <a:pt x="55" y="400"/>
                  <a:pt x="54" y="400"/>
                </a:cubicBezTo>
                <a:cubicBezTo>
                  <a:pt x="53" y="401"/>
                  <a:pt x="52" y="403"/>
                  <a:pt x="50" y="405"/>
                </a:cubicBezTo>
                <a:cubicBezTo>
                  <a:pt x="44" y="405"/>
                  <a:pt x="40" y="403"/>
                  <a:pt x="37" y="398"/>
                </a:cubicBezTo>
                <a:cubicBezTo>
                  <a:pt x="39" y="391"/>
                  <a:pt x="40" y="377"/>
                  <a:pt x="40" y="357"/>
                </a:cubicBezTo>
                <a:lnTo>
                  <a:pt x="40" y="79"/>
                </a:lnTo>
                <a:cubicBezTo>
                  <a:pt x="40" y="67"/>
                  <a:pt x="39" y="58"/>
                  <a:pt x="39" y="52"/>
                </a:cubicBezTo>
                <a:cubicBezTo>
                  <a:pt x="38" y="46"/>
                  <a:pt x="36" y="41"/>
                  <a:pt x="31" y="38"/>
                </a:cubicBezTo>
                <a:cubicBezTo>
                  <a:pt x="27" y="35"/>
                  <a:pt x="24" y="34"/>
                  <a:pt x="21" y="34"/>
                </a:cubicBezTo>
                <a:cubicBezTo>
                  <a:pt x="19" y="34"/>
                  <a:pt x="13" y="33"/>
                  <a:pt x="4" y="32"/>
                </a:cubicBezTo>
                <a:cubicBezTo>
                  <a:pt x="-1" y="28"/>
                  <a:pt x="-2" y="22"/>
                  <a:pt x="0" y="15"/>
                </a:cubicBezTo>
                <a:cubicBezTo>
                  <a:pt x="33" y="13"/>
                  <a:pt x="60" y="7"/>
                  <a:pt x="80" y="0"/>
                </a:cubicBezTo>
                <a:cubicBezTo>
                  <a:pt x="85" y="0"/>
                  <a:pt x="87" y="2"/>
                  <a:pt x="87" y="6"/>
                </a:cubicBezTo>
                <a:cubicBezTo>
                  <a:pt x="86" y="21"/>
                  <a:pt x="85" y="40"/>
                  <a:pt x="85" y="65"/>
                </a:cubicBezTo>
                <a:lnTo>
                  <a:pt x="85" y="170"/>
                </a:lnTo>
                <a:cubicBezTo>
                  <a:pt x="85" y="176"/>
                  <a:pt x="87" y="177"/>
                  <a:pt x="90" y="17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5157720" y="2271240"/>
            <a:ext cx="47520" cy="133200"/>
          </a:xfrm>
          <a:custGeom>
            <a:avLst/>
            <a:gdLst/>
            <a:ahLst/>
            <a:rect l="0" t="0" r="r" b="b"/>
            <a:pathLst>
              <a:path w="132" h="370">
                <a:moveTo>
                  <a:pt x="46" y="8"/>
                </a:moveTo>
                <a:cubicBezTo>
                  <a:pt x="52" y="3"/>
                  <a:pt x="59" y="0"/>
                  <a:pt x="66" y="0"/>
                </a:cubicBezTo>
                <a:cubicBezTo>
                  <a:pt x="73" y="0"/>
                  <a:pt x="80" y="3"/>
                  <a:pt x="85" y="10"/>
                </a:cubicBezTo>
                <a:cubicBezTo>
                  <a:pt x="90" y="16"/>
                  <a:pt x="93" y="23"/>
                  <a:pt x="93" y="29"/>
                </a:cubicBezTo>
                <a:cubicBezTo>
                  <a:pt x="93" y="36"/>
                  <a:pt x="90" y="42"/>
                  <a:pt x="84" y="48"/>
                </a:cubicBezTo>
                <a:cubicBezTo>
                  <a:pt x="78" y="54"/>
                  <a:pt x="71" y="57"/>
                  <a:pt x="64" y="57"/>
                </a:cubicBezTo>
                <a:cubicBezTo>
                  <a:pt x="57" y="57"/>
                  <a:pt x="50" y="54"/>
                  <a:pt x="45" y="48"/>
                </a:cubicBezTo>
                <a:cubicBezTo>
                  <a:pt x="39" y="41"/>
                  <a:pt x="36" y="35"/>
                  <a:pt x="36" y="27"/>
                </a:cubicBezTo>
                <a:cubicBezTo>
                  <a:pt x="36" y="20"/>
                  <a:pt x="40" y="14"/>
                  <a:pt x="46" y="8"/>
                </a:cubicBezTo>
                <a:moveTo>
                  <a:pt x="88" y="299"/>
                </a:moveTo>
                <a:cubicBezTo>
                  <a:pt x="88" y="322"/>
                  <a:pt x="90" y="337"/>
                  <a:pt x="95" y="342"/>
                </a:cubicBezTo>
                <a:cubicBezTo>
                  <a:pt x="100" y="347"/>
                  <a:pt x="111" y="350"/>
                  <a:pt x="130" y="351"/>
                </a:cubicBezTo>
                <a:cubicBezTo>
                  <a:pt x="131" y="353"/>
                  <a:pt x="132" y="357"/>
                  <a:pt x="132" y="361"/>
                </a:cubicBezTo>
                <a:cubicBezTo>
                  <a:pt x="132" y="366"/>
                  <a:pt x="131" y="369"/>
                  <a:pt x="130" y="370"/>
                </a:cubicBezTo>
                <a:cubicBezTo>
                  <a:pt x="97" y="369"/>
                  <a:pt x="75" y="369"/>
                  <a:pt x="66" y="369"/>
                </a:cubicBezTo>
                <a:cubicBezTo>
                  <a:pt x="55" y="369"/>
                  <a:pt x="34" y="369"/>
                  <a:pt x="2" y="370"/>
                </a:cubicBezTo>
                <a:cubicBezTo>
                  <a:pt x="0" y="369"/>
                  <a:pt x="0" y="366"/>
                  <a:pt x="0" y="361"/>
                </a:cubicBezTo>
                <a:cubicBezTo>
                  <a:pt x="0" y="357"/>
                  <a:pt x="0" y="353"/>
                  <a:pt x="2" y="351"/>
                </a:cubicBezTo>
                <a:cubicBezTo>
                  <a:pt x="20" y="350"/>
                  <a:pt x="32" y="347"/>
                  <a:pt x="36" y="341"/>
                </a:cubicBezTo>
                <a:cubicBezTo>
                  <a:pt x="41" y="336"/>
                  <a:pt x="43" y="322"/>
                  <a:pt x="43" y="299"/>
                </a:cubicBezTo>
                <a:lnTo>
                  <a:pt x="43" y="188"/>
                </a:lnTo>
                <a:cubicBezTo>
                  <a:pt x="43" y="173"/>
                  <a:pt x="41" y="163"/>
                  <a:pt x="36" y="158"/>
                </a:cubicBezTo>
                <a:cubicBezTo>
                  <a:pt x="32" y="154"/>
                  <a:pt x="22" y="151"/>
                  <a:pt x="6" y="150"/>
                </a:cubicBezTo>
                <a:cubicBezTo>
                  <a:pt x="4" y="143"/>
                  <a:pt x="3" y="138"/>
                  <a:pt x="5" y="133"/>
                </a:cubicBezTo>
                <a:cubicBezTo>
                  <a:pt x="40" y="128"/>
                  <a:pt x="66" y="123"/>
                  <a:pt x="83" y="117"/>
                </a:cubicBezTo>
                <a:cubicBezTo>
                  <a:pt x="88" y="117"/>
                  <a:pt x="90" y="118"/>
                  <a:pt x="90" y="121"/>
                </a:cubicBezTo>
                <a:lnTo>
                  <a:pt x="90" y="125"/>
                </a:lnTo>
                <a:cubicBezTo>
                  <a:pt x="90" y="127"/>
                  <a:pt x="90" y="130"/>
                  <a:pt x="90" y="136"/>
                </a:cubicBezTo>
                <a:cubicBezTo>
                  <a:pt x="90" y="141"/>
                  <a:pt x="89" y="146"/>
                  <a:pt x="89" y="151"/>
                </a:cubicBezTo>
                <a:cubicBezTo>
                  <a:pt x="89" y="156"/>
                  <a:pt x="88" y="162"/>
                  <a:pt x="88" y="168"/>
                </a:cubicBezTo>
                <a:lnTo>
                  <a:pt x="88" y="186"/>
                </a:lnTo>
                <a:lnTo>
                  <a:pt x="88" y="29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5212800" y="2284560"/>
            <a:ext cx="56880" cy="121320"/>
          </a:xfrm>
          <a:custGeom>
            <a:avLst/>
            <a:gdLst/>
            <a:ahLst/>
            <a:rect l="0" t="0" r="r" b="b"/>
            <a:pathLst>
              <a:path w="158" h="337">
                <a:moveTo>
                  <a:pt x="37" y="88"/>
                </a:moveTo>
                <a:lnTo>
                  <a:pt x="37" y="58"/>
                </a:lnTo>
                <a:cubicBezTo>
                  <a:pt x="37" y="49"/>
                  <a:pt x="37" y="43"/>
                  <a:pt x="36" y="39"/>
                </a:cubicBezTo>
                <a:cubicBezTo>
                  <a:pt x="36" y="35"/>
                  <a:pt x="36" y="32"/>
                  <a:pt x="36" y="30"/>
                </a:cubicBezTo>
                <a:lnTo>
                  <a:pt x="36" y="24"/>
                </a:lnTo>
                <a:lnTo>
                  <a:pt x="36" y="21"/>
                </a:lnTo>
                <a:cubicBezTo>
                  <a:pt x="36" y="20"/>
                  <a:pt x="36" y="19"/>
                  <a:pt x="38" y="18"/>
                </a:cubicBezTo>
                <a:cubicBezTo>
                  <a:pt x="40" y="17"/>
                  <a:pt x="41" y="16"/>
                  <a:pt x="43" y="15"/>
                </a:cubicBezTo>
                <a:cubicBezTo>
                  <a:pt x="44" y="15"/>
                  <a:pt x="46" y="14"/>
                  <a:pt x="50" y="13"/>
                </a:cubicBezTo>
                <a:cubicBezTo>
                  <a:pt x="53" y="12"/>
                  <a:pt x="55" y="11"/>
                  <a:pt x="57" y="11"/>
                </a:cubicBezTo>
                <a:cubicBezTo>
                  <a:pt x="59" y="10"/>
                  <a:pt x="62" y="8"/>
                  <a:pt x="66" y="6"/>
                </a:cubicBezTo>
                <a:cubicBezTo>
                  <a:pt x="69" y="4"/>
                  <a:pt x="72" y="3"/>
                  <a:pt x="75" y="1"/>
                </a:cubicBezTo>
                <a:cubicBezTo>
                  <a:pt x="77" y="0"/>
                  <a:pt x="79" y="0"/>
                  <a:pt x="80" y="0"/>
                </a:cubicBezTo>
                <a:cubicBezTo>
                  <a:pt x="83" y="0"/>
                  <a:pt x="85" y="2"/>
                  <a:pt x="85" y="5"/>
                </a:cubicBezTo>
                <a:cubicBezTo>
                  <a:pt x="83" y="20"/>
                  <a:pt x="83" y="40"/>
                  <a:pt x="83" y="65"/>
                </a:cubicBezTo>
                <a:lnTo>
                  <a:pt x="83" y="88"/>
                </a:lnTo>
                <a:lnTo>
                  <a:pt x="151" y="88"/>
                </a:lnTo>
                <a:cubicBezTo>
                  <a:pt x="154" y="88"/>
                  <a:pt x="156" y="89"/>
                  <a:pt x="156" y="91"/>
                </a:cubicBezTo>
                <a:lnTo>
                  <a:pt x="156" y="102"/>
                </a:lnTo>
                <a:cubicBezTo>
                  <a:pt x="156" y="107"/>
                  <a:pt x="151" y="110"/>
                  <a:pt x="142" y="110"/>
                </a:cubicBezTo>
                <a:lnTo>
                  <a:pt x="83" y="110"/>
                </a:lnTo>
                <a:lnTo>
                  <a:pt x="83" y="254"/>
                </a:lnTo>
                <a:cubicBezTo>
                  <a:pt x="83" y="272"/>
                  <a:pt x="84" y="286"/>
                  <a:pt x="86" y="294"/>
                </a:cubicBezTo>
                <a:cubicBezTo>
                  <a:pt x="89" y="303"/>
                  <a:pt x="94" y="307"/>
                  <a:pt x="101" y="307"/>
                </a:cubicBezTo>
                <a:cubicBezTo>
                  <a:pt x="118" y="307"/>
                  <a:pt x="134" y="301"/>
                  <a:pt x="148" y="291"/>
                </a:cubicBezTo>
                <a:cubicBezTo>
                  <a:pt x="154" y="291"/>
                  <a:pt x="157" y="294"/>
                  <a:pt x="158" y="300"/>
                </a:cubicBezTo>
                <a:cubicBezTo>
                  <a:pt x="135" y="325"/>
                  <a:pt x="110" y="337"/>
                  <a:pt x="81" y="337"/>
                </a:cubicBezTo>
                <a:cubicBezTo>
                  <a:pt x="52" y="337"/>
                  <a:pt x="37" y="319"/>
                  <a:pt x="37" y="281"/>
                </a:cubicBezTo>
                <a:lnTo>
                  <a:pt x="37" y="110"/>
                </a:lnTo>
                <a:lnTo>
                  <a:pt x="3" y="110"/>
                </a:lnTo>
                <a:cubicBezTo>
                  <a:pt x="1" y="110"/>
                  <a:pt x="0" y="109"/>
                  <a:pt x="0" y="106"/>
                </a:cubicBezTo>
                <a:lnTo>
                  <a:pt x="0" y="98"/>
                </a:lnTo>
                <a:cubicBezTo>
                  <a:pt x="0" y="91"/>
                  <a:pt x="4" y="88"/>
                  <a:pt x="11" y="88"/>
                </a:cubicBezTo>
                <a:lnTo>
                  <a:pt x="37" y="88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5282640" y="2313720"/>
            <a:ext cx="62280" cy="92160"/>
          </a:xfrm>
          <a:custGeom>
            <a:avLst/>
            <a:gdLst/>
            <a:ahLst/>
            <a:rect l="0" t="0" r="r" b="b"/>
            <a:pathLst>
              <a:path w="173" h="256">
                <a:moveTo>
                  <a:pt x="0" y="172"/>
                </a:moveTo>
                <a:cubicBezTo>
                  <a:pt x="2" y="170"/>
                  <a:pt x="5" y="170"/>
                  <a:pt x="9" y="170"/>
                </a:cubicBezTo>
                <a:cubicBezTo>
                  <a:pt x="13" y="170"/>
                  <a:pt x="16" y="170"/>
                  <a:pt x="18" y="172"/>
                </a:cubicBezTo>
                <a:cubicBezTo>
                  <a:pt x="24" y="199"/>
                  <a:pt x="31" y="216"/>
                  <a:pt x="40" y="224"/>
                </a:cubicBezTo>
                <a:cubicBezTo>
                  <a:pt x="48" y="233"/>
                  <a:pt x="62" y="238"/>
                  <a:pt x="80" y="238"/>
                </a:cubicBezTo>
                <a:cubicBezTo>
                  <a:pt x="93" y="238"/>
                  <a:pt x="104" y="235"/>
                  <a:pt x="113" y="228"/>
                </a:cubicBezTo>
                <a:cubicBezTo>
                  <a:pt x="124" y="221"/>
                  <a:pt x="129" y="211"/>
                  <a:pt x="129" y="198"/>
                </a:cubicBezTo>
                <a:cubicBezTo>
                  <a:pt x="129" y="186"/>
                  <a:pt x="125" y="176"/>
                  <a:pt x="117" y="168"/>
                </a:cubicBezTo>
                <a:cubicBezTo>
                  <a:pt x="110" y="160"/>
                  <a:pt x="94" y="152"/>
                  <a:pt x="71" y="142"/>
                </a:cubicBezTo>
                <a:cubicBezTo>
                  <a:pt x="48" y="133"/>
                  <a:pt x="31" y="123"/>
                  <a:pt x="22" y="112"/>
                </a:cubicBezTo>
                <a:cubicBezTo>
                  <a:pt x="13" y="101"/>
                  <a:pt x="8" y="85"/>
                  <a:pt x="8" y="64"/>
                </a:cubicBezTo>
                <a:cubicBezTo>
                  <a:pt x="8" y="46"/>
                  <a:pt x="16" y="31"/>
                  <a:pt x="32" y="19"/>
                </a:cubicBezTo>
                <a:cubicBezTo>
                  <a:pt x="48" y="7"/>
                  <a:pt x="67" y="0"/>
                  <a:pt x="89" y="0"/>
                </a:cubicBezTo>
                <a:cubicBezTo>
                  <a:pt x="97" y="0"/>
                  <a:pt x="106" y="1"/>
                  <a:pt x="115" y="3"/>
                </a:cubicBezTo>
                <a:cubicBezTo>
                  <a:pt x="124" y="4"/>
                  <a:pt x="134" y="6"/>
                  <a:pt x="144" y="8"/>
                </a:cubicBezTo>
                <a:cubicBezTo>
                  <a:pt x="154" y="10"/>
                  <a:pt x="161" y="11"/>
                  <a:pt x="163" y="11"/>
                </a:cubicBezTo>
                <a:cubicBezTo>
                  <a:pt x="163" y="16"/>
                  <a:pt x="163" y="26"/>
                  <a:pt x="161" y="40"/>
                </a:cubicBezTo>
                <a:cubicBezTo>
                  <a:pt x="160" y="53"/>
                  <a:pt x="160" y="64"/>
                  <a:pt x="160" y="72"/>
                </a:cubicBezTo>
                <a:cubicBezTo>
                  <a:pt x="158" y="74"/>
                  <a:pt x="155" y="75"/>
                  <a:pt x="150" y="75"/>
                </a:cubicBezTo>
                <a:cubicBezTo>
                  <a:pt x="146" y="75"/>
                  <a:pt x="143" y="74"/>
                  <a:pt x="142" y="73"/>
                </a:cubicBezTo>
                <a:cubicBezTo>
                  <a:pt x="140" y="61"/>
                  <a:pt x="136" y="52"/>
                  <a:pt x="132" y="44"/>
                </a:cubicBezTo>
                <a:cubicBezTo>
                  <a:pt x="128" y="36"/>
                  <a:pt x="123" y="31"/>
                  <a:pt x="116" y="28"/>
                </a:cubicBezTo>
                <a:cubicBezTo>
                  <a:pt x="111" y="25"/>
                  <a:pt x="106" y="22"/>
                  <a:pt x="101" y="21"/>
                </a:cubicBezTo>
                <a:cubicBezTo>
                  <a:pt x="97" y="20"/>
                  <a:pt x="93" y="20"/>
                  <a:pt x="89" y="20"/>
                </a:cubicBezTo>
                <a:cubicBezTo>
                  <a:pt x="78" y="20"/>
                  <a:pt x="69" y="23"/>
                  <a:pt x="61" y="30"/>
                </a:cubicBezTo>
                <a:cubicBezTo>
                  <a:pt x="53" y="36"/>
                  <a:pt x="49" y="45"/>
                  <a:pt x="49" y="56"/>
                </a:cubicBezTo>
                <a:cubicBezTo>
                  <a:pt x="49" y="62"/>
                  <a:pt x="50" y="68"/>
                  <a:pt x="52" y="73"/>
                </a:cubicBezTo>
                <a:cubicBezTo>
                  <a:pt x="54" y="77"/>
                  <a:pt x="56" y="81"/>
                  <a:pt x="58" y="84"/>
                </a:cubicBezTo>
                <a:cubicBezTo>
                  <a:pt x="61" y="87"/>
                  <a:pt x="65" y="91"/>
                  <a:pt x="70" y="94"/>
                </a:cubicBezTo>
                <a:cubicBezTo>
                  <a:pt x="76" y="97"/>
                  <a:pt x="81" y="100"/>
                  <a:pt x="86" y="101"/>
                </a:cubicBezTo>
                <a:cubicBezTo>
                  <a:pt x="90" y="103"/>
                  <a:pt x="96" y="105"/>
                  <a:pt x="106" y="109"/>
                </a:cubicBezTo>
                <a:cubicBezTo>
                  <a:pt x="150" y="126"/>
                  <a:pt x="173" y="151"/>
                  <a:pt x="173" y="185"/>
                </a:cubicBezTo>
                <a:cubicBezTo>
                  <a:pt x="173" y="198"/>
                  <a:pt x="169" y="210"/>
                  <a:pt x="163" y="220"/>
                </a:cubicBezTo>
                <a:cubicBezTo>
                  <a:pt x="156" y="230"/>
                  <a:pt x="148" y="238"/>
                  <a:pt x="139" y="243"/>
                </a:cubicBezTo>
                <a:cubicBezTo>
                  <a:pt x="129" y="248"/>
                  <a:pt x="119" y="251"/>
                  <a:pt x="110" y="253"/>
                </a:cubicBezTo>
                <a:cubicBezTo>
                  <a:pt x="100" y="255"/>
                  <a:pt x="91" y="256"/>
                  <a:pt x="82" y="256"/>
                </a:cubicBezTo>
                <a:cubicBezTo>
                  <a:pt x="63" y="256"/>
                  <a:pt x="45" y="254"/>
                  <a:pt x="30" y="250"/>
                </a:cubicBezTo>
                <a:cubicBezTo>
                  <a:pt x="27" y="250"/>
                  <a:pt x="23" y="250"/>
                  <a:pt x="18" y="250"/>
                </a:cubicBezTo>
                <a:cubicBezTo>
                  <a:pt x="14" y="250"/>
                  <a:pt x="10" y="250"/>
                  <a:pt x="4" y="251"/>
                </a:cubicBezTo>
                <a:cubicBezTo>
                  <a:pt x="4" y="231"/>
                  <a:pt x="3" y="205"/>
                  <a:pt x="0" y="172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5406480" y="2270160"/>
            <a:ext cx="119160" cy="135720"/>
          </a:xfrm>
          <a:custGeom>
            <a:avLst/>
            <a:gdLst/>
            <a:ahLst/>
            <a:rect l="0" t="0" r="r" b="b"/>
            <a:pathLst>
              <a:path w="331" h="377">
                <a:moveTo>
                  <a:pt x="101" y="56"/>
                </a:moveTo>
                <a:lnTo>
                  <a:pt x="101" y="187"/>
                </a:lnTo>
                <a:lnTo>
                  <a:pt x="129" y="187"/>
                </a:lnTo>
                <a:cubicBezTo>
                  <a:pt x="160" y="187"/>
                  <a:pt x="183" y="181"/>
                  <a:pt x="200" y="168"/>
                </a:cubicBezTo>
                <a:cubicBezTo>
                  <a:pt x="216" y="156"/>
                  <a:pt x="224" y="133"/>
                  <a:pt x="224" y="99"/>
                </a:cubicBezTo>
                <a:cubicBezTo>
                  <a:pt x="224" y="46"/>
                  <a:pt x="199" y="19"/>
                  <a:pt x="149" y="19"/>
                </a:cubicBezTo>
                <a:cubicBezTo>
                  <a:pt x="117" y="19"/>
                  <a:pt x="101" y="31"/>
                  <a:pt x="101" y="56"/>
                </a:cubicBezTo>
                <a:moveTo>
                  <a:pt x="101" y="302"/>
                </a:moveTo>
                <a:cubicBezTo>
                  <a:pt x="101" y="325"/>
                  <a:pt x="104" y="340"/>
                  <a:pt x="110" y="345"/>
                </a:cubicBezTo>
                <a:cubicBezTo>
                  <a:pt x="116" y="350"/>
                  <a:pt x="130" y="353"/>
                  <a:pt x="151" y="354"/>
                </a:cubicBezTo>
                <a:cubicBezTo>
                  <a:pt x="153" y="356"/>
                  <a:pt x="154" y="360"/>
                  <a:pt x="154" y="364"/>
                </a:cubicBezTo>
                <a:cubicBezTo>
                  <a:pt x="154" y="369"/>
                  <a:pt x="153" y="372"/>
                  <a:pt x="151" y="373"/>
                </a:cubicBezTo>
                <a:cubicBezTo>
                  <a:pt x="113" y="372"/>
                  <a:pt x="88" y="372"/>
                  <a:pt x="77" y="372"/>
                </a:cubicBezTo>
                <a:cubicBezTo>
                  <a:pt x="65" y="372"/>
                  <a:pt x="40" y="372"/>
                  <a:pt x="4" y="373"/>
                </a:cubicBezTo>
                <a:cubicBezTo>
                  <a:pt x="1" y="372"/>
                  <a:pt x="0" y="369"/>
                  <a:pt x="0" y="364"/>
                </a:cubicBezTo>
                <a:cubicBezTo>
                  <a:pt x="0" y="360"/>
                  <a:pt x="1" y="356"/>
                  <a:pt x="4" y="354"/>
                </a:cubicBezTo>
                <a:cubicBezTo>
                  <a:pt x="25" y="354"/>
                  <a:pt x="38" y="351"/>
                  <a:pt x="44" y="345"/>
                </a:cubicBezTo>
                <a:cubicBezTo>
                  <a:pt x="50" y="340"/>
                  <a:pt x="53" y="325"/>
                  <a:pt x="53" y="302"/>
                </a:cubicBezTo>
                <a:lnTo>
                  <a:pt x="53" y="74"/>
                </a:lnTo>
                <a:cubicBezTo>
                  <a:pt x="53" y="51"/>
                  <a:pt x="50" y="37"/>
                  <a:pt x="44" y="31"/>
                </a:cubicBezTo>
                <a:cubicBezTo>
                  <a:pt x="38" y="26"/>
                  <a:pt x="25" y="23"/>
                  <a:pt x="4" y="22"/>
                </a:cubicBezTo>
                <a:cubicBezTo>
                  <a:pt x="1" y="21"/>
                  <a:pt x="0" y="18"/>
                  <a:pt x="0" y="13"/>
                </a:cubicBezTo>
                <a:cubicBezTo>
                  <a:pt x="0" y="8"/>
                  <a:pt x="1" y="5"/>
                  <a:pt x="4" y="3"/>
                </a:cubicBezTo>
                <a:cubicBezTo>
                  <a:pt x="41" y="3"/>
                  <a:pt x="66" y="4"/>
                  <a:pt x="77" y="4"/>
                </a:cubicBezTo>
                <a:cubicBezTo>
                  <a:pt x="85" y="4"/>
                  <a:pt x="98" y="3"/>
                  <a:pt x="115" y="2"/>
                </a:cubicBezTo>
                <a:cubicBezTo>
                  <a:pt x="133" y="1"/>
                  <a:pt x="144" y="0"/>
                  <a:pt x="148" y="0"/>
                </a:cubicBezTo>
                <a:cubicBezTo>
                  <a:pt x="171" y="0"/>
                  <a:pt x="190" y="2"/>
                  <a:pt x="205" y="5"/>
                </a:cubicBezTo>
                <a:cubicBezTo>
                  <a:pt x="221" y="9"/>
                  <a:pt x="235" y="16"/>
                  <a:pt x="247" y="28"/>
                </a:cubicBezTo>
                <a:cubicBezTo>
                  <a:pt x="267" y="47"/>
                  <a:pt x="277" y="70"/>
                  <a:pt x="277" y="99"/>
                </a:cubicBezTo>
                <a:cubicBezTo>
                  <a:pt x="277" y="125"/>
                  <a:pt x="269" y="147"/>
                  <a:pt x="252" y="163"/>
                </a:cubicBezTo>
                <a:cubicBezTo>
                  <a:pt x="235" y="179"/>
                  <a:pt x="218" y="190"/>
                  <a:pt x="201" y="196"/>
                </a:cubicBezTo>
                <a:lnTo>
                  <a:pt x="273" y="316"/>
                </a:lnTo>
                <a:cubicBezTo>
                  <a:pt x="282" y="330"/>
                  <a:pt x="290" y="341"/>
                  <a:pt x="298" y="349"/>
                </a:cubicBezTo>
                <a:cubicBezTo>
                  <a:pt x="306" y="356"/>
                  <a:pt x="316" y="360"/>
                  <a:pt x="328" y="360"/>
                </a:cubicBezTo>
                <a:cubicBezTo>
                  <a:pt x="331" y="365"/>
                  <a:pt x="331" y="370"/>
                  <a:pt x="328" y="374"/>
                </a:cubicBezTo>
                <a:cubicBezTo>
                  <a:pt x="323" y="376"/>
                  <a:pt x="315" y="377"/>
                  <a:pt x="304" y="377"/>
                </a:cubicBezTo>
                <a:cubicBezTo>
                  <a:pt x="275" y="377"/>
                  <a:pt x="250" y="361"/>
                  <a:pt x="230" y="327"/>
                </a:cubicBezTo>
                <a:lnTo>
                  <a:pt x="168" y="227"/>
                </a:lnTo>
                <a:cubicBezTo>
                  <a:pt x="164" y="220"/>
                  <a:pt x="157" y="214"/>
                  <a:pt x="147" y="211"/>
                </a:cubicBezTo>
                <a:cubicBezTo>
                  <a:pt x="139" y="208"/>
                  <a:pt x="123" y="206"/>
                  <a:pt x="101" y="206"/>
                </a:cubicBezTo>
                <a:lnTo>
                  <a:pt x="101" y="302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5532480" y="2313720"/>
            <a:ext cx="75240" cy="91080"/>
          </a:xfrm>
          <a:custGeom>
            <a:avLst/>
            <a:gdLst/>
            <a:ahLst/>
            <a:rect l="0" t="0" r="r" b="b"/>
            <a:pathLst>
              <a:path w="209" h="253">
                <a:moveTo>
                  <a:pt x="19" y="0"/>
                </a:moveTo>
                <a:cubicBezTo>
                  <a:pt x="21" y="1"/>
                  <a:pt x="23" y="2"/>
                  <a:pt x="27" y="3"/>
                </a:cubicBezTo>
                <a:cubicBezTo>
                  <a:pt x="31" y="4"/>
                  <a:pt x="35" y="5"/>
                  <a:pt x="38" y="6"/>
                </a:cubicBezTo>
                <a:cubicBezTo>
                  <a:pt x="42" y="6"/>
                  <a:pt x="47" y="7"/>
                  <a:pt x="52" y="7"/>
                </a:cubicBezTo>
                <a:lnTo>
                  <a:pt x="157" y="7"/>
                </a:lnTo>
                <a:cubicBezTo>
                  <a:pt x="162" y="7"/>
                  <a:pt x="167" y="7"/>
                  <a:pt x="172" y="7"/>
                </a:cubicBezTo>
                <a:cubicBezTo>
                  <a:pt x="178" y="6"/>
                  <a:pt x="182" y="6"/>
                  <a:pt x="186" y="6"/>
                </a:cubicBezTo>
                <a:cubicBezTo>
                  <a:pt x="190" y="5"/>
                  <a:pt x="192" y="5"/>
                  <a:pt x="192" y="5"/>
                </a:cubicBezTo>
                <a:cubicBezTo>
                  <a:pt x="197" y="5"/>
                  <a:pt x="199" y="7"/>
                  <a:pt x="199" y="10"/>
                </a:cubicBezTo>
                <a:cubicBezTo>
                  <a:pt x="199" y="12"/>
                  <a:pt x="196" y="19"/>
                  <a:pt x="189" y="30"/>
                </a:cubicBezTo>
                <a:cubicBezTo>
                  <a:pt x="140" y="110"/>
                  <a:pt x="95" y="178"/>
                  <a:pt x="52" y="232"/>
                </a:cubicBezTo>
                <a:lnTo>
                  <a:pt x="128" y="232"/>
                </a:lnTo>
                <a:cubicBezTo>
                  <a:pt x="142" y="231"/>
                  <a:pt x="153" y="228"/>
                  <a:pt x="161" y="222"/>
                </a:cubicBezTo>
                <a:cubicBezTo>
                  <a:pt x="168" y="216"/>
                  <a:pt x="176" y="205"/>
                  <a:pt x="184" y="188"/>
                </a:cubicBezTo>
                <a:lnTo>
                  <a:pt x="192" y="172"/>
                </a:lnTo>
                <a:cubicBezTo>
                  <a:pt x="199" y="172"/>
                  <a:pt x="205" y="173"/>
                  <a:pt x="209" y="175"/>
                </a:cubicBezTo>
                <a:cubicBezTo>
                  <a:pt x="204" y="204"/>
                  <a:pt x="198" y="230"/>
                  <a:pt x="191" y="253"/>
                </a:cubicBezTo>
                <a:lnTo>
                  <a:pt x="13" y="251"/>
                </a:lnTo>
                <a:cubicBezTo>
                  <a:pt x="4" y="251"/>
                  <a:pt x="0" y="249"/>
                  <a:pt x="0" y="244"/>
                </a:cubicBezTo>
                <a:cubicBezTo>
                  <a:pt x="0" y="241"/>
                  <a:pt x="1" y="237"/>
                  <a:pt x="4" y="233"/>
                </a:cubicBezTo>
                <a:cubicBezTo>
                  <a:pt x="61" y="156"/>
                  <a:pt x="108" y="87"/>
                  <a:pt x="145" y="26"/>
                </a:cubicBezTo>
                <a:lnTo>
                  <a:pt x="72" y="27"/>
                </a:lnTo>
                <a:cubicBezTo>
                  <a:pt x="51" y="28"/>
                  <a:pt x="35" y="45"/>
                  <a:pt x="26" y="80"/>
                </a:cubicBezTo>
                <a:cubicBezTo>
                  <a:pt x="19" y="81"/>
                  <a:pt x="13" y="80"/>
                  <a:pt x="7" y="77"/>
                </a:cubicBezTo>
                <a:cubicBezTo>
                  <a:pt x="12" y="45"/>
                  <a:pt x="15" y="21"/>
                  <a:pt x="15" y="4"/>
                </a:cubicBezTo>
                <a:cubicBezTo>
                  <a:pt x="15" y="2"/>
                  <a:pt x="16" y="0"/>
                  <a:pt x="19" y="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4723920" y="2566080"/>
            <a:ext cx="92520" cy="143640"/>
          </a:xfrm>
          <a:custGeom>
            <a:avLst/>
            <a:gdLst/>
            <a:ahLst/>
            <a:rect l="0" t="0" r="r" b="b"/>
            <a:pathLst>
              <a:path w="257" h="399">
                <a:moveTo>
                  <a:pt x="150" y="50"/>
                </a:moveTo>
                <a:cubicBezTo>
                  <a:pt x="140" y="37"/>
                  <a:pt x="127" y="30"/>
                  <a:pt x="109" y="30"/>
                </a:cubicBezTo>
                <a:cubicBezTo>
                  <a:pt x="78" y="30"/>
                  <a:pt x="63" y="51"/>
                  <a:pt x="63" y="91"/>
                </a:cubicBezTo>
                <a:cubicBezTo>
                  <a:pt x="63" y="102"/>
                  <a:pt x="63" y="111"/>
                  <a:pt x="64" y="119"/>
                </a:cubicBezTo>
                <a:cubicBezTo>
                  <a:pt x="66" y="126"/>
                  <a:pt x="68" y="135"/>
                  <a:pt x="71" y="143"/>
                </a:cubicBezTo>
                <a:cubicBezTo>
                  <a:pt x="75" y="151"/>
                  <a:pt x="80" y="157"/>
                  <a:pt x="87" y="162"/>
                </a:cubicBezTo>
                <a:cubicBezTo>
                  <a:pt x="95" y="166"/>
                  <a:pt x="104" y="168"/>
                  <a:pt x="116" y="168"/>
                </a:cubicBezTo>
                <a:cubicBezTo>
                  <a:pt x="148" y="168"/>
                  <a:pt x="164" y="147"/>
                  <a:pt x="164" y="104"/>
                </a:cubicBezTo>
                <a:cubicBezTo>
                  <a:pt x="164" y="81"/>
                  <a:pt x="159" y="62"/>
                  <a:pt x="150" y="50"/>
                </a:cubicBezTo>
                <a:moveTo>
                  <a:pt x="40" y="323"/>
                </a:moveTo>
                <a:cubicBezTo>
                  <a:pt x="40" y="340"/>
                  <a:pt x="48" y="354"/>
                  <a:pt x="64" y="363"/>
                </a:cubicBezTo>
                <a:cubicBezTo>
                  <a:pt x="79" y="373"/>
                  <a:pt x="94" y="378"/>
                  <a:pt x="108" y="378"/>
                </a:cubicBezTo>
                <a:cubicBezTo>
                  <a:pt x="126" y="378"/>
                  <a:pt x="143" y="376"/>
                  <a:pt x="160" y="371"/>
                </a:cubicBezTo>
                <a:cubicBezTo>
                  <a:pt x="177" y="366"/>
                  <a:pt x="191" y="359"/>
                  <a:pt x="202" y="349"/>
                </a:cubicBezTo>
                <a:cubicBezTo>
                  <a:pt x="214" y="340"/>
                  <a:pt x="220" y="328"/>
                  <a:pt x="220" y="315"/>
                </a:cubicBezTo>
                <a:cubicBezTo>
                  <a:pt x="220" y="308"/>
                  <a:pt x="218" y="301"/>
                  <a:pt x="213" y="296"/>
                </a:cubicBezTo>
                <a:cubicBezTo>
                  <a:pt x="209" y="292"/>
                  <a:pt x="202" y="286"/>
                  <a:pt x="191" y="279"/>
                </a:cubicBezTo>
                <a:cubicBezTo>
                  <a:pt x="179" y="273"/>
                  <a:pt x="156" y="270"/>
                  <a:pt x="122" y="270"/>
                </a:cubicBezTo>
                <a:cubicBezTo>
                  <a:pt x="120" y="270"/>
                  <a:pt x="114" y="270"/>
                  <a:pt x="104" y="271"/>
                </a:cubicBezTo>
                <a:cubicBezTo>
                  <a:pt x="95" y="271"/>
                  <a:pt x="87" y="272"/>
                  <a:pt x="80" y="272"/>
                </a:cubicBezTo>
                <a:cubicBezTo>
                  <a:pt x="72" y="272"/>
                  <a:pt x="64" y="271"/>
                  <a:pt x="57" y="269"/>
                </a:cubicBezTo>
                <a:cubicBezTo>
                  <a:pt x="45" y="283"/>
                  <a:pt x="40" y="301"/>
                  <a:pt x="40" y="323"/>
                </a:cubicBezTo>
                <a:moveTo>
                  <a:pt x="235" y="43"/>
                </a:moveTo>
                <a:cubicBezTo>
                  <a:pt x="228" y="43"/>
                  <a:pt x="223" y="39"/>
                  <a:pt x="220" y="33"/>
                </a:cubicBezTo>
                <a:cubicBezTo>
                  <a:pt x="217" y="28"/>
                  <a:pt x="213" y="26"/>
                  <a:pt x="208" y="26"/>
                </a:cubicBezTo>
                <a:cubicBezTo>
                  <a:pt x="204" y="26"/>
                  <a:pt x="200" y="27"/>
                  <a:pt x="195" y="30"/>
                </a:cubicBezTo>
                <a:cubicBezTo>
                  <a:pt x="190" y="33"/>
                  <a:pt x="187" y="36"/>
                  <a:pt x="185" y="39"/>
                </a:cubicBezTo>
                <a:cubicBezTo>
                  <a:pt x="201" y="56"/>
                  <a:pt x="210" y="76"/>
                  <a:pt x="210" y="99"/>
                </a:cubicBezTo>
                <a:cubicBezTo>
                  <a:pt x="210" y="125"/>
                  <a:pt x="200" y="146"/>
                  <a:pt x="181" y="162"/>
                </a:cubicBezTo>
                <a:cubicBezTo>
                  <a:pt x="162" y="178"/>
                  <a:pt x="140" y="186"/>
                  <a:pt x="114" y="186"/>
                </a:cubicBezTo>
                <a:cubicBezTo>
                  <a:pt x="92" y="186"/>
                  <a:pt x="75" y="182"/>
                  <a:pt x="61" y="173"/>
                </a:cubicBezTo>
                <a:cubicBezTo>
                  <a:pt x="54" y="183"/>
                  <a:pt x="51" y="194"/>
                  <a:pt x="51" y="206"/>
                </a:cubicBezTo>
                <a:cubicBezTo>
                  <a:pt x="51" y="218"/>
                  <a:pt x="55" y="226"/>
                  <a:pt x="62" y="232"/>
                </a:cubicBezTo>
                <a:cubicBezTo>
                  <a:pt x="69" y="237"/>
                  <a:pt x="78" y="240"/>
                  <a:pt x="87" y="240"/>
                </a:cubicBezTo>
                <a:lnTo>
                  <a:pt x="104" y="238"/>
                </a:lnTo>
                <a:cubicBezTo>
                  <a:pt x="120" y="236"/>
                  <a:pt x="132" y="236"/>
                  <a:pt x="143" y="236"/>
                </a:cubicBezTo>
                <a:cubicBezTo>
                  <a:pt x="183" y="236"/>
                  <a:pt x="211" y="242"/>
                  <a:pt x="227" y="254"/>
                </a:cubicBezTo>
                <a:cubicBezTo>
                  <a:pt x="243" y="268"/>
                  <a:pt x="251" y="283"/>
                  <a:pt x="251" y="300"/>
                </a:cubicBezTo>
                <a:cubicBezTo>
                  <a:pt x="251" y="320"/>
                  <a:pt x="243" y="338"/>
                  <a:pt x="227" y="353"/>
                </a:cubicBezTo>
                <a:cubicBezTo>
                  <a:pt x="211" y="369"/>
                  <a:pt x="191" y="380"/>
                  <a:pt x="167" y="387"/>
                </a:cubicBezTo>
                <a:cubicBezTo>
                  <a:pt x="142" y="395"/>
                  <a:pt x="117" y="399"/>
                  <a:pt x="91" y="399"/>
                </a:cubicBezTo>
                <a:cubicBezTo>
                  <a:pt x="65" y="399"/>
                  <a:pt x="44" y="394"/>
                  <a:pt x="27" y="383"/>
                </a:cubicBezTo>
                <a:cubicBezTo>
                  <a:pt x="9" y="374"/>
                  <a:pt x="0" y="357"/>
                  <a:pt x="0" y="334"/>
                </a:cubicBezTo>
                <a:cubicBezTo>
                  <a:pt x="0" y="307"/>
                  <a:pt x="16" y="284"/>
                  <a:pt x="47" y="265"/>
                </a:cubicBezTo>
                <a:cubicBezTo>
                  <a:pt x="29" y="256"/>
                  <a:pt x="20" y="242"/>
                  <a:pt x="20" y="221"/>
                </a:cubicBezTo>
                <a:cubicBezTo>
                  <a:pt x="20" y="211"/>
                  <a:pt x="23" y="200"/>
                  <a:pt x="27" y="190"/>
                </a:cubicBezTo>
                <a:cubicBezTo>
                  <a:pt x="32" y="179"/>
                  <a:pt x="38" y="170"/>
                  <a:pt x="46" y="163"/>
                </a:cubicBezTo>
                <a:cubicBezTo>
                  <a:pt x="26" y="145"/>
                  <a:pt x="17" y="123"/>
                  <a:pt x="17" y="100"/>
                </a:cubicBezTo>
                <a:cubicBezTo>
                  <a:pt x="17" y="74"/>
                  <a:pt x="26" y="53"/>
                  <a:pt x="45" y="37"/>
                </a:cubicBezTo>
                <a:cubicBezTo>
                  <a:pt x="64" y="21"/>
                  <a:pt x="87" y="13"/>
                  <a:pt x="114" y="13"/>
                </a:cubicBezTo>
                <a:cubicBezTo>
                  <a:pt x="137" y="13"/>
                  <a:pt x="157" y="18"/>
                  <a:pt x="174" y="29"/>
                </a:cubicBezTo>
                <a:cubicBezTo>
                  <a:pt x="180" y="20"/>
                  <a:pt x="189" y="12"/>
                  <a:pt x="200" y="7"/>
                </a:cubicBezTo>
                <a:cubicBezTo>
                  <a:pt x="212" y="2"/>
                  <a:pt x="222" y="0"/>
                  <a:pt x="230" y="0"/>
                </a:cubicBezTo>
                <a:cubicBezTo>
                  <a:pt x="238" y="0"/>
                  <a:pt x="244" y="2"/>
                  <a:pt x="249" y="6"/>
                </a:cubicBezTo>
                <a:cubicBezTo>
                  <a:pt x="254" y="10"/>
                  <a:pt x="257" y="15"/>
                  <a:pt x="257" y="21"/>
                </a:cubicBezTo>
                <a:cubicBezTo>
                  <a:pt x="257" y="27"/>
                  <a:pt x="254" y="32"/>
                  <a:pt x="250" y="36"/>
                </a:cubicBezTo>
                <a:cubicBezTo>
                  <a:pt x="245" y="41"/>
                  <a:pt x="241" y="43"/>
                  <a:pt x="235" y="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4826520" y="2570760"/>
            <a:ext cx="86040" cy="92160"/>
          </a:xfrm>
          <a:custGeom>
            <a:avLst/>
            <a:gdLst/>
            <a:ahLst/>
            <a:rect l="0" t="0" r="r" b="b"/>
            <a:pathLst>
              <a:path w="239" h="256">
                <a:moveTo>
                  <a:pt x="146" y="117"/>
                </a:moveTo>
                <a:lnTo>
                  <a:pt x="102" y="130"/>
                </a:lnTo>
                <a:cubicBezTo>
                  <a:pt x="65" y="139"/>
                  <a:pt x="47" y="160"/>
                  <a:pt x="47" y="192"/>
                </a:cubicBezTo>
                <a:cubicBezTo>
                  <a:pt x="47" y="202"/>
                  <a:pt x="51" y="212"/>
                  <a:pt x="58" y="220"/>
                </a:cubicBezTo>
                <a:cubicBezTo>
                  <a:pt x="65" y="229"/>
                  <a:pt x="75" y="233"/>
                  <a:pt x="89" y="233"/>
                </a:cubicBezTo>
                <a:cubicBezTo>
                  <a:pt x="102" y="233"/>
                  <a:pt x="119" y="225"/>
                  <a:pt x="139" y="208"/>
                </a:cubicBezTo>
                <a:cubicBezTo>
                  <a:pt x="144" y="205"/>
                  <a:pt x="146" y="200"/>
                  <a:pt x="146" y="193"/>
                </a:cubicBezTo>
                <a:lnTo>
                  <a:pt x="146" y="117"/>
                </a:lnTo>
                <a:moveTo>
                  <a:pt x="146" y="223"/>
                </a:moveTo>
                <a:lnTo>
                  <a:pt x="134" y="232"/>
                </a:lnTo>
                <a:cubicBezTo>
                  <a:pt x="121" y="242"/>
                  <a:pt x="111" y="248"/>
                  <a:pt x="102" y="251"/>
                </a:cubicBezTo>
                <a:cubicBezTo>
                  <a:pt x="95" y="254"/>
                  <a:pt x="84" y="256"/>
                  <a:pt x="72" y="256"/>
                </a:cubicBezTo>
                <a:cubicBezTo>
                  <a:pt x="50" y="256"/>
                  <a:pt x="33" y="251"/>
                  <a:pt x="19" y="241"/>
                </a:cubicBezTo>
                <a:cubicBezTo>
                  <a:pt x="7" y="232"/>
                  <a:pt x="0" y="216"/>
                  <a:pt x="0" y="194"/>
                </a:cubicBezTo>
                <a:cubicBezTo>
                  <a:pt x="0" y="175"/>
                  <a:pt x="9" y="159"/>
                  <a:pt x="26" y="144"/>
                </a:cubicBezTo>
                <a:cubicBezTo>
                  <a:pt x="43" y="130"/>
                  <a:pt x="66" y="119"/>
                  <a:pt x="94" y="112"/>
                </a:cubicBezTo>
                <a:lnTo>
                  <a:pt x="143" y="100"/>
                </a:lnTo>
                <a:cubicBezTo>
                  <a:pt x="145" y="99"/>
                  <a:pt x="146" y="97"/>
                  <a:pt x="146" y="93"/>
                </a:cubicBezTo>
                <a:cubicBezTo>
                  <a:pt x="146" y="43"/>
                  <a:pt x="131" y="19"/>
                  <a:pt x="100" y="19"/>
                </a:cubicBezTo>
                <a:cubicBezTo>
                  <a:pt x="88" y="19"/>
                  <a:pt x="77" y="21"/>
                  <a:pt x="67" y="25"/>
                </a:cubicBezTo>
                <a:cubicBezTo>
                  <a:pt x="58" y="29"/>
                  <a:pt x="53" y="35"/>
                  <a:pt x="53" y="43"/>
                </a:cubicBezTo>
                <a:cubicBezTo>
                  <a:pt x="53" y="48"/>
                  <a:pt x="53" y="52"/>
                  <a:pt x="54" y="54"/>
                </a:cubicBezTo>
                <a:cubicBezTo>
                  <a:pt x="55" y="56"/>
                  <a:pt x="56" y="60"/>
                  <a:pt x="56" y="64"/>
                </a:cubicBezTo>
                <a:cubicBezTo>
                  <a:pt x="56" y="68"/>
                  <a:pt x="53" y="73"/>
                  <a:pt x="49" y="77"/>
                </a:cubicBezTo>
                <a:cubicBezTo>
                  <a:pt x="44" y="82"/>
                  <a:pt x="39" y="83"/>
                  <a:pt x="31" y="83"/>
                </a:cubicBezTo>
                <a:cubicBezTo>
                  <a:pt x="18" y="83"/>
                  <a:pt x="11" y="77"/>
                  <a:pt x="11" y="63"/>
                </a:cubicBezTo>
                <a:cubicBezTo>
                  <a:pt x="11" y="48"/>
                  <a:pt x="21" y="33"/>
                  <a:pt x="40" y="20"/>
                </a:cubicBezTo>
                <a:cubicBezTo>
                  <a:pt x="60" y="6"/>
                  <a:pt x="82" y="0"/>
                  <a:pt x="105" y="0"/>
                </a:cubicBezTo>
                <a:cubicBezTo>
                  <a:pt x="162" y="0"/>
                  <a:pt x="191" y="32"/>
                  <a:pt x="191" y="97"/>
                </a:cubicBezTo>
                <a:lnTo>
                  <a:pt x="191" y="181"/>
                </a:lnTo>
                <a:cubicBezTo>
                  <a:pt x="191" y="192"/>
                  <a:pt x="191" y="201"/>
                  <a:pt x="192" y="207"/>
                </a:cubicBezTo>
                <a:cubicBezTo>
                  <a:pt x="193" y="212"/>
                  <a:pt x="195" y="218"/>
                  <a:pt x="199" y="223"/>
                </a:cubicBezTo>
                <a:cubicBezTo>
                  <a:pt x="202" y="227"/>
                  <a:pt x="207" y="230"/>
                  <a:pt x="214" y="230"/>
                </a:cubicBezTo>
                <a:cubicBezTo>
                  <a:pt x="219" y="230"/>
                  <a:pt x="222" y="228"/>
                  <a:pt x="226" y="226"/>
                </a:cubicBezTo>
                <a:cubicBezTo>
                  <a:pt x="229" y="223"/>
                  <a:pt x="231" y="221"/>
                  <a:pt x="232" y="221"/>
                </a:cubicBezTo>
                <a:cubicBezTo>
                  <a:pt x="233" y="221"/>
                  <a:pt x="234" y="222"/>
                  <a:pt x="236" y="224"/>
                </a:cubicBezTo>
                <a:cubicBezTo>
                  <a:pt x="238" y="226"/>
                  <a:pt x="239" y="228"/>
                  <a:pt x="239" y="230"/>
                </a:cubicBezTo>
                <a:cubicBezTo>
                  <a:pt x="239" y="232"/>
                  <a:pt x="237" y="234"/>
                  <a:pt x="233" y="238"/>
                </a:cubicBezTo>
                <a:cubicBezTo>
                  <a:pt x="229" y="242"/>
                  <a:pt x="223" y="246"/>
                  <a:pt x="215" y="250"/>
                </a:cubicBezTo>
                <a:cubicBezTo>
                  <a:pt x="207" y="254"/>
                  <a:pt x="199" y="256"/>
                  <a:pt x="191" y="256"/>
                </a:cubicBezTo>
                <a:cubicBezTo>
                  <a:pt x="168" y="256"/>
                  <a:pt x="153" y="245"/>
                  <a:pt x="146" y="22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4917960" y="2541240"/>
            <a:ext cx="56520" cy="121680"/>
          </a:xfrm>
          <a:custGeom>
            <a:avLst/>
            <a:gdLst/>
            <a:ahLst/>
            <a:rect l="0" t="0" r="r" b="b"/>
            <a:pathLst>
              <a:path w="157" h="338">
                <a:moveTo>
                  <a:pt x="10" y="88"/>
                </a:moveTo>
                <a:lnTo>
                  <a:pt x="37" y="88"/>
                </a:lnTo>
                <a:cubicBezTo>
                  <a:pt x="37" y="76"/>
                  <a:pt x="37" y="66"/>
                  <a:pt x="37" y="58"/>
                </a:cubicBezTo>
                <a:cubicBezTo>
                  <a:pt x="37" y="49"/>
                  <a:pt x="36" y="43"/>
                  <a:pt x="36" y="39"/>
                </a:cubicBezTo>
                <a:cubicBezTo>
                  <a:pt x="36" y="35"/>
                  <a:pt x="35" y="32"/>
                  <a:pt x="35" y="30"/>
                </a:cubicBezTo>
                <a:cubicBezTo>
                  <a:pt x="35" y="28"/>
                  <a:pt x="35" y="26"/>
                  <a:pt x="35" y="25"/>
                </a:cubicBezTo>
                <a:cubicBezTo>
                  <a:pt x="35" y="23"/>
                  <a:pt x="35" y="22"/>
                  <a:pt x="35" y="22"/>
                </a:cubicBezTo>
                <a:cubicBezTo>
                  <a:pt x="35" y="20"/>
                  <a:pt x="36" y="19"/>
                  <a:pt x="37" y="18"/>
                </a:cubicBezTo>
                <a:cubicBezTo>
                  <a:pt x="39" y="17"/>
                  <a:pt x="40" y="16"/>
                  <a:pt x="42" y="16"/>
                </a:cubicBezTo>
                <a:cubicBezTo>
                  <a:pt x="43" y="15"/>
                  <a:pt x="46" y="14"/>
                  <a:pt x="49" y="13"/>
                </a:cubicBezTo>
                <a:cubicBezTo>
                  <a:pt x="52" y="12"/>
                  <a:pt x="54" y="11"/>
                  <a:pt x="57" y="11"/>
                </a:cubicBezTo>
                <a:cubicBezTo>
                  <a:pt x="58" y="10"/>
                  <a:pt x="61" y="8"/>
                  <a:pt x="65" y="6"/>
                </a:cubicBezTo>
                <a:cubicBezTo>
                  <a:pt x="68" y="4"/>
                  <a:pt x="72" y="3"/>
                  <a:pt x="74" y="2"/>
                </a:cubicBezTo>
                <a:cubicBezTo>
                  <a:pt x="77" y="1"/>
                  <a:pt x="78" y="0"/>
                  <a:pt x="80" y="0"/>
                </a:cubicBezTo>
                <a:cubicBezTo>
                  <a:pt x="83" y="0"/>
                  <a:pt x="84" y="2"/>
                  <a:pt x="84" y="6"/>
                </a:cubicBezTo>
                <a:cubicBezTo>
                  <a:pt x="83" y="21"/>
                  <a:pt x="82" y="40"/>
                  <a:pt x="82" y="65"/>
                </a:cubicBezTo>
                <a:lnTo>
                  <a:pt x="82" y="88"/>
                </a:lnTo>
                <a:lnTo>
                  <a:pt x="150" y="88"/>
                </a:lnTo>
                <a:cubicBezTo>
                  <a:pt x="153" y="88"/>
                  <a:pt x="155" y="89"/>
                  <a:pt x="155" y="91"/>
                </a:cubicBezTo>
                <a:lnTo>
                  <a:pt x="155" y="102"/>
                </a:lnTo>
                <a:cubicBezTo>
                  <a:pt x="155" y="108"/>
                  <a:pt x="150" y="110"/>
                  <a:pt x="141" y="110"/>
                </a:cubicBezTo>
                <a:lnTo>
                  <a:pt x="82" y="110"/>
                </a:lnTo>
                <a:lnTo>
                  <a:pt x="82" y="254"/>
                </a:lnTo>
                <a:cubicBezTo>
                  <a:pt x="82" y="272"/>
                  <a:pt x="83" y="286"/>
                  <a:pt x="86" y="295"/>
                </a:cubicBezTo>
                <a:cubicBezTo>
                  <a:pt x="88" y="303"/>
                  <a:pt x="93" y="307"/>
                  <a:pt x="100" y="307"/>
                </a:cubicBezTo>
                <a:cubicBezTo>
                  <a:pt x="118" y="307"/>
                  <a:pt x="133" y="302"/>
                  <a:pt x="147" y="291"/>
                </a:cubicBezTo>
                <a:cubicBezTo>
                  <a:pt x="153" y="291"/>
                  <a:pt x="156" y="294"/>
                  <a:pt x="157" y="300"/>
                </a:cubicBezTo>
                <a:cubicBezTo>
                  <a:pt x="135" y="325"/>
                  <a:pt x="109" y="338"/>
                  <a:pt x="80" y="338"/>
                </a:cubicBezTo>
                <a:cubicBezTo>
                  <a:pt x="51" y="338"/>
                  <a:pt x="37" y="319"/>
                  <a:pt x="37" y="282"/>
                </a:cubicBezTo>
                <a:lnTo>
                  <a:pt x="37" y="110"/>
                </a:lnTo>
                <a:lnTo>
                  <a:pt x="3" y="110"/>
                </a:lnTo>
                <a:cubicBezTo>
                  <a:pt x="1" y="110"/>
                  <a:pt x="0" y="109"/>
                  <a:pt x="0" y="106"/>
                </a:cubicBezTo>
                <a:lnTo>
                  <a:pt x="0" y="99"/>
                </a:lnTo>
                <a:cubicBezTo>
                  <a:pt x="0" y="91"/>
                  <a:pt x="3" y="88"/>
                  <a:pt x="10" y="8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4985640" y="2571120"/>
            <a:ext cx="75240" cy="91800"/>
          </a:xfrm>
          <a:custGeom>
            <a:avLst/>
            <a:gdLst/>
            <a:ahLst/>
            <a:rect l="0" t="0" r="r" b="b"/>
            <a:pathLst>
              <a:path w="209" h="255">
                <a:moveTo>
                  <a:pt x="151" y="86"/>
                </a:moveTo>
                <a:cubicBezTo>
                  <a:pt x="157" y="86"/>
                  <a:pt x="160" y="84"/>
                  <a:pt x="159" y="79"/>
                </a:cubicBezTo>
                <a:cubicBezTo>
                  <a:pt x="159" y="57"/>
                  <a:pt x="155" y="42"/>
                  <a:pt x="147" y="32"/>
                </a:cubicBezTo>
                <a:cubicBezTo>
                  <a:pt x="137" y="23"/>
                  <a:pt x="126" y="19"/>
                  <a:pt x="113" y="19"/>
                </a:cubicBezTo>
                <a:cubicBezTo>
                  <a:pt x="108" y="19"/>
                  <a:pt x="103" y="19"/>
                  <a:pt x="98" y="21"/>
                </a:cubicBezTo>
                <a:cubicBezTo>
                  <a:pt x="93" y="22"/>
                  <a:pt x="87" y="25"/>
                  <a:pt x="80" y="29"/>
                </a:cubicBezTo>
                <a:cubicBezTo>
                  <a:pt x="74" y="34"/>
                  <a:pt x="67" y="41"/>
                  <a:pt x="61" y="51"/>
                </a:cubicBezTo>
                <a:cubicBezTo>
                  <a:pt x="55" y="61"/>
                  <a:pt x="51" y="74"/>
                  <a:pt x="49" y="89"/>
                </a:cubicBezTo>
                <a:lnTo>
                  <a:pt x="151" y="86"/>
                </a:lnTo>
                <a:moveTo>
                  <a:pt x="198" y="196"/>
                </a:moveTo>
                <a:cubicBezTo>
                  <a:pt x="204" y="197"/>
                  <a:pt x="208" y="200"/>
                  <a:pt x="209" y="206"/>
                </a:cubicBezTo>
                <a:cubicBezTo>
                  <a:pt x="184" y="238"/>
                  <a:pt x="152" y="255"/>
                  <a:pt x="113" y="255"/>
                </a:cubicBezTo>
                <a:cubicBezTo>
                  <a:pt x="75" y="255"/>
                  <a:pt x="46" y="243"/>
                  <a:pt x="26" y="219"/>
                </a:cubicBezTo>
                <a:cubicBezTo>
                  <a:pt x="8" y="198"/>
                  <a:pt x="0" y="170"/>
                  <a:pt x="0" y="134"/>
                </a:cubicBezTo>
                <a:cubicBezTo>
                  <a:pt x="0" y="94"/>
                  <a:pt x="12" y="61"/>
                  <a:pt x="36" y="37"/>
                </a:cubicBezTo>
                <a:cubicBezTo>
                  <a:pt x="60" y="12"/>
                  <a:pt x="86" y="0"/>
                  <a:pt x="113" y="0"/>
                </a:cubicBezTo>
                <a:cubicBezTo>
                  <a:pt x="176" y="0"/>
                  <a:pt x="209" y="33"/>
                  <a:pt x="209" y="99"/>
                </a:cubicBezTo>
                <a:cubicBezTo>
                  <a:pt x="209" y="106"/>
                  <a:pt x="205" y="109"/>
                  <a:pt x="198" y="109"/>
                </a:cubicBezTo>
                <a:lnTo>
                  <a:pt x="47" y="108"/>
                </a:lnTo>
                <a:cubicBezTo>
                  <a:pt x="47" y="140"/>
                  <a:pt x="53" y="166"/>
                  <a:pt x="65" y="186"/>
                </a:cubicBezTo>
                <a:cubicBezTo>
                  <a:pt x="82" y="214"/>
                  <a:pt x="103" y="227"/>
                  <a:pt x="128" y="227"/>
                </a:cubicBezTo>
                <a:cubicBezTo>
                  <a:pt x="144" y="227"/>
                  <a:pt x="156" y="225"/>
                  <a:pt x="166" y="220"/>
                </a:cubicBezTo>
                <a:cubicBezTo>
                  <a:pt x="176" y="216"/>
                  <a:pt x="186" y="208"/>
                  <a:pt x="198" y="196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5079240" y="2570760"/>
            <a:ext cx="61920" cy="92160"/>
          </a:xfrm>
          <a:custGeom>
            <a:avLst/>
            <a:gdLst/>
            <a:ahLst/>
            <a:rect l="0" t="0" r="r" b="b"/>
            <a:pathLst>
              <a:path w="172" h="256">
                <a:moveTo>
                  <a:pt x="0" y="171"/>
                </a:moveTo>
                <a:cubicBezTo>
                  <a:pt x="1" y="170"/>
                  <a:pt x="4" y="169"/>
                  <a:pt x="8" y="169"/>
                </a:cubicBezTo>
                <a:cubicBezTo>
                  <a:pt x="12" y="169"/>
                  <a:pt x="15" y="170"/>
                  <a:pt x="17" y="171"/>
                </a:cubicBezTo>
                <a:cubicBezTo>
                  <a:pt x="23" y="198"/>
                  <a:pt x="31" y="215"/>
                  <a:pt x="40" y="223"/>
                </a:cubicBezTo>
                <a:cubicBezTo>
                  <a:pt x="48" y="233"/>
                  <a:pt x="61" y="237"/>
                  <a:pt x="80" y="237"/>
                </a:cubicBezTo>
                <a:cubicBezTo>
                  <a:pt x="92" y="237"/>
                  <a:pt x="103" y="234"/>
                  <a:pt x="113" y="227"/>
                </a:cubicBezTo>
                <a:cubicBezTo>
                  <a:pt x="123" y="220"/>
                  <a:pt x="128" y="210"/>
                  <a:pt x="128" y="197"/>
                </a:cubicBezTo>
                <a:cubicBezTo>
                  <a:pt x="128" y="185"/>
                  <a:pt x="124" y="175"/>
                  <a:pt x="116" y="167"/>
                </a:cubicBezTo>
                <a:cubicBezTo>
                  <a:pt x="109" y="160"/>
                  <a:pt x="93" y="151"/>
                  <a:pt x="70" y="141"/>
                </a:cubicBezTo>
                <a:cubicBezTo>
                  <a:pt x="47" y="132"/>
                  <a:pt x="31" y="122"/>
                  <a:pt x="21" y="111"/>
                </a:cubicBezTo>
                <a:cubicBezTo>
                  <a:pt x="12" y="100"/>
                  <a:pt x="7" y="84"/>
                  <a:pt x="7" y="63"/>
                </a:cubicBezTo>
                <a:cubicBezTo>
                  <a:pt x="7" y="46"/>
                  <a:pt x="15" y="30"/>
                  <a:pt x="31" y="18"/>
                </a:cubicBezTo>
                <a:cubicBezTo>
                  <a:pt x="47" y="6"/>
                  <a:pt x="66" y="0"/>
                  <a:pt x="88" y="0"/>
                </a:cubicBezTo>
                <a:cubicBezTo>
                  <a:pt x="97" y="0"/>
                  <a:pt x="105" y="0"/>
                  <a:pt x="114" y="2"/>
                </a:cubicBezTo>
                <a:cubicBezTo>
                  <a:pt x="123" y="3"/>
                  <a:pt x="133" y="5"/>
                  <a:pt x="143" y="7"/>
                </a:cubicBezTo>
                <a:cubicBezTo>
                  <a:pt x="154" y="9"/>
                  <a:pt x="160" y="10"/>
                  <a:pt x="163" y="10"/>
                </a:cubicBezTo>
                <a:cubicBezTo>
                  <a:pt x="163" y="16"/>
                  <a:pt x="162" y="25"/>
                  <a:pt x="160" y="39"/>
                </a:cubicBezTo>
                <a:cubicBezTo>
                  <a:pt x="159" y="53"/>
                  <a:pt x="159" y="63"/>
                  <a:pt x="159" y="71"/>
                </a:cubicBezTo>
                <a:cubicBezTo>
                  <a:pt x="157" y="73"/>
                  <a:pt x="154" y="74"/>
                  <a:pt x="149" y="74"/>
                </a:cubicBezTo>
                <a:cubicBezTo>
                  <a:pt x="145" y="74"/>
                  <a:pt x="143" y="73"/>
                  <a:pt x="141" y="72"/>
                </a:cubicBezTo>
                <a:cubicBezTo>
                  <a:pt x="139" y="61"/>
                  <a:pt x="136" y="51"/>
                  <a:pt x="131" y="43"/>
                </a:cubicBezTo>
                <a:cubicBezTo>
                  <a:pt x="127" y="36"/>
                  <a:pt x="122" y="30"/>
                  <a:pt x="116" y="27"/>
                </a:cubicBezTo>
                <a:cubicBezTo>
                  <a:pt x="110" y="24"/>
                  <a:pt x="105" y="22"/>
                  <a:pt x="100" y="20"/>
                </a:cubicBezTo>
                <a:cubicBezTo>
                  <a:pt x="96" y="19"/>
                  <a:pt x="92" y="19"/>
                  <a:pt x="88" y="19"/>
                </a:cubicBezTo>
                <a:cubicBezTo>
                  <a:pt x="78" y="19"/>
                  <a:pt x="68" y="22"/>
                  <a:pt x="60" y="29"/>
                </a:cubicBezTo>
                <a:cubicBezTo>
                  <a:pt x="52" y="36"/>
                  <a:pt x="48" y="44"/>
                  <a:pt x="48" y="55"/>
                </a:cubicBezTo>
                <a:cubicBezTo>
                  <a:pt x="48" y="61"/>
                  <a:pt x="49" y="67"/>
                  <a:pt x="51" y="72"/>
                </a:cubicBezTo>
                <a:cubicBezTo>
                  <a:pt x="53" y="77"/>
                  <a:pt x="55" y="80"/>
                  <a:pt x="57" y="83"/>
                </a:cubicBezTo>
                <a:cubicBezTo>
                  <a:pt x="60" y="87"/>
                  <a:pt x="64" y="90"/>
                  <a:pt x="70" y="93"/>
                </a:cubicBezTo>
                <a:cubicBezTo>
                  <a:pt x="76" y="97"/>
                  <a:pt x="81" y="99"/>
                  <a:pt x="85" y="100"/>
                </a:cubicBezTo>
                <a:cubicBezTo>
                  <a:pt x="89" y="102"/>
                  <a:pt x="96" y="105"/>
                  <a:pt x="105" y="108"/>
                </a:cubicBezTo>
                <a:cubicBezTo>
                  <a:pt x="149" y="125"/>
                  <a:pt x="172" y="150"/>
                  <a:pt x="172" y="184"/>
                </a:cubicBezTo>
                <a:cubicBezTo>
                  <a:pt x="172" y="198"/>
                  <a:pt x="168" y="209"/>
                  <a:pt x="162" y="220"/>
                </a:cubicBezTo>
                <a:cubicBezTo>
                  <a:pt x="156" y="229"/>
                  <a:pt x="148" y="237"/>
                  <a:pt x="138" y="242"/>
                </a:cubicBezTo>
                <a:cubicBezTo>
                  <a:pt x="128" y="247"/>
                  <a:pt x="118" y="251"/>
                  <a:pt x="109" y="253"/>
                </a:cubicBezTo>
                <a:cubicBezTo>
                  <a:pt x="99" y="255"/>
                  <a:pt x="90" y="256"/>
                  <a:pt x="81" y="256"/>
                </a:cubicBezTo>
                <a:cubicBezTo>
                  <a:pt x="62" y="256"/>
                  <a:pt x="45" y="254"/>
                  <a:pt x="29" y="250"/>
                </a:cubicBezTo>
                <a:cubicBezTo>
                  <a:pt x="26" y="249"/>
                  <a:pt x="22" y="249"/>
                  <a:pt x="17" y="249"/>
                </a:cubicBezTo>
                <a:cubicBezTo>
                  <a:pt x="14" y="249"/>
                  <a:pt x="9" y="249"/>
                  <a:pt x="3" y="250"/>
                </a:cubicBezTo>
                <a:cubicBezTo>
                  <a:pt x="3" y="230"/>
                  <a:pt x="2" y="204"/>
                  <a:pt x="0" y="1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6302880" y="1553760"/>
            <a:ext cx="141480" cy="135360"/>
          </a:xfrm>
          <a:custGeom>
            <a:avLst/>
            <a:gdLst/>
            <a:ahLst/>
            <a:rect l="0" t="0" r="r" b="b"/>
            <a:pathLst>
              <a:path w="393" h="376">
                <a:moveTo>
                  <a:pt x="149" y="214"/>
                </a:moveTo>
                <a:lnTo>
                  <a:pt x="250" y="214"/>
                </a:lnTo>
                <a:lnTo>
                  <a:pt x="196" y="59"/>
                </a:lnTo>
                <a:lnTo>
                  <a:pt x="193" y="59"/>
                </a:lnTo>
                <a:lnTo>
                  <a:pt x="134" y="206"/>
                </a:lnTo>
                <a:cubicBezTo>
                  <a:pt x="134" y="208"/>
                  <a:pt x="133" y="209"/>
                  <a:pt x="133" y="210"/>
                </a:cubicBezTo>
                <a:cubicBezTo>
                  <a:pt x="134" y="211"/>
                  <a:pt x="134" y="211"/>
                  <a:pt x="135" y="212"/>
                </a:cubicBezTo>
                <a:cubicBezTo>
                  <a:pt x="135" y="212"/>
                  <a:pt x="136" y="213"/>
                  <a:pt x="137" y="213"/>
                </a:cubicBezTo>
                <a:cubicBezTo>
                  <a:pt x="139" y="214"/>
                  <a:pt x="140" y="214"/>
                  <a:pt x="142" y="214"/>
                </a:cubicBezTo>
                <a:cubicBezTo>
                  <a:pt x="144" y="214"/>
                  <a:pt x="146" y="214"/>
                  <a:pt x="149" y="214"/>
                </a:cubicBezTo>
                <a:moveTo>
                  <a:pt x="87" y="330"/>
                </a:moveTo>
                <a:cubicBezTo>
                  <a:pt x="87" y="334"/>
                  <a:pt x="86" y="338"/>
                  <a:pt x="85" y="341"/>
                </a:cubicBezTo>
                <a:cubicBezTo>
                  <a:pt x="84" y="344"/>
                  <a:pt x="85" y="346"/>
                  <a:pt x="88" y="348"/>
                </a:cubicBezTo>
                <a:cubicBezTo>
                  <a:pt x="91" y="349"/>
                  <a:pt x="93" y="351"/>
                  <a:pt x="95" y="353"/>
                </a:cubicBezTo>
                <a:cubicBezTo>
                  <a:pt x="97" y="354"/>
                  <a:pt x="100" y="355"/>
                  <a:pt x="105" y="356"/>
                </a:cubicBezTo>
                <a:cubicBezTo>
                  <a:pt x="110" y="356"/>
                  <a:pt x="113" y="357"/>
                  <a:pt x="116" y="357"/>
                </a:cubicBezTo>
                <a:cubicBezTo>
                  <a:pt x="118" y="357"/>
                  <a:pt x="122" y="358"/>
                  <a:pt x="127" y="358"/>
                </a:cubicBezTo>
                <a:cubicBezTo>
                  <a:pt x="128" y="360"/>
                  <a:pt x="129" y="363"/>
                  <a:pt x="129" y="368"/>
                </a:cubicBezTo>
                <a:cubicBezTo>
                  <a:pt x="129" y="373"/>
                  <a:pt x="128" y="375"/>
                  <a:pt x="127" y="376"/>
                </a:cubicBezTo>
                <a:cubicBezTo>
                  <a:pt x="98" y="376"/>
                  <a:pt x="74" y="376"/>
                  <a:pt x="53" y="376"/>
                </a:cubicBezTo>
                <a:cubicBezTo>
                  <a:pt x="48" y="376"/>
                  <a:pt x="31" y="376"/>
                  <a:pt x="3" y="376"/>
                </a:cubicBezTo>
                <a:cubicBezTo>
                  <a:pt x="1" y="375"/>
                  <a:pt x="0" y="373"/>
                  <a:pt x="0" y="368"/>
                </a:cubicBezTo>
                <a:cubicBezTo>
                  <a:pt x="0" y="363"/>
                  <a:pt x="1" y="360"/>
                  <a:pt x="3" y="358"/>
                </a:cubicBezTo>
                <a:cubicBezTo>
                  <a:pt x="17" y="357"/>
                  <a:pt x="28" y="354"/>
                  <a:pt x="37" y="349"/>
                </a:cubicBezTo>
                <a:cubicBezTo>
                  <a:pt x="45" y="344"/>
                  <a:pt x="53" y="334"/>
                  <a:pt x="60" y="317"/>
                </a:cubicBezTo>
                <a:lnTo>
                  <a:pt x="190" y="11"/>
                </a:lnTo>
                <a:cubicBezTo>
                  <a:pt x="198" y="11"/>
                  <a:pt x="208" y="8"/>
                  <a:pt x="221" y="0"/>
                </a:cubicBezTo>
                <a:lnTo>
                  <a:pt x="339" y="326"/>
                </a:lnTo>
                <a:cubicBezTo>
                  <a:pt x="341" y="334"/>
                  <a:pt x="343" y="339"/>
                  <a:pt x="346" y="343"/>
                </a:cubicBezTo>
                <a:cubicBezTo>
                  <a:pt x="350" y="348"/>
                  <a:pt x="355" y="351"/>
                  <a:pt x="360" y="353"/>
                </a:cubicBezTo>
                <a:cubicBezTo>
                  <a:pt x="366" y="355"/>
                  <a:pt x="370" y="356"/>
                  <a:pt x="373" y="356"/>
                </a:cubicBezTo>
                <a:cubicBezTo>
                  <a:pt x="376" y="356"/>
                  <a:pt x="381" y="357"/>
                  <a:pt x="390" y="358"/>
                </a:cubicBezTo>
                <a:cubicBezTo>
                  <a:pt x="391" y="360"/>
                  <a:pt x="393" y="363"/>
                  <a:pt x="393" y="368"/>
                </a:cubicBezTo>
                <a:cubicBezTo>
                  <a:pt x="393" y="373"/>
                  <a:pt x="391" y="375"/>
                  <a:pt x="390" y="376"/>
                </a:cubicBezTo>
                <a:cubicBezTo>
                  <a:pt x="361" y="376"/>
                  <a:pt x="340" y="376"/>
                  <a:pt x="325" y="376"/>
                </a:cubicBezTo>
                <a:cubicBezTo>
                  <a:pt x="303" y="376"/>
                  <a:pt x="278" y="376"/>
                  <a:pt x="250" y="376"/>
                </a:cubicBezTo>
                <a:cubicBezTo>
                  <a:pt x="248" y="375"/>
                  <a:pt x="248" y="373"/>
                  <a:pt x="248" y="368"/>
                </a:cubicBezTo>
                <a:cubicBezTo>
                  <a:pt x="248" y="363"/>
                  <a:pt x="248" y="360"/>
                  <a:pt x="250" y="358"/>
                </a:cubicBezTo>
                <a:cubicBezTo>
                  <a:pt x="252" y="358"/>
                  <a:pt x="255" y="358"/>
                  <a:pt x="259" y="358"/>
                </a:cubicBezTo>
                <a:cubicBezTo>
                  <a:pt x="262" y="358"/>
                  <a:pt x="265" y="357"/>
                  <a:pt x="267" y="357"/>
                </a:cubicBezTo>
                <a:cubicBezTo>
                  <a:pt x="269" y="357"/>
                  <a:pt x="271" y="356"/>
                  <a:pt x="274" y="356"/>
                </a:cubicBezTo>
                <a:cubicBezTo>
                  <a:pt x="277" y="356"/>
                  <a:pt x="280" y="355"/>
                  <a:pt x="281" y="355"/>
                </a:cubicBezTo>
                <a:cubicBezTo>
                  <a:pt x="283" y="354"/>
                  <a:pt x="284" y="354"/>
                  <a:pt x="286" y="353"/>
                </a:cubicBezTo>
                <a:cubicBezTo>
                  <a:pt x="288" y="353"/>
                  <a:pt x="290" y="352"/>
                  <a:pt x="291" y="351"/>
                </a:cubicBezTo>
                <a:cubicBezTo>
                  <a:pt x="292" y="349"/>
                  <a:pt x="293" y="348"/>
                  <a:pt x="293" y="346"/>
                </a:cubicBezTo>
                <a:cubicBezTo>
                  <a:pt x="294" y="345"/>
                  <a:pt x="294" y="343"/>
                  <a:pt x="293" y="342"/>
                </a:cubicBezTo>
                <a:cubicBezTo>
                  <a:pt x="293" y="340"/>
                  <a:pt x="293" y="338"/>
                  <a:pt x="293" y="335"/>
                </a:cubicBezTo>
                <a:lnTo>
                  <a:pt x="259" y="238"/>
                </a:lnTo>
                <a:lnTo>
                  <a:pt x="139" y="238"/>
                </a:lnTo>
                <a:cubicBezTo>
                  <a:pt x="132" y="238"/>
                  <a:pt x="127" y="239"/>
                  <a:pt x="124" y="240"/>
                </a:cubicBezTo>
                <a:cubicBezTo>
                  <a:pt x="122" y="241"/>
                  <a:pt x="120" y="244"/>
                  <a:pt x="119" y="248"/>
                </a:cubicBezTo>
                <a:lnTo>
                  <a:pt x="87" y="330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6445800" y="1553760"/>
            <a:ext cx="129240" cy="137160"/>
          </a:xfrm>
          <a:custGeom>
            <a:avLst/>
            <a:gdLst/>
            <a:ahLst/>
            <a:rect l="0" t="0" r="r" b="b"/>
            <a:pathLst>
              <a:path w="359" h="381">
                <a:moveTo>
                  <a:pt x="168" y="20"/>
                </a:moveTo>
                <a:cubicBezTo>
                  <a:pt x="154" y="20"/>
                  <a:pt x="140" y="23"/>
                  <a:pt x="127" y="30"/>
                </a:cubicBezTo>
                <a:cubicBezTo>
                  <a:pt x="114" y="36"/>
                  <a:pt x="102" y="46"/>
                  <a:pt x="91" y="59"/>
                </a:cubicBezTo>
                <a:cubicBezTo>
                  <a:pt x="80" y="72"/>
                  <a:pt x="71" y="90"/>
                  <a:pt x="65" y="113"/>
                </a:cubicBezTo>
                <a:cubicBezTo>
                  <a:pt x="58" y="135"/>
                  <a:pt x="55" y="161"/>
                  <a:pt x="55" y="189"/>
                </a:cubicBezTo>
                <a:cubicBezTo>
                  <a:pt x="55" y="242"/>
                  <a:pt x="68" y="284"/>
                  <a:pt x="95" y="315"/>
                </a:cubicBezTo>
                <a:cubicBezTo>
                  <a:pt x="121" y="346"/>
                  <a:pt x="153" y="362"/>
                  <a:pt x="190" y="362"/>
                </a:cubicBezTo>
                <a:cubicBezTo>
                  <a:pt x="223" y="362"/>
                  <a:pt x="251" y="347"/>
                  <a:pt x="272" y="318"/>
                </a:cubicBezTo>
                <a:cubicBezTo>
                  <a:pt x="293" y="288"/>
                  <a:pt x="304" y="249"/>
                  <a:pt x="304" y="199"/>
                </a:cubicBezTo>
                <a:cubicBezTo>
                  <a:pt x="304" y="143"/>
                  <a:pt x="291" y="99"/>
                  <a:pt x="265" y="67"/>
                </a:cubicBezTo>
                <a:cubicBezTo>
                  <a:pt x="239" y="36"/>
                  <a:pt x="207" y="20"/>
                  <a:pt x="168" y="20"/>
                </a:cubicBezTo>
                <a:moveTo>
                  <a:pt x="359" y="188"/>
                </a:moveTo>
                <a:cubicBezTo>
                  <a:pt x="359" y="236"/>
                  <a:pt x="347" y="276"/>
                  <a:pt x="323" y="309"/>
                </a:cubicBezTo>
                <a:cubicBezTo>
                  <a:pt x="307" y="332"/>
                  <a:pt x="287" y="350"/>
                  <a:pt x="262" y="363"/>
                </a:cubicBezTo>
                <a:cubicBezTo>
                  <a:pt x="237" y="375"/>
                  <a:pt x="209" y="381"/>
                  <a:pt x="179" y="381"/>
                </a:cubicBezTo>
                <a:cubicBezTo>
                  <a:pt x="128" y="381"/>
                  <a:pt x="86" y="364"/>
                  <a:pt x="52" y="331"/>
                </a:cubicBezTo>
                <a:cubicBezTo>
                  <a:pt x="17" y="298"/>
                  <a:pt x="0" y="254"/>
                  <a:pt x="0" y="199"/>
                </a:cubicBezTo>
                <a:cubicBezTo>
                  <a:pt x="0" y="149"/>
                  <a:pt x="13" y="105"/>
                  <a:pt x="39" y="70"/>
                </a:cubicBezTo>
                <a:cubicBezTo>
                  <a:pt x="54" y="48"/>
                  <a:pt x="74" y="31"/>
                  <a:pt x="98" y="19"/>
                </a:cubicBezTo>
                <a:cubicBezTo>
                  <a:pt x="121" y="6"/>
                  <a:pt x="147" y="0"/>
                  <a:pt x="175" y="0"/>
                </a:cubicBezTo>
                <a:cubicBezTo>
                  <a:pt x="228" y="0"/>
                  <a:pt x="272" y="17"/>
                  <a:pt x="306" y="51"/>
                </a:cubicBezTo>
                <a:cubicBezTo>
                  <a:pt x="341" y="85"/>
                  <a:pt x="359" y="131"/>
                  <a:pt x="359" y="18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6585120" y="1555920"/>
            <a:ext cx="132120" cy="133200"/>
          </a:xfrm>
          <a:custGeom>
            <a:avLst/>
            <a:gdLst/>
            <a:ahLst/>
            <a:rect l="0" t="0" r="r" b="b"/>
            <a:pathLst>
              <a:path w="367" h="370">
                <a:moveTo>
                  <a:pt x="101" y="322"/>
                </a:moveTo>
                <a:cubicBezTo>
                  <a:pt x="101" y="332"/>
                  <a:pt x="105" y="340"/>
                  <a:pt x="113" y="344"/>
                </a:cubicBezTo>
                <a:cubicBezTo>
                  <a:pt x="120" y="349"/>
                  <a:pt x="137" y="351"/>
                  <a:pt x="162" y="351"/>
                </a:cubicBezTo>
                <a:cubicBezTo>
                  <a:pt x="184" y="351"/>
                  <a:pt x="204" y="349"/>
                  <a:pt x="220" y="345"/>
                </a:cubicBezTo>
                <a:cubicBezTo>
                  <a:pt x="237" y="340"/>
                  <a:pt x="253" y="333"/>
                  <a:pt x="267" y="323"/>
                </a:cubicBezTo>
                <a:cubicBezTo>
                  <a:pt x="282" y="313"/>
                  <a:pt x="293" y="298"/>
                  <a:pt x="301" y="278"/>
                </a:cubicBezTo>
                <a:cubicBezTo>
                  <a:pt x="309" y="259"/>
                  <a:pt x="312" y="235"/>
                  <a:pt x="312" y="207"/>
                </a:cubicBezTo>
                <a:cubicBezTo>
                  <a:pt x="312" y="184"/>
                  <a:pt x="310" y="162"/>
                  <a:pt x="304" y="141"/>
                </a:cubicBezTo>
                <a:cubicBezTo>
                  <a:pt x="298" y="120"/>
                  <a:pt x="289" y="100"/>
                  <a:pt x="277" y="81"/>
                </a:cubicBezTo>
                <a:cubicBezTo>
                  <a:pt x="265" y="62"/>
                  <a:pt x="247" y="47"/>
                  <a:pt x="226" y="37"/>
                </a:cubicBezTo>
                <a:cubicBezTo>
                  <a:pt x="203" y="25"/>
                  <a:pt x="178" y="20"/>
                  <a:pt x="149" y="20"/>
                </a:cubicBezTo>
                <a:cubicBezTo>
                  <a:pt x="117" y="20"/>
                  <a:pt x="101" y="29"/>
                  <a:pt x="101" y="48"/>
                </a:cubicBezTo>
                <a:lnTo>
                  <a:pt x="101" y="322"/>
                </a:lnTo>
                <a:moveTo>
                  <a:pt x="118" y="1"/>
                </a:moveTo>
                <a:cubicBezTo>
                  <a:pt x="139" y="1"/>
                  <a:pt x="157" y="0"/>
                  <a:pt x="170" y="0"/>
                </a:cubicBezTo>
                <a:cubicBezTo>
                  <a:pt x="225" y="0"/>
                  <a:pt x="271" y="20"/>
                  <a:pt x="309" y="57"/>
                </a:cubicBezTo>
                <a:cubicBezTo>
                  <a:pt x="348" y="95"/>
                  <a:pt x="367" y="140"/>
                  <a:pt x="367" y="194"/>
                </a:cubicBezTo>
                <a:cubicBezTo>
                  <a:pt x="367" y="227"/>
                  <a:pt x="361" y="256"/>
                  <a:pt x="349" y="280"/>
                </a:cubicBezTo>
                <a:cubicBezTo>
                  <a:pt x="338" y="305"/>
                  <a:pt x="323" y="323"/>
                  <a:pt x="303" y="336"/>
                </a:cubicBezTo>
                <a:cubicBezTo>
                  <a:pt x="284" y="348"/>
                  <a:pt x="264" y="357"/>
                  <a:pt x="244" y="363"/>
                </a:cubicBezTo>
                <a:cubicBezTo>
                  <a:pt x="224" y="368"/>
                  <a:pt x="203" y="370"/>
                  <a:pt x="181" y="370"/>
                </a:cubicBezTo>
                <a:cubicBezTo>
                  <a:pt x="158" y="370"/>
                  <a:pt x="136" y="370"/>
                  <a:pt x="114" y="370"/>
                </a:cubicBezTo>
                <a:lnTo>
                  <a:pt x="77" y="370"/>
                </a:lnTo>
                <a:cubicBezTo>
                  <a:pt x="65" y="370"/>
                  <a:pt x="40" y="370"/>
                  <a:pt x="3" y="370"/>
                </a:cubicBezTo>
                <a:cubicBezTo>
                  <a:pt x="1" y="369"/>
                  <a:pt x="0" y="367"/>
                  <a:pt x="0" y="362"/>
                </a:cubicBezTo>
                <a:cubicBezTo>
                  <a:pt x="0" y="357"/>
                  <a:pt x="1" y="354"/>
                  <a:pt x="3" y="352"/>
                </a:cubicBezTo>
                <a:cubicBezTo>
                  <a:pt x="24" y="352"/>
                  <a:pt x="38" y="348"/>
                  <a:pt x="43" y="343"/>
                </a:cubicBezTo>
                <a:cubicBezTo>
                  <a:pt x="49" y="337"/>
                  <a:pt x="53" y="323"/>
                  <a:pt x="53" y="300"/>
                </a:cubicBezTo>
                <a:lnTo>
                  <a:pt x="53" y="71"/>
                </a:lnTo>
                <a:cubicBezTo>
                  <a:pt x="53" y="48"/>
                  <a:pt x="49" y="34"/>
                  <a:pt x="43" y="29"/>
                </a:cubicBezTo>
                <a:cubicBezTo>
                  <a:pt x="38" y="23"/>
                  <a:pt x="24" y="20"/>
                  <a:pt x="3" y="20"/>
                </a:cubicBezTo>
                <a:cubicBezTo>
                  <a:pt x="1" y="18"/>
                  <a:pt x="0" y="15"/>
                  <a:pt x="0" y="10"/>
                </a:cubicBezTo>
                <a:cubicBezTo>
                  <a:pt x="0" y="6"/>
                  <a:pt x="1" y="3"/>
                  <a:pt x="3" y="0"/>
                </a:cubicBezTo>
                <a:cubicBezTo>
                  <a:pt x="40" y="1"/>
                  <a:pt x="65" y="1"/>
                  <a:pt x="76" y="1"/>
                </a:cubicBezTo>
                <a:lnTo>
                  <a:pt x="118" y="1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6309720" y="1855440"/>
            <a:ext cx="86040" cy="92160"/>
          </a:xfrm>
          <a:custGeom>
            <a:avLst/>
            <a:gdLst/>
            <a:ahLst/>
            <a:rect l="0" t="0" r="r" b="b"/>
            <a:pathLst>
              <a:path w="239" h="256">
                <a:moveTo>
                  <a:pt x="146" y="118"/>
                </a:moveTo>
                <a:lnTo>
                  <a:pt x="101" y="130"/>
                </a:lnTo>
                <a:cubicBezTo>
                  <a:pt x="65" y="139"/>
                  <a:pt x="47" y="160"/>
                  <a:pt x="47" y="192"/>
                </a:cubicBezTo>
                <a:cubicBezTo>
                  <a:pt x="47" y="203"/>
                  <a:pt x="50" y="212"/>
                  <a:pt x="58" y="221"/>
                </a:cubicBezTo>
                <a:cubicBezTo>
                  <a:pt x="65" y="229"/>
                  <a:pt x="75" y="233"/>
                  <a:pt x="88" y="233"/>
                </a:cubicBezTo>
                <a:cubicBezTo>
                  <a:pt x="102" y="233"/>
                  <a:pt x="118" y="225"/>
                  <a:pt x="138" y="209"/>
                </a:cubicBezTo>
                <a:cubicBezTo>
                  <a:pt x="143" y="205"/>
                  <a:pt x="146" y="200"/>
                  <a:pt x="146" y="194"/>
                </a:cubicBezTo>
                <a:lnTo>
                  <a:pt x="146" y="118"/>
                </a:lnTo>
                <a:moveTo>
                  <a:pt x="145" y="223"/>
                </a:moveTo>
                <a:lnTo>
                  <a:pt x="134" y="232"/>
                </a:lnTo>
                <a:cubicBezTo>
                  <a:pt x="121" y="242"/>
                  <a:pt x="110" y="249"/>
                  <a:pt x="102" y="252"/>
                </a:cubicBezTo>
                <a:cubicBezTo>
                  <a:pt x="94" y="255"/>
                  <a:pt x="84" y="256"/>
                  <a:pt x="71" y="256"/>
                </a:cubicBezTo>
                <a:cubicBezTo>
                  <a:pt x="50" y="256"/>
                  <a:pt x="32" y="251"/>
                  <a:pt x="19" y="242"/>
                </a:cubicBezTo>
                <a:cubicBezTo>
                  <a:pt x="6" y="232"/>
                  <a:pt x="0" y="216"/>
                  <a:pt x="0" y="195"/>
                </a:cubicBezTo>
                <a:cubicBezTo>
                  <a:pt x="0" y="176"/>
                  <a:pt x="8" y="159"/>
                  <a:pt x="25" y="145"/>
                </a:cubicBezTo>
                <a:cubicBezTo>
                  <a:pt x="43" y="131"/>
                  <a:pt x="65" y="120"/>
                  <a:pt x="94" y="112"/>
                </a:cubicBezTo>
                <a:lnTo>
                  <a:pt x="143" y="100"/>
                </a:lnTo>
                <a:cubicBezTo>
                  <a:pt x="145" y="100"/>
                  <a:pt x="146" y="97"/>
                  <a:pt x="146" y="93"/>
                </a:cubicBezTo>
                <a:cubicBezTo>
                  <a:pt x="146" y="44"/>
                  <a:pt x="131" y="19"/>
                  <a:pt x="100" y="19"/>
                </a:cubicBezTo>
                <a:cubicBezTo>
                  <a:pt x="88" y="19"/>
                  <a:pt x="76" y="22"/>
                  <a:pt x="67" y="26"/>
                </a:cubicBezTo>
                <a:cubicBezTo>
                  <a:pt x="58" y="30"/>
                  <a:pt x="53" y="36"/>
                  <a:pt x="53" y="43"/>
                </a:cubicBezTo>
                <a:cubicBezTo>
                  <a:pt x="53" y="49"/>
                  <a:pt x="53" y="53"/>
                  <a:pt x="54" y="55"/>
                </a:cubicBezTo>
                <a:cubicBezTo>
                  <a:pt x="55" y="57"/>
                  <a:pt x="55" y="60"/>
                  <a:pt x="55" y="65"/>
                </a:cubicBezTo>
                <a:cubicBezTo>
                  <a:pt x="55" y="69"/>
                  <a:pt x="53" y="73"/>
                  <a:pt x="48" y="78"/>
                </a:cubicBezTo>
                <a:cubicBezTo>
                  <a:pt x="44" y="82"/>
                  <a:pt x="38" y="84"/>
                  <a:pt x="31" y="84"/>
                </a:cubicBezTo>
                <a:cubicBezTo>
                  <a:pt x="17" y="84"/>
                  <a:pt x="11" y="77"/>
                  <a:pt x="11" y="64"/>
                </a:cubicBezTo>
                <a:cubicBezTo>
                  <a:pt x="11" y="48"/>
                  <a:pt x="20" y="34"/>
                  <a:pt x="40" y="20"/>
                </a:cubicBezTo>
                <a:cubicBezTo>
                  <a:pt x="60" y="7"/>
                  <a:pt x="81" y="0"/>
                  <a:pt x="104" y="0"/>
                </a:cubicBezTo>
                <a:cubicBezTo>
                  <a:pt x="162" y="0"/>
                  <a:pt x="191" y="33"/>
                  <a:pt x="191" y="97"/>
                </a:cubicBezTo>
                <a:lnTo>
                  <a:pt x="191" y="182"/>
                </a:lnTo>
                <a:cubicBezTo>
                  <a:pt x="191" y="193"/>
                  <a:pt x="191" y="201"/>
                  <a:pt x="191" y="207"/>
                </a:cubicBezTo>
                <a:cubicBezTo>
                  <a:pt x="192" y="213"/>
                  <a:pt x="195" y="218"/>
                  <a:pt x="198" y="223"/>
                </a:cubicBezTo>
                <a:cubicBezTo>
                  <a:pt x="202" y="228"/>
                  <a:pt x="207" y="230"/>
                  <a:pt x="214" y="230"/>
                </a:cubicBezTo>
                <a:cubicBezTo>
                  <a:pt x="218" y="230"/>
                  <a:pt x="222" y="229"/>
                  <a:pt x="225" y="226"/>
                </a:cubicBezTo>
                <a:cubicBezTo>
                  <a:pt x="229" y="223"/>
                  <a:pt x="231" y="222"/>
                  <a:pt x="231" y="222"/>
                </a:cubicBezTo>
                <a:cubicBezTo>
                  <a:pt x="232" y="222"/>
                  <a:pt x="234" y="223"/>
                  <a:pt x="236" y="225"/>
                </a:cubicBezTo>
                <a:cubicBezTo>
                  <a:pt x="238" y="227"/>
                  <a:pt x="239" y="229"/>
                  <a:pt x="239" y="231"/>
                </a:cubicBezTo>
                <a:cubicBezTo>
                  <a:pt x="239" y="232"/>
                  <a:pt x="237" y="235"/>
                  <a:pt x="233" y="239"/>
                </a:cubicBezTo>
                <a:cubicBezTo>
                  <a:pt x="229" y="243"/>
                  <a:pt x="222" y="247"/>
                  <a:pt x="214" y="251"/>
                </a:cubicBezTo>
                <a:cubicBezTo>
                  <a:pt x="207" y="254"/>
                  <a:pt x="199" y="256"/>
                  <a:pt x="191" y="256"/>
                </a:cubicBezTo>
                <a:cubicBezTo>
                  <a:pt x="167" y="257"/>
                  <a:pt x="153" y="246"/>
                  <a:pt x="146" y="223"/>
                </a:cubicBezTo>
                <a:lnTo>
                  <a:pt x="145" y="223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6400800" y="1826280"/>
            <a:ext cx="56880" cy="121320"/>
          </a:xfrm>
          <a:custGeom>
            <a:avLst/>
            <a:gdLst/>
            <a:ahLst/>
            <a:rect l="0" t="0" r="r" b="b"/>
            <a:pathLst>
              <a:path w="158" h="337">
                <a:moveTo>
                  <a:pt x="37" y="87"/>
                </a:moveTo>
                <a:lnTo>
                  <a:pt x="37" y="57"/>
                </a:lnTo>
                <a:cubicBezTo>
                  <a:pt x="37" y="49"/>
                  <a:pt x="37" y="43"/>
                  <a:pt x="36" y="39"/>
                </a:cubicBezTo>
                <a:cubicBezTo>
                  <a:pt x="36" y="35"/>
                  <a:pt x="36" y="32"/>
                  <a:pt x="36" y="30"/>
                </a:cubicBezTo>
                <a:lnTo>
                  <a:pt x="36" y="24"/>
                </a:lnTo>
                <a:lnTo>
                  <a:pt x="36" y="21"/>
                </a:lnTo>
                <a:cubicBezTo>
                  <a:pt x="36" y="20"/>
                  <a:pt x="36" y="19"/>
                  <a:pt x="38" y="17"/>
                </a:cubicBezTo>
                <a:cubicBezTo>
                  <a:pt x="39" y="16"/>
                  <a:pt x="41" y="16"/>
                  <a:pt x="43" y="15"/>
                </a:cubicBezTo>
                <a:cubicBezTo>
                  <a:pt x="44" y="15"/>
                  <a:pt x="46" y="14"/>
                  <a:pt x="49" y="13"/>
                </a:cubicBezTo>
                <a:cubicBezTo>
                  <a:pt x="53" y="12"/>
                  <a:pt x="55" y="11"/>
                  <a:pt x="57" y="10"/>
                </a:cubicBezTo>
                <a:cubicBezTo>
                  <a:pt x="59" y="9"/>
                  <a:pt x="62" y="8"/>
                  <a:pt x="66" y="6"/>
                </a:cubicBezTo>
                <a:cubicBezTo>
                  <a:pt x="69" y="4"/>
                  <a:pt x="72" y="2"/>
                  <a:pt x="75" y="1"/>
                </a:cubicBezTo>
                <a:cubicBezTo>
                  <a:pt x="77" y="0"/>
                  <a:pt x="79" y="0"/>
                  <a:pt x="80" y="0"/>
                </a:cubicBezTo>
                <a:cubicBezTo>
                  <a:pt x="83" y="0"/>
                  <a:pt x="85" y="2"/>
                  <a:pt x="85" y="5"/>
                </a:cubicBezTo>
                <a:cubicBezTo>
                  <a:pt x="83" y="20"/>
                  <a:pt x="83" y="40"/>
                  <a:pt x="83" y="65"/>
                </a:cubicBezTo>
                <a:lnTo>
                  <a:pt x="83" y="87"/>
                </a:lnTo>
                <a:lnTo>
                  <a:pt x="151" y="87"/>
                </a:lnTo>
                <a:cubicBezTo>
                  <a:pt x="154" y="87"/>
                  <a:pt x="156" y="89"/>
                  <a:pt x="156" y="90"/>
                </a:cubicBezTo>
                <a:lnTo>
                  <a:pt x="156" y="102"/>
                </a:lnTo>
                <a:cubicBezTo>
                  <a:pt x="156" y="107"/>
                  <a:pt x="151" y="110"/>
                  <a:pt x="142" y="110"/>
                </a:cubicBezTo>
                <a:lnTo>
                  <a:pt x="83" y="110"/>
                </a:lnTo>
                <a:lnTo>
                  <a:pt x="83" y="253"/>
                </a:lnTo>
                <a:cubicBezTo>
                  <a:pt x="83" y="272"/>
                  <a:pt x="84" y="286"/>
                  <a:pt x="86" y="294"/>
                </a:cubicBezTo>
                <a:cubicBezTo>
                  <a:pt x="89" y="302"/>
                  <a:pt x="94" y="307"/>
                  <a:pt x="101" y="307"/>
                </a:cubicBezTo>
                <a:cubicBezTo>
                  <a:pt x="118" y="307"/>
                  <a:pt x="134" y="301"/>
                  <a:pt x="148" y="290"/>
                </a:cubicBezTo>
                <a:cubicBezTo>
                  <a:pt x="153" y="290"/>
                  <a:pt x="157" y="293"/>
                  <a:pt x="158" y="300"/>
                </a:cubicBezTo>
                <a:cubicBezTo>
                  <a:pt x="135" y="325"/>
                  <a:pt x="110" y="337"/>
                  <a:pt x="81" y="337"/>
                </a:cubicBezTo>
                <a:cubicBezTo>
                  <a:pt x="52" y="337"/>
                  <a:pt x="37" y="319"/>
                  <a:pt x="37" y="281"/>
                </a:cubicBezTo>
                <a:lnTo>
                  <a:pt x="37" y="110"/>
                </a:lnTo>
                <a:lnTo>
                  <a:pt x="3" y="110"/>
                </a:lnTo>
                <a:cubicBezTo>
                  <a:pt x="1" y="110"/>
                  <a:pt x="0" y="109"/>
                  <a:pt x="0" y="106"/>
                </a:cubicBezTo>
                <a:lnTo>
                  <a:pt x="0" y="98"/>
                </a:lnTo>
                <a:cubicBezTo>
                  <a:pt x="0" y="91"/>
                  <a:pt x="4" y="87"/>
                  <a:pt x="11" y="87"/>
                </a:cubicBezTo>
                <a:lnTo>
                  <a:pt x="37" y="8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6469200" y="1855440"/>
            <a:ext cx="86400" cy="92160"/>
          </a:xfrm>
          <a:custGeom>
            <a:avLst/>
            <a:gdLst/>
            <a:ahLst/>
            <a:rect l="0" t="0" r="r" b="b"/>
            <a:pathLst>
              <a:path w="240" h="256">
                <a:moveTo>
                  <a:pt x="0" y="134"/>
                </a:moveTo>
                <a:cubicBezTo>
                  <a:pt x="0" y="96"/>
                  <a:pt x="10" y="65"/>
                  <a:pt x="31" y="40"/>
                </a:cubicBezTo>
                <a:cubicBezTo>
                  <a:pt x="54" y="14"/>
                  <a:pt x="84" y="0"/>
                  <a:pt x="121" y="0"/>
                </a:cubicBezTo>
                <a:cubicBezTo>
                  <a:pt x="148" y="0"/>
                  <a:pt x="171" y="7"/>
                  <a:pt x="190" y="21"/>
                </a:cubicBezTo>
                <a:cubicBezTo>
                  <a:pt x="208" y="34"/>
                  <a:pt x="221" y="51"/>
                  <a:pt x="229" y="69"/>
                </a:cubicBezTo>
                <a:cubicBezTo>
                  <a:pt x="236" y="88"/>
                  <a:pt x="240" y="108"/>
                  <a:pt x="240" y="129"/>
                </a:cubicBezTo>
                <a:cubicBezTo>
                  <a:pt x="240" y="169"/>
                  <a:pt x="228" y="201"/>
                  <a:pt x="203" y="225"/>
                </a:cubicBezTo>
                <a:cubicBezTo>
                  <a:pt x="182" y="246"/>
                  <a:pt x="154" y="257"/>
                  <a:pt x="120" y="256"/>
                </a:cubicBezTo>
                <a:cubicBezTo>
                  <a:pt x="82" y="256"/>
                  <a:pt x="52" y="244"/>
                  <a:pt x="31" y="219"/>
                </a:cubicBezTo>
                <a:cubicBezTo>
                  <a:pt x="10" y="195"/>
                  <a:pt x="0" y="166"/>
                  <a:pt x="0" y="134"/>
                </a:cubicBezTo>
                <a:moveTo>
                  <a:pt x="112" y="20"/>
                </a:moveTo>
                <a:cubicBezTo>
                  <a:pt x="70" y="20"/>
                  <a:pt x="49" y="54"/>
                  <a:pt x="49" y="121"/>
                </a:cubicBezTo>
                <a:cubicBezTo>
                  <a:pt x="49" y="133"/>
                  <a:pt x="50" y="146"/>
                  <a:pt x="53" y="159"/>
                </a:cubicBezTo>
                <a:cubicBezTo>
                  <a:pt x="56" y="171"/>
                  <a:pt x="60" y="183"/>
                  <a:pt x="66" y="196"/>
                </a:cubicBezTo>
                <a:cubicBezTo>
                  <a:pt x="72" y="207"/>
                  <a:pt x="80" y="217"/>
                  <a:pt x="90" y="226"/>
                </a:cubicBezTo>
                <a:cubicBezTo>
                  <a:pt x="101" y="233"/>
                  <a:pt x="114" y="237"/>
                  <a:pt x="128" y="237"/>
                </a:cubicBezTo>
                <a:cubicBezTo>
                  <a:pt x="144" y="237"/>
                  <a:pt x="159" y="230"/>
                  <a:pt x="172" y="216"/>
                </a:cubicBezTo>
                <a:cubicBezTo>
                  <a:pt x="185" y="202"/>
                  <a:pt x="192" y="179"/>
                  <a:pt x="192" y="147"/>
                </a:cubicBezTo>
                <a:cubicBezTo>
                  <a:pt x="192" y="107"/>
                  <a:pt x="185" y="75"/>
                  <a:pt x="170" y="53"/>
                </a:cubicBezTo>
                <a:cubicBezTo>
                  <a:pt x="156" y="31"/>
                  <a:pt x="137" y="20"/>
                  <a:pt x="112" y="2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6568560" y="1855080"/>
            <a:ext cx="155880" cy="91080"/>
          </a:xfrm>
          <a:custGeom>
            <a:avLst/>
            <a:gdLst/>
            <a:ahLst/>
            <a:rect l="0" t="0" r="r" b="b"/>
            <a:pathLst>
              <a:path w="433" h="253">
                <a:moveTo>
                  <a:pt x="86" y="47"/>
                </a:moveTo>
                <a:cubicBezTo>
                  <a:pt x="86" y="52"/>
                  <a:pt x="88" y="53"/>
                  <a:pt x="90" y="49"/>
                </a:cubicBezTo>
                <a:cubicBezTo>
                  <a:pt x="91" y="48"/>
                  <a:pt x="91" y="48"/>
                  <a:pt x="92" y="47"/>
                </a:cubicBezTo>
                <a:cubicBezTo>
                  <a:pt x="121" y="17"/>
                  <a:pt x="150" y="1"/>
                  <a:pt x="179" y="1"/>
                </a:cubicBezTo>
                <a:cubicBezTo>
                  <a:pt x="193" y="1"/>
                  <a:pt x="205" y="5"/>
                  <a:pt x="216" y="14"/>
                </a:cubicBezTo>
                <a:cubicBezTo>
                  <a:pt x="226" y="21"/>
                  <a:pt x="233" y="31"/>
                  <a:pt x="236" y="44"/>
                </a:cubicBezTo>
                <a:cubicBezTo>
                  <a:pt x="237" y="47"/>
                  <a:pt x="239" y="47"/>
                  <a:pt x="242" y="44"/>
                </a:cubicBezTo>
                <a:cubicBezTo>
                  <a:pt x="251" y="33"/>
                  <a:pt x="262" y="25"/>
                  <a:pt x="273" y="19"/>
                </a:cubicBezTo>
                <a:cubicBezTo>
                  <a:pt x="284" y="12"/>
                  <a:pt x="295" y="8"/>
                  <a:pt x="306" y="5"/>
                </a:cubicBezTo>
                <a:cubicBezTo>
                  <a:pt x="316" y="3"/>
                  <a:pt x="326" y="1"/>
                  <a:pt x="336" y="1"/>
                </a:cubicBezTo>
                <a:cubicBezTo>
                  <a:pt x="359" y="1"/>
                  <a:pt x="375" y="9"/>
                  <a:pt x="382" y="25"/>
                </a:cubicBezTo>
                <a:cubicBezTo>
                  <a:pt x="391" y="40"/>
                  <a:pt x="395" y="63"/>
                  <a:pt x="395" y="92"/>
                </a:cubicBezTo>
                <a:lnTo>
                  <a:pt x="395" y="182"/>
                </a:lnTo>
                <a:cubicBezTo>
                  <a:pt x="395" y="205"/>
                  <a:pt x="397" y="219"/>
                  <a:pt x="401" y="225"/>
                </a:cubicBezTo>
                <a:cubicBezTo>
                  <a:pt x="405" y="230"/>
                  <a:pt x="415" y="233"/>
                  <a:pt x="431" y="234"/>
                </a:cubicBezTo>
                <a:cubicBezTo>
                  <a:pt x="432" y="236"/>
                  <a:pt x="433" y="239"/>
                  <a:pt x="433" y="243"/>
                </a:cubicBezTo>
                <a:cubicBezTo>
                  <a:pt x="433" y="248"/>
                  <a:pt x="432" y="251"/>
                  <a:pt x="431" y="253"/>
                </a:cubicBezTo>
                <a:cubicBezTo>
                  <a:pt x="399" y="252"/>
                  <a:pt x="379" y="252"/>
                  <a:pt x="372" y="252"/>
                </a:cubicBezTo>
                <a:cubicBezTo>
                  <a:pt x="366" y="252"/>
                  <a:pt x="346" y="252"/>
                  <a:pt x="314" y="253"/>
                </a:cubicBezTo>
                <a:cubicBezTo>
                  <a:pt x="313" y="251"/>
                  <a:pt x="312" y="248"/>
                  <a:pt x="312" y="243"/>
                </a:cubicBezTo>
                <a:cubicBezTo>
                  <a:pt x="312" y="239"/>
                  <a:pt x="313" y="236"/>
                  <a:pt x="314" y="234"/>
                </a:cubicBezTo>
                <a:cubicBezTo>
                  <a:pt x="330" y="233"/>
                  <a:pt x="340" y="230"/>
                  <a:pt x="343" y="224"/>
                </a:cubicBezTo>
                <a:cubicBezTo>
                  <a:pt x="347" y="219"/>
                  <a:pt x="349" y="205"/>
                  <a:pt x="349" y="182"/>
                </a:cubicBezTo>
                <a:lnTo>
                  <a:pt x="349" y="82"/>
                </a:lnTo>
                <a:cubicBezTo>
                  <a:pt x="349" y="63"/>
                  <a:pt x="347" y="50"/>
                  <a:pt x="341" y="43"/>
                </a:cubicBezTo>
                <a:cubicBezTo>
                  <a:pt x="335" y="35"/>
                  <a:pt x="327" y="31"/>
                  <a:pt x="316" y="31"/>
                </a:cubicBezTo>
                <a:cubicBezTo>
                  <a:pt x="288" y="31"/>
                  <a:pt x="263" y="44"/>
                  <a:pt x="240" y="69"/>
                </a:cubicBezTo>
                <a:cubicBezTo>
                  <a:pt x="241" y="73"/>
                  <a:pt x="241" y="81"/>
                  <a:pt x="241" y="92"/>
                </a:cubicBezTo>
                <a:lnTo>
                  <a:pt x="241" y="182"/>
                </a:lnTo>
                <a:cubicBezTo>
                  <a:pt x="241" y="205"/>
                  <a:pt x="243" y="219"/>
                  <a:pt x="246" y="225"/>
                </a:cubicBezTo>
                <a:cubicBezTo>
                  <a:pt x="250" y="230"/>
                  <a:pt x="259" y="233"/>
                  <a:pt x="274" y="234"/>
                </a:cubicBezTo>
                <a:cubicBezTo>
                  <a:pt x="276" y="236"/>
                  <a:pt x="276" y="239"/>
                  <a:pt x="276" y="244"/>
                </a:cubicBezTo>
                <a:cubicBezTo>
                  <a:pt x="276" y="249"/>
                  <a:pt x="276" y="252"/>
                  <a:pt x="274" y="253"/>
                </a:cubicBezTo>
                <a:cubicBezTo>
                  <a:pt x="242" y="252"/>
                  <a:pt x="223" y="252"/>
                  <a:pt x="219" y="252"/>
                </a:cubicBezTo>
                <a:cubicBezTo>
                  <a:pt x="211" y="252"/>
                  <a:pt x="192" y="252"/>
                  <a:pt x="160" y="253"/>
                </a:cubicBezTo>
                <a:cubicBezTo>
                  <a:pt x="159" y="252"/>
                  <a:pt x="158" y="249"/>
                  <a:pt x="158" y="244"/>
                </a:cubicBezTo>
                <a:cubicBezTo>
                  <a:pt x="158" y="240"/>
                  <a:pt x="159" y="236"/>
                  <a:pt x="160" y="234"/>
                </a:cubicBezTo>
                <a:cubicBezTo>
                  <a:pt x="176" y="233"/>
                  <a:pt x="186" y="230"/>
                  <a:pt x="189" y="225"/>
                </a:cubicBezTo>
                <a:cubicBezTo>
                  <a:pt x="193" y="219"/>
                  <a:pt x="196" y="205"/>
                  <a:pt x="196" y="182"/>
                </a:cubicBezTo>
                <a:lnTo>
                  <a:pt x="196" y="83"/>
                </a:lnTo>
                <a:cubicBezTo>
                  <a:pt x="196" y="48"/>
                  <a:pt x="183" y="31"/>
                  <a:pt x="158" y="31"/>
                </a:cubicBezTo>
                <a:cubicBezTo>
                  <a:pt x="140" y="31"/>
                  <a:pt x="119" y="43"/>
                  <a:pt x="96" y="65"/>
                </a:cubicBezTo>
                <a:cubicBezTo>
                  <a:pt x="90" y="72"/>
                  <a:pt x="86" y="80"/>
                  <a:pt x="86" y="89"/>
                </a:cubicBezTo>
                <a:lnTo>
                  <a:pt x="86" y="182"/>
                </a:lnTo>
                <a:cubicBezTo>
                  <a:pt x="86" y="198"/>
                  <a:pt x="87" y="210"/>
                  <a:pt x="89" y="217"/>
                </a:cubicBezTo>
                <a:cubicBezTo>
                  <a:pt x="91" y="223"/>
                  <a:pt x="94" y="228"/>
                  <a:pt x="99" y="230"/>
                </a:cubicBezTo>
                <a:cubicBezTo>
                  <a:pt x="103" y="232"/>
                  <a:pt x="110" y="233"/>
                  <a:pt x="121" y="234"/>
                </a:cubicBezTo>
                <a:cubicBezTo>
                  <a:pt x="123" y="236"/>
                  <a:pt x="123" y="239"/>
                  <a:pt x="123" y="243"/>
                </a:cubicBezTo>
                <a:cubicBezTo>
                  <a:pt x="123" y="248"/>
                  <a:pt x="123" y="251"/>
                  <a:pt x="121" y="253"/>
                </a:cubicBezTo>
                <a:cubicBezTo>
                  <a:pt x="89" y="252"/>
                  <a:pt x="70" y="252"/>
                  <a:pt x="64" y="252"/>
                </a:cubicBezTo>
                <a:cubicBezTo>
                  <a:pt x="54" y="252"/>
                  <a:pt x="34" y="252"/>
                  <a:pt x="3" y="253"/>
                </a:cubicBezTo>
                <a:cubicBezTo>
                  <a:pt x="1" y="252"/>
                  <a:pt x="0" y="249"/>
                  <a:pt x="0" y="244"/>
                </a:cubicBezTo>
                <a:cubicBezTo>
                  <a:pt x="0" y="240"/>
                  <a:pt x="1" y="236"/>
                  <a:pt x="3" y="234"/>
                </a:cubicBezTo>
                <a:cubicBezTo>
                  <a:pt x="20" y="233"/>
                  <a:pt x="30" y="230"/>
                  <a:pt x="35" y="224"/>
                </a:cubicBezTo>
                <a:cubicBezTo>
                  <a:pt x="39" y="219"/>
                  <a:pt x="42" y="205"/>
                  <a:pt x="42" y="182"/>
                </a:cubicBezTo>
                <a:lnTo>
                  <a:pt x="42" y="71"/>
                </a:lnTo>
                <a:cubicBezTo>
                  <a:pt x="42" y="55"/>
                  <a:pt x="39" y="45"/>
                  <a:pt x="35" y="41"/>
                </a:cubicBezTo>
                <a:cubicBezTo>
                  <a:pt x="31" y="37"/>
                  <a:pt x="20" y="34"/>
                  <a:pt x="4" y="33"/>
                </a:cubicBezTo>
                <a:cubicBezTo>
                  <a:pt x="2" y="26"/>
                  <a:pt x="2" y="20"/>
                  <a:pt x="3" y="16"/>
                </a:cubicBezTo>
                <a:cubicBezTo>
                  <a:pt x="33" y="12"/>
                  <a:pt x="57" y="7"/>
                  <a:pt x="75" y="0"/>
                </a:cubicBezTo>
                <a:cubicBezTo>
                  <a:pt x="78" y="0"/>
                  <a:pt x="80" y="1"/>
                  <a:pt x="82" y="4"/>
                </a:cubicBezTo>
                <a:cubicBezTo>
                  <a:pt x="85" y="11"/>
                  <a:pt x="86" y="25"/>
                  <a:pt x="86" y="47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6153120" y="2112120"/>
            <a:ext cx="61920" cy="92520"/>
          </a:xfrm>
          <a:custGeom>
            <a:avLst/>
            <a:gdLst/>
            <a:ahLst/>
            <a:rect l="0" t="0" r="r" b="b"/>
            <a:pathLst>
              <a:path w="172" h="257">
                <a:moveTo>
                  <a:pt x="0" y="172"/>
                </a:moveTo>
                <a:cubicBezTo>
                  <a:pt x="2" y="170"/>
                  <a:pt x="4" y="170"/>
                  <a:pt x="9" y="170"/>
                </a:cubicBezTo>
                <a:cubicBezTo>
                  <a:pt x="13" y="170"/>
                  <a:pt x="16" y="170"/>
                  <a:pt x="18" y="172"/>
                </a:cubicBezTo>
                <a:cubicBezTo>
                  <a:pt x="24" y="199"/>
                  <a:pt x="31" y="216"/>
                  <a:pt x="40" y="224"/>
                </a:cubicBezTo>
                <a:cubicBezTo>
                  <a:pt x="48" y="234"/>
                  <a:pt x="62" y="238"/>
                  <a:pt x="80" y="238"/>
                </a:cubicBezTo>
                <a:cubicBezTo>
                  <a:pt x="92" y="238"/>
                  <a:pt x="103" y="235"/>
                  <a:pt x="113" y="228"/>
                </a:cubicBezTo>
                <a:cubicBezTo>
                  <a:pt x="123" y="221"/>
                  <a:pt x="129" y="211"/>
                  <a:pt x="129" y="198"/>
                </a:cubicBezTo>
                <a:cubicBezTo>
                  <a:pt x="129" y="186"/>
                  <a:pt x="125" y="176"/>
                  <a:pt x="117" y="168"/>
                </a:cubicBezTo>
                <a:cubicBezTo>
                  <a:pt x="109" y="160"/>
                  <a:pt x="94" y="152"/>
                  <a:pt x="71" y="142"/>
                </a:cubicBezTo>
                <a:cubicBezTo>
                  <a:pt x="48" y="133"/>
                  <a:pt x="31" y="123"/>
                  <a:pt x="22" y="112"/>
                </a:cubicBezTo>
                <a:cubicBezTo>
                  <a:pt x="12" y="101"/>
                  <a:pt x="8" y="85"/>
                  <a:pt x="8" y="64"/>
                </a:cubicBezTo>
                <a:cubicBezTo>
                  <a:pt x="8" y="46"/>
                  <a:pt x="16" y="31"/>
                  <a:pt x="32" y="19"/>
                </a:cubicBezTo>
                <a:cubicBezTo>
                  <a:pt x="47" y="7"/>
                  <a:pt x="66" y="0"/>
                  <a:pt x="89" y="0"/>
                </a:cubicBezTo>
                <a:cubicBezTo>
                  <a:pt x="97" y="0"/>
                  <a:pt x="106" y="1"/>
                  <a:pt x="115" y="3"/>
                </a:cubicBezTo>
                <a:cubicBezTo>
                  <a:pt x="124" y="4"/>
                  <a:pt x="134" y="6"/>
                  <a:pt x="144" y="8"/>
                </a:cubicBezTo>
                <a:cubicBezTo>
                  <a:pt x="154" y="10"/>
                  <a:pt x="161" y="11"/>
                  <a:pt x="163" y="11"/>
                </a:cubicBezTo>
                <a:cubicBezTo>
                  <a:pt x="163" y="16"/>
                  <a:pt x="162" y="26"/>
                  <a:pt x="161" y="40"/>
                </a:cubicBezTo>
                <a:cubicBezTo>
                  <a:pt x="160" y="54"/>
                  <a:pt x="159" y="64"/>
                  <a:pt x="159" y="72"/>
                </a:cubicBezTo>
                <a:cubicBezTo>
                  <a:pt x="158" y="74"/>
                  <a:pt x="155" y="75"/>
                  <a:pt x="150" y="75"/>
                </a:cubicBezTo>
                <a:cubicBezTo>
                  <a:pt x="146" y="75"/>
                  <a:pt x="143" y="74"/>
                  <a:pt x="142" y="73"/>
                </a:cubicBezTo>
                <a:cubicBezTo>
                  <a:pt x="140" y="62"/>
                  <a:pt x="136" y="52"/>
                  <a:pt x="132" y="44"/>
                </a:cubicBezTo>
                <a:cubicBezTo>
                  <a:pt x="127" y="37"/>
                  <a:pt x="122" y="31"/>
                  <a:pt x="116" y="28"/>
                </a:cubicBezTo>
                <a:cubicBezTo>
                  <a:pt x="111" y="25"/>
                  <a:pt x="106" y="22"/>
                  <a:pt x="101" y="21"/>
                </a:cubicBezTo>
                <a:cubicBezTo>
                  <a:pt x="97" y="20"/>
                  <a:pt x="93" y="20"/>
                  <a:pt x="89" y="20"/>
                </a:cubicBezTo>
                <a:cubicBezTo>
                  <a:pt x="78" y="20"/>
                  <a:pt x="69" y="23"/>
                  <a:pt x="61" y="30"/>
                </a:cubicBezTo>
                <a:cubicBezTo>
                  <a:pt x="53" y="36"/>
                  <a:pt x="49" y="45"/>
                  <a:pt x="49" y="56"/>
                </a:cubicBezTo>
                <a:cubicBezTo>
                  <a:pt x="49" y="62"/>
                  <a:pt x="50" y="68"/>
                  <a:pt x="52" y="73"/>
                </a:cubicBezTo>
                <a:cubicBezTo>
                  <a:pt x="54" y="77"/>
                  <a:pt x="56" y="81"/>
                  <a:pt x="58" y="84"/>
                </a:cubicBezTo>
                <a:cubicBezTo>
                  <a:pt x="60" y="87"/>
                  <a:pt x="64" y="91"/>
                  <a:pt x="70" y="94"/>
                </a:cubicBezTo>
                <a:cubicBezTo>
                  <a:pt x="76" y="97"/>
                  <a:pt x="81" y="100"/>
                  <a:pt x="86" y="101"/>
                </a:cubicBezTo>
                <a:cubicBezTo>
                  <a:pt x="90" y="103"/>
                  <a:pt x="96" y="105"/>
                  <a:pt x="106" y="109"/>
                </a:cubicBezTo>
                <a:cubicBezTo>
                  <a:pt x="150" y="126"/>
                  <a:pt x="172" y="151"/>
                  <a:pt x="172" y="185"/>
                </a:cubicBezTo>
                <a:cubicBezTo>
                  <a:pt x="172" y="199"/>
                  <a:pt x="169" y="210"/>
                  <a:pt x="162" y="220"/>
                </a:cubicBezTo>
                <a:cubicBezTo>
                  <a:pt x="156" y="230"/>
                  <a:pt x="148" y="238"/>
                  <a:pt x="139" y="243"/>
                </a:cubicBezTo>
                <a:cubicBezTo>
                  <a:pt x="129" y="248"/>
                  <a:pt x="119" y="251"/>
                  <a:pt x="109" y="254"/>
                </a:cubicBezTo>
                <a:cubicBezTo>
                  <a:pt x="100" y="255"/>
                  <a:pt x="90" y="257"/>
                  <a:pt x="82" y="257"/>
                </a:cubicBezTo>
                <a:cubicBezTo>
                  <a:pt x="63" y="257"/>
                  <a:pt x="45" y="254"/>
                  <a:pt x="29" y="250"/>
                </a:cubicBezTo>
                <a:cubicBezTo>
                  <a:pt x="27" y="250"/>
                  <a:pt x="23" y="250"/>
                  <a:pt x="18" y="250"/>
                </a:cubicBezTo>
                <a:cubicBezTo>
                  <a:pt x="14" y="250"/>
                  <a:pt x="10" y="250"/>
                  <a:pt x="4" y="251"/>
                </a:cubicBezTo>
                <a:cubicBezTo>
                  <a:pt x="4" y="231"/>
                  <a:pt x="3" y="205"/>
                  <a:pt x="0" y="172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6230880" y="2112840"/>
            <a:ext cx="75960" cy="91800"/>
          </a:xfrm>
          <a:custGeom>
            <a:avLst/>
            <a:gdLst/>
            <a:ahLst/>
            <a:rect l="0" t="0" r="r" b="b"/>
            <a:pathLst>
              <a:path w="211" h="255">
                <a:moveTo>
                  <a:pt x="153" y="86"/>
                </a:moveTo>
                <a:cubicBezTo>
                  <a:pt x="159" y="86"/>
                  <a:pt x="161" y="84"/>
                  <a:pt x="161" y="78"/>
                </a:cubicBezTo>
                <a:cubicBezTo>
                  <a:pt x="161" y="57"/>
                  <a:pt x="156" y="42"/>
                  <a:pt x="147" y="32"/>
                </a:cubicBezTo>
                <a:cubicBezTo>
                  <a:pt x="138" y="23"/>
                  <a:pt x="127" y="18"/>
                  <a:pt x="114" y="18"/>
                </a:cubicBezTo>
                <a:cubicBezTo>
                  <a:pt x="109" y="18"/>
                  <a:pt x="104" y="19"/>
                  <a:pt x="99" y="21"/>
                </a:cubicBezTo>
                <a:cubicBezTo>
                  <a:pt x="94" y="22"/>
                  <a:pt x="88" y="25"/>
                  <a:pt x="81" y="29"/>
                </a:cubicBezTo>
                <a:cubicBezTo>
                  <a:pt x="74" y="33"/>
                  <a:pt x="68" y="41"/>
                  <a:pt x="62" y="51"/>
                </a:cubicBezTo>
                <a:cubicBezTo>
                  <a:pt x="56" y="61"/>
                  <a:pt x="52" y="74"/>
                  <a:pt x="49" y="88"/>
                </a:cubicBezTo>
                <a:lnTo>
                  <a:pt x="153" y="86"/>
                </a:lnTo>
                <a:moveTo>
                  <a:pt x="211" y="205"/>
                </a:moveTo>
                <a:cubicBezTo>
                  <a:pt x="186" y="238"/>
                  <a:pt x="153" y="255"/>
                  <a:pt x="114" y="255"/>
                </a:cubicBezTo>
                <a:cubicBezTo>
                  <a:pt x="76" y="255"/>
                  <a:pt x="47" y="243"/>
                  <a:pt x="26" y="218"/>
                </a:cubicBezTo>
                <a:cubicBezTo>
                  <a:pt x="9" y="198"/>
                  <a:pt x="0" y="170"/>
                  <a:pt x="0" y="134"/>
                </a:cubicBezTo>
                <a:cubicBezTo>
                  <a:pt x="0" y="93"/>
                  <a:pt x="12" y="61"/>
                  <a:pt x="36" y="37"/>
                </a:cubicBezTo>
                <a:cubicBezTo>
                  <a:pt x="60" y="12"/>
                  <a:pt x="86" y="0"/>
                  <a:pt x="114" y="0"/>
                </a:cubicBezTo>
                <a:cubicBezTo>
                  <a:pt x="178" y="0"/>
                  <a:pt x="210" y="33"/>
                  <a:pt x="210" y="99"/>
                </a:cubicBezTo>
                <a:cubicBezTo>
                  <a:pt x="210" y="105"/>
                  <a:pt x="207" y="108"/>
                  <a:pt x="199" y="108"/>
                </a:cubicBezTo>
                <a:lnTo>
                  <a:pt x="48" y="108"/>
                </a:lnTo>
                <a:cubicBezTo>
                  <a:pt x="48" y="140"/>
                  <a:pt x="54" y="166"/>
                  <a:pt x="66" y="186"/>
                </a:cubicBezTo>
                <a:cubicBezTo>
                  <a:pt x="83" y="213"/>
                  <a:pt x="103" y="227"/>
                  <a:pt x="129" y="227"/>
                </a:cubicBezTo>
                <a:cubicBezTo>
                  <a:pt x="144" y="227"/>
                  <a:pt x="157" y="225"/>
                  <a:pt x="167" y="220"/>
                </a:cubicBezTo>
                <a:cubicBezTo>
                  <a:pt x="177" y="215"/>
                  <a:pt x="188" y="207"/>
                  <a:pt x="199" y="196"/>
                </a:cubicBezTo>
                <a:cubicBezTo>
                  <a:pt x="206" y="197"/>
                  <a:pt x="209" y="200"/>
                  <a:pt x="211" y="20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6318720" y="2059200"/>
            <a:ext cx="47880" cy="143640"/>
          </a:xfrm>
          <a:custGeom>
            <a:avLst/>
            <a:gdLst/>
            <a:ahLst/>
            <a:rect l="0" t="0" r="r" b="b"/>
            <a:pathLst>
              <a:path w="133" h="399">
                <a:moveTo>
                  <a:pt x="44" y="79"/>
                </a:moveTo>
                <a:cubicBezTo>
                  <a:pt x="44" y="67"/>
                  <a:pt x="44" y="58"/>
                  <a:pt x="43" y="52"/>
                </a:cubicBezTo>
                <a:cubicBezTo>
                  <a:pt x="42" y="46"/>
                  <a:pt x="40" y="41"/>
                  <a:pt x="36" y="38"/>
                </a:cubicBezTo>
                <a:cubicBezTo>
                  <a:pt x="32" y="35"/>
                  <a:pt x="28" y="34"/>
                  <a:pt x="26" y="34"/>
                </a:cubicBezTo>
                <a:cubicBezTo>
                  <a:pt x="24" y="34"/>
                  <a:pt x="18" y="33"/>
                  <a:pt x="7" y="32"/>
                </a:cubicBezTo>
                <a:cubicBezTo>
                  <a:pt x="3" y="28"/>
                  <a:pt x="1" y="23"/>
                  <a:pt x="3" y="15"/>
                </a:cubicBezTo>
                <a:cubicBezTo>
                  <a:pt x="37" y="13"/>
                  <a:pt x="64" y="8"/>
                  <a:pt x="83" y="0"/>
                </a:cubicBezTo>
                <a:cubicBezTo>
                  <a:pt x="88" y="0"/>
                  <a:pt x="91" y="2"/>
                  <a:pt x="91" y="6"/>
                </a:cubicBezTo>
                <a:cubicBezTo>
                  <a:pt x="90" y="21"/>
                  <a:pt x="89" y="41"/>
                  <a:pt x="89" y="65"/>
                </a:cubicBezTo>
                <a:lnTo>
                  <a:pt x="89" y="328"/>
                </a:lnTo>
                <a:cubicBezTo>
                  <a:pt x="89" y="351"/>
                  <a:pt x="91" y="366"/>
                  <a:pt x="96" y="371"/>
                </a:cubicBezTo>
                <a:cubicBezTo>
                  <a:pt x="101" y="376"/>
                  <a:pt x="112" y="380"/>
                  <a:pt x="130" y="381"/>
                </a:cubicBezTo>
                <a:cubicBezTo>
                  <a:pt x="132" y="383"/>
                  <a:pt x="133" y="386"/>
                  <a:pt x="133" y="391"/>
                </a:cubicBezTo>
                <a:cubicBezTo>
                  <a:pt x="133" y="395"/>
                  <a:pt x="132" y="398"/>
                  <a:pt x="130" y="399"/>
                </a:cubicBezTo>
                <a:cubicBezTo>
                  <a:pt x="98" y="398"/>
                  <a:pt x="76" y="398"/>
                  <a:pt x="67" y="398"/>
                </a:cubicBezTo>
                <a:cubicBezTo>
                  <a:pt x="56" y="398"/>
                  <a:pt x="34" y="398"/>
                  <a:pt x="3" y="399"/>
                </a:cubicBezTo>
                <a:cubicBezTo>
                  <a:pt x="1" y="398"/>
                  <a:pt x="0" y="395"/>
                  <a:pt x="0" y="391"/>
                </a:cubicBezTo>
                <a:cubicBezTo>
                  <a:pt x="0" y="386"/>
                  <a:pt x="1" y="383"/>
                  <a:pt x="3" y="381"/>
                </a:cubicBezTo>
                <a:cubicBezTo>
                  <a:pt x="21" y="380"/>
                  <a:pt x="32" y="377"/>
                  <a:pt x="37" y="371"/>
                </a:cubicBezTo>
                <a:cubicBezTo>
                  <a:pt x="42" y="366"/>
                  <a:pt x="44" y="351"/>
                  <a:pt x="44" y="328"/>
                </a:cubicBezTo>
                <a:lnTo>
                  <a:pt x="44" y="7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6377040" y="2112840"/>
            <a:ext cx="75600" cy="91800"/>
          </a:xfrm>
          <a:custGeom>
            <a:avLst/>
            <a:gdLst/>
            <a:ahLst/>
            <a:rect l="0" t="0" r="r" b="b"/>
            <a:pathLst>
              <a:path w="210" h="255">
                <a:moveTo>
                  <a:pt x="152" y="86"/>
                </a:moveTo>
                <a:cubicBezTo>
                  <a:pt x="158" y="86"/>
                  <a:pt x="161" y="84"/>
                  <a:pt x="160" y="78"/>
                </a:cubicBezTo>
                <a:cubicBezTo>
                  <a:pt x="160" y="57"/>
                  <a:pt x="156" y="42"/>
                  <a:pt x="146" y="32"/>
                </a:cubicBezTo>
                <a:cubicBezTo>
                  <a:pt x="137" y="23"/>
                  <a:pt x="126" y="18"/>
                  <a:pt x="113" y="18"/>
                </a:cubicBezTo>
                <a:cubicBezTo>
                  <a:pt x="108" y="18"/>
                  <a:pt x="103" y="19"/>
                  <a:pt x="98" y="21"/>
                </a:cubicBezTo>
                <a:cubicBezTo>
                  <a:pt x="93" y="22"/>
                  <a:pt x="87" y="25"/>
                  <a:pt x="80" y="29"/>
                </a:cubicBezTo>
                <a:cubicBezTo>
                  <a:pt x="74" y="33"/>
                  <a:pt x="67" y="41"/>
                  <a:pt x="61" y="51"/>
                </a:cubicBezTo>
                <a:cubicBezTo>
                  <a:pt x="55" y="61"/>
                  <a:pt x="51" y="74"/>
                  <a:pt x="49" y="88"/>
                </a:cubicBezTo>
                <a:lnTo>
                  <a:pt x="152" y="86"/>
                </a:lnTo>
                <a:moveTo>
                  <a:pt x="210" y="205"/>
                </a:moveTo>
                <a:cubicBezTo>
                  <a:pt x="185" y="238"/>
                  <a:pt x="153" y="255"/>
                  <a:pt x="113" y="255"/>
                </a:cubicBezTo>
                <a:cubicBezTo>
                  <a:pt x="75" y="255"/>
                  <a:pt x="46" y="243"/>
                  <a:pt x="26" y="218"/>
                </a:cubicBezTo>
                <a:cubicBezTo>
                  <a:pt x="8" y="198"/>
                  <a:pt x="0" y="170"/>
                  <a:pt x="0" y="134"/>
                </a:cubicBezTo>
                <a:cubicBezTo>
                  <a:pt x="0" y="93"/>
                  <a:pt x="11" y="61"/>
                  <a:pt x="36" y="37"/>
                </a:cubicBezTo>
                <a:cubicBezTo>
                  <a:pt x="60" y="12"/>
                  <a:pt x="86" y="0"/>
                  <a:pt x="113" y="0"/>
                </a:cubicBezTo>
                <a:cubicBezTo>
                  <a:pt x="177" y="0"/>
                  <a:pt x="209" y="33"/>
                  <a:pt x="209" y="99"/>
                </a:cubicBezTo>
                <a:cubicBezTo>
                  <a:pt x="209" y="105"/>
                  <a:pt x="206" y="108"/>
                  <a:pt x="199" y="108"/>
                </a:cubicBezTo>
                <a:lnTo>
                  <a:pt x="47" y="108"/>
                </a:lnTo>
                <a:cubicBezTo>
                  <a:pt x="47" y="140"/>
                  <a:pt x="53" y="166"/>
                  <a:pt x="65" y="186"/>
                </a:cubicBezTo>
                <a:cubicBezTo>
                  <a:pt x="82" y="213"/>
                  <a:pt x="103" y="227"/>
                  <a:pt x="128" y="227"/>
                </a:cubicBezTo>
                <a:cubicBezTo>
                  <a:pt x="144" y="227"/>
                  <a:pt x="157" y="225"/>
                  <a:pt x="166" y="220"/>
                </a:cubicBezTo>
                <a:cubicBezTo>
                  <a:pt x="177" y="215"/>
                  <a:pt x="187" y="207"/>
                  <a:pt x="199" y="196"/>
                </a:cubicBezTo>
                <a:cubicBezTo>
                  <a:pt x="205" y="197"/>
                  <a:pt x="209" y="200"/>
                  <a:pt x="210" y="20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6469920" y="2112120"/>
            <a:ext cx="73800" cy="92520"/>
          </a:xfrm>
          <a:custGeom>
            <a:avLst/>
            <a:gdLst/>
            <a:ahLst/>
            <a:rect l="0" t="0" r="r" b="b"/>
            <a:pathLst>
              <a:path w="205" h="257">
                <a:moveTo>
                  <a:pt x="163" y="245"/>
                </a:moveTo>
                <a:cubicBezTo>
                  <a:pt x="149" y="253"/>
                  <a:pt x="132" y="257"/>
                  <a:pt x="112" y="257"/>
                </a:cubicBezTo>
                <a:cubicBezTo>
                  <a:pt x="77" y="257"/>
                  <a:pt x="49" y="245"/>
                  <a:pt x="29" y="223"/>
                </a:cubicBezTo>
                <a:cubicBezTo>
                  <a:pt x="10" y="200"/>
                  <a:pt x="0" y="170"/>
                  <a:pt x="0" y="133"/>
                </a:cubicBezTo>
                <a:cubicBezTo>
                  <a:pt x="0" y="94"/>
                  <a:pt x="12" y="63"/>
                  <a:pt x="35" y="38"/>
                </a:cubicBezTo>
                <a:cubicBezTo>
                  <a:pt x="60" y="13"/>
                  <a:pt x="87" y="0"/>
                  <a:pt x="117" y="0"/>
                </a:cubicBezTo>
                <a:cubicBezTo>
                  <a:pt x="144" y="0"/>
                  <a:pt x="165" y="6"/>
                  <a:pt x="180" y="16"/>
                </a:cubicBezTo>
                <a:cubicBezTo>
                  <a:pt x="196" y="26"/>
                  <a:pt x="204" y="39"/>
                  <a:pt x="204" y="55"/>
                </a:cubicBezTo>
                <a:cubicBezTo>
                  <a:pt x="204" y="63"/>
                  <a:pt x="201" y="69"/>
                  <a:pt x="195" y="74"/>
                </a:cubicBezTo>
                <a:cubicBezTo>
                  <a:pt x="189" y="78"/>
                  <a:pt x="183" y="80"/>
                  <a:pt x="176" y="80"/>
                </a:cubicBezTo>
                <a:cubicBezTo>
                  <a:pt x="163" y="80"/>
                  <a:pt x="156" y="74"/>
                  <a:pt x="155" y="60"/>
                </a:cubicBezTo>
                <a:cubicBezTo>
                  <a:pt x="154" y="51"/>
                  <a:pt x="152" y="44"/>
                  <a:pt x="150" y="40"/>
                </a:cubicBezTo>
                <a:cubicBezTo>
                  <a:pt x="149" y="35"/>
                  <a:pt x="145" y="31"/>
                  <a:pt x="139" y="27"/>
                </a:cubicBezTo>
                <a:cubicBezTo>
                  <a:pt x="133" y="22"/>
                  <a:pt x="125" y="20"/>
                  <a:pt x="114" y="20"/>
                </a:cubicBezTo>
                <a:cubicBezTo>
                  <a:pt x="95" y="20"/>
                  <a:pt x="79" y="29"/>
                  <a:pt x="67" y="47"/>
                </a:cubicBezTo>
                <a:cubicBezTo>
                  <a:pt x="55" y="65"/>
                  <a:pt x="49" y="89"/>
                  <a:pt x="49" y="120"/>
                </a:cubicBezTo>
                <a:cubicBezTo>
                  <a:pt x="49" y="153"/>
                  <a:pt x="56" y="179"/>
                  <a:pt x="71" y="199"/>
                </a:cubicBezTo>
                <a:cubicBezTo>
                  <a:pt x="86" y="219"/>
                  <a:pt x="104" y="229"/>
                  <a:pt x="125" y="229"/>
                </a:cubicBezTo>
                <a:cubicBezTo>
                  <a:pt x="152" y="229"/>
                  <a:pt x="174" y="216"/>
                  <a:pt x="194" y="191"/>
                </a:cubicBezTo>
                <a:cubicBezTo>
                  <a:pt x="200" y="192"/>
                  <a:pt x="204" y="195"/>
                  <a:pt x="205" y="200"/>
                </a:cubicBezTo>
                <a:cubicBezTo>
                  <a:pt x="192" y="222"/>
                  <a:pt x="178" y="237"/>
                  <a:pt x="163" y="24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6554880" y="2082960"/>
            <a:ext cx="56880" cy="121680"/>
          </a:xfrm>
          <a:custGeom>
            <a:avLst/>
            <a:gdLst/>
            <a:ahLst/>
            <a:rect l="0" t="0" r="r" b="b"/>
            <a:pathLst>
              <a:path w="158" h="338">
                <a:moveTo>
                  <a:pt x="37" y="88"/>
                </a:moveTo>
                <a:lnTo>
                  <a:pt x="37" y="58"/>
                </a:lnTo>
                <a:cubicBezTo>
                  <a:pt x="37" y="49"/>
                  <a:pt x="37" y="43"/>
                  <a:pt x="37" y="39"/>
                </a:cubicBezTo>
                <a:cubicBezTo>
                  <a:pt x="37" y="35"/>
                  <a:pt x="36" y="32"/>
                  <a:pt x="36" y="30"/>
                </a:cubicBezTo>
                <a:lnTo>
                  <a:pt x="36" y="25"/>
                </a:lnTo>
                <a:lnTo>
                  <a:pt x="36" y="22"/>
                </a:lnTo>
                <a:cubicBezTo>
                  <a:pt x="36" y="20"/>
                  <a:pt x="37" y="19"/>
                  <a:pt x="38" y="18"/>
                </a:cubicBezTo>
                <a:cubicBezTo>
                  <a:pt x="40" y="17"/>
                  <a:pt x="41" y="16"/>
                  <a:pt x="43" y="15"/>
                </a:cubicBezTo>
                <a:cubicBezTo>
                  <a:pt x="44" y="15"/>
                  <a:pt x="47" y="14"/>
                  <a:pt x="50" y="13"/>
                </a:cubicBezTo>
                <a:cubicBezTo>
                  <a:pt x="53" y="12"/>
                  <a:pt x="55" y="11"/>
                  <a:pt x="57" y="11"/>
                </a:cubicBezTo>
                <a:cubicBezTo>
                  <a:pt x="59" y="10"/>
                  <a:pt x="62" y="8"/>
                  <a:pt x="66" y="6"/>
                </a:cubicBezTo>
                <a:cubicBezTo>
                  <a:pt x="69" y="4"/>
                  <a:pt x="72" y="3"/>
                  <a:pt x="75" y="2"/>
                </a:cubicBezTo>
                <a:cubicBezTo>
                  <a:pt x="77" y="1"/>
                  <a:pt x="79" y="0"/>
                  <a:pt x="80" y="0"/>
                </a:cubicBezTo>
                <a:cubicBezTo>
                  <a:pt x="83" y="0"/>
                  <a:pt x="85" y="2"/>
                  <a:pt x="85" y="5"/>
                </a:cubicBezTo>
                <a:cubicBezTo>
                  <a:pt x="83" y="20"/>
                  <a:pt x="83" y="40"/>
                  <a:pt x="83" y="65"/>
                </a:cubicBezTo>
                <a:lnTo>
                  <a:pt x="83" y="88"/>
                </a:lnTo>
                <a:lnTo>
                  <a:pt x="151" y="88"/>
                </a:lnTo>
                <a:cubicBezTo>
                  <a:pt x="154" y="88"/>
                  <a:pt x="156" y="89"/>
                  <a:pt x="156" y="91"/>
                </a:cubicBezTo>
                <a:lnTo>
                  <a:pt x="156" y="102"/>
                </a:lnTo>
                <a:cubicBezTo>
                  <a:pt x="156" y="107"/>
                  <a:pt x="151" y="110"/>
                  <a:pt x="142" y="110"/>
                </a:cubicBezTo>
                <a:lnTo>
                  <a:pt x="83" y="110"/>
                </a:lnTo>
                <a:lnTo>
                  <a:pt x="83" y="254"/>
                </a:lnTo>
                <a:cubicBezTo>
                  <a:pt x="83" y="272"/>
                  <a:pt x="84" y="286"/>
                  <a:pt x="87" y="295"/>
                </a:cubicBezTo>
                <a:cubicBezTo>
                  <a:pt x="89" y="303"/>
                  <a:pt x="94" y="307"/>
                  <a:pt x="101" y="307"/>
                </a:cubicBezTo>
                <a:cubicBezTo>
                  <a:pt x="118" y="307"/>
                  <a:pt x="134" y="301"/>
                  <a:pt x="148" y="291"/>
                </a:cubicBezTo>
                <a:cubicBezTo>
                  <a:pt x="154" y="291"/>
                  <a:pt x="157" y="294"/>
                  <a:pt x="158" y="300"/>
                </a:cubicBezTo>
                <a:cubicBezTo>
                  <a:pt x="135" y="325"/>
                  <a:pt x="110" y="338"/>
                  <a:pt x="81" y="338"/>
                </a:cubicBezTo>
                <a:cubicBezTo>
                  <a:pt x="52" y="338"/>
                  <a:pt x="37" y="319"/>
                  <a:pt x="37" y="281"/>
                </a:cubicBezTo>
                <a:lnTo>
                  <a:pt x="37" y="110"/>
                </a:lnTo>
                <a:lnTo>
                  <a:pt x="3" y="110"/>
                </a:lnTo>
                <a:cubicBezTo>
                  <a:pt x="1" y="110"/>
                  <a:pt x="0" y="109"/>
                  <a:pt x="0" y="106"/>
                </a:cubicBezTo>
                <a:lnTo>
                  <a:pt x="0" y="98"/>
                </a:lnTo>
                <a:cubicBezTo>
                  <a:pt x="0" y="91"/>
                  <a:pt x="4" y="88"/>
                  <a:pt x="11" y="88"/>
                </a:cubicBezTo>
                <a:lnTo>
                  <a:pt x="37" y="88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6620040" y="2069640"/>
            <a:ext cx="47880" cy="133200"/>
          </a:xfrm>
          <a:custGeom>
            <a:avLst/>
            <a:gdLst/>
            <a:ahLst/>
            <a:rect l="0" t="0" r="r" b="b"/>
            <a:pathLst>
              <a:path w="133" h="370">
                <a:moveTo>
                  <a:pt x="46" y="9"/>
                </a:moveTo>
                <a:cubicBezTo>
                  <a:pt x="53" y="3"/>
                  <a:pt x="60" y="0"/>
                  <a:pt x="66" y="0"/>
                </a:cubicBezTo>
                <a:cubicBezTo>
                  <a:pt x="74" y="0"/>
                  <a:pt x="80" y="4"/>
                  <a:pt x="86" y="10"/>
                </a:cubicBezTo>
                <a:cubicBezTo>
                  <a:pt x="91" y="16"/>
                  <a:pt x="94" y="23"/>
                  <a:pt x="94" y="29"/>
                </a:cubicBezTo>
                <a:cubicBezTo>
                  <a:pt x="94" y="36"/>
                  <a:pt x="91" y="42"/>
                  <a:pt x="85" y="49"/>
                </a:cubicBezTo>
                <a:cubicBezTo>
                  <a:pt x="79" y="54"/>
                  <a:pt x="72" y="57"/>
                  <a:pt x="65" y="57"/>
                </a:cubicBezTo>
                <a:cubicBezTo>
                  <a:pt x="58" y="57"/>
                  <a:pt x="51" y="54"/>
                  <a:pt x="46" y="48"/>
                </a:cubicBezTo>
                <a:cubicBezTo>
                  <a:pt x="40" y="42"/>
                  <a:pt x="37" y="35"/>
                  <a:pt x="37" y="27"/>
                </a:cubicBezTo>
                <a:cubicBezTo>
                  <a:pt x="37" y="20"/>
                  <a:pt x="40" y="14"/>
                  <a:pt x="46" y="9"/>
                </a:cubicBezTo>
                <a:moveTo>
                  <a:pt x="89" y="299"/>
                </a:moveTo>
                <a:cubicBezTo>
                  <a:pt x="89" y="322"/>
                  <a:pt x="91" y="337"/>
                  <a:pt x="96" y="342"/>
                </a:cubicBezTo>
                <a:cubicBezTo>
                  <a:pt x="100" y="347"/>
                  <a:pt x="112" y="351"/>
                  <a:pt x="130" y="352"/>
                </a:cubicBezTo>
                <a:cubicBezTo>
                  <a:pt x="132" y="354"/>
                  <a:pt x="133" y="357"/>
                  <a:pt x="133" y="362"/>
                </a:cubicBezTo>
                <a:cubicBezTo>
                  <a:pt x="133" y="366"/>
                  <a:pt x="132" y="369"/>
                  <a:pt x="130" y="370"/>
                </a:cubicBezTo>
                <a:cubicBezTo>
                  <a:pt x="97" y="369"/>
                  <a:pt x="76" y="369"/>
                  <a:pt x="66" y="369"/>
                </a:cubicBezTo>
                <a:cubicBezTo>
                  <a:pt x="56" y="369"/>
                  <a:pt x="35" y="369"/>
                  <a:pt x="3" y="370"/>
                </a:cubicBezTo>
                <a:cubicBezTo>
                  <a:pt x="1" y="369"/>
                  <a:pt x="0" y="366"/>
                  <a:pt x="0" y="362"/>
                </a:cubicBezTo>
                <a:cubicBezTo>
                  <a:pt x="0" y="357"/>
                  <a:pt x="1" y="354"/>
                  <a:pt x="3" y="352"/>
                </a:cubicBezTo>
                <a:cubicBezTo>
                  <a:pt x="21" y="350"/>
                  <a:pt x="33" y="347"/>
                  <a:pt x="37" y="342"/>
                </a:cubicBezTo>
                <a:cubicBezTo>
                  <a:pt x="42" y="337"/>
                  <a:pt x="44" y="322"/>
                  <a:pt x="44" y="299"/>
                </a:cubicBezTo>
                <a:lnTo>
                  <a:pt x="44" y="188"/>
                </a:lnTo>
                <a:cubicBezTo>
                  <a:pt x="44" y="173"/>
                  <a:pt x="42" y="163"/>
                  <a:pt x="37" y="158"/>
                </a:cubicBezTo>
                <a:cubicBezTo>
                  <a:pt x="33" y="154"/>
                  <a:pt x="23" y="151"/>
                  <a:pt x="7" y="150"/>
                </a:cubicBezTo>
                <a:cubicBezTo>
                  <a:pt x="5" y="143"/>
                  <a:pt x="4" y="138"/>
                  <a:pt x="6" y="133"/>
                </a:cubicBezTo>
                <a:cubicBezTo>
                  <a:pt x="41" y="128"/>
                  <a:pt x="67" y="123"/>
                  <a:pt x="84" y="117"/>
                </a:cubicBezTo>
                <a:cubicBezTo>
                  <a:pt x="89" y="117"/>
                  <a:pt x="91" y="118"/>
                  <a:pt x="91" y="121"/>
                </a:cubicBezTo>
                <a:lnTo>
                  <a:pt x="91" y="125"/>
                </a:lnTo>
                <a:cubicBezTo>
                  <a:pt x="91" y="127"/>
                  <a:pt x="91" y="131"/>
                  <a:pt x="90" y="136"/>
                </a:cubicBezTo>
                <a:cubicBezTo>
                  <a:pt x="90" y="141"/>
                  <a:pt x="90" y="147"/>
                  <a:pt x="90" y="152"/>
                </a:cubicBezTo>
                <a:cubicBezTo>
                  <a:pt x="90" y="156"/>
                  <a:pt x="89" y="162"/>
                  <a:pt x="89" y="168"/>
                </a:cubicBezTo>
                <a:lnTo>
                  <a:pt x="89" y="186"/>
                </a:lnTo>
                <a:lnTo>
                  <a:pt x="89" y="29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6678720" y="2112120"/>
            <a:ext cx="86760" cy="92520"/>
          </a:xfrm>
          <a:custGeom>
            <a:avLst/>
            <a:gdLst/>
            <a:ahLst/>
            <a:rect l="0" t="0" r="r" b="b"/>
            <a:pathLst>
              <a:path w="241" h="257">
                <a:moveTo>
                  <a:pt x="0" y="134"/>
                </a:moveTo>
                <a:cubicBezTo>
                  <a:pt x="0" y="96"/>
                  <a:pt x="11" y="65"/>
                  <a:pt x="32" y="40"/>
                </a:cubicBezTo>
                <a:cubicBezTo>
                  <a:pt x="55" y="14"/>
                  <a:pt x="85" y="0"/>
                  <a:pt x="122" y="0"/>
                </a:cubicBezTo>
                <a:cubicBezTo>
                  <a:pt x="149" y="0"/>
                  <a:pt x="172" y="7"/>
                  <a:pt x="190" y="21"/>
                </a:cubicBezTo>
                <a:cubicBezTo>
                  <a:pt x="209" y="35"/>
                  <a:pt x="222" y="51"/>
                  <a:pt x="230" y="70"/>
                </a:cubicBezTo>
                <a:cubicBezTo>
                  <a:pt x="237" y="88"/>
                  <a:pt x="241" y="108"/>
                  <a:pt x="241" y="129"/>
                </a:cubicBezTo>
                <a:cubicBezTo>
                  <a:pt x="241" y="169"/>
                  <a:pt x="229" y="201"/>
                  <a:pt x="204" y="225"/>
                </a:cubicBezTo>
                <a:cubicBezTo>
                  <a:pt x="183" y="247"/>
                  <a:pt x="155" y="257"/>
                  <a:pt x="120" y="257"/>
                </a:cubicBezTo>
                <a:cubicBezTo>
                  <a:pt x="82" y="257"/>
                  <a:pt x="53" y="244"/>
                  <a:pt x="32" y="220"/>
                </a:cubicBezTo>
                <a:cubicBezTo>
                  <a:pt x="11" y="195"/>
                  <a:pt x="0" y="167"/>
                  <a:pt x="0" y="134"/>
                </a:cubicBezTo>
                <a:moveTo>
                  <a:pt x="113" y="20"/>
                </a:moveTo>
                <a:cubicBezTo>
                  <a:pt x="71" y="20"/>
                  <a:pt x="50" y="54"/>
                  <a:pt x="50" y="121"/>
                </a:cubicBezTo>
                <a:cubicBezTo>
                  <a:pt x="50" y="134"/>
                  <a:pt x="51" y="146"/>
                  <a:pt x="53" y="159"/>
                </a:cubicBezTo>
                <a:cubicBezTo>
                  <a:pt x="56" y="171"/>
                  <a:pt x="61" y="184"/>
                  <a:pt x="66" y="196"/>
                </a:cubicBezTo>
                <a:cubicBezTo>
                  <a:pt x="73" y="208"/>
                  <a:pt x="81" y="218"/>
                  <a:pt x="91" y="226"/>
                </a:cubicBezTo>
                <a:cubicBezTo>
                  <a:pt x="102" y="234"/>
                  <a:pt x="114" y="237"/>
                  <a:pt x="129" y="237"/>
                </a:cubicBezTo>
                <a:cubicBezTo>
                  <a:pt x="145" y="237"/>
                  <a:pt x="160" y="230"/>
                  <a:pt x="173" y="217"/>
                </a:cubicBezTo>
                <a:cubicBezTo>
                  <a:pt x="186" y="203"/>
                  <a:pt x="193" y="180"/>
                  <a:pt x="193" y="147"/>
                </a:cubicBezTo>
                <a:cubicBezTo>
                  <a:pt x="193" y="107"/>
                  <a:pt x="185" y="76"/>
                  <a:pt x="171" y="54"/>
                </a:cubicBezTo>
                <a:cubicBezTo>
                  <a:pt x="157" y="32"/>
                  <a:pt x="138" y="20"/>
                  <a:pt x="113" y="2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6778440" y="2111760"/>
            <a:ext cx="104040" cy="91080"/>
          </a:xfrm>
          <a:custGeom>
            <a:avLst/>
            <a:gdLst/>
            <a:ahLst/>
            <a:rect l="0" t="0" r="r" b="b"/>
            <a:pathLst>
              <a:path w="289" h="253">
                <a:moveTo>
                  <a:pt x="93" y="48"/>
                </a:moveTo>
                <a:cubicBezTo>
                  <a:pt x="121" y="17"/>
                  <a:pt x="152" y="1"/>
                  <a:pt x="186" y="1"/>
                </a:cubicBezTo>
                <a:cubicBezTo>
                  <a:pt x="208" y="1"/>
                  <a:pt x="224" y="8"/>
                  <a:pt x="234" y="21"/>
                </a:cubicBezTo>
                <a:cubicBezTo>
                  <a:pt x="244" y="35"/>
                  <a:pt x="249" y="60"/>
                  <a:pt x="249" y="98"/>
                </a:cubicBezTo>
                <a:lnTo>
                  <a:pt x="249" y="182"/>
                </a:lnTo>
                <a:cubicBezTo>
                  <a:pt x="249" y="205"/>
                  <a:pt x="251" y="219"/>
                  <a:pt x="255" y="225"/>
                </a:cubicBezTo>
                <a:cubicBezTo>
                  <a:pt x="260" y="230"/>
                  <a:pt x="270" y="233"/>
                  <a:pt x="287" y="235"/>
                </a:cubicBezTo>
                <a:cubicBezTo>
                  <a:pt x="288" y="236"/>
                  <a:pt x="289" y="239"/>
                  <a:pt x="289" y="244"/>
                </a:cubicBezTo>
                <a:cubicBezTo>
                  <a:pt x="289" y="248"/>
                  <a:pt x="288" y="251"/>
                  <a:pt x="287" y="253"/>
                </a:cubicBezTo>
                <a:cubicBezTo>
                  <a:pt x="255" y="252"/>
                  <a:pt x="235" y="252"/>
                  <a:pt x="227" y="252"/>
                </a:cubicBezTo>
                <a:cubicBezTo>
                  <a:pt x="220" y="252"/>
                  <a:pt x="200" y="252"/>
                  <a:pt x="168" y="253"/>
                </a:cubicBezTo>
                <a:cubicBezTo>
                  <a:pt x="167" y="252"/>
                  <a:pt x="166" y="249"/>
                  <a:pt x="166" y="245"/>
                </a:cubicBezTo>
                <a:cubicBezTo>
                  <a:pt x="166" y="240"/>
                  <a:pt x="167" y="237"/>
                  <a:pt x="168" y="235"/>
                </a:cubicBezTo>
                <a:cubicBezTo>
                  <a:pt x="184" y="233"/>
                  <a:pt x="194" y="230"/>
                  <a:pt x="198" y="225"/>
                </a:cubicBezTo>
                <a:cubicBezTo>
                  <a:pt x="202" y="219"/>
                  <a:pt x="204" y="205"/>
                  <a:pt x="204" y="182"/>
                </a:cubicBezTo>
                <a:lnTo>
                  <a:pt x="204" y="96"/>
                </a:lnTo>
                <a:cubicBezTo>
                  <a:pt x="204" y="76"/>
                  <a:pt x="201" y="61"/>
                  <a:pt x="197" y="52"/>
                </a:cubicBezTo>
                <a:cubicBezTo>
                  <a:pt x="190" y="38"/>
                  <a:pt x="180" y="31"/>
                  <a:pt x="167" y="31"/>
                </a:cubicBezTo>
                <a:cubicBezTo>
                  <a:pt x="144" y="31"/>
                  <a:pt x="120" y="43"/>
                  <a:pt x="97" y="65"/>
                </a:cubicBezTo>
                <a:cubicBezTo>
                  <a:pt x="91" y="73"/>
                  <a:pt x="88" y="81"/>
                  <a:pt x="88" y="89"/>
                </a:cubicBezTo>
                <a:lnTo>
                  <a:pt x="88" y="182"/>
                </a:lnTo>
                <a:cubicBezTo>
                  <a:pt x="88" y="205"/>
                  <a:pt x="89" y="219"/>
                  <a:pt x="93" y="225"/>
                </a:cubicBezTo>
                <a:cubicBezTo>
                  <a:pt x="97" y="230"/>
                  <a:pt x="107" y="233"/>
                  <a:pt x="122" y="235"/>
                </a:cubicBezTo>
                <a:cubicBezTo>
                  <a:pt x="123" y="237"/>
                  <a:pt x="125" y="240"/>
                  <a:pt x="125" y="245"/>
                </a:cubicBezTo>
                <a:cubicBezTo>
                  <a:pt x="125" y="249"/>
                  <a:pt x="123" y="252"/>
                  <a:pt x="122" y="253"/>
                </a:cubicBezTo>
                <a:cubicBezTo>
                  <a:pt x="90" y="252"/>
                  <a:pt x="71" y="252"/>
                  <a:pt x="65" y="252"/>
                </a:cubicBezTo>
                <a:cubicBezTo>
                  <a:pt x="55" y="252"/>
                  <a:pt x="33" y="252"/>
                  <a:pt x="2" y="253"/>
                </a:cubicBezTo>
                <a:cubicBezTo>
                  <a:pt x="1" y="252"/>
                  <a:pt x="0" y="249"/>
                  <a:pt x="0" y="245"/>
                </a:cubicBezTo>
                <a:cubicBezTo>
                  <a:pt x="0" y="240"/>
                  <a:pt x="1" y="237"/>
                  <a:pt x="2" y="235"/>
                </a:cubicBezTo>
                <a:cubicBezTo>
                  <a:pt x="20" y="233"/>
                  <a:pt x="31" y="230"/>
                  <a:pt x="35" y="225"/>
                </a:cubicBezTo>
                <a:cubicBezTo>
                  <a:pt x="40" y="220"/>
                  <a:pt x="42" y="205"/>
                  <a:pt x="42" y="182"/>
                </a:cubicBezTo>
                <a:lnTo>
                  <a:pt x="42" y="71"/>
                </a:lnTo>
                <a:cubicBezTo>
                  <a:pt x="42" y="56"/>
                  <a:pt x="40" y="46"/>
                  <a:pt x="35" y="41"/>
                </a:cubicBezTo>
                <a:cubicBezTo>
                  <a:pt x="31" y="37"/>
                  <a:pt x="21" y="34"/>
                  <a:pt x="5" y="33"/>
                </a:cubicBezTo>
                <a:cubicBezTo>
                  <a:pt x="3" y="26"/>
                  <a:pt x="2" y="21"/>
                  <a:pt x="4" y="16"/>
                </a:cubicBezTo>
                <a:cubicBezTo>
                  <a:pt x="33" y="13"/>
                  <a:pt x="58" y="7"/>
                  <a:pt x="76" y="0"/>
                </a:cubicBezTo>
                <a:cubicBezTo>
                  <a:pt x="79" y="0"/>
                  <a:pt x="82" y="1"/>
                  <a:pt x="83" y="5"/>
                </a:cubicBezTo>
                <a:cubicBezTo>
                  <a:pt x="86" y="11"/>
                  <a:pt x="88" y="26"/>
                  <a:pt x="88" y="48"/>
                </a:cubicBezTo>
                <a:cubicBezTo>
                  <a:pt x="88" y="52"/>
                  <a:pt x="89" y="52"/>
                  <a:pt x="93" y="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7302960" y="2123640"/>
            <a:ext cx="141480" cy="135360"/>
          </a:xfrm>
          <a:custGeom>
            <a:avLst/>
            <a:gdLst/>
            <a:ahLst/>
            <a:rect l="0" t="0" r="r" b="b"/>
            <a:pathLst>
              <a:path w="393" h="376">
                <a:moveTo>
                  <a:pt x="149" y="214"/>
                </a:moveTo>
                <a:lnTo>
                  <a:pt x="250" y="214"/>
                </a:lnTo>
                <a:lnTo>
                  <a:pt x="197" y="59"/>
                </a:lnTo>
                <a:lnTo>
                  <a:pt x="193" y="59"/>
                </a:lnTo>
                <a:lnTo>
                  <a:pt x="135" y="206"/>
                </a:lnTo>
                <a:cubicBezTo>
                  <a:pt x="134" y="207"/>
                  <a:pt x="134" y="208"/>
                  <a:pt x="134" y="209"/>
                </a:cubicBezTo>
                <a:cubicBezTo>
                  <a:pt x="134" y="211"/>
                  <a:pt x="135" y="211"/>
                  <a:pt x="135" y="212"/>
                </a:cubicBezTo>
                <a:cubicBezTo>
                  <a:pt x="136" y="212"/>
                  <a:pt x="136" y="213"/>
                  <a:pt x="138" y="213"/>
                </a:cubicBezTo>
                <a:cubicBezTo>
                  <a:pt x="139" y="214"/>
                  <a:pt x="141" y="214"/>
                  <a:pt x="142" y="214"/>
                </a:cubicBezTo>
                <a:cubicBezTo>
                  <a:pt x="144" y="214"/>
                  <a:pt x="146" y="214"/>
                  <a:pt x="149" y="214"/>
                </a:cubicBezTo>
                <a:moveTo>
                  <a:pt x="88" y="330"/>
                </a:moveTo>
                <a:cubicBezTo>
                  <a:pt x="87" y="334"/>
                  <a:pt x="86" y="338"/>
                  <a:pt x="85" y="341"/>
                </a:cubicBezTo>
                <a:cubicBezTo>
                  <a:pt x="85" y="344"/>
                  <a:pt x="86" y="346"/>
                  <a:pt x="88" y="348"/>
                </a:cubicBezTo>
                <a:cubicBezTo>
                  <a:pt x="91" y="349"/>
                  <a:pt x="94" y="351"/>
                  <a:pt x="95" y="352"/>
                </a:cubicBezTo>
                <a:cubicBezTo>
                  <a:pt x="97" y="354"/>
                  <a:pt x="101" y="355"/>
                  <a:pt x="105" y="356"/>
                </a:cubicBezTo>
                <a:cubicBezTo>
                  <a:pt x="110" y="356"/>
                  <a:pt x="113" y="357"/>
                  <a:pt x="116" y="357"/>
                </a:cubicBezTo>
                <a:cubicBezTo>
                  <a:pt x="119" y="357"/>
                  <a:pt x="122" y="357"/>
                  <a:pt x="127" y="358"/>
                </a:cubicBezTo>
                <a:cubicBezTo>
                  <a:pt x="128" y="360"/>
                  <a:pt x="129" y="363"/>
                  <a:pt x="129" y="368"/>
                </a:cubicBezTo>
                <a:cubicBezTo>
                  <a:pt x="129" y="372"/>
                  <a:pt x="128" y="375"/>
                  <a:pt x="127" y="376"/>
                </a:cubicBezTo>
                <a:cubicBezTo>
                  <a:pt x="99" y="376"/>
                  <a:pt x="74" y="376"/>
                  <a:pt x="54" y="376"/>
                </a:cubicBezTo>
                <a:cubicBezTo>
                  <a:pt x="48" y="376"/>
                  <a:pt x="31" y="376"/>
                  <a:pt x="3" y="376"/>
                </a:cubicBezTo>
                <a:cubicBezTo>
                  <a:pt x="1" y="375"/>
                  <a:pt x="0" y="372"/>
                  <a:pt x="0" y="368"/>
                </a:cubicBezTo>
                <a:cubicBezTo>
                  <a:pt x="0" y="363"/>
                  <a:pt x="1" y="360"/>
                  <a:pt x="3" y="358"/>
                </a:cubicBezTo>
                <a:cubicBezTo>
                  <a:pt x="17" y="357"/>
                  <a:pt x="29" y="354"/>
                  <a:pt x="37" y="349"/>
                </a:cubicBezTo>
                <a:cubicBezTo>
                  <a:pt x="45" y="344"/>
                  <a:pt x="53" y="334"/>
                  <a:pt x="60" y="317"/>
                </a:cubicBezTo>
                <a:lnTo>
                  <a:pt x="190" y="11"/>
                </a:lnTo>
                <a:cubicBezTo>
                  <a:pt x="198" y="11"/>
                  <a:pt x="209" y="8"/>
                  <a:pt x="221" y="0"/>
                </a:cubicBezTo>
                <a:lnTo>
                  <a:pt x="339" y="326"/>
                </a:lnTo>
                <a:cubicBezTo>
                  <a:pt x="341" y="334"/>
                  <a:pt x="344" y="339"/>
                  <a:pt x="347" y="343"/>
                </a:cubicBezTo>
                <a:cubicBezTo>
                  <a:pt x="350" y="347"/>
                  <a:pt x="355" y="351"/>
                  <a:pt x="361" y="352"/>
                </a:cubicBezTo>
                <a:cubicBezTo>
                  <a:pt x="366" y="355"/>
                  <a:pt x="370" y="356"/>
                  <a:pt x="373" y="356"/>
                </a:cubicBezTo>
                <a:cubicBezTo>
                  <a:pt x="376" y="356"/>
                  <a:pt x="382" y="357"/>
                  <a:pt x="390" y="358"/>
                </a:cubicBezTo>
                <a:cubicBezTo>
                  <a:pt x="392" y="360"/>
                  <a:pt x="393" y="363"/>
                  <a:pt x="393" y="368"/>
                </a:cubicBezTo>
                <a:cubicBezTo>
                  <a:pt x="393" y="372"/>
                  <a:pt x="392" y="375"/>
                  <a:pt x="390" y="376"/>
                </a:cubicBezTo>
                <a:cubicBezTo>
                  <a:pt x="362" y="376"/>
                  <a:pt x="340" y="376"/>
                  <a:pt x="325" y="376"/>
                </a:cubicBezTo>
                <a:cubicBezTo>
                  <a:pt x="303" y="376"/>
                  <a:pt x="278" y="376"/>
                  <a:pt x="250" y="376"/>
                </a:cubicBezTo>
                <a:cubicBezTo>
                  <a:pt x="249" y="375"/>
                  <a:pt x="248" y="372"/>
                  <a:pt x="248" y="368"/>
                </a:cubicBezTo>
                <a:cubicBezTo>
                  <a:pt x="248" y="363"/>
                  <a:pt x="249" y="360"/>
                  <a:pt x="250" y="358"/>
                </a:cubicBezTo>
                <a:cubicBezTo>
                  <a:pt x="252" y="358"/>
                  <a:pt x="255" y="358"/>
                  <a:pt x="259" y="358"/>
                </a:cubicBezTo>
                <a:cubicBezTo>
                  <a:pt x="263" y="357"/>
                  <a:pt x="265" y="357"/>
                  <a:pt x="268" y="357"/>
                </a:cubicBezTo>
                <a:cubicBezTo>
                  <a:pt x="269" y="357"/>
                  <a:pt x="272" y="356"/>
                  <a:pt x="274" y="356"/>
                </a:cubicBezTo>
                <a:cubicBezTo>
                  <a:pt x="278" y="356"/>
                  <a:pt x="280" y="355"/>
                  <a:pt x="281" y="355"/>
                </a:cubicBezTo>
                <a:cubicBezTo>
                  <a:pt x="283" y="354"/>
                  <a:pt x="285" y="354"/>
                  <a:pt x="287" y="353"/>
                </a:cubicBezTo>
                <a:cubicBezTo>
                  <a:pt x="289" y="353"/>
                  <a:pt x="290" y="352"/>
                  <a:pt x="291" y="351"/>
                </a:cubicBezTo>
                <a:cubicBezTo>
                  <a:pt x="292" y="349"/>
                  <a:pt x="293" y="348"/>
                  <a:pt x="294" y="346"/>
                </a:cubicBezTo>
                <a:cubicBezTo>
                  <a:pt x="294" y="345"/>
                  <a:pt x="294" y="343"/>
                  <a:pt x="294" y="342"/>
                </a:cubicBezTo>
                <a:cubicBezTo>
                  <a:pt x="294" y="340"/>
                  <a:pt x="293" y="337"/>
                  <a:pt x="293" y="335"/>
                </a:cubicBezTo>
                <a:lnTo>
                  <a:pt x="259" y="238"/>
                </a:lnTo>
                <a:lnTo>
                  <a:pt x="139" y="238"/>
                </a:lnTo>
                <a:cubicBezTo>
                  <a:pt x="132" y="238"/>
                  <a:pt x="127" y="239"/>
                  <a:pt x="125" y="240"/>
                </a:cubicBezTo>
                <a:cubicBezTo>
                  <a:pt x="122" y="241"/>
                  <a:pt x="121" y="244"/>
                  <a:pt x="119" y="248"/>
                </a:cubicBezTo>
                <a:lnTo>
                  <a:pt x="88" y="330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7446240" y="2123640"/>
            <a:ext cx="128880" cy="137160"/>
          </a:xfrm>
          <a:custGeom>
            <a:avLst/>
            <a:gdLst/>
            <a:ahLst/>
            <a:rect l="0" t="0" r="r" b="b"/>
            <a:pathLst>
              <a:path w="358" h="381">
                <a:moveTo>
                  <a:pt x="167" y="19"/>
                </a:moveTo>
                <a:cubicBezTo>
                  <a:pt x="153" y="19"/>
                  <a:pt x="140" y="23"/>
                  <a:pt x="126" y="29"/>
                </a:cubicBezTo>
                <a:cubicBezTo>
                  <a:pt x="114" y="36"/>
                  <a:pt x="101" y="46"/>
                  <a:pt x="90" y="59"/>
                </a:cubicBezTo>
                <a:cubicBezTo>
                  <a:pt x="79" y="72"/>
                  <a:pt x="71" y="89"/>
                  <a:pt x="64" y="112"/>
                </a:cubicBezTo>
                <a:cubicBezTo>
                  <a:pt x="57" y="135"/>
                  <a:pt x="54" y="161"/>
                  <a:pt x="54" y="189"/>
                </a:cubicBezTo>
                <a:cubicBezTo>
                  <a:pt x="54" y="242"/>
                  <a:pt x="67" y="284"/>
                  <a:pt x="94" y="315"/>
                </a:cubicBezTo>
                <a:cubicBezTo>
                  <a:pt x="121" y="346"/>
                  <a:pt x="153" y="362"/>
                  <a:pt x="189" y="362"/>
                </a:cubicBezTo>
                <a:cubicBezTo>
                  <a:pt x="223" y="362"/>
                  <a:pt x="250" y="347"/>
                  <a:pt x="271" y="318"/>
                </a:cubicBezTo>
                <a:cubicBezTo>
                  <a:pt x="293" y="288"/>
                  <a:pt x="303" y="248"/>
                  <a:pt x="303" y="199"/>
                </a:cubicBezTo>
                <a:cubicBezTo>
                  <a:pt x="303" y="143"/>
                  <a:pt x="290" y="99"/>
                  <a:pt x="264" y="67"/>
                </a:cubicBezTo>
                <a:cubicBezTo>
                  <a:pt x="238" y="35"/>
                  <a:pt x="206" y="19"/>
                  <a:pt x="167" y="19"/>
                </a:cubicBezTo>
                <a:moveTo>
                  <a:pt x="323" y="309"/>
                </a:moveTo>
                <a:cubicBezTo>
                  <a:pt x="307" y="332"/>
                  <a:pt x="286" y="350"/>
                  <a:pt x="261" y="362"/>
                </a:cubicBezTo>
                <a:cubicBezTo>
                  <a:pt x="236" y="375"/>
                  <a:pt x="209" y="381"/>
                  <a:pt x="178" y="381"/>
                </a:cubicBezTo>
                <a:cubicBezTo>
                  <a:pt x="128" y="381"/>
                  <a:pt x="85" y="364"/>
                  <a:pt x="51" y="331"/>
                </a:cubicBezTo>
                <a:cubicBezTo>
                  <a:pt x="17" y="298"/>
                  <a:pt x="0" y="254"/>
                  <a:pt x="0" y="199"/>
                </a:cubicBezTo>
                <a:cubicBezTo>
                  <a:pt x="0" y="148"/>
                  <a:pt x="12" y="105"/>
                  <a:pt x="38" y="69"/>
                </a:cubicBezTo>
                <a:cubicBezTo>
                  <a:pt x="54" y="48"/>
                  <a:pt x="74" y="31"/>
                  <a:pt x="97" y="19"/>
                </a:cubicBezTo>
                <a:cubicBezTo>
                  <a:pt x="121" y="6"/>
                  <a:pt x="146" y="0"/>
                  <a:pt x="174" y="0"/>
                </a:cubicBezTo>
                <a:cubicBezTo>
                  <a:pt x="227" y="0"/>
                  <a:pt x="271" y="17"/>
                  <a:pt x="306" y="51"/>
                </a:cubicBezTo>
                <a:cubicBezTo>
                  <a:pt x="340" y="85"/>
                  <a:pt x="358" y="131"/>
                  <a:pt x="358" y="188"/>
                </a:cubicBezTo>
                <a:cubicBezTo>
                  <a:pt x="358" y="236"/>
                  <a:pt x="346" y="276"/>
                  <a:pt x="323" y="30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7585560" y="2125800"/>
            <a:ext cx="131760" cy="133200"/>
          </a:xfrm>
          <a:custGeom>
            <a:avLst/>
            <a:gdLst/>
            <a:ahLst/>
            <a:rect l="0" t="0" r="r" b="b"/>
            <a:pathLst>
              <a:path w="366" h="370">
                <a:moveTo>
                  <a:pt x="100" y="322"/>
                </a:moveTo>
                <a:cubicBezTo>
                  <a:pt x="100" y="332"/>
                  <a:pt x="104" y="340"/>
                  <a:pt x="112" y="344"/>
                </a:cubicBezTo>
                <a:cubicBezTo>
                  <a:pt x="119" y="349"/>
                  <a:pt x="136" y="351"/>
                  <a:pt x="162" y="351"/>
                </a:cubicBezTo>
                <a:cubicBezTo>
                  <a:pt x="184" y="351"/>
                  <a:pt x="203" y="349"/>
                  <a:pt x="219" y="345"/>
                </a:cubicBezTo>
                <a:cubicBezTo>
                  <a:pt x="236" y="340"/>
                  <a:pt x="252" y="333"/>
                  <a:pt x="266" y="323"/>
                </a:cubicBezTo>
                <a:cubicBezTo>
                  <a:pt x="281" y="312"/>
                  <a:pt x="293" y="298"/>
                  <a:pt x="300" y="278"/>
                </a:cubicBezTo>
                <a:cubicBezTo>
                  <a:pt x="308" y="259"/>
                  <a:pt x="312" y="235"/>
                  <a:pt x="312" y="207"/>
                </a:cubicBezTo>
                <a:cubicBezTo>
                  <a:pt x="312" y="184"/>
                  <a:pt x="309" y="162"/>
                  <a:pt x="303" y="141"/>
                </a:cubicBezTo>
                <a:cubicBezTo>
                  <a:pt x="298" y="120"/>
                  <a:pt x="289" y="100"/>
                  <a:pt x="276" y="81"/>
                </a:cubicBezTo>
                <a:cubicBezTo>
                  <a:pt x="264" y="62"/>
                  <a:pt x="247" y="47"/>
                  <a:pt x="225" y="37"/>
                </a:cubicBezTo>
                <a:cubicBezTo>
                  <a:pt x="203" y="25"/>
                  <a:pt x="177" y="20"/>
                  <a:pt x="148" y="20"/>
                </a:cubicBezTo>
                <a:cubicBezTo>
                  <a:pt x="116" y="20"/>
                  <a:pt x="100" y="29"/>
                  <a:pt x="100" y="48"/>
                </a:cubicBezTo>
                <a:lnTo>
                  <a:pt x="100" y="322"/>
                </a:lnTo>
                <a:moveTo>
                  <a:pt x="117" y="1"/>
                </a:moveTo>
                <a:cubicBezTo>
                  <a:pt x="139" y="1"/>
                  <a:pt x="156" y="0"/>
                  <a:pt x="169" y="0"/>
                </a:cubicBezTo>
                <a:cubicBezTo>
                  <a:pt x="224" y="0"/>
                  <a:pt x="271" y="19"/>
                  <a:pt x="309" y="57"/>
                </a:cubicBezTo>
                <a:cubicBezTo>
                  <a:pt x="347" y="95"/>
                  <a:pt x="366" y="140"/>
                  <a:pt x="366" y="193"/>
                </a:cubicBezTo>
                <a:cubicBezTo>
                  <a:pt x="366" y="227"/>
                  <a:pt x="360" y="256"/>
                  <a:pt x="349" y="280"/>
                </a:cubicBezTo>
                <a:cubicBezTo>
                  <a:pt x="337" y="305"/>
                  <a:pt x="322" y="323"/>
                  <a:pt x="303" y="336"/>
                </a:cubicBezTo>
                <a:cubicBezTo>
                  <a:pt x="283" y="348"/>
                  <a:pt x="264" y="357"/>
                  <a:pt x="243" y="363"/>
                </a:cubicBezTo>
                <a:cubicBezTo>
                  <a:pt x="223" y="368"/>
                  <a:pt x="202" y="370"/>
                  <a:pt x="180" y="370"/>
                </a:cubicBezTo>
                <a:cubicBezTo>
                  <a:pt x="157" y="370"/>
                  <a:pt x="135" y="370"/>
                  <a:pt x="113" y="370"/>
                </a:cubicBezTo>
                <a:lnTo>
                  <a:pt x="76" y="370"/>
                </a:lnTo>
                <a:cubicBezTo>
                  <a:pt x="64" y="370"/>
                  <a:pt x="39" y="370"/>
                  <a:pt x="2" y="370"/>
                </a:cubicBezTo>
                <a:cubicBezTo>
                  <a:pt x="0" y="369"/>
                  <a:pt x="0" y="366"/>
                  <a:pt x="0" y="362"/>
                </a:cubicBezTo>
                <a:cubicBezTo>
                  <a:pt x="0" y="357"/>
                  <a:pt x="0" y="354"/>
                  <a:pt x="2" y="352"/>
                </a:cubicBezTo>
                <a:cubicBezTo>
                  <a:pt x="23" y="351"/>
                  <a:pt x="37" y="348"/>
                  <a:pt x="43" y="343"/>
                </a:cubicBezTo>
                <a:cubicBezTo>
                  <a:pt x="49" y="337"/>
                  <a:pt x="52" y="323"/>
                  <a:pt x="52" y="300"/>
                </a:cubicBezTo>
                <a:lnTo>
                  <a:pt x="52" y="71"/>
                </a:lnTo>
                <a:cubicBezTo>
                  <a:pt x="52" y="48"/>
                  <a:pt x="49" y="34"/>
                  <a:pt x="43" y="29"/>
                </a:cubicBezTo>
                <a:cubicBezTo>
                  <a:pt x="37" y="23"/>
                  <a:pt x="23" y="20"/>
                  <a:pt x="2" y="20"/>
                </a:cubicBezTo>
                <a:cubicBezTo>
                  <a:pt x="0" y="18"/>
                  <a:pt x="0" y="15"/>
                  <a:pt x="0" y="10"/>
                </a:cubicBezTo>
                <a:cubicBezTo>
                  <a:pt x="0" y="6"/>
                  <a:pt x="0" y="2"/>
                  <a:pt x="2" y="0"/>
                </a:cubicBezTo>
                <a:cubicBezTo>
                  <a:pt x="40" y="1"/>
                  <a:pt x="64" y="1"/>
                  <a:pt x="76" y="1"/>
                </a:cubicBezTo>
                <a:lnTo>
                  <a:pt x="117" y="1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7785000" y="2168640"/>
            <a:ext cx="86040" cy="92160"/>
          </a:xfrm>
          <a:custGeom>
            <a:avLst/>
            <a:gdLst/>
            <a:ahLst/>
            <a:rect l="0" t="0" r="r" b="b"/>
            <a:pathLst>
              <a:path w="239" h="256">
                <a:moveTo>
                  <a:pt x="146" y="117"/>
                </a:moveTo>
                <a:lnTo>
                  <a:pt x="102" y="130"/>
                </a:lnTo>
                <a:cubicBezTo>
                  <a:pt x="65" y="139"/>
                  <a:pt x="47" y="160"/>
                  <a:pt x="47" y="192"/>
                </a:cubicBezTo>
                <a:cubicBezTo>
                  <a:pt x="47" y="202"/>
                  <a:pt x="51" y="212"/>
                  <a:pt x="58" y="221"/>
                </a:cubicBezTo>
                <a:cubicBezTo>
                  <a:pt x="65" y="229"/>
                  <a:pt x="75" y="233"/>
                  <a:pt x="89" y="233"/>
                </a:cubicBezTo>
                <a:cubicBezTo>
                  <a:pt x="102" y="233"/>
                  <a:pt x="119" y="225"/>
                  <a:pt x="139" y="208"/>
                </a:cubicBezTo>
                <a:cubicBezTo>
                  <a:pt x="144" y="205"/>
                  <a:pt x="146" y="200"/>
                  <a:pt x="146" y="194"/>
                </a:cubicBezTo>
                <a:lnTo>
                  <a:pt x="146" y="117"/>
                </a:lnTo>
                <a:moveTo>
                  <a:pt x="146" y="223"/>
                </a:moveTo>
                <a:lnTo>
                  <a:pt x="134" y="232"/>
                </a:lnTo>
                <a:cubicBezTo>
                  <a:pt x="121" y="242"/>
                  <a:pt x="111" y="248"/>
                  <a:pt x="102" y="251"/>
                </a:cubicBezTo>
                <a:cubicBezTo>
                  <a:pt x="95" y="254"/>
                  <a:pt x="84" y="256"/>
                  <a:pt x="72" y="256"/>
                </a:cubicBezTo>
                <a:cubicBezTo>
                  <a:pt x="50" y="256"/>
                  <a:pt x="33" y="251"/>
                  <a:pt x="19" y="241"/>
                </a:cubicBezTo>
                <a:cubicBezTo>
                  <a:pt x="7" y="232"/>
                  <a:pt x="0" y="216"/>
                  <a:pt x="0" y="194"/>
                </a:cubicBezTo>
                <a:cubicBezTo>
                  <a:pt x="0" y="176"/>
                  <a:pt x="9" y="159"/>
                  <a:pt x="26" y="144"/>
                </a:cubicBezTo>
                <a:cubicBezTo>
                  <a:pt x="43" y="130"/>
                  <a:pt x="66" y="119"/>
                  <a:pt x="94" y="112"/>
                </a:cubicBezTo>
                <a:lnTo>
                  <a:pt x="143" y="100"/>
                </a:lnTo>
                <a:cubicBezTo>
                  <a:pt x="145" y="99"/>
                  <a:pt x="146" y="97"/>
                  <a:pt x="146" y="93"/>
                </a:cubicBezTo>
                <a:cubicBezTo>
                  <a:pt x="146" y="44"/>
                  <a:pt x="131" y="19"/>
                  <a:pt x="100" y="19"/>
                </a:cubicBezTo>
                <a:cubicBezTo>
                  <a:pt x="88" y="19"/>
                  <a:pt x="77" y="21"/>
                  <a:pt x="67" y="25"/>
                </a:cubicBezTo>
                <a:cubicBezTo>
                  <a:pt x="58" y="29"/>
                  <a:pt x="53" y="35"/>
                  <a:pt x="53" y="43"/>
                </a:cubicBezTo>
                <a:cubicBezTo>
                  <a:pt x="53" y="49"/>
                  <a:pt x="53" y="52"/>
                  <a:pt x="54" y="54"/>
                </a:cubicBezTo>
                <a:cubicBezTo>
                  <a:pt x="55" y="57"/>
                  <a:pt x="56" y="60"/>
                  <a:pt x="56" y="64"/>
                </a:cubicBezTo>
                <a:cubicBezTo>
                  <a:pt x="56" y="69"/>
                  <a:pt x="53" y="73"/>
                  <a:pt x="49" y="77"/>
                </a:cubicBezTo>
                <a:cubicBezTo>
                  <a:pt x="44" y="82"/>
                  <a:pt x="39" y="84"/>
                  <a:pt x="31" y="84"/>
                </a:cubicBezTo>
                <a:cubicBezTo>
                  <a:pt x="17" y="84"/>
                  <a:pt x="11" y="77"/>
                  <a:pt x="11" y="64"/>
                </a:cubicBezTo>
                <a:cubicBezTo>
                  <a:pt x="11" y="48"/>
                  <a:pt x="21" y="33"/>
                  <a:pt x="40" y="20"/>
                </a:cubicBezTo>
                <a:cubicBezTo>
                  <a:pt x="60" y="7"/>
                  <a:pt x="82" y="0"/>
                  <a:pt x="105" y="0"/>
                </a:cubicBezTo>
                <a:cubicBezTo>
                  <a:pt x="162" y="0"/>
                  <a:pt x="191" y="32"/>
                  <a:pt x="191" y="97"/>
                </a:cubicBezTo>
                <a:lnTo>
                  <a:pt x="191" y="181"/>
                </a:lnTo>
                <a:cubicBezTo>
                  <a:pt x="191" y="193"/>
                  <a:pt x="191" y="201"/>
                  <a:pt x="192" y="207"/>
                </a:cubicBezTo>
                <a:cubicBezTo>
                  <a:pt x="193" y="212"/>
                  <a:pt x="195" y="218"/>
                  <a:pt x="199" y="223"/>
                </a:cubicBezTo>
                <a:cubicBezTo>
                  <a:pt x="202" y="227"/>
                  <a:pt x="207" y="230"/>
                  <a:pt x="214" y="230"/>
                </a:cubicBezTo>
                <a:cubicBezTo>
                  <a:pt x="219" y="230"/>
                  <a:pt x="222" y="229"/>
                  <a:pt x="226" y="226"/>
                </a:cubicBezTo>
                <a:cubicBezTo>
                  <a:pt x="229" y="223"/>
                  <a:pt x="231" y="221"/>
                  <a:pt x="232" y="221"/>
                </a:cubicBezTo>
                <a:cubicBezTo>
                  <a:pt x="233" y="221"/>
                  <a:pt x="234" y="222"/>
                  <a:pt x="236" y="224"/>
                </a:cubicBezTo>
                <a:cubicBezTo>
                  <a:pt x="238" y="226"/>
                  <a:pt x="239" y="229"/>
                  <a:pt x="239" y="231"/>
                </a:cubicBezTo>
                <a:cubicBezTo>
                  <a:pt x="239" y="232"/>
                  <a:pt x="237" y="234"/>
                  <a:pt x="233" y="238"/>
                </a:cubicBezTo>
                <a:cubicBezTo>
                  <a:pt x="229" y="242"/>
                  <a:pt x="223" y="246"/>
                  <a:pt x="215" y="251"/>
                </a:cubicBezTo>
                <a:cubicBezTo>
                  <a:pt x="207" y="254"/>
                  <a:pt x="199" y="256"/>
                  <a:pt x="191" y="256"/>
                </a:cubicBezTo>
                <a:cubicBezTo>
                  <a:pt x="168" y="256"/>
                  <a:pt x="153" y="246"/>
                  <a:pt x="146" y="22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7876440" y="2139120"/>
            <a:ext cx="56520" cy="121680"/>
          </a:xfrm>
          <a:custGeom>
            <a:avLst/>
            <a:gdLst/>
            <a:ahLst/>
            <a:rect l="0" t="0" r="r" b="b"/>
            <a:pathLst>
              <a:path w="157" h="338">
                <a:moveTo>
                  <a:pt x="36" y="88"/>
                </a:moveTo>
                <a:lnTo>
                  <a:pt x="36" y="58"/>
                </a:lnTo>
                <a:cubicBezTo>
                  <a:pt x="36" y="49"/>
                  <a:pt x="36" y="43"/>
                  <a:pt x="36" y="40"/>
                </a:cubicBezTo>
                <a:cubicBezTo>
                  <a:pt x="36" y="35"/>
                  <a:pt x="35" y="32"/>
                  <a:pt x="35" y="30"/>
                </a:cubicBezTo>
                <a:lnTo>
                  <a:pt x="35" y="25"/>
                </a:lnTo>
                <a:lnTo>
                  <a:pt x="35" y="22"/>
                </a:lnTo>
                <a:cubicBezTo>
                  <a:pt x="35" y="20"/>
                  <a:pt x="36" y="19"/>
                  <a:pt x="37" y="18"/>
                </a:cubicBezTo>
                <a:cubicBezTo>
                  <a:pt x="39" y="17"/>
                  <a:pt x="40" y="16"/>
                  <a:pt x="42" y="16"/>
                </a:cubicBezTo>
                <a:cubicBezTo>
                  <a:pt x="43" y="15"/>
                  <a:pt x="46" y="15"/>
                  <a:pt x="49" y="13"/>
                </a:cubicBezTo>
                <a:cubicBezTo>
                  <a:pt x="52" y="12"/>
                  <a:pt x="54" y="12"/>
                  <a:pt x="56" y="11"/>
                </a:cubicBezTo>
                <a:cubicBezTo>
                  <a:pt x="58" y="10"/>
                  <a:pt x="61" y="9"/>
                  <a:pt x="65" y="6"/>
                </a:cubicBezTo>
                <a:cubicBezTo>
                  <a:pt x="68" y="5"/>
                  <a:pt x="71" y="3"/>
                  <a:pt x="74" y="2"/>
                </a:cubicBezTo>
                <a:cubicBezTo>
                  <a:pt x="77" y="1"/>
                  <a:pt x="78" y="0"/>
                  <a:pt x="80" y="0"/>
                </a:cubicBezTo>
                <a:cubicBezTo>
                  <a:pt x="83" y="0"/>
                  <a:pt x="84" y="2"/>
                  <a:pt x="84" y="6"/>
                </a:cubicBezTo>
                <a:cubicBezTo>
                  <a:pt x="83" y="21"/>
                  <a:pt x="82" y="41"/>
                  <a:pt x="82" y="66"/>
                </a:cubicBezTo>
                <a:lnTo>
                  <a:pt x="82" y="88"/>
                </a:lnTo>
                <a:lnTo>
                  <a:pt x="150" y="88"/>
                </a:lnTo>
                <a:cubicBezTo>
                  <a:pt x="153" y="88"/>
                  <a:pt x="155" y="89"/>
                  <a:pt x="155" y="91"/>
                </a:cubicBezTo>
                <a:lnTo>
                  <a:pt x="155" y="103"/>
                </a:lnTo>
                <a:cubicBezTo>
                  <a:pt x="155" y="108"/>
                  <a:pt x="150" y="110"/>
                  <a:pt x="141" y="110"/>
                </a:cubicBezTo>
                <a:lnTo>
                  <a:pt x="82" y="110"/>
                </a:lnTo>
                <a:lnTo>
                  <a:pt x="82" y="254"/>
                </a:lnTo>
                <a:cubicBezTo>
                  <a:pt x="82" y="273"/>
                  <a:pt x="83" y="286"/>
                  <a:pt x="86" y="295"/>
                </a:cubicBezTo>
                <a:cubicBezTo>
                  <a:pt x="88" y="303"/>
                  <a:pt x="93" y="307"/>
                  <a:pt x="100" y="307"/>
                </a:cubicBezTo>
                <a:cubicBezTo>
                  <a:pt x="118" y="307"/>
                  <a:pt x="133" y="302"/>
                  <a:pt x="147" y="291"/>
                </a:cubicBezTo>
                <a:cubicBezTo>
                  <a:pt x="153" y="291"/>
                  <a:pt x="156" y="294"/>
                  <a:pt x="157" y="300"/>
                </a:cubicBezTo>
                <a:cubicBezTo>
                  <a:pt x="135" y="325"/>
                  <a:pt x="109" y="338"/>
                  <a:pt x="80" y="338"/>
                </a:cubicBezTo>
                <a:cubicBezTo>
                  <a:pt x="51" y="338"/>
                  <a:pt x="36" y="319"/>
                  <a:pt x="36" y="282"/>
                </a:cubicBezTo>
                <a:lnTo>
                  <a:pt x="36" y="110"/>
                </a:lnTo>
                <a:lnTo>
                  <a:pt x="3" y="110"/>
                </a:lnTo>
                <a:cubicBezTo>
                  <a:pt x="1" y="110"/>
                  <a:pt x="0" y="109"/>
                  <a:pt x="0" y="106"/>
                </a:cubicBezTo>
                <a:lnTo>
                  <a:pt x="0" y="99"/>
                </a:lnTo>
                <a:cubicBezTo>
                  <a:pt x="0" y="92"/>
                  <a:pt x="3" y="88"/>
                  <a:pt x="10" y="88"/>
                </a:cubicBezTo>
                <a:lnTo>
                  <a:pt x="36" y="88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7944480" y="2168640"/>
            <a:ext cx="86760" cy="92160"/>
          </a:xfrm>
          <a:custGeom>
            <a:avLst/>
            <a:gdLst/>
            <a:ahLst/>
            <a:rect l="0" t="0" r="r" b="b"/>
            <a:pathLst>
              <a:path w="241" h="256">
                <a:moveTo>
                  <a:pt x="0" y="134"/>
                </a:moveTo>
                <a:cubicBezTo>
                  <a:pt x="0" y="96"/>
                  <a:pt x="10" y="64"/>
                  <a:pt x="31" y="40"/>
                </a:cubicBezTo>
                <a:cubicBezTo>
                  <a:pt x="55" y="13"/>
                  <a:pt x="85" y="0"/>
                  <a:pt x="121" y="0"/>
                </a:cubicBezTo>
                <a:cubicBezTo>
                  <a:pt x="149" y="0"/>
                  <a:pt x="171" y="7"/>
                  <a:pt x="190" y="21"/>
                </a:cubicBezTo>
                <a:cubicBezTo>
                  <a:pt x="209" y="34"/>
                  <a:pt x="222" y="50"/>
                  <a:pt x="229" y="69"/>
                </a:cubicBezTo>
                <a:cubicBezTo>
                  <a:pt x="237" y="87"/>
                  <a:pt x="241" y="107"/>
                  <a:pt x="241" y="128"/>
                </a:cubicBezTo>
                <a:cubicBezTo>
                  <a:pt x="241" y="168"/>
                  <a:pt x="228" y="200"/>
                  <a:pt x="204" y="224"/>
                </a:cubicBezTo>
                <a:cubicBezTo>
                  <a:pt x="182" y="246"/>
                  <a:pt x="154" y="256"/>
                  <a:pt x="120" y="256"/>
                </a:cubicBezTo>
                <a:cubicBezTo>
                  <a:pt x="82" y="256"/>
                  <a:pt x="52" y="244"/>
                  <a:pt x="31" y="219"/>
                </a:cubicBezTo>
                <a:cubicBezTo>
                  <a:pt x="10" y="194"/>
                  <a:pt x="0" y="166"/>
                  <a:pt x="0" y="134"/>
                </a:cubicBezTo>
                <a:moveTo>
                  <a:pt x="112" y="20"/>
                </a:moveTo>
                <a:cubicBezTo>
                  <a:pt x="70" y="20"/>
                  <a:pt x="49" y="53"/>
                  <a:pt x="49" y="121"/>
                </a:cubicBezTo>
                <a:cubicBezTo>
                  <a:pt x="49" y="133"/>
                  <a:pt x="50" y="146"/>
                  <a:pt x="53" y="158"/>
                </a:cubicBezTo>
                <a:cubicBezTo>
                  <a:pt x="56" y="171"/>
                  <a:pt x="60" y="183"/>
                  <a:pt x="66" y="195"/>
                </a:cubicBezTo>
                <a:cubicBezTo>
                  <a:pt x="72" y="207"/>
                  <a:pt x="80" y="217"/>
                  <a:pt x="91" y="225"/>
                </a:cubicBezTo>
                <a:cubicBezTo>
                  <a:pt x="101" y="233"/>
                  <a:pt x="114" y="237"/>
                  <a:pt x="128" y="237"/>
                </a:cubicBezTo>
                <a:cubicBezTo>
                  <a:pt x="145" y="237"/>
                  <a:pt x="159" y="230"/>
                  <a:pt x="172" y="216"/>
                </a:cubicBezTo>
                <a:cubicBezTo>
                  <a:pt x="185" y="202"/>
                  <a:pt x="192" y="179"/>
                  <a:pt x="192" y="147"/>
                </a:cubicBezTo>
                <a:cubicBezTo>
                  <a:pt x="192" y="106"/>
                  <a:pt x="185" y="75"/>
                  <a:pt x="171" y="53"/>
                </a:cubicBezTo>
                <a:cubicBezTo>
                  <a:pt x="157" y="31"/>
                  <a:pt x="137" y="20"/>
                  <a:pt x="112" y="2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8044200" y="2167920"/>
            <a:ext cx="155880" cy="91080"/>
          </a:xfrm>
          <a:custGeom>
            <a:avLst/>
            <a:gdLst/>
            <a:ahLst/>
            <a:rect l="0" t="0" r="r" b="b"/>
            <a:pathLst>
              <a:path w="433" h="253">
                <a:moveTo>
                  <a:pt x="86" y="48"/>
                </a:moveTo>
                <a:cubicBezTo>
                  <a:pt x="86" y="53"/>
                  <a:pt x="87" y="53"/>
                  <a:pt x="90" y="49"/>
                </a:cubicBezTo>
                <a:cubicBezTo>
                  <a:pt x="90" y="49"/>
                  <a:pt x="91" y="49"/>
                  <a:pt x="91" y="48"/>
                </a:cubicBezTo>
                <a:cubicBezTo>
                  <a:pt x="120" y="17"/>
                  <a:pt x="149" y="2"/>
                  <a:pt x="178" y="2"/>
                </a:cubicBezTo>
                <a:cubicBezTo>
                  <a:pt x="192" y="2"/>
                  <a:pt x="205" y="6"/>
                  <a:pt x="215" y="14"/>
                </a:cubicBezTo>
                <a:cubicBezTo>
                  <a:pt x="226" y="22"/>
                  <a:pt x="232" y="32"/>
                  <a:pt x="235" y="44"/>
                </a:cubicBezTo>
                <a:cubicBezTo>
                  <a:pt x="236" y="48"/>
                  <a:pt x="238" y="48"/>
                  <a:pt x="241" y="44"/>
                </a:cubicBezTo>
                <a:cubicBezTo>
                  <a:pt x="251" y="34"/>
                  <a:pt x="261" y="26"/>
                  <a:pt x="273" y="19"/>
                </a:cubicBezTo>
                <a:cubicBezTo>
                  <a:pt x="284" y="13"/>
                  <a:pt x="295" y="8"/>
                  <a:pt x="305" y="6"/>
                </a:cubicBezTo>
                <a:cubicBezTo>
                  <a:pt x="315" y="3"/>
                  <a:pt x="325" y="2"/>
                  <a:pt x="336" y="2"/>
                </a:cubicBezTo>
                <a:cubicBezTo>
                  <a:pt x="359" y="2"/>
                  <a:pt x="374" y="10"/>
                  <a:pt x="382" y="26"/>
                </a:cubicBezTo>
                <a:cubicBezTo>
                  <a:pt x="390" y="41"/>
                  <a:pt x="394" y="63"/>
                  <a:pt x="394" y="93"/>
                </a:cubicBezTo>
                <a:lnTo>
                  <a:pt x="394" y="183"/>
                </a:lnTo>
                <a:cubicBezTo>
                  <a:pt x="394" y="206"/>
                  <a:pt x="396" y="220"/>
                  <a:pt x="400" y="226"/>
                </a:cubicBezTo>
                <a:cubicBezTo>
                  <a:pt x="404" y="231"/>
                  <a:pt x="414" y="234"/>
                  <a:pt x="430" y="235"/>
                </a:cubicBezTo>
                <a:cubicBezTo>
                  <a:pt x="432" y="236"/>
                  <a:pt x="433" y="239"/>
                  <a:pt x="433" y="244"/>
                </a:cubicBezTo>
                <a:cubicBezTo>
                  <a:pt x="433" y="249"/>
                  <a:pt x="432" y="252"/>
                  <a:pt x="430" y="253"/>
                </a:cubicBezTo>
                <a:cubicBezTo>
                  <a:pt x="398" y="253"/>
                  <a:pt x="378" y="253"/>
                  <a:pt x="372" y="253"/>
                </a:cubicBezTo>
                <a:cubicBezTo>
                  <a:pt x="365" y="253"/>
                  <a:pt x="346" y="253"/>
                  <a:pt x="313" y="253"/>
                </a:cubicBezTo>
                <a:cubicBezTo>
                  <a:pt x="312" y="252"/>
                  <a:pt x="311" y="249"/>
                  <a:pt x="311" y="244"/>
                </a:cubicBezTo>
                <a:cubicBezTo>
                  <a:pt x="311" y="239"/>
                  <a:pt x="312" y="236"/>
                  <a:pt x="313" y="235"/>
                </a:cubicBezTo>
                <a:cubicBezTo>
                  <a:pt x="329" y="234"/>
                  <a:pt x="339" y="231"/>
                  <a:pt x="343" y="225"/>
                </a:cubicBezTo>
                <a:cubicBezTo>
                  <a:pt x="347" y="219"/>
                  <a:pt x="349" y="205"/>
                  <a:pt x="349" y="183"/>
                </a:cubicBezTo>
                <a:lnTo>
                  <a:pt x="349" y="83"/>
                </a:lnTo>
                <a:cubicBezTo>
                  <a:pt x="349" y="64"/>
                  <a:pt x="346" y="51"/>
                  <a:pt x="340" y="43"/>
                </a:cubicBezTo>
                <a:cubicBezTo>
                  <a:pt x="335" y="36"/>
                  <a:pt x="326" y="32"/>
                  <a:pt x="315" y="32"/>
                </a:cubicBezTo>
                <a:cubicBezTo>
                  <a:pt x="288" y="32"/>
                  <a:pt x="263" y="44"/>
                  <a:pt x="240" y="69"/>
                </a:cubicBezTo>
                <a:cubicBezTo>
                  <a:pt x="240" y="74"/>
                  <a:pt x="240" y="82"/>
                  <a:pt x="240" y="93"/>
                </a:cubicBezTo>
                <a:lnTo>
                  <a:pt x="240" y="183"/>
                </a:lnTo>
                <a:cubicBezTo>
                  <a:pt x="240" y="206"/>
                  <a:pt x="242" y="220"/>
                  <a:pt x="246" y="226"/>
                </a:cubicBezTo>
                <a:cubicBezTo>
                  <a:pt x="249" y="231"/>
                  <a:pt x="258" y="234"/>
                  <a:pt x="273" y="235"/>
                </a:cubicBezTo>
                <a:cubicBezTo>
                  <a:pt x="275" y="236"/>
                  <a:pt x="276" y="240"/>
                  <a:pt x="276" y="245"/>
                </a:cubicBezTo>
                <a:cubicBezTo>
                  <a:pt x="276" y="249"/>
                  <a:pt x="275" y="252"/>
                  <a:pt x="273" y="253"/>
                </a:cubicBezTo>
                <a:cubicBezTo>
                  <a:pt x="241" y="253"/>
                  <a:pt x="223" y="253"/>
                  <a:pt x="218" y="253"/>
                </a:cubicBezTo>
                <a:cubicBezTo>
                  <a:pt x="211" y="253"/>
                  <a:pt x="191" y="253"/>
                  <a:pt x="160" y="253"/>
                </a:cubicBezTo>
                <a:cubicBezTo>
                  <a:pt x="158" y="252"/>
                  <a:pt x="157" y="249"/>
                  <a:pt x="157" y="245"/>
                </a:cubicBezTo>
                <a:cubicBezTo>
                  <a:pt x="157" y="240"/>
                  <a:pt x="158" y="237"/>
                  <a:pt x="160" y="235"/>
                </a:cubicBezTo>
                <a:cubicBezTo>
                  <a:pt x="175" y="234"/>
                  <a:pt x="185" y="231"/>
                  <a:pt x="189" y="226"/>
                </a:cubicBezTo>
                <a:cubicBezTo>
                  <a:pt x="193" y="220"/>
                  <a:pt x="195" y="206"/>
                  <a:pt x="195" y="183"/>
                </a:cubicBezTo>
                <a:lnTo>
                  <a:pt x="195" y="83"/>
                </a:lnTo>
                <a:cubicBezTo>
                  <a:pt x="195" y="49"/>
                  <a:pt x="182" y="32"/>
                  <a:pt x="157" y="32"/>
                </a:cubicBezTo>
                <a:cubicBezTo>
                  <a:pt x="139" y="32"/>
                  <a:pt x="119" y="43"/>
                  <a:pt x="96" y="66"/>
                </a:cubicBezTo>
                <a:cubicBezTo>
                  <a:pt x="89" y="72"/>
                  <a:pt x="86" y="80"/>
                  <a:pt x="86" y="89"/>
                </a:cubicBezTo>
                <a:lnTo>
                  <a:pt x="86" y="183"/>
                </a:lnTo>
                <a:cubicBezTo>
                  <a:pt x="86" y="199"/>
                  <a:pt x="87" y="211"/>
                  <a:pt x="89" y="217"/>
                </a:cubicBezTo>
                <a:cubicBezTo>
                  <a:pt x="91" y="224"/>
                  <a:pt x="94" y="228"/>
                  <a:pt x="98" y="230"/>
                </a:cubicBezTo>
                <a:cubicBezTo>
                  <a:pt x="102" y="232"/>
                  <a:pt x="110" y="234"/>
                  <a:pt x="120" y="235"/>
                </a:cubicBezTo>
                <a:cubicBezTo>
                  <a:pt x="122" y="236"/>
                  <a:pt x="123" y="239"/>
                  <a:pt x="123" y="244"/>
                </a:cubicBezTo>
                <a:cubicBezTo>
                  <a:pt x="123" y="249"/>
                  <a:pt x="122" y="252"/>
                  <a:pt x="120" y="253"/>
                </a:cubicBezTo>
                <a:cubicBezTo>
                  <a:pt x="88" y="253"/>
                  <a:pt x="70" y="253"/>
                  <a:pt x="63" y="253"/>
                </a:cubicBezTo>
                <a:cubicBezTo>
                  <a:pt x="54" y="253"/>
                  <a:pt x="33" y="253"/>
                  <a:pt x="2" y="253"/>
                </a:cubicBezTo>
                <a:cubicBezTo>
                  <a:pt x="0" y="252"/>
                  <a:pt x="0" y="249"/>
                  <a:pt x="0" y="245"/>
                </a:cubicBezTo>
                <a:cubicBezTo>
                  <a:pt x="0" y="240"/>
                  <a:pt x="0" y="237"/>
                  <a:pt x="2" y="235"/>
                </a:cubicBezTo>
                <a:cubicBezTo>
                  <a:pt x="19" y="234"/>
                  <a:pt x="30" y="231"/>
                  <a:pt x="34" y="225"/>
                </a:cubicBezTo>
                <a:cubicBezTo>
                  <a:pt x="39" y="219"/>
                  <a:pt x="41" y="205"/>
                  <a:pt x="41" y="183"/>
                </a:cubicBezTo>
                <a:lnTo>
                  <a:pt x="41" y="72"/>
                </a:lnTo>
                <a:cubicBezTo>
                  <a:pt x="41" y="56"/>
                  <a:pt x="39" y="46"/>
                  <a:pt x="34" y="42"/>
                </a:cubicBezTo>
                <a:cubicBezTo>
                  <a:pt x="30" y="37"/>
                  <a:pt x="20" y="34"/>
                  <a:pt x="3" y="33"/>
                </a:cubicBezTo>
                <a:cubicBezTo>
                  <a:pt x="1" y="27"/>
                  <a:pt x="1" y="21"/>
                  <a:pt x="3" y="16"/>
                </a:cubicBezTo>
                <a:cubicBezTo>
                  <a:pt x="32" y="13"/>
                  <a:pt x="56" y="8"/>
                  <a:pt x="74" y="0"/>
                </a:cubicBezTo>
                <a:cubicBezTo>
                  <a:pt x="77" y="0"/>
                  <a:pt x="80" y="2"/>
                  <a:pt x="81" y="5"/>
                </a:cubicBezTo>
                <a:cubicBezTo>
                  <a:pt x="84" y="12"/>
                  <a:pt x="86" y="26"/>
                  <a:pt x="86" y="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7376760" y="2396160"/>
            <a:ext cx="56520" cy="121320"/>
          </a:xfrm>
          <a:custGeom>
            <a:avLst/>
            <a:gdLst/>
            <a:ahLst/>
            <a:rect l="0" t="0" r="r" b="b"/>
            <a:pathLst>
              <a:path w="157" h="337">
                <a:moveTo>
                  <a:pt x="37" y="87"/>
                </a:moveTo>
                <a:lnTo>
                  <a:pt x="37" y="57"/>
                </a:lnTo>
                <a:cubicBezTo>
                  <a:pt x="37" y="49"/>
                  <a:pt x="36" y="42"/>
                  <a:pt x="36" y="39"/>
                </a:cubicBezTo>
                <a:cubicBezTo>
                  <a:pt x="36" y="35"/>
                  <a:pt x="35" y="32"/>
                  <a:pt x="35" y="30"/>
                </a:cubicBezTo>
                <a:lnTo>
                  <a:pt x="35" y="24"/>
                </a:lnTo>
                <a:lnTo>
                  <a:pt x="35" y="21"/>
                </a:lnTo>
                <a:cubicBezTo>
                  <a:pt x="35" y="20"/>
                  <a:pt x="36" y="18"/>
                  <a:pt x="37" y="17"/>
                </a:cubicBezTo>
                <a:cubicBezTo>
                  <a:pt x="39" y="16"/>
                  <a:pt x="40" y="16"/>
                  <a:pt x="42" y="15"/>
                </a:cubicBezTo>
                <a:cubicBezTo>
                  <a:pt x="44" y="15"/>
                  <a:pt x="46" y="14"/>
                  <a:pt x="49" y="13"/>
                </a:cubicBezTo>
                <a:cubicBezTo>
                  <a:pt x="52" y="12"/>
                  <a:pt x="54" y="11"/>
                  <a:pt x="57" y="10"/>
                </a:cubicBezTo>
                <a:cubicBezTo>
                  <a:pt x="59" y="9"/>
                  <a:pt x="61" y="8"/>
                  <a:pt x="65" y="6"/>
                </a:cubicBezTo>
                <a:cubicBezTo>
                  <a:pt x="69" y="4"/>
                  <a:pt x="72" y="2"/>
                  <a:pt x="74" y="1"/>
                </a:cubicBezTo>
                <a:cubicBezTo>
                  <a:pt x="77" y="0"/>
                  <a:pt x="79" y="0"/>
                  <a:pt x="80" y="0"/>
                </a:cubicBezTo>
                <a:cubicBezTo>
                  <a:pt x="83" y="0"/>
                  <a:pt x="84" y="1"/>
                  <a:pt x="84" y="5"/>
                </a:cubicBezTo>
                <a:cubicBezTo>
                  <a:pt x="83" y="20"/>
                  <a:pt x="82" y="40"/>
                  <a:pt x="82" y="65"/>
                </a:cubicBezTo>
                <a:lnTo>
                  <a:pt x="82" y="87"/>
                </a:lnTo>
                <a:lnTo>
                  <a:pt x="150" y="87"/>
                </a:lnTo>
                <a:cubicBezTo>
                  <a:pt x="153" y="87"/>
                  <a:pt x="155" y="88"/>
                  <a:pt x="155" y="90"/>
                </a:cubicBezTo>
                <a:lnTo>
                  <a:pt x="155" y="102"/>
                </a:lnTo>
                <a:cubicBezTo>
                  <a:pt x="155" y="107"/>
                  <a:pt x="150" y="110"/>
                  <a:pt x="141" y="110"/>
                </a:cubicBezTo>
                <a:lnTo>
                  <a:pt x="82" y="110"/>
                </a:lnTo>
                <a:lnTo>
                  <a:pt x="82" y="253"/>
                </a:lnTo>
                <a:cubicBezTo>
                  <a:pt x="82" y="272"/>
                  <a:pt x="83" y="285"/>
                  <a:pt x="86" y="294"/>
                </a:cubicBezTo>
                <a:cubicBezTo>
                  <a:pt x="88" y="302"/>
                  <a:pt x="93" y="306"/>
                  <a:pt x="100" y="306"/>
                </a:cubicBezTo>
                <a:cubicBezTo>
                  <a:pt x="118" y="306"/>
                  <a:pt x="133" y="301"/>
                  <a:pt x="147" y="290"/>
                </a:cubicBezTo>
                <a:cubicBezTo>
                  <a:pt x="153" y="290"/>
                  <a:pt x="156" y="293"/>
                  <a:pt x="157" y="299"/>
                </a:cubicBezTo>
                <a:cubicBezTo>
                  <a:pt x="135" y="325"/>
                  <a:pt x="109" y="337"/>
                  <a:pt x="80" y="337"/>
                </a:cubicBezTo>
                <a:cubicBezTo>
                  <a:pt x="51" y="337"/>
                  <a:pt x="37" y="319"/>
                  <a:pt x="37" y="281"/>
                </a:cubicBezTo>
                <a:lnTo>
                  <a:pt x="37" y="110"/>
                </a:lnTo>
                <a:lnTo>
                  <a:pt x="3" y="110"/>
                </a:lnTo>
                <a:cubicBezTo>
                  <a:pt x="1" y="110"/>
                  <a:pt x="0" y="108"/>
                  <a:pt x="0" y="106"/>
                </a:cubicBezTo>
                <a:lnTo>
                  <a:pt x="0" y="98"/>
                </a:lnTo>
                <a:cubicBezTo>
                  <a:pt x="0" y="91"/>
                  <a:pt x="3" y="87"/>
                  <a:pt x="10" y="87"/>
                </a:cubicBezTo>
                <a:lnTo>
                  <a:pt x="37" y="8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444080" y="2425320"/>
            <a:ext cx="86040" cy="92160"/>
          </a:xfrm>
          <a:custGeom>
            <a:avLst/>
            <a:gdLst/>
            <a:ahLst/>
            <a:rect l="0" t="0" r="r" b="b"/>
            <a:pathLst>
              <a:path w="239" h="256">
                <a:moveTo>
                  <a:pt x="146" y="118"/>
                </a:moveTo>
                <a:lnTo>
                  <a:pt x="101" y="130"/>
                </a:lnTo>
                <a:cubicBezTo>
                  <a:pt x="65" y="139"/>
                  <a:pt x="47" y="160"/>
                  <a:pt x="47" y="192"/>
                </a:cubicBezTo>
                <a:cubicBezTo>
                  <a:pt x="47" y="203"/>
                  <a:pt x="50" y="212"/>
                  <a:pt x="58" y="221"/>
                </a:cubicBezTo>
                <a:cubicBezTo>
                  <a:pt x="65" y="229"/>
                  <a:pt x="75" y="233"/>
                  <a:pt x="88" y="233"/>
                </a:cubicBezTo>
                <a:cubicBezTo>
                  <a:pt x="102" y="233"/>
                  <a:pt x="118" y="225"/>
                  <a:pt x="138" y="208"/>
                </a:cubicBezTo>
                <a:cubicBezTo>
                  <a:pt x="143" y="205"/>
                  <a:pt x="146" y="200"/>
                  <a:pt x="146" y="194"/>
                </a:cubicBezTo>
                <a:lnTo>
                  <a:pt x="146" y="118"/>
                </a:lnTo>
                <a:moveTo>
                  <a:pt x="146" y="223"/>
                </a:moveTo>
                <a:lnTo>
                  <a:pt x="145" y="223"/>
                </a:lnTo>
                <a:lnTo>
                  <a:pt x="134" y="232"/>
                </a:lnTo>
                <a:cubicBezTo>
                  <a:pt x="121" y="242"/>
                  <a:pt x="110" y="248"/>
                  <a:pt x="102" y="252"/>
                </a:cubicBezTo>
                <a:cubicBezTo>
                  <a:pt x="95" y="255"/>
                  <a:pt x="84" y="256"/>
                  <a:pt x="71" y="256"/>
                </a:cubicBezTo>
                <a:cubicBezTo>
                  <a:pt x="50" y="256"/>
                  <a:pt x="32" y="251"/>
                  <a:pt x="19" y="242"/>
                </a:cubicBezTo>
                <a:cubicBezTo>
                  <a:pt x="6" y="232"/>
                  <a:pt x="0" y="216"/>
                  <a:pt x="0" y="195"/>
                </a:cubicBezTo>
                <a:cubicBezTo>
                  <a:pt x="0" y="176"/>
                  <a:pt x="8" y="159"/>
                  <a:pt x="25" y="145"/>
                </a:cubicBezTo>
                <a:cubicBezTo>
                  <a:pt x="43" y="130"/>
                  <a:pt x="66" y="120"/>
                  <a:pt x="94" y="112"/>
                </a:cubicBezTo>
                <a:lnTo>
                  <a:pt x="143" y="100"/>
                </a:lnTo>
                <a:cubicBezTo>
                  <a:pt x="145" y="100"/>
                  <a:pt x="146" y="97"/>
                  <a:pt x="146" y="93"/>
                </a:cubicBezTo>
                <a:cubicBezTo>
                  <a:pt x="146" y="44"/>
                  <a:pt x="131" y="19"/>
                  <a:pt x="100" y="19"/>
                </a:cubicBezTo>
                <a:cubicBezTo>
                  <a:pt x="88" y="19"/>
                  <a:pt x="76" y="21"/>
                  <a:pt x="67" y="25"/>
                </a:cubicBezTo>
                <a:cubicBezTo>
                  <a:pt x="58" y="30"/>
                  <a:pt x="53" y="35"/>
                  <a:pt x="53" y="43"/>
                </a:cubicBezTo>
                <a:cubicBezTo>
                  <a:pt x="53" y="49"/>
                  <a:pt x="53" y="53"/>
                  <a:pt x="54" y="55"/>
                </a:cubicBezTo>
                <a:cubicBezTo>
                  <a:pt x="55" y="57"/>
                  <a:pt x="55" y="60"/>
                  <a:pt x="55" y="65"/>
                </a:cubicBezTo>
                <a:cubicBezTo>
                  <a:pt x="55" y="69"/>
                  <a:pt x="53" y="73"/>
                  <a:pt x="48" y="78"/>
                </a:cubicBezTo>
                <a:cubicBezTo>
                  <a:pt x="44" y="82"/>
                  <a:pt x="38" y="84"/>
                  <a:pt x="31" y="84"/>
                </a:cubicBezTo>
                <a:cubicBezTo>
                  <a:pt x="17" y="84"/>
                  <a:pt x="11" y="77"/>
                  <a:pt x="11" y="64"/>
                </a:cubicBezTo>
                <a:cubicBezTo>
                  <a:pt x="11" y="48"/>
                  <a:pt x="20" y="34"/>
                  <a:pt x="40" y="20"/>
                </a:cubicBezTo>
                <a:cubicBezTo>
                  <a:pt x="60" y="7"/>
                  <a:pt x="81" y="0"/>
                  <a:pt x="105" y="0"/>
                </a:cubicBezTo>
                <a:cubicBezTo>
                  <a:pt x="162" y="0"/>
                  <a:pt x="191" y="32"/>
                  <a:pt x="191" y="97"/>
                </a:cubicBezTo>
                <a:lnTo>
                  <a:pt x="191" y="182"/>
                </a:lnTo>
                <a:cubicBezTo>
                  <a:pt x="191" y="193"/>
                  <a:pt x="191" y="201"/>
                  <a:pt x="191" y="207"/>
                </a:cubicBezTo>
                <a:cubicBezTo>
                  <a:pt x="192" y="213"/>
                  <a:pt x="195" y="218"/>
                  <a:pt x="198" y="223"/>
                </a:cubicBezTo>
                <a:cubicBezTo>
                  <a:pt x="202" y="228"/>
                  <a:pt x="207" y="230"/>
                  <a:pt x="214" y="230"/>
                </a:cubicBezTo>
                <a:cubicBezTo>
                  <a:pt x="218" y="230"/>
                  <a:pt x="222" y="229"/>
                  <a:pt x="225" y="226"/>
                </a:cubicBezTo>
                <a:cubicBezTo>
                  <a:pt x="229" y="223"/>
                  <a:pt x="231" y="222"/>
                  <a:pt x="231" y="222"/>
                </a:cubicBezTo>
                <a:cubicBezTo>
                  <a:pt x="232" y="222"/>
                  <a:pt x="234" y="223"/>
                  <a:pt x="236" y="225"/>
                </a:cubicBezTo>
                <a:cubicBezTo>
                  <a:pt x="238" y="227"/>
                  <a:pt x="239" y="229"/>
                  <a:pt x="239" y="231"/>
                </a:cubicBezTo>
                <a:cubicBezTo>
                  <a:pt x="239" y="232"/>
                  <a:pt x="237" y="234"/>
                  <a:pt x="233" y="238"/>
                </a:cubicBezTo>
                <a:cubicBezTo>
                  <a:pt x="229" y="243"/>
                  <a:pt x="223" y="247"/>
                  <a:pt x="215" y="251"/>
                </a:cubicBezTo>
                <a:cubicBezTo>
                  <a:pt x="207" y="254"/>
                  <a:pt x="199" y="256"/>
                  <a:pt x="191" y="256"/>
                </a:cubicBezTo>
                <a:cubicBezTo>
                  <a:pt x="168" y="257"/>
                  <a:pt x="153" y="246"/>
                  <a:pt x="146" y="22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7534800" y="2424960"/>
            <a:ext cx="69120" cy="91080"/>
          </a:xfrm>
          <a:custGeom>
            <a:avLst/>
            <a:gdLst/>
            <a:ahLst/>
            <a:rect l="0" t="0" r="r" b="b"/>
            <a:pathLst>
              <a:path w="192" h="253">
                <a:moveTo>
                  <a:pt x="90" y="47"/>
                </a:moveTo>
                <a:cubicBezTo>
                  <a:pt x="90" y="49"/>
                  <a:pt x="90" y="51"/>
                  <a:pt x="91" y="52"/>
                </a:cubicBezTo>
                <a:cubicBezTo>
                  <a:pt x="91" y="52"/>
                  <a:pt x="92" y="51"/>
                  <a:pt x="94" y="49"/>
                </a:cubicBezTo>
                <a:cubicBezTo>
                  <a:pt x="102" y="36"/>
                  <a:pt x="111" y="25"/>
                  <a:pt x="122" y="16"/>
                </a:cubicBezTo>
                <a:cubicBezTo>
                  <a:pt x="133" y="6"/>
                  <a:pt x="145" y="1"/>
                  <a:pt x="157" y="1"/>
                </a:cubicBezTo>
                <a:cubicBezTo>
                  <a:pt x="168" y="1"/>
                  <a:pt x="177" y="4"/>
                  <a:pt x="183" y="10"/>
                </a:cubicBezTo>
                <a:cubicBezTo>
                  <a:pt x="189" y="16"/>
                  <a:pt x="192" y="22"/>
                  <a:pt x="192" y="29"/>
                </a:cubicBezTo>
                <a:cubicBezTo>
                  <a:pt x="192" y="36"/>
                  <a:pt x="189" y="43"/>
                  <a:pt x="184" y="49"/>
                </a:cubicBezTo>
                <a:cubicBezTo>
                  <a:pt x="178" y="55"/>
                  <a:pt x="172" y="57"/>
                  <a:pt x="165" y="57"/>
                </a:cubicBezTo>
                <a:cubicBezTo>
                  <a:pt x="162" y="57"/>
                  <a:pt x="160" y="57"/>
                  <a:pt x="157" y="56"/>
                </a:cubicBezTo>
                <a:cubicBezTo>
                  <a:pt x="154" y="54"/>
                  <a:pt x="152" y="53"/>
                  <a:pt x="151" y="52"/>
                </a:cubicBezTo>
                <a:cubicBezTo>
                  <a:pt x="149" y="50"/>
                  <a:pt x="148" y="48"/>
                  <a:pt x="146" y="46"/>
                </a:cubicBezTo>
                <a:cubicBezTo>
                  <a:pt x="144" y="43"/>
                  <a:pt x="142" y="41"/>
                  <a:pt x="141" y="40"/>
                </a:cubicBezTo>
                <a:cubicBezTo>
                  <a:pt x="139" y="38"/>
                  <a:pt x="135" y="36"/>
                  <a:pt x="130" y="36"/>
                </a:cubicBezTo>
                <a:cubicBezTo>
                  <a:pt x="125" y="36"/>
                  <a:pt x="116" y="46"/>
                  <a:pt x="104" y="65"/>
                </a:cubicBezTo>
                <a:cubicBezTo>
                  <a:pt x="94" y="78"/>
                  <a:pt x="90" y="91"/>
                  <a:pt x="90" y="103"/>
                </a:cubicBezTo>
                <a:lnTo>
                  <a:pt x="90" y="182"/>
                </a:lnTo>
                <a:cubicBezTo>
                  <a:pt x="90" y="205"/>
                  <a:pt x="92" y="219"/>
                  <a:pt x="97" y="224"/>
                </a:cubicBezTo>
                <a:cubicBezTo>
                  <a:pt x="102" y="229"/>
                  <a:pt x="116" y="233"/>
                  <a:pt x="137" y="234"/>
                </a:cubicBezTo>
                <a:cubicBezTo>
                  <a:pt x="138" y="236"/>
                  <a:pt x="139" y="239"/>
                  <a:pt x="139" y="244"/>
                </a:cubicBezTo>
                <a:cubicBezTo>
                  <a:pt x="139" y="249"/>
                  <a:pt x="138" y="252"/>
                  <a:pt x="137" y="253"/>
                </a:cubicBezTo>
                <a:cubicBezTo>
                  <a:pt x="104" y="252"/>
                  <a:pt x="81" y="252"/>
                  <a:pt x="67" y="252"/>
                </a:cubicBezTo>
                <a:cubicBezTo>
                  <a:pt x="56" y="252"/>
                  <a:pt x="34" y="252"/>
                  <a:pt x="2" y="253"/>
                </a:cubicBezTo>
                <a:cubicBezTo>
                  <a:pt x="1" y="252"/>
                  <a:pt x="0" y="249"/>
                  <a:pt x="0" y="244"/>
                </a:cubicBezTo>
                <a:cubicBezTo>
                  <a:pt x="0" y="239"/>
                  <a:pt x="1" y="236"/>
                  <a:pt x="2" y="234"/>
                </a:cubicBezTo>
                <a:cubicBezTo>
                  <a:pt x="21" y="233"/>
                  <a:pt x="32" y="230"/>
                  <a:pt x="37" y="225"/>
                </a:cubicBezTo>
                <a:cubicBezTo>
                  <a:pt x="42" y="219"/>
                  <a:pt x="44" y="205"/>
                  <a:pt x="44" y="182"/>
                </a:cubicBezTo>
                <a:lnTo>
                  <a:pt x="44" y="71"/>
                </a:lnTo>
                <a:cubicBezTo>
                  <a:pt x="44" y="55"/>
                  <a:pt x="42" y="45"/>
                  <a:pt x="37" y="41"/>
                </a:cubicBezTo>
                <a:cubicBezTo>
                  <a:pt x="33" y="36"/>
                  <a:pt x="23" y="34"/>
                  <a:pt x="7" y="33"/>
                </a:cubicBezTo>
                <a:cubicBezTo>
                  <a:pt x="5" y="26"/>
                  <a:pt x="5" y="20"/>
                  <a:pt x="7" y="16"/>
                </a:cubicBezTo>
                <a:cubicBezTo>
                  <a:pt x="36" y="12"/>
                  <a:pt x="60" y="7"/>
                  <a:pt x="78" y="0"/>
                </a:cubicBezTo>
                <a:cubicBezTo>
                  <a:pt x="81" y="0"/>
                  <a:pt x="84" y="1"/>
                  <a:pt x="85" y="4"/>
                </a:cubicBezTo>
                <a:cubicBezTo>
                  <a:pt x="88" y="11"/>
                  <a:pt x="90" y="25"/>
                  <a:pt x="90" y="47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7613640" y="2420640"/>
            <a:ext cx="92160" cy="143640"/>
          </a:xfrm>
          <a:custGeom>
            <a:avLst/>
            <a:gdLst/>
            <a:ahLst/>
            <a:rect l="0" t="0" r="r" b="b"/>
            <a:pathLst>
              <a:path w="256" h="399">
                <a:moveTo>
                  <a:pt x="149" y="50"/>
                </a:moveTo>
                <a:cubicBezTo>
                  <a:pt x="140" y="37"/>
                  <a:pt x="126" y="31"/>
                  <a:pt x="108" y="31"/>
                </a:cubicBezTo>
                <a:cubicBezTo>
                  <a:pt x="78" y="31"/>
                  <a:pt x="62" y="51"/>
                  <a:pt x="62" y="92"/>
                </a:cubicBezTo>
                <a:cubicBezTo>
                  <a:pt x="62" y="102"/>
                  <a:pt x="63" y="112"/>
                  <a:pt x="64" y="119"/>
                </a:cubicBezTo>
                <a:cubicBezTo>
                  <a:pt x="65" y="127"/>
                  <a:pt x="68" y="135"/>
                  <a:pt x="71" y="143"/>
                </a:cubicBezTo>
                <a:cubicBezTo>
                  <a:pt x="74" y="151"/>
                  <a:pt x="80" y="158"/>
                  <a:pt x="87" y="162"/>
                </a:cubicBezTo>
                <a:cubicBezTo>
                  <a:pt x="95" y="167"/>
                  <a:pt x="104" y="168"/>
                  <a:pt x="115" y="168"/>
                </a:cubicBezTo>
                <a:cubicBezTo>
                  <a:pt x="148" y="168"/>
                  <a:pt x="164" y="147"/>
                  <a:pt x="164" y="105"/>
                </a:cubicBezTo>
                <a:cubicBezTo>
                  <a:pt x="164" y="81"/>
                  <a:pt x="159" y="63"/>
                  <a:pt x="149" y="50"/>
                </a:cubicBezTo>
                <a:moveTo>
                  <a:pt x="57" y="269"/>
                </a:moveTo>
                <a:cubicBezTo>
                  <a:pt x="45" y="283"/>
                  <a:pt x="39" y="301"/>
                  <a:pt x="39" y="323"/>
                </a:cubicBezTo>
                <a:cubicBezTo>
                  <a:pt x="39" y="340"/>
                  <a:pt x="47" y="354"/>
                  <a:pt x="63" y="364"/>
                </a:cubicBezTo>
                <a:cubicBezTo>
                  <a:pt x="79" y="373"/>
                  <a:pt x="94" y="378"/>
                  <a:pt x="108" y="378"/>
                </a:cubicBezTo>
                <a:cubicBezTo>
                  <a:pt x="126" y="378"/>
                  <a:pt x="143" y="376"/>
                  <a:pt x="159" y="371"/>
                </a:cubicBezTo>
                <a:cubicBezTo>
                  <a:pt x="176" y="367"/>
                  <a:pt x="190" y="360"/>
                  <a:pt x="201" y="350"/>
                </a:cubicBezTo>
                <a:cubicBezTo>
                  <a:pt x="213" y="340"/>
                  <a:pt x="219" y="329"/>
                  <a:pt x="219" y="315"/>
                </a:cubicBezTo>
                <a:cubicBezTo>
                  <a:pt x="219" y="308"/>
                  <a:pt x="217" y="302"/>
                  <a:pt x="213" y="297"/>
                </a:cubicBezTo>
                <a:cubicBezTo>
                  <a:pt x="209" y="292"/>
                  <a:pt x="201" y="286"/>
                  <a:pt x="191" y="280"/>
                </a:cubicBezTo>
                <a:cubicBezTo>
                  <a:pt x="179" y="274"/>
                  <a:pt x="156" y="271"/>
                  <a:pt x="121" y="271"/>
                </a:cubicBezTo>
                <a:cubicBezTo>
                  <a:pt x="119" y="271"/>
                  <a:pt x="113" y="271"/>
                  <a:pt x="104" y="271"/>
                </a:cubicBezTo>
                <a:cubicBezTo>
                  <a:pt x="95" y="272"/>
                  <a:pt x="86" y="272"/>
                  <a:pt x="80" y="272"/>
                </a:cubicBezTo>
                <a:cubicBezTo>
                  <a:pt x="71" y="272"/>
                  <a:pt x="63" y="271"/>
                  <a:pt x="57" y="269"/>
                </a:cubicBezTo>
                <a:moveTo>
                  <a:pt x="235" y="43"/>
                </a:moveTo>
                <a:cubicBezTo>
                  <a:pt x="227" y="43"/>
                  <a:pt x="222" y="40"/>
                  <a:pt x="219" y="33"/>
                </a:cubicBezTo>
                <a:cubicBezTo>
                  <a:pt x="216" y="28"/>
                  <a:pt x="212" y="26"/>
                  <a:pt x="208" y="26"/>
                </a:cubicBezTo>
                <a:cubicBezTo>
                  <a:pt x="204" y="26"/>
                  <a:pt x="200" y="28"/>
                  <a:pt x="195" y="31"/>
                </a:cubicBezTo>
                <a:cubicBezTo>
                  <a:pt x="190" y="34"/>
                  <a:pt x="186" y="37"/>
                  <a:pt x="185" y="39"/>
                </a:cubicBezTo>
                <a:cubicBezTo>
                  <a:pt x="201" y="56"/>
                  <a:pt x="209" y="76"/>
                  <a:pt x="209" y="99"/>
                </a:cubicBezTo>
                <a:cubicBezTo>
                  <a:pt x="209" y="125"/>
                  <a:pt x="200" y="147"/>
                  <a:pt x="181" y="162"/>
                </a:cubicBezTo>
                <a:cubicBezTo>
                  <a:pt x="162" y="178"/>
                  <a:pt x="139" y="186"/>
                  <a:pt x="113" y="186"/>
                </a:cubicBezTo>
                <a:cubicBezTo>
                  <a:pt x="92" y="186"/>
                  <a:pt x="75" y="182"/>
                  <a:pt x="61" y="174"/>
                </a:cubicBezTo>
                <a:cubicBezTo>
                  <a:pt x="54" y="184"/>
                  <a:pt x="51" y="195"/>
                  <a:pt x="51" y="207"/>
                </a:cubicBezTo>
                <a:cubicBezTo>
                  <a:pt x="51" y="218"/>
                  <a:pt x="54" y="227"/>
                  <a:pt x="61" y="232"/>
                </a:cubicBezTo>
                <a:cubicBezTo>
                  <a:pt x="69" y="237"/>
                  <a:pt x="77" y="240"/>
                  <a:pt x="87" y="240"/>
                </a:cubicBezTo>
                <a:lnTo>
                  <a:pt x="104" y="238"/>
                </a:lnTo>
                <a:cubicBezTo>
                  <a:pt x="119" y="237"/>
                  <a:pt x="132" y="236"/>
                  <a:pt x="142" y="236"/>
                </a:cubicBezTo>
                <a:cubicBezTo>
                  <a:pt x="183" y="236"/>
                  <a:pt x="211" y="242"/>
                  <a:pt x="226" y="255"/>
                </a:cubicBezTo>
                <a:cubicBezTo>
                  <a:pt x="242" y="268"/>
                  <a:pt x="251" y="284"/>
                  <a:pt x="251" y="301"/>
                </a:cubicBezTo>
                <a:cubicBezTo>
                  <a:pt x="251" y="321"/>
                  <a:pt x="242" y="338"/>
                  <a:pt x="226" y="354"/>
                </a:cubicBezTo>
                <a:cubicBezTo>
                  <a:pt x="210" y="369"/>
                  <a:pt x="190" y="380"/>
                  <a:pt x="166" y="388"/>
                </a:cubicBezTo>
                <a:cubicBezTo>
                  <a:pt x="142" y="395"/>
                  <a:pt x="117" y="399"/>
                  <a:pt x="91" y="399"/>
                </a:cubicBezTo>
                <a:cubicBezTo>
                  <a:pt x="65" y="399"/>
                  <a:pt x="43" y="394"/>
                  <a:pt x="26" y="384"/>
                </a:cubicBezTo>
                <a:cubicBezTo>
                  <a:pt x="9" y="374"/>
                  <a:pt x="0" y="358"/>
                  <a:pt x="0" y="335"/>
                </a:cubicBezTo>
                <a:cubicBezTo>
                  <a:pt x="0" y="307"/>
                  <a:pt x="15" y="284"/>
                  <a:pt x="46" y="265"/>
                </a:cubicBezTo>
                <a:cubicBezTo>
                  <a:pt x="29" y="257"/>
                  <a:pt x="20" y="242"/>
                  <a:pt x="20" y="221"/>
                </a:cubicBezTo>
                <a:cubicBezTo>
                  <a:pt x="20" y="211"/>
                  <a:pt x="22" y="201"/>
                  <a:pt x="27" y="190"/>
                </a:cubicBezTo>
                <a:cubicBezTo>
                  <a:pt x="32" y="179"/>
                  <a:pt x="38" y="171"/>
                  <a:pt x="45" y="164"/>
                </a:cubicBezTo>
                <a:cubicBezTo>
                  <a:pt x="26" y="145"/>
                  <a:pt x="16" y="124"/>
                  <a:pt x="16" y="100"/>
                </a:cubicBezTo>
                <a:cubicBezTo>
                  <a:pt x="16" y="74"/>
                  <a:pt x="26" y="54"/>
                  <a:pt x="45" y="38"/>
                </a:cubicBezTo>
                <a:cubicBezTo>
                  <a:pt x="64" y="21"/>
                  <a:pt x="87" y="13"/>
                  <a:pt x="113" y="13"/>
                </a:cubicBezTo>
                <a:cubicBezTo>
                  <a:pt x="136" y="13"/>
                  <a:pt x="156" y="18"/>
                  <a:pt x="173" y="29"/>
                </a:cubicBezTo>
                <a:cubicBezTo>
                  <a:pt x="180" y="20"/>
                  <a:pt x="189" y="13"/>
                  <a:pt x="200" y="8"/>
                </a:cubicBezTo>
                <a:cubicBezTo>
                  <a:pt x="212" y="3"/>
                  <a:pt x="222" y="0"/>
                  <a:pt x="230" y="0"/>
                </a:cubicBezTo>
                <a:cubicBezTo>
                  <a:pt x="238" y="0"/>
                  <a:pt x="244" y="2"/>
                  <a:pt x="248" y="6"/>
                </a:cubicBezTo>
                <a:cubicBezTo>
                  <a:pt x="253" y="10"/>
                  <a:pt x="256" y="15"/>
                  <a:pt x="256" y="22"/>
                </a:cubicBezTo>
                <a:cubicBezTo>
                  <a:pt x="256" y="27"/>
                  <a:pt x="254" y="32"/>
                  <a:pt x="249" y="37"/>
                </a:cubicBezTo>
                <a:cubicBezTo>
                  <a:pt x="245" y="41"/>
                  <a:pt x="240" y="43"/>
                  <a:pt x="235" y="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7714440" y="2426040"/>
            <a:ext cx="75600" cy="91440"/>
          </a:xfrm>
          <a:custGeom>
            <a:avLst/>
            <a:gdLst/>
            <a:ahLst/>
            <a:rect l="0" t="0" r="r" b="b"/>
            <a:pathLst>
              <a:path w="210" h="254">
                <a:moveTo>
                  <a:pt x="49" y="88"/>
                </a:moveTo>
                <a:lnTo>
                  <a:pt x="152" y="86"/>
                </a:lnTo>
                <a:cubicBezTo>
                  <a:pt x="158" y="86"/>
                  <a:pt x="161" y="83"/>
                  <a:pt x="160" y="78"/>
                </a:cubicBezTo>
                <a:cubicBezTo>
                  <a:pt x="160" y="57"/>
                  <a:pt x="156" y="41"/>
                  <a:pt x="146" y="32"/>
                </a:cubicBezTo>
                <a:cubicBezTo>
                  <a:pt x="137" y="23"/>
                  <a:pt x="126" y="18"/>
                  <a:pt x="113" y="18"/>
                </a:cubicBezTo>
                <a:cubicBezTo>
                  <a:pt x="108" y="18"/>
                  <a:pt x="103" y="19"/>
                  <a:pt x="98" y="20"/>
                </a:cubicBezTo>
                <a:cubicBezTo>
                  <a:pt x="93" y="22"/>
                  <a:pt x="87" y="24"/>
                  <a:pt x="80" y="29"/>
                </a:cubicBezTo>
                <a:cubicBezTo>
                  <a:pt x="74" y="33"/>
                  <a:pt x="67" y="40"/>
                  <a:pt x="61" y="50"/>
                </a:cubicBezTo>
                <a:cubicBezTo>
                  <a:pt x="55" y="61"/>
                  <a:pt x="51" y="73"/>
                  <a:pt x="49" y="88"/>
                </a:cubicBezTo>
                <a:moveTo>
                  <a:pt x="210" y="205"/>
                </a:moveTo>
                <a:cubicBezTo>
                  <a:pt x="185" y="238"/>
                  <a:pt x="153" y="254"/>
                  <a:pt x="113" y="254"/>
                </a:cubicBezTo>
                <a:cubicBezTo>
                  <a:pt x="75" y="254"/>
                  <a:pt x="46" y="242"/>
                  <a:pt x="26" y="218"/>
                </a:cubicBezTo>
                <a:cubicBezTo>
                  <a:pt x="8" y="198"/>
                  <a:pt x="0" y="169"/>
                  <a:pt x="0" y="133"/>
                </a:cubicBezTo>
                <a:cubicBezTo>
                  <a:pt x="0" y="93"/>
                  <a:pt x="11" y="61"/>
                  <a:pt x="36" y="37"/>
                </a:cubicBezTo>
                <a:cubicBezTo>
                  <a:pt x="60" y="12"/>
                  <a:pt x="86" y="0"/>
                  <a:pt x="113" y="0"/>
                </a:cubicBezTo>
                <a:cubicBezTo>
                  <a:pt x="177" y="0"/>
                  <a:pt x="209" y="33"/>
                  <a:pt x="209" y="99"/>
                </a:cubicBezTo>
                <a:cubicBezTo>
                  <a:pt x="209" y="105"/>
                  <a:pt x="206" y="108"/>
                  <a:pt x="199" y="108"/>
                </a:cubicBezTo>
                <a:lnTo>
                  <a:pt x="47" y="107"/>
                </a:lnTo>
                <a:cubicBezTo>
                  <a:pt x="47" y="139"/>
                  <a:pt x="53" y="165"/>
                  <a:pt x="65" y="186"/>
                </a:cubicBezTo>
                <a:cubicBezTo>
                  <a:pt x="82" y="213"/>
                  <a:pt x="103" y="226"/>
                  <a:pt x="128" y="226"/>
                </a:cubicBezTo>
                <a:cubicBezTo>
                  <a:pt x="144" y="226"/>
                  <a:pt x="157" y="224"/>
                  <a:pt x="166" y="220"/>
                </a:cubicBezTo>
                <a:cubicBezTo>
                  <a:pt x="177" y="215"/>
                  <a:pt x="187" y="207"/>
                  <a:pt x="199" y="196"/>
                </a:cubicBezTo>
                <a:cubicBezTo>
                  <a:pt x="205" y="196"/>
                  <a:pt x="209" y="199"/>
                  <a:pt x="210" y="20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7803360" y="2396160"/>
            <a:ext cx="56520" cy="121320"/>
          </a:xfrm>
          <a:custGeom>
            <a:avLst/>
            <a:gdLst/>
            <a:ahLst/>
            <a:rect l="0" t="0" r="r" b="b"/>
            <a:pathLst>
              <a:path w="157" h="337">
                <a:moveTo>
                  <a:pt x="37" y="87"/>
                </a:moveTo>
                <a:lnTo>
                  <a:pt x="37" y="57"/>
                </a:lnTo>
                <a:cubicBezTo>
                  <a:pt x="37" y="49"/>
                  <a:pt x="36" y="42"/>
                  <a:pt x="36" y="39"/>
                </a:cubicBezTo>
                <a:cubicBezTo>
                  <a:pt x="36" y="35"/>
                  <a:pt x="36" y="32"/>
                  <a:pt x="35" y="30"/>
                </a:cubicBezTo>
                <a:lnTo>
                  <a:pt x="35" y="24"/>
                </a:lnTo>
                <a:lnTo>
                  <a:pt x="35" y="21"/>
                </a:lnTo>
                <a:cubicBezTo>
                  <a:pt x="35" y="20"/>
                  <a:pt x="36" y="18"/>
                  <a:pt x="37" y="17"/>
                </a:cubicBezTo>
                <a:cubicBezTo>
                  <a:pt x="39" y="16"/>
                  <a:pt x="41" y="16"/>
                  <a:pt x="42" y="15"/>
                </a:cubicBezTo>
                <a:cubicBezTo>
                  <a:pt x="44" y="15"/>
                  <a:pt x="46" y="14"/>
                  <a:pt x="49" y="13"/>
                </a:cubicBezTo>
                <a:cubicBezTo>
                  <a:pt x="52" y="12"/>
                  <a:pt x="55" y="11"/>
                  <a:pt x="57" y="10"/>
                </a:cubicBezTo>
                <a:cubicBezTo>
                  <a:pt x="59" y="9"/>
                  <a:pt x="61" y="8"/>
                  <a:pt x="65" y="6"/>
                </a:cubicBezTo>
                <a:cubicBezTo>
                  <a:pt x="69" y="4"/>
                  <a:pt x="72" y="2"/>
                  <a:pt x="74" y="1"/>
                </a:cubicBezTo>
                <a:cubicBezTo>
                  <a:pt x="77" y="0"/>
                  <a:pt x="79" y="0"/>
                  <a:pt x="80" y="0"/>
                </a:cubicBezTo>
                <a:cubicBezTo>
                  <a:pt x="83" y="0"/>
                  <a:pt x="84" y="1"/>
                  <a:pt x="84" y="5"/>
                </a:cubicBezTo>
                <a:cubicBezTo>
                  <a:pt x="83" y="20"/>
                  <a:pt x="82" y="40"/>
                  <a:pt x="82" y="65"/>
                </a:cubicBezTo>
                <a:lnTo>
                  <a:pt x="82" y="87"/>
                </a:lnTo>
                <a:lnTo>
                  <a:pt x="150" y="87"/>
                </a:lnTo>
                <a:cubicBezTo>
                  <a:pt x="154" y="87"/>
                  <a:pt x="155" y="88"/>
                  <a:pt x="155" y="90"/>
                </a:cubicBezTo>
                <a:lnTo>
                  <a:pt x="155" y="102"/>
                </a:lnTo>
                <a:cubicBezTo>
                  <a:pt x="155" y="107"/>
                  <a:pt x="150" y="110"/>
                  <a:pt x="141" y="110"/>
                </a:cubicBezTo>
                <a:lnTo>
                  <a:pt x="82" y="110"/>
                </a:lnTo>
                <a:lnTo>
                  <a:pt x="82" y="253"/>
                </a:lnTo>
                <a:cubicBezTo>
                  <a:pt x="82" y="272"/>
                  <a:pt x="83" y="285"/>
                  <a:pt x="86" y="294"/>
                </a:cubicBezTo>
                <a:cubicBezTo>
                  <a:pt x="88" y="302"/>
                  <a:pt x="93" y="306"/>
                  <a:pt x="100" y="306"/>
                </a:cubicBezTo>
                <a:cubicBezTo>
                  <a:pt x="118" y="306"/>
                  <a:pt x="134" y="301"/>
                  <a:pt x="147" y="290"/>
                </a:cubicBezTo>
                <a:cubicBezTo>
                  <a:pt x="153" y="290"/>
                  <a:pt x="156" y="293"/>
                  <a:pt x="157" y="299"/>
                </a:cubicBezTo>
                <a:cubicBezTo>
                  <a:pt x="135" y="325"/>
                  <a:pt x="109" y="337"/>
                  <a:pt x="81" y="337"/>
                </a:cubicBezTo>
                <a:cubicBezTo>
                  <a:pt x="51" y="337"/>
                  <a:pt x="37" y="319"/>
                  <a:pt x="37" y="281"/>
                </a:cubicBezTo>
                <a:lnTo>
                  <a:pt x="37" y="110"/>
                </a:lnTo>
                <a:lnTo>
                  <a:pt x="3" y="110"/>
                </a:lnTo>
                <a:cubicBezTo>
                  <a:pt x="1" y="110"/>
                  <a:pt x="0" y="108"/>
                  <a:pt x="0" y="106"/>
                </a:cubicBezTo>
                <a:lnTo>
                  <a:pt x="0" y="98"/>
                </a:lnTo>
                <a:cubicBezTo>
                  <a:pt x="0" y="91"/>
                  <a:pt x="3" y="87"/>
                  <a:pt x="11" y="87"/>
                </a:cubicBezTo>
                <a:lnTo>
                  <a:pt x="37" y="8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7868520" y="2382840"/>
            <a:ext cx="47520" cy="133200"/>
          </a:xfrm>
          <a:custGeom>
            <a:avLst/>
            <a:gdLst/>
            <a:ahLst/>
            <a:rect l="0" t="0" r="r" b="b"/>
            <a:pathLst>
              <a:path w="132" h="370">
                <a:moveTo>
                  <a:pt x="37" y="27"/>
                </a:moveTo>
                <a:cubicBezTo>
                  <a:pt x="37" y="20"/>
                  <a:pt x="40" y="14"/>
                  <a:pt x="46" y="8"/>
                </a:cubicBezTo>
                <a:cubicBezTo>
                  <a:pt x="52" y="3"/>
                  <a:pt x="59" y="0"/>
                  <a:pt x="66" y="0"/>
                </a:cubicBezTo>
                <a:cubicBezTo>
                  <a:pt x="73" y="0"/>
                  <a:pt x="80" y="3"/>
                  <a:pt x="85" y="10"/>
                </a:cubicBezTo>
                <a:cubicBezTo>
                  <a:pt x="91" y="16"/>
                  <a:pt x="93" y="22"/>
                  <a:pt x="93" y="29"/>
                </a:cubicBezTo>
                <a:cubicBezTo>
                  <a:pt x="93" y="36"/>
                  <a:pt x="90" y="42"/>
                  <a:pt x="84" y="48"/>
                </a:cubicBezTo>
                <a:cubicBezTo>
                  <a:pt x="78" y="54"/>
                  <a:pt x="71" y="57"/>
                  <a:pt x="64" y="57"/>
                </a:cubicBezTo>
                <a:cubicBezTo>
                  <a:pt x="57" y="57"/>
                  <a:pt x="51" y="53"/>
                  <a:pt x="45" y="47"/>
                </a:cubicBezTo>
                <a:cubicBezTo>
                  <a:pt x="39" y="41"/>
                  <a:pt x="37" y="34"/>
                  <a:pt x="37" y="27"/>
                </a:cubicBezTo>
                <a:moveTo>
                  <a:pt x="88" y="299"/>
                </a:moveTo>
                <a:cubicBezTo>
                  <a:pt x="88" y="322"/>
                  <a:pt x="90" y="336"/>
                  <a:pt x="95" y="342"/>
                </a:cubicBezTo>
                <a:cubicBezTo>
                  <a:pt x="100" y="347"/>
                  <a:pt x="111" y="350"/>
                  <a:pt x="130" y="351"/>
                </a:cubicBezTo>
                <a:cubicBezTo>
                  <a:pt x="131" y="353"/>
                  <a:pt x="132" y="356"/>
                  <a:pt x="132" y="361"/>
                </a:cubicBezTo>
                <a:cubicBezTo>
                  <a:pt x="132" y="366"/>
                  <a:pt x="131" y="369"/>
                  <a:pt x="130" y="370"/>
                </a:cubicBezTo>
                <a:cubicBezTo>
                  <a:pt x="97" y="369"/>
                  <a:pt x="75" y="369"/>
                  <a:pt x="66" y="369"/>
                </a:cubicBezTo>
                <a:cubicBezTo>
                  <a:pt x="55" y="369"/>
                  <a:pt x="34" y="369"/>
                  <a:pt x="2" y="370"/>
                </a:cubicBezTo>
                <a:cubicBezTo>
                  <a:pt x="0" y="369"/>
                  <a:pt x="0" y="366"/>
                  <a:pt x="0" y="361"/>
                </a:cubicBezTo>
                <a:cubicBezTo>
                  <a:pt x="0" y="356"/>
                  <a:pt x="0" y="353"/>
                  <a:pt x="2" y="351"/>
                </a:cubicBezTo>
                <a:cubicBezTo>
                  <a:pt x="20" y="350"/>
                  <a:pt x="32" y="346"/>
                  <a:pt x="37" y="341"/>
                </a:cubicBezTo>
                <a:cubicBezTo>
                  <a:pt x="41" y="336"/>
                  <a:pt x="44" y="322"/>
                  <a:pt x="44" y="299"/>
                </a:cubicBezTo>
                <a:lnTo>
                  <a:pt x="44" y="188"/>
                </a:lnTo>
                <a:cubicBezTo>
                  <a:pt x="44" y="172"/>
                  <a:pt x="41" y="162"/>
                  <a:pt x="37" y="158"/>
                </a:cubicBezTo>
                <a:cubicBezTo>
                  <a:pt x="32" y="153"/>
                  <a:pt x="22" y="151"/>
                  <a:pt x="7" y="150"/>
                </a:cubicBezTo>
                <a:cubicBezTo>
                  <a:pt x="4" y="143"/>
                  <a:pt x="4" y="137"/>
                  <a:pt x="5" y="133"/>
                </a:cubicBezTo>
                <a:cubicBezTo>
                  <a:pt x="40" y="128"/>
                  <a:pt x="67" y="123"/>
                  <a:pt x="83" y="117"/>
                </a:cubicBezTo>
                <a:cubicBezTo>
                  <a:pt x="88" y="117"/>
                  <a:pt x="90" y="118"/>
                  <a:pt x="90" y="120"/>
                </a:cubicBezTo>
                <a:cubicBezTo>
                  <a:pt x="90" y="122"/>
                  <a:pt x="90" y="123"/>
                  <a:pt x="90" y="125"/>
                </a:cubicBezTo>
                <a:cubicBezTo>
                  <a:pt x="90" y="127"/>
                  <a:pt x="90" y="130"/>
                  <a:pt x="90" y="136"/>
                </a:cubicBezTo>
                <a:cubicBezTo>
                  <a:pt x="90" y="141"/>
                  <a:pt x="89" y="146"/>
                  <a:pt x="89" y="151"/>
                </a:cubicBezTo>
                <a:cubicBezTo>
                  <a:pt x="89" y="156"/>
                  <a:pt x="88" y="162"/>
                  <a:pt x="88" y="168"/>
                </a:cubicBezTo>
                <a:cubicBezTo>
                  <a:pt x="88" y="174"/>
                  <a:pt x="88" y="180"/>
                  <a:pt x="88" y="186"/>
                </a:cubicBezTo>
                <a:lnTo>
                  <a:pt x="88" y="29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7923240" y="2424960"/>
            <a:ext cx="104040" cy="91080"/>
          </a:xfrm>
          <a:custGeom>
            <a:avLst/>
            <a:gdLst/>
            <a:ahLst/>
            <a:rect l="0" t="0" r="r" b="b"/>
            <a:pathLst>
              <a:path w="289" h="253">
                <a:moveTo>
                  <a:pt x="93" y="47"/>
                </a:moveTo>
                <a:cubicBezTo>
                  <a:pt x="121" y="16"/>
                  <a:pt x="152" y="1"/>
                  <a:pt x="186" y="1"/>
                </a:cubicBezTo>
                <a:cubicBezTo>
                  <a:pt x="208" y="1"/>
                  <a:pt x="224" y="8"/>
                  <a:pt x="234" y="21"/>
                </a:cubicBezTo>
                <a:cubicBezTo>
                  <a:pt x="244" y="35"/>
                  <a:pt x="249" y="60"/>
                  <a:pt x="249" y="97"/>
                </a:cubicBezTo>
                <a:lnTo>
                  <a:pt x="249" y="182"/>
                </a:lnTo>
                <a:cubicBezTo>
                  <a:pt x="249" y="204"/>
                  <a:pt x="251" y="219"/>
                  <a:pt x="255" y="224"/>
                </a:cubicBezTo>
                <a:cubicBezTo>
                  <a:pt x="260" y="229"/>
                  <a:pt x="270" y="233"/>
                  <a:pt x="287" y="234"/>
                </a:cubicBezTo>
                <a:cubicBezTo>
                  <a:pt x="288" y="236"/>
                  <a:pt x="289" y="239"/>
                  <a:pt x="289" y="243"/>
                </a:cubicBezTo>
                <a:cubicBezTo>
                  <a:pt x="289" y="248"/>
                  <a:pt x="288" y="251"/>
                  <a:pt x="287" y="253"/>
                </a:cubicBezTo>
                <a:cubicBezTo>
                  <a:pt x="254" y="252"/>
                  <a:pt x="234" y="252"/>
                  <a:pt x="227" y="252"/>
                </a:cubicBezTo>
                <a:cubicBezTo>
                  <a:pt x="219" y="252"/>
                  <a:pt x="200" y="252"/>
                  <a:pt x="168" y="253"/>
                </a:cubicBezTo>
                <a:cubicBezTo>
                  <a:pt x="167" y="252"/>
                  <a:pt x="166" y="249"/>
                  <a:pt x="166" y="244"/>
                </a:cubicBezTo>
                <a:cubicBezTo>
                  <a:pt x="166" y="239"/>
                  <a:pt x="167" y="236"/>
                  <a:pt x="168" y="234"/>
                </a:cubicBezTo>
                <a:cubicBezTo>
                  <a:pt x="184" y="233"/>
                  <a:pt x="194" y="229"/>
                  <a:pt x="198" y="224"/>
                </a:cubicBezTo>
                <a:cubicBezTo>
                  <a:pt x="202" y="219"/>
                  <a:pt x="204" y="204"/>
                  <a:pt x="204" y="182"/>
                </a:cubicBezTo>
                <a:lnTo>
                  <a:pt x="204" y="96"/>
                </a:lnTo>
                <a:cubicBezTo>
                  <a:pt x="204" y="75"/>
                  <a:pt x="201" y="61"/>
                  <a:pt x="197" y="52"/>
                </a:cubicBezTo>
                <a:cubicBezTo>
                  <a:pt x="190" y="38"/>
                  <a:pt x="180" y="31"/>
                  <a:pt x="167" y="31"/>
                </a:cubicBezTo>
                <a:cubicBezTo>
                  <a:pt x="144" y="31"/>
                  <a:pt x="120" y="42"/>
                  <a:pt x="97" y="65"/>
                </a:cubicBezTo>
                <a:cubicBezTo>
                  <a:pt x="91" y="72"/>
                  <a:pt x="88" y="80"/>
                  <a:pt x="88" y="89"/>
                </a:cubicBezTo>
                <a:lnTo>
                  <a:pt x="88" y="182"/>
                </a:lnTo>
                <a:cubicBezTo>
                  <a:pt x="88" y="204"/>
                  <a:pt x="89" y="219"/>
                  <a:pt x="93" y="224"/>
                </a:cubicBezTo>
                <a:cubicBezTo>
                  <a:pt x="97" y="229"/>
                  <a:pt x="106" y="233"/>
                  <a:pt x="121" y="234"/>
                </a:cubicBezTo>
                <a:cubicBezTo>
                  <a:pt x="123" y="236"/>
                  <a:pt x="125" y="239"/>
                  <a:pt x="125" y="244"/>
                </a:cubicBezTo>
                <a:cubicBezTo>
                  <a:pt x="125" y="249"/>
                  <a:pt x="123" y="252"/>
                  <a:pt x="121" y="253"/>
                </a:cubicBezTo>
                <a:cubicBezTo>
                  <a:pt x="90" y="252"/>
                  <a:pt x="71" y="252"/>
                  <a:pt x="65" y="252"/>
                </a:cubicBezTo>
                <a:cubicBezTo>
                  <a:pt x="55" y="252"/>
                  <a:pt x="33" y="252"/>
                  <a:pt x="2" y="253"/>
                </a:cubicBezTo>
                <a:cubicBezTo>
                  <a:pt x="1" y="252"/>
                  <a:pt x="0" y="249"/>
                  <a:pt x="0" y="244"/>
                </a:cubicBezTo>
                <a:cubicBezTo>
                  <a:pt x="0" y="239"/>
                  <a:pt x="1" y="236"/>
                  <a:pt x="2" y="234"/>
                </a:cubicBezTo>
                <a:cubicBezTo>
                  <a:pt x="20" y="233"/>
                  <a:pt x="31" y="229"/>
                  <a:pt x="35" y="224"/>
                </a:cubicBezTo>
                <a:cubicBezTo>
                  <a:pt x="40" y="219"/>
                  <a:pt x="42" y="205"/>
                  <a:pt x="42" y="182"/>
                </a:cubicBezTo>
                <a:lnTo>
                  <a:pt x="42" y="71"/>
                </a:lnTo>
                <a:cubicBezTo>
                  <a:pt x="42" y="55"/>
                  <a:pt x="40" y="45"/>
                  <a:pt x="35" y="41"/>
                </a:cubicBezTo>
                <a:cubicBezTo>
                  <a:pt x="31" y="36"/>
                  <a:pt x="21" y="34"/>
                  <a:pt x="5" y="33"/>
                </a:cubicBezTo>
                <a:cubicBezTo>
                  <a:pt x="3" y="26"/>
                  <a:pt x="2" y="20"/>
                  <a:pt x="4" y="16"/>
                </a:cubicBezTo>
                <a:cubicBezTo>
                  <a:pt x="33" y="12"/>
                  <a:pt x="58" y="7"/>
                  <a:pt x="76" y="0"/>
                </a:cubicBezTo>
                <a:cubicBezTo>
                  <a:pt x="79" y="0"/>
                  <a:pt x="81" y="1"/>
                  <a:pt x="83" y="4"/>
                </a:cubicBezTo>
                <a:cubicBezTo>
                  <a:pt x="86" y="11"/>
                  <a:pt x="88" y="25"/>
                  <a:pt x="88" y="47"/>
                </a:cubicBezTo>
                <a:cubicBezTo>
                  <a:pt x="88" y="52"/>
                  <a:pt x="89" y="52"/>
                  <a:pt x="93" y="47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8036640" y="2420640"/>
            <a:ext cx="92160" cy="143640"/>
          </a:xfrm>
          <a:custGeom>
            <a:avLst/>
            <a:gdLst/>
            <a:ahLst/>
            <a:rect l="0" t="0" r="r" b="b"/>
            <a:pathLst>
              <a:path w="256" h="399">
                <a:moveTo>
                  <a:pt x="149" y="50"/>
                </a:moveTo>
                <a:cubicBezTo>
                  <a:pt x="140" y="37"/>
                  <a:pt x="127" y="31"/>
                  <a:pt x="109" y="31"/>
                </a:cubicBezTo>
                <a:cubicBezTo>
                  <a:pt x="78" y="31"/>
                  <a:pt x="63" y="51"/>
                  <a:pt x="63" y="92"/>
                </a:cubicBezTo>
                <a:cubicBezTo>
                  <a:pt x="63" y="102"/>
                  <a:pt x="63" y="112"/>
                  <a:pt x="64" y="119"/>
                </a:cubicBezTo>
                <a:cubicBezTo>
                  <a:pt x="66" y="127"/>
                  <a:pt x="68" y="135"/>
                  <a:pt x="71" y="143"/>
                </a:cubicBezTo>
                <a:cubicBezTo>
                  <a:pt x="74" y="151"/>
                  <a:pt x="80" y="158"/>
                  <a:pt x="87" y="162"/>
                </a:cubicBezTo>
                <a:cubicBezTo>
                  <a:pt x="95" y="167"/>
                  <a:pt x="104" y="168"/>
                  <a:pt x="116" y="168"/>
                </a:cubicBezTo>
                <a:cubicBezTo>
                  <a:pt x="148" y="168"/>
                  <a:pt x="164" y="147"/>
                  <a:pt x="164" y="105"/>
                </a:cubicBezTo>
                <a:cubicBezTo>
                  <a:pt x="164" y="81"/>
                  <a:pt x="159" y="63"/>
                  <a:pt x="149" y="50"/>
                </a:cubicBezTo>
                <a:moveTo>
                  <a:pt x="39" y="323"/>
                </a:moveTo>
                <a:cubicBezTo>
                  <a:pt x="39" y="340"/>
                  <a:pt x="47" y="354"/>
                  <a:pt x="63" y="364"/>
                </a:cubicBezTo>
                <a:cubicBezTo>
                  <a:pt x="79" y="373"/>
                  <a:pt x="94" y="378"/>
                  <a:pt x="108" y="378"/>
                </a:cubicBezTo>
                <a:cubicBezTo>
                  <a:pt x="126" y="378"/>
                  <a:pt x="143" y="376"/>
                  <a:pt x="159" y="371"/>
                </a:cubicBezTo>
                <a:cubicBezTo>
                  <a:pt x="176" y="367"/>
                  <a:pt x="190" y="360"/>
                  <a:pt x="202" y="350"/>
                </a:cubicBezTo>
                <a:cubicBezTo>
                  <a:pt x="213" y="340"/>
                  <a:pt x="219" y="329"/>
                  <a:pt x="219" y="315"/>
                </a:cubicBezTo>
                <a:cubicBezTo>
                  <a:pt x="219" y="308"/>
                  <a:pt x="217" y="302"/>
                  <a:pt x="213" y="297"/>
                </a:cubicBezTo>
                <a:cubicBezTo>
                  <a:pt x="209" y="292"/>
                  <a:pt x="202" y="286"/>
                  <a:pt x="191" y="280"/>
                </a:cubicBezTo>
                <a:cubicBezTo>
                  <a:pt x="179" y="274"/>
                  <a:pt x="156" y="271"/>
                  <a:pt x="122" y="271"/>
                </a:cubicBezTo>
                <a:cubicBezTo>
                  <a:pt x="120" y="271"/>
                  <a:pt x="114" y="271"/>
                  <a:pt x="104" y="271"/>
                </a:cubicBezTo>
                <a:cubicBezTo>
                  <a:pt x="95" y="272"/>
                  <a:pt x="87" y="272"/>
                  <a:pt x="80" y="272"/>
                </a:cubicBezTo>
                <a:cubicBezTo>
                  <a:pt x="71" y="272"/>
                  <a:pt x="64" y="271"/>
                  <a:pt x="57" y="269"/>
                </a:cubicBezTo>
                <a:cubicBezTo>
                  <a:pt x="45" y="283"/>
                  <a:pt x="39" y="301"/>
                  <a:pt x="39" y="323"/>
                </a:cubicBezTo>
                <a:moveTo>
                  <a:pt x="235" y="43"/>
                </a:moveTo>
                <a:cubicBezTo>
                  <a:pt x="227" y="43"/>
                  <a:pt x="222" y="40"/>
                  <a:pt x="219" y="33"/>
                </a:cubicBezTo>
                <a:cubicBezTo>
                  <a:pt x="216" y="28"/>
                  <a:pt x="212" y="26"/>
                  <a:pt x="208" y="26"/>
                </a:cubicBezTo>
                <a:cubicBezTo>
                  <a:pt x="204" y="26"/>
                  <a:pt x="200" y="28"/>
                  <a:pt x="195" y="31"/>
                </a:cubicBezTo>
                <a:cubicBezTo>
                  <a:pt x="190" y="34"/>
                  <a:pt x="187" y="37"/>
                  <a:pt x="185" y="39"/>
                </a:cubicBezTo>
                <a:cubicBezTo>
                  <a:pt x="201" y="56"/>
                  <a:pt x="209" y="76"/>
                  <a:pt x="209" y="99"/>
                </a:cubicBezTo>
                <a:cubicBezTo>
                  <a:pt x="209" y="125"/>
                  <a:pt x="200" y="147"/>
                  <a:pt x="181" y="162"/>
                </a:cubicBezTo>
                <a:cubicBezTo>
                  <a:pt x="162" y="178"/>
                  <a:pt x="139" y="186"/>
                  <a:pt x="113" y="186"/>
                </a:cubicBezTo>
                <a:cubicBezTo>
                  <a:pt x="92" y="186"/>
                  <a:pt x="75" y="182"/>
                  <a:pt x="61" y="174"/>
                </a:cubicBezTo>
                <a:cubicBezTo>
                  <a:pt x="54" y="184"/>
                  <a:pt x="51" y="195"/>
                  <a:pt x="51" y="207"/>
                </a:cubicBezTo>
                <a:cubicBezTo>
                  <a:pt x="51" y="218"/>
                  <a:pt x="54" y="227"/>
                  <a:pt x="62" y="232"/>
                </a:cubicBezTo>
                <a:cubicBezTo>
                  <a:pt x="69" y="237"/>
                  <a:pt x="77" y="240"/>
                  <a:pt x="87" y="240"/>
                </a:cubicBezTo>
                <a:lnTo>
                  <a:pt x="104" y="238"/>
                </a:lnTo>
                <a:cubicBezTo>
                  <a:pt x="119" y="237"/>
                  <a:pt x="132" y="236"/>
                  <a:pt x="143" y="236"/>
                </a:cubicBezTo>
                <a:cubicBezTo>
                  <a:pt x="183" y="236"/>
                  <a:pt x="211" y="242"/>
                  <a:pt x="226" y="255"/>
                </a:cubicBezTo>
                <a:cubicBezTo>
                  <a:pt x="243" y="268"/>
                  <a:pt x="251" y="284"/>
                  <a:pt x="251" y="301"/>
                </a:cubicBezTo>
                <a:cubicBezTo>
                  <a:pt x="251" y="321"/>
                  <a:pt x="243" y="338"/>
                  <a:pt x="226" y="354"/>
                </a:cubicBezTo>
                <a:cubicBezTo>
                  <a:pt x="210" y="369"/>
                  <a:pt x="190" y="380"/>
                  <a:pt x="166" y="388"/>
                </a:cubicBezTo>
                <a:cubicBezTo>
                  <a:pt x="142" y="395"/>
                  <a:pt x="117" y="399"/>
                  <a:pt x="91" y="399"/>
                </a:cubicBezTo>
                <a:cubicBezTo>
                  <a:pt x="65" y="399"/>
                  <a:pt x="44" y="394"/>
                  <a:pt x="26" y="384"/>
                </a:cubicBezTo>
                <a:cubicBezTo>
                  <a:pt x="9" y="374"/>
                  <a:pt x="0" y="358"/>
                  <a:pt x="0" y="335"/>
                </a:cubicBezTo>
                <a:cubicBezTo>
                  <a:pt x="0" y="307"/>
                  <a:pt x="16" y="284"/>
                  <a:pt x="46" y="265"/>
                </a:cubicBezTo>
                <a:cubicBezTo>
                  <a:pt x="29" y="257"/>
                  <a:pt x="20" y="242"/>
                  <a:pt x="20" y="221"/>
                </a:cubicBezTo>
                <a:cubicBezTo>
                  <a:pt x="20" y="211"/>
                  <a:pt x="23" y="201"/>
                  <a:pt x="27" y="190"/>
                </a:cubicBezTo>
                <a:cubicBezTo>
                  <a:pt x="32" y="179"/>
                  <a:pt x="38" y="171"/>
                  <a:pt x="46" y="164"/>
                </a:cubicBezTo>
                <a:cubicBezTo>
                  <a:pt x="26" y="145"/>
                  <a:pt x="16" y="124"/>
                  <a:pt x="16" y="100"/>
                </a:cubicBezTo>
                <a:cubicBezTo>
                  <a:pt x="16" y="74"/>
                  <a:pt x="26" y="54"/>
                  <a:pt x="45" y="38"/>
                </a:cubicBezTo>
                <a:cubicBezTo>
                  <a:pt x="64" y="21"/>
                  <a:pt x="87" y="13"/>
                  <a:pt x="113" y="13"/>
                </a:cubicBezTo>
                <a:cubicBezTo>
                  <a:pt x="137" y="13"/>
                  <a:pt x="157" y="18"/>
                  <a:pt x="173" y="29"/>
                </a:cubicBezTo>
                <a:cubicBezTo>
                  <a:pt x="180" y="20"/>
                  <a:pt x="189" y="13"/>
                  <a:pt x="200" y="8"/>
                </a:cubicBezTo>
                <a:cubicBezTo>
                  <a:pt x="212" y="3"/>
                  <a:pt x="222" y="0"/>
                  <a:pt x="230" y="0"/>
                </a:cubicBezTo>
                <a:cubicBezTo>
                  <a:pt x="238" y="0"/>
                  <a:pt x="244" y="2"/>
                  <a:pt x="249" y="6"/>
                </a:cubicBezTo>
                <a:cubicBezTo>
                  <a:pt x="254" y="10"/>
                  <a:pt x="256" y="15"/>
                  <a:pt x="256" y="22"/>
                </a:cubicBezTo>
                <a:cubicBezTo>
                  <a:pt x="256" y="27"/>
                  <a:pt x="254" y="32"/>
                  <a:pt x="249" y="37"/>
                </a:cubicBezTo>
                <a:cubicBezTo>
                  <a:pt x="245" y="41"/>
                  <a:pt x="240" y="43"/>
                  <a:pt x="235" y="4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3197520" y="3994920"/>
            <a:ext cx="117720" cy="99360"/>
          </a:xfrm>
          <a:custGeom>
            <a:avLst/>
            <a:gdLst/>
            <a:ahLst/>
            <a:rect l="0" t="0" r="r" b="b"/>
            <a:pathLst>
              <a:path w="327" h="276">
                <a:moveTo>
                  <a:pt x="45" y="0"/>
                </a:moveTo>
                <a:lnTo>
                  <a:pt x="294" y="12"/>
                </a:lnTo>
                <a:cubicBezTo>
                  <a:pt x="323" y="13"/>
                  <a:pt x="337" y="46"/>
                  <a:pt x="319" y="69"/>
                </a:cubicBezTo>
                <a:lnTo>
                  <a:pt x="160" y="261"/>
                </a:lnTo>
                <a:cubicBezTo>
                  <a:pt x="140" y="285"/>
                  <a:pt x="101" y="279"/>
                  <a:pt x="88" y="250"/>
                </a:cubicBezTo>
                <a:lnTo>
                  <a:pt x="4" y="60"/>
                </a:lnTo>
                <a:cubicBezTo>
                  <a:pt x="-9" y="31"/>
                  <a:pt x="13" y="-2"/>
                  <a:pt x="45" y="0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 flipH="1">
            <a:off x="2935440" y="4040640"/>
            <a:ext cx="301320" cy="133200"/>
          </a:xfrm>
          <a:prstGeom prst="line">
            <a:avLst/>
          </a:prstGeom>
          <a:ln cap="rnd" w="3492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3354480" y="4761000"/>
            <a:ext cx="110520" cy="113400"/>
          </a:xfrm>
          <a:custGeom>
            <a:avLst/>
            <a:gdLst/>
            <a:ahLst/>
            <a:rect l="0" t="0" r="r" b="b"/>
            <a:pathLst>
              <a:path w="307" h="315">
                <a:moveTo>
                  <a:pt x="280" y="222"/>
                </a:moveTo>
                <a:lnTo>
                  <a:pt x="48" y="313"/>
                </a:lnTo>
                <a:cubicBezTo>
                  <a:pt x="21" y="323"/>
                  <a:pt x="-6" y="298"/>
                  <a:pt x="2" y="271"/>
                </a:cubicBezTo>
                <a:lnTo>
                  <a:pt x="69" y="31"/>
                </a:lnTo>
                <a:cubicBezTo>
                  <a:pt x="78" y="0"/>
                  <a:pt x="116" y="-11"/>
                  <a:pt x="140" y="11"/>
                </a:cubicBezTo>
                <a:lnTo>
                  <a:pt x="294" y="151"/>
                </a:lnTo>
                <a:cubicBezTo>
                  <a:pt x="317" y="172"/>
                  <a:pt x="310" y="211"/>
                  <a:pt x="280" y="222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 flipV="1">
            <a:off x="3415680" y="4624920"/>
            <a:ext cx="166680" cy="183600"/>
          </a:xfrm>
          <a:prstGeom prst="line">
            <a:avLst/>
          </a:prstGeom>
          <a:ln cap="rnd" w="3492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3599280" y="4456800"/>
            <a:ext cx="164880" cy="133920"/>
          </a:xfrm>
          <a:custGeom>
            <a:avLst/>
            <a:gdLst/>
            <a:ahLst/>
            <a:rect l="0" t="0" r="r" b="b"/>
            <a:pathLst>
              <a:path w="458" h="372">
                <a:moveTo>
                  <a:pt x="369" y="303"/>
                </a:moveTo>
                <a:lnTo>
                  <a:pt x="354" y="64"/>
                </a:lnTo>
                <a:lnTo>
                  <a:pt x="353" y="64"/>
                </a:lnTo>
                <a:lnTo>
                  <a:pt x="224" y="366"/>
                </a:lnTo>
                <a:cubicBezTo>
                  <a:pt x="222" y="370"/>
                  <a:pt x="220" y="372"/>
                  <a:pt x="217" y="372"/>
                </a:cubicBezTo>
                <a:cubicBezTo>
                  <a:pt x="212" y="372"/>
                  <a:pt x="209" y="370"/>
                  <a:pt x="208" y="366"/>
                </a:cubicBezTo>
                <a:lnTo>
                  <a:pt x="90" y="69"/>
                </a:lnTo>
                <a:lnTo>
                  <a:pt x="89" y="69"/>
                </a:lnTo>
                <a:lnTo>
                  <a:pt x="67" y="299"/>
                </a:lnTo>
                <a:cubicBezTo>
                  <a:pt x="65" y="316"/>
                  <a:pt x="67" y="329"/>
                  <a:pt x="71" y="337"/>
                </a:cubicBezTo>
                <a:cubicBezTo>
                  <a:pt x="76" y="345"/>
                  <a:pt x="87" y="349"/>
                  <a:pt x="105" y="351"/>
                </a:cubicBezTo>
                <a:cubicBezTo>
                  <a:pt x="106" y="353"/>
                  <a:pt x="107" y="356"/>
                  <a:pt x="107" y="361"/>
                </a:cubicBezTo>
                <a:cubicBezTo>
                  <a:pt x="107" y="366"/>
                  <a:pt x="106" y="368"/>
                  <a:pt x="105" y="369"/>
                </a:cubicBezTo>
                <a:cubicBezTo>
                  <a:pt x="82" y="369"/>
                  <a:pt x="64" y="369"/>
                  <a:pt x="51" y="369"/>
                </a:cubicBezTo>
                <a:cubicBezTo>
                  <a:pt x="41" y="369"/>
                  <a:pt x="25" y="369"/>
                  <a:pt x="2" y="369"/>
                </a:cubicBezTo>
                <a:cubicBezTo>
                  <a:pt x="1" y="368"/>
                  <a:pt x="0" y="366"/>
                  <a:pt x="0" y="361"/>
                </a:cubicBezTo>
                <a:cubicBezTo>
                  <a:pt x="0" y="356"/>
                  <a:pt x="1" y="353"/>
                  <a:pt x="2" y="351"/>
                </a:cubicBezTo>
                <a:cubicBezTo>
                  <a:pt x="18" y="350"/>
                  <a:pt x="28" y="346"/>
                  <a:pt x="34" y="339"/>
                </a:cubicBezTo>
                <a:cubicBezTo>
                  <a:pt x="39" y="331"/>
                  <a:pt x="43" y="318"/>
                  <a:pt x="45" y="299"/>
                </a:cubicBezTo>
                <a:lnTo>
                  <a:pt x="68" y="64"/>
                </a:lnTo>
                <a:cubicBezTo>
                  <a:pt x="70" y="43"/>
                  <a:pt x="69" y="31"/>
                  <a:pt x="65" y="26"/>
                </a:cubicBezTo>
                <a:cubicBezTo>
                  <a:pt x="61" y="22"/>
                  <a:pt x="49" y="20"/>
                  <a:pt x="29" y="19"/>
                </a:cubicBezTo>
                <a:cubicBezTo>
                  <a:pt x="27" y="17"/>
                  <a:pt x="26" y="14"/>
                  <a:pt x="26" y="10"/>
                </a:cubicBezTo>
                <a:cubicBezTo>
                  <a:pt x="26" y="5"/>
                  <a:pt x="27" y="2"/>
                  <a:pt x="29" y="0"/>
                </a:cubicBezTo>
                <a:lnTo>
                  <a:pt x="111" y="0"/>
                </a:lnTo>
                <a:lnTo>
                  <a:pt x="228" y="290"/>
                </a:lnTo>
                <a:cubicBezTo>
                  <a:pt x="231" y="295"/>
                  <a:pt x="232" y="298"/>
                  <a:pt x="233" y="298"/>
                </a:cubicBezTo>
                <a:cubicBezTo>
                  <a:pt x="234" y="298"/>
                  <a:pt x="236" y="295"/>
                  <a:pt x="238" y="289"/>
                </a:cubicBezTo>
                <a:lnTo>
                  <a:pt x="359" y="0"/>
                </a:lnTo>
                <a:lnTo>
                  <a:pt x="434" y="0"/>
                </a:lnTo>
                <a:cubicBezTo>
                  <a:pt x="436" y="2"/>
                  <a:pt x="437" y="5"/>
                  <a:pt x="437" y="10"/>
                </a:cubicBezTo>
                <a:cubicBezTo>
                  <a:pt x="437" y="14"/>
                  <a:pt x="436" y="17"/>
                  <a:pt x="434" y="19"/>
                </a:cubicBezTo>
                <a:cubicBezTo>
                  <a:pt x="415" y="20"/>
                  <a:pt x="404" y="23"/>
                  <a:pt x="399" y="28"/>
                </a:cubicBezTo>
                <a:cubicBezTo>
                  <a:pt x="395" y="33"/>
                  <a:pt x="394" y="43"/>
                  <a:pt x="395" y="60"/>
                </a:cubicBezTo>
                <a:lnTo>
                  <a:pt x="412" y="299"/>
                </a:lnTo>
                <a:cubicBezTo>
                  <a:pt x="412" y="309"/>
                  <a:pt x="413" y="316"/>
                  <a:pt x="414" y="320"/>
                </a:cubicBezTo>
                <a:cubicBezTo>
                  <a:pt x="414" y="324"/>
                  <a:pt x="415" y="329"/>
                  <a:pt x="416" y="333"/>
                </a:cubicBezTo>
                <a:cubicBezTo>
                  <a:pt x="417" y="338"/>
                  <a:pt x="419" y="341"/>
                  <a:pt x="421" y="343"/>
                </a:cubicBezTo>
                <a:cubicBezTo>
                  <a:pt x="422" y="344"/>
                  <a:pt x="425" y="346"/>
                  <a:pt x="428" y="347"/>
                </a:cubicBezTo>
                <a:cubicBezTo>
                  <a:pt x="432" y="349"/>
                  <a:pt x="435" y="350"/>
                  <a:pt x="439" y="350"/>
                </a:cubicBezTo>
                <a:cubicBezTo>
                  <a:pt x="443" y="350"/>
                  <a:pt x="449" y="351"/>
                  <a:pt x="456" y="351"/>
                </a:cubicBezTo>
                <a:cubicBezTo>
                  <a:pt x="457" y="353"/>
                  <a:pt x="458" y="356"/>
                  <a:pt x="458" y="361"/>
                </a:cubicBezTo>
                <a:cubicBezTo>
                  <a:pt x="458" y="366"/>
                  <a:pt x="457" y="368"/>
                  <a:pt x="456" y="369"/>
                </a:cubicBezTo>
                <a:cubicBezTo>
                  <a:pt x="431" y="369"/>
                  <a:pt x="410" y="369"/>
                  <a:pt x="394" y="369"/>
                </a:cubicBezTo>
                <a:cubicBezTo>
                  <a:pt x="388" y="369"/>
                  <a:pt x="368" y="369"/>
                  <a:pt x="333" y="369"/>
                </a:cubicBezTo>
                <a:cubicBezTo>
                  <a:pt x="331" y="368"/>
                  <a:pt x="330" y="366"/>
                  <a:pt x="330" y="361"/>
                </a:cubicBezTo>
                <a:cubicBezTo>
                  <a:pt x="330" y="356"/>
                  <a:pt x="331" y="353"/>
                  <a:pt x="333" y="351"/>
                </a:cubicBezTo>
                <a:cubicBezTo>
                  <a:pt x="340" y="351"/>
                  <a:pt x="345" y="350"/>
                  <a:pt x="348" y="350"/>
                </a:cubicBezTo>
                <a:cubicBezTo>
                  <a:pt x="351" y="350"/>
                  <a:pt x="355" y="349"/>
                  <a:pt x="358" y="348"/>
                </a:cubicBezTo>
                <a:cubicBezTo>
                  <a:pt x="362" y="346"/>
                  <a:pt x="365" y="345"/>
                  <a:pt x="366" y="343"/>
                </a:cubicBezTo>
                <a:cubicBezTo>
                  <a:pt x="367" y="342"/>
                  <a:pt x="368" y="339"/>
                  <a:pt x="368" y="335"/>
                </a:cubicBezTo>
                <a:cubicBezTo>
                  <a:pt x="369" y="331"/>
                  <a:pt x="370" y="327"/>
                  <a:pt x="370" y="323"/>
                </a:cubicBezTo>
                <a:cubicBezTo>
                  <a:pt x="370" y="318"/>
                  <a:pt x="369" y="311"/>
                  <a:pt x="369" y="303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3776040" y="4499640"/>
            <a:ext cx="75600" cy="91800"/>
          </a:xfrm>
          <a:custGeom>
            <a:avLst/>
            <a:gdLst/>
            <a:ahLst/>
            <a:rect l="0" t="0" r="r" b="b"/>
            <a:pathLst>
              <a:path w="210" h="255">
                <a:moveTo>
                  <a:pt x="152" y="87"/>
                </a:moveTo>
                <a:cubicBezTo>
                  <a:pt x="158" y="87"/>
                  <a:pt x="161" y="84"/>
                  <a:pt x="160" y="79"/>
                </a:cubicBezTo>
                <a:cubicBezTo>
                  <a:pt x="160" y="57"/>
                  <a:pt x="156" y="42"/>
                  <a:pt x="147" y="33"/>
                </a:cubicBezTo>
                <a:cubicBezTo>
                  <a:pt x="137" y="24"/>
                  <a:pt x="126" y="19"/>
                  <a:pt x="114" y="19"/>
                </a:cubicBezTo>
                <a:cubicBezTo>
                  <a:pt x="108" y="19"/>
                  <a:pt x="103" y="20"/>
                  <a:pt x="98" y="21"/>
                </a:cubicBezTo>
                <a:cubicBezTo>
                  <a:pt x="94" y="22"/>
                  <a:pt x="88" y="25"/>
                  <a:pt x="80" y="30"/>
                </a:cubicBezTo>
                <a:cubicBezTo>
                  <a:pt x="74" y="34"/>
                  <a:pt x="67" y="41"/>
                  <a:pt x="61" y="51"/>
                </a:cubicBezTo>
                <a:cubicBezTo>
                  <a:pt x="56" y="62"/>
                  <a:pt x="51" y="74"/>
                  <a:pt x="49" y="89"/>
                </a:cubicBezTo>
                <a:lnTo>
                  <a:pt x="152" y="87"/>
                </a:lnTo>
                <a:moveTo>
                  <a:pt x="210" y="206"/>
                </a:moveTo>
                <a:cubicBezTo>
                  <a:pt x="185" y="239"/>
                  <a:pt x="153" y="255"/>
                  <a:pt x="114" y="255"/>
                </a:cubicBezTo>
                <a:cubicBezTo>
                  <a:pt x="75" y="255"/>
                  <a:pt x="46" y="243"/>
                  <a:pt x="26" y="219"/>
                </a:cubicBezTo>
                <a:cubicBezTo>
                  <a:pt x="8" y="199"/>
                  <a:pt x="0" y="170"/>
                  <a:pt x="0" y="134"/>
                </a:cubicBezTo>
                <a:cubicBezTo>
                  <a:pt x="0" y="94"/>
                  <a:pt x="12" y="62"/>
                  <a:pt x="36" y="37"/>
                </a:cubicBezTo>
                <a:cubicBezTo>
                  <a:pt x="60" y="13"/>
                  <a:pt x="86" y="0"/>
                  <a:pt x="114" y="0"/>
                </a:cubicBezTo>
                <a:cubicBezTo>
                  <a:pt x="178" y="0"/>
                  <a:pt x="210" y="34"/>
                  <a:pt x="210" y="100"/>
                </a:cubicBezTo>
                <a:cubicBezTo>
                  <a:pt x="210" y="106"/>
                  <a:pt x="206" y="109"/>
                  <a:pt x="199" y="109"/>
                </a:cubicBezTo>
                <a:lnTo>
                  <a:pt x="47" y="108"/>
                </a:lnTo>
                <a:cubicBezTo>
                  <a:pt x="47" y="140"/>
                  <a:pt x="53" y="166"/>
                  <a:pt x="65" y="187"/>
                </a:cubicBezTo>
                <a:cubicBezTo>
                  <a:pt x="82" y="214"/>
                  <a:pt x="103" y="227"/>
                  <a:pt x="128" y="227"/>
                </a:cubicBezTo>
                <a:cubicBezTo>
                  <a:pt x="144" y="227"/>
                  <a:pt x="157" y="225"/>
                  <a:pt x="167" y="220"/>
                </a:cubicBezTo>
                <a:cubicBezTo>
                  <a:pt x="177" y="216"/>
                  <a:pt x="188" y="208"/>
                  <a:pt x="199" y="197"/>
                </a:cubicBezTo>
                <a:cubicBezTo>
                  <a:pt x="205" y="197"/>
                  <a:pt x="209" y="200"/>
                  <a:pt x="210" y="206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3868560" y="4499280"/>
            <a:ext cx="86040" cy="92160"/>
          </a:xfrm>
          <a:custGeom>
            <a:avLst/>
            <a:gdLst/>
            <a:ahLst/>
            <a:rect l="0" t="0" r="r" b="b"/>
            <a:pathLst>
              <a:path w="239" h="256">
                <a:moveTo>
                  <a:pt x="146" y="118"/>
                </a:moveTo>
                <a:lnTo>
                  <a:pt x="101" y="130"/>
                </a:lnTo>
                <a:cubicBezTo>
                  <a:pt x="65" y="139"/>
                  <a:pt x="47" y="160"/>
                  <a:pt x="47" y="192"/>
                </a:cubicBezTo>
                <a:cubicBezTo>
                  <a:pt x="47" y="203"/>
                  <a:pt x="50" y="212"/>
                  <a:pt x="57" y="221"/>
                </a:cubicBezTo>
                <a:cubicBezTo>
                  <a:pt x="64" y="229"/>
                  <a:pt x="75" y="233"/>
                  <a:pt x="88" y="233"/>
                </a:cubicBezTo>
                <a:cubicBezTo>
                  <a:pt x="101" y="233"/>
                  <a:pt x="118" y="225"/>
                  <a:pt x="138" y="208"/>
                </a:cubicBezTo>
                <a:cubicBezTo>
                  <a:pt x="143" y="205"/>
                  <a:pt x="146" y="200"/>
                  <a:pt x="146" y="194"/>
                </a:cubicBezTo>
                <a:lnTo>
                  <a:pt x="146" y="118"/>
                </a:lnTo>
                <a:moveTo>
                  <a:pt x="145" y="223"/>
                </a:moveTo>
                <a:lnTo>
                  <a:pt x="133" y="232"/>
                </a:lnTo>
                <a:cubicBezTo>
                  <a:pt x="121" y="242"/>
                  <a:pt x="110" y="248"/>
                  <a:pt x="102" y="251"/>
                </a:cubicBezTo>
                <a:cubicBezTo>
                  <a:pt x="94" y="255"/>
                  <a:pt x="84" y="256"/>
                  <a:pt x="71" y="256"/>
                </a:cubicBezTo>
                <a:cubicBezTo>
                  <a:pt x="50" y="256"/>
                  <a:pt x="32" y="251"/>
                  <a:pt x="19" y="241"/>
                </a:cubicBezTo>
                <a:cubicBezTo>
                  <a:pt x="6" y="232"/>
                  <a:pt x="0" y="216"/>
                  <a:pt x="0" y="195"/>
                </a:cubicBezTo>
                <a:cubicBezTo>
                  <a:pt x="0" y="176"/>
                  <a:pt x="8" y="159"/>
                  <a:pt x="25" y="145"/>
                </a:cubicBezTo>
                <a:cubicBezTo>
                  <a:pt x="42" y="130"/>
                  <a:pt x="65" y="120"/>
                  <a:pt x="93" y="112"/>
                </a:cubicBezTo>
                <a:lnTo>
                  <a:pt x="143" y="100"/>
                </a:lnTo>
                <a:cubicBezTo>
                  <a:pt x="145" y="100"/>
                  <a:pt x="146" y="97"/>
                  <a:pt x="146" y="93"/>
                </a:cubicBezTo>
                <a:cubicBezTo>
                  <a:pt x="146" y="44"/>
                  <a:pt x="130" y="19"/>
                  <a:pt x="100" y="19"/>
                </a:cubicBezTo>
                <a:cubicBezTo>
                  <a:pt x="87" y="19"/>
                  <a:pt x="76" y="21"/>
                  <a:pt x="67" y="25"/>
                </a:cubicBezTo>
                <a:cubicBezTo>
                  <a:pt x="57" y="30"/>
                  <a:pt x="53" y="35"/>
                  <a:pt x="53" y="43"/>
                </a:cubicBezTo>
                <a:cubicBezTo>
                  <a:pt x="53" y="49"/>
                  <a:pt x="53" y="53"/>
                  <a:pt x="53" y="55"/>
                </a:cubicBezTo>
                <a:cubicBezTo>
                  <a:pt x="54" y="57"/>
                  <a:pt x="55" y="60"/>
                  <a:pt x="55" y="65"/>
                </a:cubicBezTo>
                <a:cubicBezTo>
                  <a:pt x="55" y="69"/>
                  <a:pt x="53" y="73"/>
                  <a:pt x="48" y="78"/>
                </a:cubicBezTo>
                <a:cubicBezTo>
                  <a:pt x="44" y="82"/>
                  <a:pt x="38" y="84"/>
                  <a:pt x="30" y="84"/>
                </a:cubicBezTo>
                <a:cubicBezTo>
                  <a:pt x="17" y="84"/>
                  <a:pt x="10" y="77"/>
                  <a:pt x="10" y="64"/>
                </a:cubicBezTo>
                <a:cubicBezTo>
                  <a:pt x="10" y="48"/>
                  <a:pt x="20" y="33"/>
                  <a:pt x="40" y="20"/>
                </a:cubicBezTo>
                <a:cubicBezTo>
                  <a:pt x="60" y="7"/>
                  <a:pt x="81" y="0"/>
                  <a:pt x="104" y="0"/>
                </a:cubicBezTo>
                <a:cubicBezTo>
                  <a:pt x="161" y="0"/>
                  <a:pt x="190" y="32"/>
                  <a:pt x="190" y="97"/>
                </a:cubicBezTo>
                <a:lnTo>
                  <a:pt x="190" y="181"/>
                </a:lnTo>
                <a:cubicBezTo>
                  <a:pt x="190" y="193"/>
                  <a:pt x="191" y="201"/>
                  <a:pt x="191" y="207"/>
                </a:cubicBezTo>
                <a:cubicBezTo>
                  <a:pt x="192" y="213"/>
                  <a:pt x="194" y="218"/>
                  <a:pt x="198" y="223"/>
                </a:cubicBezTo>
                <a:cubicBezTo>
                  <a:pt x="201" y="228"/>
                  <a:pt x="207" y="230"/>
                  <a:pt x="213" y="230"/>
                </a:cubicBezTo>
                <a:cubicBezTo>
                  <a:pt x="218" y="230"/>
                  <a:pt x="222" y="229"/>
                  <a:pt x="225" y="226"/>
                </a:cubicBezTo>
                <a:cubicBezTo>
                  <a:pt x="228" y="223"/>
                  <a:pt x="231" y="221"/>
                  <a:pt x="231" y="221"/>
                </a:cubicBezTo>
                <a:cubicBezTo>
                  <a:pt x="232" y="221"/>
                  <a:pt x="234" y="223"/>
                  <a:pt x="236" y="225"/>
                </a:cubicBezTo>
                <a:cubicBezTo>
                  <a:pt x="238" y="227"/>
                  <a:pt x="239" y="229"/>
                  <a:pt x="239" y="231"/>
                </a:cubicBezTo>
                <a:cubicBezTo>
                  <a:pt x="239" y="232"/>
                  <a:pt x="237" y="234"/>
                  <a:pt x="233" y="238"/>
                </a:cubicBezTo>
                <a:cubicBezTo>
                  <a:pt x="228" y="243"/>
                  <a:pt x="222" y="247"/>
                  <a:pt x="214" y="251"/>
                </a:cubicBezTo>
                <a:cubicBezTo>
                  <a:pt x="206" y="254"/>
                  <a:pt x="198" y="256"/>
                  <a:pt x="190" y="256"/>
                </a:cubicBezTo>
                <a:cubicBezTo>
                  <a:pt x="167" y="256"/>
                  <a:pt x="152" y="246"/>
                  <a:pt x="146" y="223"/>
                </a:cubicBezTo>
                <a:lnTo>
                  <a:pt x="145" y="223"/>
                </a:ln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3964680" y="4499280"/>
            <a:ext cx="61920" cy="92160"/>
          </a:xfrm>
          <a:custGeom>
            <a:avLst/>
            <a:gdLst/>
            <a:ahLst/>
            <a:rect l="0" t="0" r="r" b="b"/>
            <a:pathLst>
              <a:path w="172" h="256">
                <a:moveTo>
                  <a:pt x="0" y="171"/>
                </a:moveTo>
                <a:cubicBezTo>
                  <a:pt x="1" y="170"/>
                  <a:pt x="4" y="169"/>
                  <a:pt x="8" y="169"/>
                </a:cubicBezTo>
                <a:cubicBezTo>
                  <a:pt x="12" y="169"/>
                  <a:pt x="15" y="170"/>
                  <a:pt x="18" y="171"/>
                </a:cubicBezTo>
                <a:cubicBezTo>
                  <a:pt x="24" y="198"/>
                  <a:pt x="31" y="216"/>
                  <a:pt x="40" y="224"/>
                </a:cubicBezTo>
                <a:cubicBezTo>
                  <a:pt x="48" y="233"/>
                  <a:pt x="61" y="238"/>
                  <a:pt x="80" y="238"/>
                </a:cubicBezTo>
                <a:cubicBezTo>
                  <a:pt x="92" y="238"/>
                  <a:pt x="103" y="234"/>
                  <a:pt x="113" y="228"/>
                </a:cubicBezTo>
                <a:cubicBezTo>
                  <a:pt x="123" y="220"/>
                  <a:pt x="128" y="210"/>
                  <a:pt x="128" y="198"/>
                </a:cubicBezTo>
                <a:cubicBezTo>
                  <a:pt x="128" y="185"/>
                  <a:pt x="124" y="175"/>
                  <a:pt x="117" y="168"/>
                </a:cubicBezTo>
                <a:cubicBezTo>
                  <a:pt x="109" y="160"/>
                  <a:pt x="94" y="151"/>
                  <a:pt x="71" y="141"/>
                </a:cubicBezTo>
                <a:cubicBezTo>
                  <a:pt x="48" y="132"/>
                  <a:pt x="31" y="122"/>
                  <a:pt x="21" y="111"/>
                </a:cubicBezTo>
                <a:cubicBezTo>
                  <a:pt x="12" y="100"/>
                  <a:pt x="8" y="84"/>
                  <a:pt x="8" y="64"/>
                </a:cubicBezTo>
                <a:cubicBezTo>
                  <a:pt x="8" y="46"/>
                  <a:pt x="15" y="31"/>
                  <a:pt x="31" y="18"/>
                </a:cubicBezTo>
                <a:cubicBezTo>
                  <a:pt x="47" y="6"/>
                  <a:pt x="66" y="0"/>
                  <a:pt x="88" y="0"/>
                </a:cubicBezTo>
                <a:cubicBezTo>
                  <a:pt x="97" y="0"/>
                  <a:pt x="106" y="1"/>
                  <a:pt x="114" y="2"/>
                </a:cubicBezTo>
                <a:cubicBezTo>
                  <a:pt x="124" y="3"/>
                  <a:pt x="133" y="5"/>
                  <a:pt x="144" y="8"/>
                </a:cubicBezTo>
                <a:cubicBezTo>
                  <a:pt x="154" y="10"/>
                  <a:pt x="160" y="11"/>
                  <a:pt x="163" y="11"/>
                </a:cubicBezTo>
                <a:cubicBezTo>
                  <a:pt x="163" y="16"/>
                  <a:pt x="162" y="25"/>
                  <a:pt x="161" y="39"/>
                </a:cubicBezTo>
                <a:cubicBezTo>
                  <a:pt x="159" y="53"/>
                  <a:pt x="159" y="64"/>
                  <a:pt x="159" y="71"/>
                </a:cubicBezTo>
                <a:cubicBezTo>
                  <a:pt x="157" y="74"/>
                  <a:pt x="154" y="75"/>
                  <a:pt x="150" y="75"/>
                </a:cubicBezTo>
                <a:cubicBezTo>
                  <a:pt x="146" y="75"/>
                  <a:pt x="143" y="74"/>
                  <a:pt x="141" y="72"/>
                </a:cubicBezTo>
                <a:cubicBezTo>
                  <a:pt x="139" y="61"/>
                  <a:pt x="136" y="51"/>
                  <a:pt x="131" y="44"/>
                </a:cubicBezTo>
                <a:cubicBezTo>
                  <a:pt x="127" y="36"/>
                  <a:pt x="122" y="31"/>
                  <a:pt x="116" y="28"/>
                </a:cubicBezTo>
                <a:cubicBezTo>
                  <a:pt x="110" y="24"/>
                  <a:pt x="105" y="22"/>
                  <a:pt x="101" y="21"/>
                </a:cubicBezTo>
                <a:cubicBezTo>
                  <a:pt x="96" y="20"/>
                  <a:pt x="92" y="19"/>
                  <a:pt x="88" y="19"/>
                </a:cubicBezTo>
                <a:cubicBezTo>
                  <a:pt x="78" y="19"/>
                  <a:pt x="69" y="23"/>
                  <a:pt x="61" y="29"/>
                </a:cubicBezTo>
                <a:cubicBezTo>
                  <a:pt x="52" y="36"/>
                  <a:pt x="48" y="45"/>
                  <a:pt x="48" y="55"/>
                </a:cubicBezTo>
                <a:cubicBezTo>
                  <a:pt x="48" y="61"/>
                  <a:pt x="49" y="67"/>
                  <a:pt x="51" y="72"/>
                </a:cubicBezTo>
                <a:cubicBezTo>
                  <a:pt x="53" y="77"/>
                  <a:pt x="55" y="81"/>
                  <a:pt x="58" y="84"/>
                </a:cubicBezTo>
                <a:cubicBezTo>
                  <a:pt x="60" y="87"/>
                  <a:pt x="64" y="90"/>
                  <a:pt x="70" y="94"/>
                </a:cubicBezTo>
                <a:cubicBezTo>
                  <a:pt x="76" y="97"/>
                  <a:pt x="81" y="99"/>
                  <a:pt x="85" y="101"/>
                </a:cubicBezTo>
                <a:cubicBezTo>
                  <a:pt x="89" y="102"/>
                  <a:pt x="96" y="105"/>
                  <a:pt x="105" y="108"/>
                </a:cubicBezTo>
                <a:cubicBezTo>
                  <a:pt x="150" y="125"/>
                  <a:pt x="172" y="151"/>
                  <a:pt x="172" y="185"/>
                </a:cubicBezTo>
                <a:cubicBezTo>
                  <a:pt x="172" y="198"/>
                  <a:pt x="169" y="210"/>
                  <a:pt x="162" y="220"/>
                </a:cubicBezTo>
                <a:cubicBezTo>
                  <a:pt x="156" y="230"/>
                  <a:pt x="148" y="237"/>
                  <a:pt x="138" y="242"/>
                </a:cubicBezTo>
                <a:cubicBezTo>
                  <a:pt x="128" y="247"/>
                  <a:pt x="119" y="251"/>
                  <a:pt x="109" y="253"/>
                </a:cubicBezTo>
                <a:cubicBezTo>
                  <a:pt x="99" y="255"/>
                  <a:pt x="90" y="256"/>
                  <a:pt x="81" y="256"/>
                </a:cubicBezTo>
                <a:cubicBezTo>
                  <a:pt x="62" y="256"/>
                  <a:pt x="45" y="254"/>
                  <a:pt x="29" y="250"/>
                </a:cubicBezTo>
                <a:cubicBezTo>
                  <a:pt x="26" y="250"/>
                  <a:pt x="23" y="249"/>
                  <a:pt x="18" y="249"/>
                </a:cubicBezTo>
                <a:cubicBezTo>
                  <a:pt x="14" y="249"/>
                  <a:pt x="9" y="250"/>
                  <a:pt x="4" y="251"/>
                </a:cubicBezTo>
                <a:cubicBezTo>
                  <a:pt x="4" y="231"/>
                  <a:pt x="2" y="204"/>
                  <a:pt x="0" y="171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4039200" y="4501080"/>
            <a:ext cx="102240" cy="90720"/>
          </a:xfrm>
          <a:custGeom>
            <a:avLst/>
            <a:gdLst/>
            <a:ahLst/>
            <a:rect l="0" t="0" r="r" b="b"/>
            <a:pathLst>
              <a:path w="284" h="252">
                <a:moveTo>
                  <a:pt x="54" y="230"/>
                </a:moveTo>
                <a:cubicBezTo>
                  <a:pt x="43" y="215"/>
                  <a:pt x="37" y="196"/>
                  <a:pt x="37" y="174"/>
                </a:cubicBezTo>
                <a:lnTo>
                  <a:pt x="37" y="64"/>
                </a:lnTo>
                <a:cubicBezTo>
                  <a:pt x="37" y="46"/>
                  <a:pt x="35" y="35"/>
                  <a:pt x="30" y="29"/>
                </a:cubicBezTo>
                <a:cubicBezTo>
                  <a:pt x="26" y="23"/>
                  <a:pt x="16" y="20"/>
                  <a:pt x="2" y="19"/>
                </a:cubicBezTo>
                <a:cubicBezTo>
                  <a:pt x="0" y="17"/>
                  <a:pt x="0" y="14"/>
                  <a:pt x="0" y="10"/>
                </a:cubicBezTo>
                <a:cubicBezTo>
                  <a:pt x="0" y="5"/>
                  <a:pt x="0" y="2"/>
                  <a:pt x="2" y="0"/>
                </a:cubicBezTo>
                <a:cubicBezTo>
                  <a:pt x="30" y="1"/>
                  <a:pt x="50" y="1"/>
                  <a:pt x="60" y="1"/>
                </a:cubicBezTo>
                <a:cubicBezTo>
                  <a:pt x="70" y="1"/>
                  <a:pt x="76" y="1"/>
                  <a:pt x="80" y="0"/>
                </a:cubicBezTo>
                <a:cubicBezTo>
                  <a:pt x="84" y="0"/>
                  <a:pt x="85" y="1"/>
                  <a:pt x="85" y="3"/>
                </a:cubicBezTo>
                <a:cubicBezTo>
                  <a:pt x="84" y="31"/>
                  <a:pt x="83" y="51"/>
                  <a:pt x="83" y="62"/>
                </a:cubicBezTo>
                <a:lnTo>
                  <a:pt x="83" y="166"/>
                </a:lnTo>
                <a:cubicBezTo>
                  <a:pt x="83" y="188"/>
                  <a:pt x="87" y="204"/>
                  <a:pt x="97" y="212"/>
                </a:cubicBezTo>
                <a:cubicBezTo>
                  <a:pt x="106" y="220"/>
                  <a:pt x="116" y="224"/>
                  <a:pt x="128" y="224"/>
                </a:cubicBezTo>
                <a:cubicBezTo>
                  <a:pt x="145" y="224"/>
                  <a:pt x="165" y="215"/>
                  <a:pt x="186" y="197"/>
                </a:cubicBezTo>
                <a:cubicBezTo>
                  <a:pt x="192" y="192"/>
                  <a:pt x="195" y="184"/>
                  <a:pt x="194" y="175"/>
                </a:cubicBezTo>
                <a:lnTo>
                  <a:pt x="194" y="65"/>
                </a:lnTo>
                <a:cubicBezTo>
                  <a:pt x="194" y="46"/>
                  <a:pt x="192" y="35"/>
                  <a:pt x="187" y="29"/>
                </a:cubicBezTo>
                <a:cubicBezTo>
                  <a:pt x="183" y="23"/>
                  <a:pt x="173" y="19"/>
                  <a:pt x="159" y="19"/>
                </a:cubicBezTo>
                <a:cubicBezTo>
                  <a:pt x="157" y="17"/>
                  <a:pt x="157" y="14"/>
                  <a:pt x="157" y="10"/>
                </a:cubicBezTo>
                <a:cubicBezTo>
                  <a:pt x="157" y="5"/>
                  <a:pt x="157" y="2"/>
                  <a:pt x="159" y="0"/>
                </a:cubicBezTo>
                <a:cubicBezTo>
                  <a:pt x="187" y="1"/>
                  <a:pt x="207" y="1"/>
                  <a:pt x="217" y="1"/>
                </a:cubicBezTo>
                <a:cubicBezTo>
                  <a:pt x="227" y="1"/>
                  <a:pt x="233" y="1"/>
                  <a:pt x="237" y="0"/>
                </a:cubicBezTo>
                <a:cubicBezTo>
                  <a:pt x="240" y="0"/>
                  <a:pt x="242" y="1"/>
                  <a:pt x="242" y="3"/>
                </a:cubicBezTo>
                <a:cubicBezTo>
                  <a:pt x="240" y="31"/>
                  <a:pt x="240" y="51"/>
                  <a:pt x="240" y="62"/>
                </a:cubicBezTo>
                <a:lnTo>
                  <a:pt x="240" y="172"/>
                </a:lnTo>
                <a:cubicBezTo>
                  <a:pt x="240" y="187"/>
                  <a:pt x="242" y="197"/>
                  <a:pt x="247" y="203"/>
                </a:cubicBezTo>
                <a:cubicBezTo>
                  <a:pt x="252" y="208"/>
                  <a:pt x="264" y="212"/>
                  <a:pt x="281" y="213"/>
                </a:cubicBezTo>
                <a:cubicBezTo>
                  <a:pt x="283" y="215"/>
                  <a:pt x="284" y="218"/>
                  <a:pt x="284" y="221"/>
                </a:cubicBezTo>
                <a:cubicBezTo>
                  <a:pt x="284" y="225"/>
                  <a:pt x="283" y="227"/>
                  <a:pt x="281" y="229"/>
                </a:cubicBezTo>
                <a:cubicBezTo>
                  <a:pt x="249" y="232"/>
                  <a:pt x="226" y="240"/>
                  <a:pt x="212" y="251"/>
                </a:cubicBezTo>
                <a:cubicBezTo>
                  <a:pt x="208" y="252"/>
                  <a:pt x="204" y="252"/>
                  <a:pt x="201" y="251"/>
                </a:cubicBezTo>
                <a:cubicBezTo>
                  <a:pt x="197" y="237"/>
                  <a:pt x="195" y="226"/>
                  <a:pt x="195" y="218"/>
                </a:cubicBezTo>
                <a:cubicBezTo>
                  <a:pt x="195" y="213"/>
                  <a:pt x="193" y="213"/>
                  <a:pt x="188" y="217"/>
                </a:cubicBezTo>
                <a:cubicBezTo>
                  <a:pt x="160" y="240"/>
                  <a:pt x="135" y="251"/>
                  <a:pt x="111" y="251"/>
                </a:cubicBezTo>
                <a:cubicBezTo>
                  <a:pt x="85" y="251"/>
                  <a:pt x="66" y="244"/>
                  <a:pt x="54" y="230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4147920" y="4498560"/>
            <a:ext cx="69480" cy="91080"/>
          </a:xfrm>
          <a:custGeom>
            <a:avLst/>
            <a:gdLst/>
            <a:ahLst/>
            <a:rect l="0" t="0" r="r" b="b"/>
            <a:pathLst>
              <a:path w="193" h="253">
                <a:moveTo>
                  <a:pt x="90" y="48"/>
                </a:moveTo>
                <a:cubicBezTo>
                  <a:pt x="90" y="50"/>
                  <a:pt x="90" y="52"/>
                  <a:pt x="91" y="53"/>
                </a:cubicBezTo>
                <a:cubicBezTo>
                  <a:pt x="91" y="53"/>
                  <a:pt x="93" y="52"/>
                  <a:pt x="95" y="50"/>
                </a:cubicBezTo>
                <a:cubicBezTo>
                  <a:pt x="103" y="37"/>
                  <a:pt x="112" y="26"/>
                  <a:pt x="123" y="17"/>
                </a:cubicBezTo>
                <a:cubicBezTo>
                  <a:pt x="134" y="7"/>
                  <a:pt x="146" y="2"/>
                  <a:pt x="158" y="2"/>
                </a:cubicBezTo>
                <a:cubicBezTo>
                  <a:pt x="169" y="2"/>
                  <a:pt x="177" y="5"/>
                  <a:pt x="183" y="11"/>
                </a:cubicBezTo>
                <a:cubicBezTo>
                  <a:pt x="190" y="17"/>
                  <a:pt x="193" y="23"/>
                  <a:pt x="193" y="30"/>
                </a:cubicBezTo>
                <a:cubicBezTo>
                  <a:pt x="193" y="37"/>
                  <a:pt x="190" y="43"/>
                  <a:pt x="184" y="50"/>
                </a:cubicBezTo>
                <a:cubicBezTo>
                  <a:pt x="178" y="55"/>
                  <a:pt x="172" y="58"/>
                  <a:pt x="166" y="58"/>
                </a:cubicBezTo>
                <a:cubicBezTo>
                  <a:pt x="163" y="58"/>
                  <a:pt x="160" y="58"/>
                  <a:pt x="157" y="57"/>
                </a:cubicBezTo>
                <a:cubicBezTo>
                  <a:pt x="155" y="55"/>
                  <a:pt x="153" y="54"/>
                  <a:pt x="151" y="53"/>
                </a:cubicBezTo>
                <a:cubicBezTo>
                  <a:pt x="150" y="51"/>
                  <a:pt x="148" y="49"/>
                  <a:pt x="146" y="47"/>
                </a:cubicBezTo>
                <a:cubicBezTo>
                  <a:pt x="144" y="44"/>
                  <a:pt x="143" y="42"/>
                  <a:pt x="142" y="41"/>
                </a:cubicBezTo>
                <a:cubicBezTo>
                  <a:pt x="139" y="39"/>
                  <a:pt x="135" y="37"/>
                  <a:pt x="130" y="37"/>
                </a:cubicBezTo>
                <a:cubicBezTo>
                  <a:pt x="126" y="37"/>
                  <a:pt x="117" y="47"/>
                  <a:pt x="104" y="66"/>
                </a:cubicBezTo>
                <a:cubicBezTo>
                  <a:pt x="95" y="79"/>
                  <a:pt x="90" y="92"/>
                  <a:pt x="90" y="103"/>
                </a:cubicBezTo>
                <a:lnTo>
                  <a:pt x="90" y="183"/>
                </a:lnTo>
                <a:cubicBezTo>
                  <a:pt x="90" y="206"/>
                  <a:pt x="93" y="220"/>
                  <a:pt x="98" y="225"/>
                </a:cubicBezTo>
                <a:cubicBezTo>
                  <a:pt x="103" y="230"/>
                  <a:pt x="116" y="233"/>
                  <a:pt x="137" y="235"/>
                </a:cubicBezTo>
                <a:cubicBezTo>
                  <a:pt x="139" y="237"/>
                  <a:pt x="140" y="240"/>
                  <a:pt x="140" y="245"/>
                </a:cubicBezTo>
                <a:cubicBezTo>
                  <a:pt x="140" y="250"/>
                  <a:pt x="139" y="252"/>
                  <a:pt x="137" y="253"/>
                </a:cubicBezTo>
                <a:cubicBezTo>
                  <a:pt x="104" y="253"/>
                  <a:pt x="81" y="253"/>
                  <a:pt x="68" y="253"/>
                </a:cubicBezTo>
                <a:cubicBezTo>
                  <a:pt x="57" y="253"/>
                  <a:pt x="35" y="253"/>
                  <a:pt x="3" y="253"/>
                </a:cubicBezTo>
                <a:cubicBezTo>
                  <a:pt x="1" y="252"/>
                  <a:pt x="0" y="250"/>
                  <a:pt x="0" y="245"/>
                </a:cubicBezTo>
                <a:cubicBezTo>
                  <a:pt x="0" y="240"/>
                  <a:pt x="1" y="237"/>
                  <a:pt x="3" y="235"/>
                </a:cubicBezTo>
                <a:cubicBezTo>
                  <a:pt x="21" y="234"/>
                  <a:pt x="33" y="231"/>
                  <a:pt x="37" y="226"/>
                </a:cubicBezTo>
                <a:cubicBezTo>
                  <a:pt x="42" y="220"/>
                  <a:pt x="45" y="206"/>
                  <a:pt x="45" y="183"/>
                </a:cubicBezTo>
                <a:lnTo>
                  <a:pt x="45" y="72"/>
                </a:lnTo>
                <a:cubicBezTo>
                  <a:pt x="45" y="56"/>
                  <a:pt x="43" y="46"/>
                  <a:pt x="38" y="42"/>
                </a:cubicBezTo>
                <a:cubicBezTo>
                  <a:pt x="34" y="37"/>
                  <a:pt x="24" y="35"/>
                  <a:pt x="8" y="33"/>
                </a:cubicBezTo>
                <a:cubicBezTo>
                  <a:pt x="6" y="27"/>
                  <a:pt x="6" y="21"/>
                  <a:pt x="7" y="17"/>
                </a:cubicBezTo>
                <a:cubicBezTo>
                  <a:pt x="37" y="13"/>
                  <a:pt x="61" y="8"/>
                  <a:pt x="79" y="0"/>
                </a:cubicBezTo>
                <a:cubicBezTo>
                  <a:pt x="82" y="0"/>
                  <a:pt x="84" y="2"/>
                  <a:pt x="86" y="5"/>
                </a:cubicBezTo>
                <a:cubicBezTo>
                  <a:pt x="89" y="12"/>
                  <a:pt x="90" y="26"/>
                  <a:pt x="90" y="48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4226040" y="4499640"/>
            <a:ext cx="75960" cy="91800"/>
          </a:xfrm>
          <a:custGeom>
            <a:avLst/>
            <a:gdLst/>
            <a:ahLst/>
            <a:rect l="0" t="0" r="r" b="b"/>
            <a:pathLst>
              <a:path w="211" h="255">
                <a:moveTo>
                  <a:pt x="49" y="89"/>
                </a:moveTo>
                <a:lnTo>
                  <a:pt x="152" y="87"/>
                </a:lnTo>
                <a:cubicBezTo>
                  <a:pt x="158" y="87"/>
                  <a:pt x="161" y="84"/>
                  <a:pt x="161" y="79"/>
                </a:cubicBezTo>
                <a:cubicBezTo>
                  <a:pt x="161" y="57"/>
                  <a:pt x="156" y="42"/>
                  <a:pt x="147" y="33"/>
                </a:cubicBezTo>
                <a:cubicBezTo>
                  <a:pt x="138" y="24"/>
                  <a:pt x="126" y="19"/>
                  <a:pt x="114" y="19"/>
                </a:cubicBezTo>
                <a:cubicBezTo>
                  <a:pt x="109" y="19"/>
                  <a:pt x="103" y="20"/>
                  <a:pt x="98" y="21"/>
                </a:cubicBezTo>
                <a:cubicBezTo>
                  <a:pt x="94" y="22"/>
                  <a:pt x="88" y="25"/>
                  <a:pt x="81" y="30"/>
                </a:cubicBezTo>
                <a:cubicBezTo>
                  <a:pt x="74" y="34"/>
                  <a:pt x="68" y="41"/>
                  <a:pt x="62" y="51"/>
                </a:cubicBezTo>
                <a:cubicBezTo>
                  <a:pt x="56" y="62"/>
                  <a:pt x="52" y="74"/>
                  <a:pt x="49" y="89"/>
                </a:cubicBezTo>
                <a:moveTo>
                  <a:pt x="211" y="206"/>
                </a:moveTo>
                <a:cubicBezTo>
                  <a:pt x="186" y="239"/>
                  <a:pt x="153" y="255"/>
                  <a:pt x="114" y="255"/>
                </a:cubicBezTo>
                <a:cubicBezTo>
                  <a:pt x="76" y="255"/>
                  <a:pt x="47" y="243"/>
                  <a:pt x="26" y="219"/>
                </a:cubicBezTo>
                <a:cubicBezTo>
                  <a:pt x="9" y="199"/>
                  <a:pt x="0" y="170"/>
                  <a:pt x="0" y="134"/>
                </a:cubicBezTo>
                <a:cubicBezTo>
                  <a:pt x="0" y="94"/>
                  <a:pt x="12" y="62"/>
                  <a:pt x="36" y="37"/>
                </a:cubicBezTo>
                <a:cubicBezTo>
                  <a:pt x="60" y="13"/>
                  <a:pt x="86" y="0"/>
                  <a:pt x="114" y="0"/>
                </a:cubicBezTo>
                <a:cubicBezTo>
                  <a:pt x="178" y="0"/>
                  <a:pt x="210" y="34"/>
                  <a:pt x="210" y="100"/>
                </a:cubicBezTo>
                <a:cubicBezTo>
                  <a:pt x="210" y="106"/>
                  <a:pt x="206" y="109"/>
                  <a:pt x="199" y="109"/>
                </a:cubicBezTo>
                <a:lnTo>
                  <a:pt x="48" y="108"/>
                </a:lnTo>
                <a:cubicBezTo>
                  <a:pt x="48" y="140"/>
                  <a:pt x="53" y="166"/>
                  <a:pt x="65" y="187"/>
                </a:cubicBezTo>
                <a:cubicBezTo>
                  <a:pt x="82" y="214"/>
                  <a:pt x="103" y="227"/>
                  <a:pt x="128" y="227"/>
                </a:cubicBezTo>
                <a:cubicBezTo>
                  <a:pt x="144" y="227"/>
                  <a:pt x="157" y="225"/>
                  <a:pt x="167" y="220"/>
                </a:cubicBezTo>
                <a:cubicBezTo>
                  <a:pt x="177" y="216"/>
                  <a:pt x="188" y="208"/>
                  <a:pt x="199" y="197"/>
                </a:cubicBezTo>
                <a:cubicBezTo>
                  <a:pt x="205" y="197"/>
                  <a:pt x="209" y="200"/>
                  <a:pt x="211" y="206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4314600" y="4498560"/>
            <a:ext cx="155880" cy="91080"/>
          </a:xfrm>
          <a:custGeom>
            <a:avLst/>
            <a:gdLst/>
            <a:ahLst/>
            <a:rect l="0" t="0" r="r" b="b"/>
            <a:pathLst>
              <a:path w="433" h="253">
                <a:moveTo>
                  <a:pt x="86" y="48"/>
                </a:moveTo>
                <a:cubicBezTo>
                  <a:pt x="86" y="53"/>
                  <a:pt x="87" y="53"/>
                  <a:pt x="90" y="50"/>
                </a:cubicBezTo>
                <a:cubicBezTo>
                  <a:pt x="90" y="49"/>
                  <a:pt x="91" y="49"/>
                  <a:pt x="91" y="48"/>
                </a:cubicBezTo>
                <a:cubicBezTo>
                  <a:pt x="120" y="17"/>
                  <a:pt x="149" y="2"/>
                  <a:pt x="178" y="2"/>
                </a:cubicBezTo>
                <a:cubicBezTo>
                  <a:pt x="192" y="2"/>
                  <a:pt x="205" y="6"/>
                  <a:pt x="215" y="14"/>
                </a:cubicBezTo>
                <a:cubicBezTo>
                  <a:pt x="226" y="22"/>
                  <a:pt x="232" y="32"/>
                  <a:pt x="235" y="44"/>
                </a:cubicBezTo>
                <a:cubicBezTo>
                  <a:pt x="236" y="48"/>
                  <a:pt x="238" y="48"/>
                  <a:pt x="241" y="44"/>
                </a:cubicBezTo>
                <a:cubicBezTo>
                  <a:pt x="251" y="34"/>
                  <a:pt x="261" y="26"/>
                  <a:pt x="273" y="20"/>
                </a:cubicBezTo>
                <a:cubicBezTo>
                  <a:pt x="284" y="13"/>
                  <a:pt x="295" y="8"/>
                  <a:pt x="305" y="6"/>
                </a:cubicBezTo>
                <a:cubicBezTo>
                  <a:pt x="315" y="3"/>
                  <a:pt x="325" y="2"/>
                  <a:pt x="336" y="2"/>
                </a:cubicBezTo>
                <a:cubicBezTo>
                  <a:pt x="359" y="2"/>
                  <a:pt x="374" y="10"/>
                  <a:pt x="382" y="26"/>
                </a:cubicBezTo>
                <a:cubicBezTo>
                  <a:pt x="390" y="41"/>
                  <a:pt x="394" y="63"/>
                  <a:pt x="394" y="93"/>
                </a:cubicBezTo>
                <a:lnTo>
                  <a:pt x="394" y="183"/>
                </a:lnTo>
                <a:cubicBezTo>
                  <a:pt x="394" y="206"/>
                  <a:pt x="396" y="220"/>
                  <a:pt x="400" y="226"/>
                </a:cubicBezTo>
                <a:cubicBezTo>
                  <a:pt x="404" y="231"/>
                  <a:pt x="414" y="234"/>
                  <a:pt x="430" y="235"/>
                </a:cubicBezTo>
                <a:cubicBezTo>
                  <a:pt x="432" y="237"/>
                  <a:pt x="433" y="240"/>
                  <a:pt x="433" y="244"/>
                </a:cubicBezTo>
                <a:cubicBezTo>
                  <a:pt x="433" y="249"/>
                  <a:pt x="432" y="252"/>
                  <a:pt x="430" y="253"/>
                </a:cubicBezTo>
                <a:cubicBezTo>
                  <a:pt x="398" y="253"/>
                  <a:pt x="378" y="253"/>
                  <a:pt x="372" y="253"/>
                </a:cubicBezTo>
                <a:cubicBezTo>
                  <a:pt x="365" y="253"/>
                  <a:pt x="346" y="253"/>
                  <a:pt x="313" y="253"/>
                </a:cubicBezTo>
                <a:cubicBezTo>
                  <a:pt x="312" y="252"/>
                  <a:pt x="311" y="249"/>
                  <a:pt x="311" y="244"/>
                </a:cubicBezTo>
                <a:cubicBezTo>
                  <a:pt x="311" y="240"/>
                  <a:pt x="312" y="237"/>
                  <a:pt x="313" y="235"/>
                </a:cubicBezTo>
                <a:cubicBezTo>
                  <a:pt x="329" y="234"/>
                  <a:pt x="339" y="231"/>
                  <a:pt x="343" y="225"/>
                </a:cubicBezTo>
                <a:cubicBezTo>
                  <a:pt x="347" y="219"/>
                  <a:pt x="349" y="205"/>
                  <a:pt x="349" y="183"/>
                </a:cubicBezTo>
                <a:lnTo>
                  <a:pt x="349" y="83"/>
                </a:lnTo>
                <a:cubicBezTo>
                  <a:pt x="349" y="64"/>
                  <a:pt x="346" y="51"/>
                  <a:pt x="340" y="43"/>
                </a:cubicBezTo>
                <a:cubicBezTo>
                  <a:pt x="335" y="36"/>
                  <a:pt x="326" y="32"/>
                  <a:pt x="315" y="32"/>
                </a:cubicBezTo>
                <a:cubicBezTo>
                  <a:pt x="288" y="32"/>
                  <a:pt x="263" y="45"/>
                  <a:pt x="240" y="70"/>
                </a:cubicBezTo>
                <a:cubicBezTo>
                  <a:pt x="240" y="74"/>
                  <a:pt x="240" y="82"/>
                  <a:pt x="240" y="93"/>
                </a:cubicBezTo>
                <a:lnTo>
                  <a:pt x="240" y="183"/>
                </a:lnTo>
                <a:cubicBezTo>
                  <a:pt x="240" y="206"/>
                  <a:pt x="242" y="220"/>
                  <a:pt x="246" y="226"/>
                </a:cubicBezTo>
                <a:cubicBezTo>
                  <a:pt x="249" y="231"/>
                  <a:pt x="258" y="234"/>
                  <a:pt x="273" y="235"/>
                </a:cubicBezTo>
                <a:cubicBezTo>
                  <a:pt x="275" y="237"/>
                  <a:pt x="276" y="240"/>
                  <a:pt x="276" y="245"/>
                </a:cubicBezTo>
                <a:cubicBezTo>
                  <a:pt x="276" y="250"/>
                  <a:pt x="275" y="252"/>
                  <a:pt x="273" y="253"/>
                </a:cubicBezTo>
                <a:cubicBezTo>
                  <a:pt x="241" y="253"/>
                  <a:pt x="223" y="253"/>
                  <a:pt x="218" y="253"/>
                </a:cubicBezTo>
                <a:cubicBezTo>
                  <a:pt x="211" y="253"/>
                  <a:pt x="191" y="253"/>
                  <a:pt x="160" y="253"/>
                </a:cubicBezTo>
                <a:cubicBezTo>
                  <a:pt x="158" y="252"/>
                  <a:pt x="157" y="250"/>
                  <a:pt x="157" y="245"/>
                </a:cubicBezTo>
                <a:cubicBezTo>
                  <a:pt x="157" y="240"/>
                  <a:pt x="158" y="237"/>
                  <a:pt x="160" y="235"/>
                </a:cubicBezTo>
                <a:cubicBezTo>
                  <a:pt x="175" y="234"/>
                  <a:pt x="185" y="231"/>
                  <a:pt x="189" y="226"/>
                </a:cubicBezTo>
                <a:cubicBezTo>
                  <a:pt x="193" y="220"/>
                  <a:pt x="195" y="206"/>
                  <a:pt x="195" y="183"/>
                </a:cubicBezTo>
                <a:lnTo>
                  <a:pt x="195" y="83"/>
                </a:lnTo>
                <a:cubicBezTo>
                  <a:pt x="195" y="49"/>
                  <a:pt x="182" y="32"/>
                  <a:pt x="157" y="32"/>
                </a:cubicBezTo>
                <a:cubicBezTo>
                  <a:pt x="139" y="32"/>
                  <a:pt x="119" y="43"/>
                  <a:pt x="96" y="66"/>
                </a:cubicBezTo>
                <a:cubicBezTo>
                  <a:pt x="89" y="73"/>
                  <a:pt x="86" y="80"/>
                  <a:pt x="86" y="90"/>
                </a:cubicBezTo>
                <a:lnTo>
                  <a:pt x="86" y="183"/>
                </a:lnTo>
                <a:cubicBezTo>
                  <a:pt x="86" y="199"/>
                  <a:pt x="87" y="211"/>
                  <a:pt x="89" y="217"/>
                </a:cubicBezTo>
                <a:cubicBezTo>
                  <a:pt x="91" y="224"/>
                  <a:pt x="94" y="228"/>
                  <a:pt x="98" y="230"/>
                </a:cubicBezTo>
                <a:cubicBezTo>
                  <a:pt x="102" y="232"/>
                  <a:pt x="110" y="234"/>
                  <a:pt x="120" y="235"/>
                </a:cubicBezTo>
                <a:cubicBezTo>
                  <a:pt x="122" y="237"/>
                  <a:pt x="123" y="240"/>
                  <a:pt x="123" y="244"/>
                </a:cubicBezTo>
                <a:cubicBezTo>
                  <a:pt x="123" y="249"/>
                  <a:pt x="122" y="252"/>
                  <a:pt x="120" y="253"/>
                </a:cubicBezTo>
                <a:cubicBezTo>
                  <a:pt x="89" y="253"/>
                  <a:pt x="70" y="253"/>
                  <a:pt x="64" y="253"/>
                </a:cubicBezTo>
                <a:cubicBezTo>
                  <a:pt x="54" y="253"/>
                  <a:pt x="33" y="253"/>
                  <a:pt x="2" y="253"/>
                </a:cubicBezTo>
                <a:cubicBezTo>
                  <a:pt x="0" y="252"/>
                  <a:pt x="0" y="250"/>
                  <a:pt x="0" y="245"/>
                </a:cubicBezTo>
                <a:cubicBezTo>
                  <a:pt x="0" y="240"/>
                  <a:pt x="0" y="237"/>
                  <a:pt x="2" y="235"/>
                </a:cubicBezTo>
                <a:cubicBezTo>
                  <a:pt x="19" y="234"/>
                  <a:pt x="30" y="231"/>
                  <a:pt x="34" y="225"/>
                </a:cubicBezTo>
                <a:cubicBezTo>
                  <a:pt x="39" y="219"/>
                  <a:pt x="41" y="205"/>
                  <a:pt x="41" y="183"/>
                </a:cubicBezTo>
                <a:lnTo>
                  <a:pt x="41" y="72"/>
                </a:lnTo>
                <a:cubicBezTo>
                  <a:pt x="41" y="56"/>
                  <a:pt x="39" y="46"/>
                  <a:pt x="34" y="42"/>
                </a:cubicBezTo>
                <a:cubicBezTo>
                  <a:pt x="30" y="37"/>
                  <a:pt x="20" y="35"/>
                  <a:pt x="4" y="33"/>
                </a:cubicBezTo>
                <a:cubicBezTo>
                  <a:pt x="1" y="27"/>
                  <a:pt x="1" y="21"/>
                  <a:pt x="3" y="17"/>
                </a:cubicBezTo>
                <a:cubicBezTo>
                  <a:pt x="32" y="13"/>
                  <a:pt x="56" y="8"/>
                  <a:pt x="74" y="0"/>
                </a:cubicBezTo>
                <a:cubicBezTo>
                  <a:pt x="77" y="0"/>
                  <a:pt x="80" y="2"/>
                  <a:pt x="81" y="5"/>
                </a:cubicBezTo>
                <a:cubicBezTo>
                  <a:pt x="84" y="12"/>
                  <a:pt x="86" y="26"/>
                  <a:pt x="86" y="48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4479840" y="4499640"/>
            <a:ext cx="75960" cy="91800"/>
          </a:xfrm>
          <a:custGeom>
            <a:avLst/>
            <a:gdLst/>
            <a:ahLst/>
            <a:rect l="0" t="0" r="r" b="b"/>
            <a:pathLst>
              <a:path w="211" h="255">
                <a:moveTo>
                  <a:pt x="49" y="89"/>
                </a:moveTo>
                <a:lnTo>
                  <a:pt x="152" y="87"/>
                </a:lnTo>
                <a:cubicBezTo>
                  <a:pt x="159" y="87"/>
                  <a:pt x="161" y="84"/>
                  <a:pt x="161" y="79"/>
                </a:cubicBezTo>
                <a:cubicBezTo>
                  <a:pt x="161" y="57"/>
                  <a:pt x="156" y="42"/>
                  <a:pt x="147" y="33"/>
                </a:cubicBezTo>
                <a:cubicBezTo>
                  <a:pt x="138" y="24"/>
                  <a:pt x="127" y="19"/>
                  <a:pt x="114" y="19"/>
                </a:cubicBezTo>
                <a:cubicBezTo>
                  <a:pt x="109" y="19"/>
                  <a:pt x="104" y="20"/>
                  <a:pt x="99" y="21"/>
                </a:cubicBezTo>
                <a:cubicBezTo>
                  <a:pt x="94" y="22"/>
                  <a:pt x="88" y="25"/>
                  <a:pt x="81" y="30"/>
                </a:cubicBezTo>
                <a:cubicBezTo>
                  <a:pt x="74" y="34"/>
                  <a:pt x="68" y="41"/>
                  <a:pt x="62" y="51"/>
                </a:cubicBezTo>
                <a:cubicBezTo>
                  <a:pt x="56" y="62"/>
                  <a:pt x="52" y="74"/>
                  <a:pt x="49" y="89"/>
                </a:cubicBezTo>
                <a:moveTo>
                  <a:pt x="211" y="206"/>
                </a:moveTo>
                <a:cubicBezTo>
                  <a:pt x="186" y="239"/>
                  <a:pt x="153" y="255"/>
                  <a:pt x="114" y="255"/>
                </a:cubicBezTo>
                <a:cubicBezTo>
                  <a:pt x="76" y="255"/>
                  <a:pt x="47" y="243"/>
                  <a:pt x="26" y="219"/>
                </a:cubicBezTo>
                <a:cubicBezTo>
                  <a:pt x="9" y="199"/>
                  <a:pt x="0" y="170"/>
                  <a:pt x="0" y="134"/>
                </a:cubicBezTo>
                <a:cubicBezTo>
                  <a:pt x="0" y="94"/>
                  <a:pt x="12" y="62"/>
                  <a:pt x="36" y="37"/>
                </a:cubicBezTo>
                <a:cubicBezTo>
                  <a:pt x="60" y="13"/>
                  <a:pt x="86" y="0"/>
                  <a:pt x="114" y="0"/>
                </a:cubicBezTo>
                <a:cubicBezTo>
                  <a:pt x="178" y="0"/>
                  <a:pt x="210" y="34"/>
                  <a:pt x="210" y="100"/>
                </a:cubicBezTo>
                <a:cubicBezTo>
                  <a:pt x="210" y="106"/>
                  <a:pt x="206" y="109"/>
                  <a:pt x="199" y="109"/>
                </a:cubicBezTo>
                <a:lnTo>
                  <a:pt x="48" y="108"/>
                </a:lnTo>
                <a:cubicBezTo>
                  <a:pt x="48" y="140"/>
                  <a:pt x="54" y="166"/>
                  <a:pt x="66" y="187"/>
                </a:cubicBezTo>
                <a:cubicBezTo>
                  <a:pt x="82" y="214"/>
                  <a:pt x="103" y="227"/>
                  <a:pt x="129" y="227"/>
                </a:cubicBezTo>
                <a:cubicBezTo>
                  <a:pt x="144" y="227"/>
                  <a:pt x="157" y="225"/>
                  <a:pt x="167" y="220"/>
                </a:cubicBezTo>
                <a:cubicBezTo>
                  <a:pt x="177" y="216"/>
                  <a:pt x="188" y="208"/>
                  <a:pt x="199" y="197"/>
                </a:cubicBezTo>
                <a:cubicBezTo>
                  <a:pt x="206" y="197"/>
                  <a:pt x="209" y="200"/>
                  <a:pt x="211" y="206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4568400" y="4498560"/>
            <a:ext cx="104040" cy="91080"/>
          </a:xfrm>
          <a:custGeom>
            <a:avLst/>
            <a:gdLst/>
            <a:ahLst/>
            <a:rect l="0" t="0" r="r" b="b"/>
            <a:pathLst>
              <a:path w="289" h="253">
                <a:moveTo>
                  <a:pt x="93" y="48"/>
                </a:moveTo>
                <a:cubicBezTo>
                  <a:pt x="120" y="17"/>
                  <a:pt x="151" y="2"/>
                  <a:pt x="186" y="2"/>
                </a:cubicBezTo>
                <a:cubicBezTo>
                  <a:pt x="208" y="2"/>
                  <a:pt x="224" y="9"/>
                  <a:pt x="233" y="22"/>
                </a:cubicBezTo>
                <a:cubicBezTo>
                  <a:pt x="244" y="35"/>
                  <a:pt x="249" y="61"/>
                  <a:pt x="249" y="98"/>
                </a:cubicBezTo>
                <a:lnTo>
                  <a:pt x="249" y="183"/>
                </a:lnTo>
                <a:cubicBezTo>
                  <a:pt x="249" y="205"/>
                  <a:pt x="251" y="219"/>
                  <a:pt x="255" y="225"/>
                </a:cubicBezTo>
                <a:cubicBezTo>
                  <a:pt x="260" y="230"/>
                  <a:pt x="270" y="233"/>
                  <a:pt x="287" y="235"/>
                </a:cubicBezTo>
                <a:cubicBezTo>
                  <a:pt x="288" y="237"/>
                  <a:pt x="289" y="240"/>
                  <a:pt x="289" y="244"/>
                </a:cubicBezTo>
                <a:cubicBezTo>
                  <a:pt x="289" y="249"/>
                  <a:pt x="288" y="252"/>
                  <a:pt x="287" y="253"/>
                </a:cubicBezTo>
                <a:cubicBezTo>
                  <a:pt x="254" y="253"/>
                  <a:pt x="234" y="253"/>
                  <a:pt x="227" y="253"/>
                </a:cubicBezTo>
                <a:cubicBezTo>
                  <a:pt x="219" y="253"/>
                  <a:pt x="200" y="253"/>
                  <a:pt x="168" y="253"/>
                </a:cubicBezTo>
                <a:cubicBezTo>
                  <a:pt x="167" y="252"/>
                  <a:pt x="166" y="250"/>
                  <a:pt x="166" y="245"/>
                </a:cubicBezTo>
                <a:cubicBezTo>
                  <a:pt x="166" y="240"/>
                  <a:pt x="167" y="237"/>
                  <a:pt x="168" y="235"/>
                </a:cubicBezTo>
                <a:cubicBezTo>
                  <a:pt x="184" y="233"/>
                  <a:pt x="194" y="230"/>
                  <a:pt x="197" y="225"/>
                </a:cubicBezTo>
                <a:cubicBezTo>
                  <a:pt x="201" y="219"/>
                  <a:pt x="203" y="205"/>
                  <a:pt x="203" y="183"/>
                </a:cubicBezTo>
                <a:lnTo>
                  <a:pt x="203" y="97"/>
                </a:lnTo>
                <a:cubicBezTo>
                  <a:pt x="203" y="76"/>
                  <a:pt x="201" y="62"/>
                  <a:pt x="197" y="53"/>
                </a:cubicBezTo>
                <a:cubicBezTo>
                  <a:pt x="189" y="39"/>
                  <a:pt x="179" y="32"/>
                  <a:pt x="167" y="32"/>
                </a:cubicBezTo>
                <a:cubicBezTo>
                  <a:pt x="144" y="32"/>
                  <a:pt x="120" y="43"/>
                  <a:pt x="97" y="66"/>
                </a:cubicBezTo>
                <a:cubicBezTo>
                  <a:pt x="90" y="73"/>
                  <a:pt x="87" y="81"/>
                  <a:pt x="87" y="90"/>
                </a:cubicBezTo>
                <a:lnTo>
                  <a:pt x="87" y="183"/>
                </a:lnTo>
                <a:cubicBezTo>
                  <a:pt x="87" y="205"/>
                  <a:pt x="89" y="219"/>
                  <a:pt x="93" y="225"/>
                </a:cubicBezTo>
                <a:cubicBezTo>
                  <a:pt x="97" y="230"/>
                  <a:pt x="106" y="233"/>
                  <a:pt x="121" y="235"/>
                </a:cubicBezTo>
                <a:cubicBezTo>
                  <a:pt x="123" y="237"/>
                  <a:pt x="124" y="240"/>
                  <a:pt x="124" y="245"/>
                </a:cubicBezTo>
                <a:cubicBezTo>
                  <a:pt x="124" y="250"/>
                  <a:pt x="123" y="252"/>
                  <a:pt x="121" y="253"/>
                </a:cubicBezTo>
                <a:cubicBezTo>
                  <a:pt x="89" y="253"/>
                  <a:pt x="71" y="253"/>
                  <a:pt x="65" y="253"/>
                </a:cubicBezTo>
                <a:cubicBezTo>
                  <a:pt x="54" y="253"/>
                  <a:pt x="33" y="253"/>
                  <a:pt x="2" y="253"/>
                </a:cubicBezTo>
                <a:cubicBezTo>
                  <a:pt x="0" y="252"/>
                  <a:pt x="0" y="250"/>
                  <a:pt x="0" y="245"/>
                </a:cubicBezTo>
                <a:cubicBezTo>
                  <a:pt x="0" y="240"/>
                  <a:pt x="0" y="237"/>
                  <a:pt x="2" y="235"/>
                </a:cubicBezTo>
                <a:cubicBezTo>
                  <a:pt x="20" y="233"/>
                  <a:pt x="31" y="230"/>
                  <a:pt x="35" y="225"/>
                </a:cubicBezTo>
                <a:cubicBezTo>
                  <a:pt x="40" y="220"/>
                  <a:pt x="42" y="206"/>
                  <a:pt x="42" y="183"/>
                </a:cubicBezTo>
                <a:lnTo>
                  <a:pt x="42" y="72"/>
                </a:lnTo>
                <a:cubicBezTo>
                  <a:pt x="42" y="56"/>
                  <a:pt x="40" y="46"/>
                  <a:pt x="35" y="42"/>
                </a:cubicBezTo>
                <a:cubicBezTo>
                  <a:pt x="31" y="37"/>
                  <a:pt x="21" y="35"/>
                  <a:pt x="5" y="33"/>
                </a:cubicBezTo>
                <a:cubicBezTo>
                  <a:pt x="2" y="27"/>
                  <a:pt x="2" y="21"/>
                  <a:pt x="4" y="17"/>
                </a:cubicBezTo>
                <a:cubicBezTo>
                  <a:pt x="33" y="13"/>
                  <a:pt x="57" y="8"/>
                  <a:pt x="76" y="0"/>
                </a:cubicBezTo>
                <a:cubicBezTo>
                  <a:pt x="79" y="0"/>
                  <a:pt x="81" y="2"/>
                  <a:pt x="83" y="5"/>
                </a:cubicBezTo>
                <a:cubicBezTo>
                  <a:pt x="86" y="12"/>
                  <a:pt x="87" y="26"/>
                  <a:pt x="87" y="48"/>
                </a:cubicBezTo>
                <a:cubicBezTo>
                  <a:pt x="87" y="53"/>
                  <a:pt x="89" y="53"/>
                  <a:pt x="93" y="48"/>
                </a:cubicBez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4680000" y="4469760"/>
            <a:ext cx="56880" cy="121680"/>
          </a:xfrm>
          <a:custGeom>
            <a:avLst/>
            <a:gdLst/>
            <a:ahLst/>
            <a:rect l="0" t="0" r="r" b="b"/>
            <a:pathLst>
              <a:path w="158" h="338">
                <a:moveTo>
                  <a:pt x="37" y="88"/>
                </a:moveTo>
                <a:lnTo>
                  <a:pt x="37" y="58"/>
                </a:lnTo>
                <a:cubicBezTo>
                  <a:pt x="37" y="49"/>
                  <a:pt x="37" y="43"/>
                  <a:pt x="37" y="40"/>
                </a:cubicBezTo>
                <a:cubicBezTo>
                  <a:pt x="37" y="36"/>
                  <a:pt x="36" y="33"/>
                  <a:pt x="36" y="30"/>
                </a:cubicBezTo>
                <a:lnTo>
                  <a:pt x="36" y="25"/>
                </a:lnTo>
                <a:lnTo>
                  <a:pt x="36" y="22"/>
                </a:lnTo>
                <a:cubicBezTo>
                  <a:pt x="36" y="20"/>
                  <a:pt x="37" y="19"/>
                  <a:pt x="38" y="18"/>
                </a:cubicBezTo>
                <a:cubicBezTo>
                  <a:pt x="40" y="17"/>
                  <a:pt x="41" y="16"/>
                  <a:pt x="43" y="16"/>
                </a:cubicBezTo>
                <a:cubicBezTo>
                  <a:pt x="44" y="15"/>
                  <a:pt x="47" y="15"/>
                  <a:pt x="50" y="14"/>
                </a:cubicBezTo>
                <a:cubicBezTo>
                  <a:pt x="53" y="13"/>
                  <a:pt x="55" y="12"/>
                  <a:pt x="57" y="11"/>
                </a:cubicBezTo>
                <a:cubicBezTo>
                  <a:pt x="59" y="10"/>
                  <a:pt x="62" y="9"/>
                  <a:pt x="66" y="7"/>
                </a:cubicBezTo>
                <a:cubicBezTo>
                  <a:pt x="69" y="5"/>
                  <a:pt x="72" y="3"/>
                  <a:pt x="75" y="2"/>
                </a:cubicBezTo>
                <a:cubicBezTo>
                  <a:pt x="77" y="1"/>
                  <a:pt x="79" y="0"/>
                  <a:pt x="80" y="0"/>
                </a:cubicBezTo>
                <a:cubicBezTo>
                  <a:pt x="83" y="0"/>
                  <a:pt x="85" y="2"/>
                  <a:pt x="85" y="6"/>
                </a:cubicBezTo>
                <a:cubicBezTo>
                  <a:pt x="83" y="21"/>
                  <a:pt x="83" y="41"/>
                  <a:pt x="83" y="66"/>
                </a:cubicBezTo>
                <a:lnTo>
                  <a:pt x="83" y="88"/>
                </a:lnTo>
                <a:lnTo>
                  <a:pt x="151" y="88"/>
                </a:lnTo>
                <a:cubicBezTo>
                  <a:pt x="154" y="88"/>
                  <a:pt x="156" y="89"/>
                  <a:pt x="156" y="91"/>
                </a:cubicBezTo>
                <a:lnTo>
                  <a:pt x="156" y="103"/>
                </a:lnTo>
                <a:cubicBezTo>
                  <a:pt x="156" y="108"/>
                  <a:pt x="151" y="110"/>
                  <a:pt x="142" y="110"/>
                </a:cubicBezTo>
                <a:lnTo>
                  <a:pt x="83" y="110"/>
                </a:lnTo>
                <a:lnTo>
                  <a:pt x="83" y="254"/>
                </a:lnTo>
                <a:cubicBezTo>
                  <a:pt x="83" y="273"/>
                  <a:pt x="84" y="286"/>
                  <a:pt x="87" y="295"/>
                </a:cubicBezTo>
                <a:cubicBezTo>
                  <a:pt x="89" y="303"/>
                  <a:pt x="94" y="307"/>
                  <a:pt x="101" y="307"/>
                </a:cubicBezTo>
                <a:cubicBezTo>
                  <a:pt x="118" y="307"/>
                  <a:pt x="134" y="302"/>
                  <a:pt x="148" y="291"/>
                </a:cubicBezTo>
                <a:cubicBezTo>
                  <a:pt x="154" y="291"/>
                  <a:pt x="157" y="294"/>
                  <a:pt x="158" y="300"/>
                </a:cubicBezTo>
                <a:cubicBezTo>
                  <a:pt x="135" y="326"/>
                  <a:pt x="110" y="338"/>
                  <a:pt x="81" y="338"/>
                </a:cubicBezTo>
                <a:cubicBezTo>
                  <a:pt x="52" y="338"/>
                  <a:pt x="37" y="319"/>
                  <a:pt x="37" y="282"/>
                </a:cubicBezTo>
                <a:lnTo>
                  <a:pt x="37" y="110"/>
                </a:lnTo>
                <a:lnTo>
                  <a:pt x="3" y="110"/>
                </a:lnTo>
                <a:cubicBezTo>
                  <a:pt x="1" y="110"/>
                  <a:pt x="0" y="109"/>
                  <a:pt x="0" y="107"/>
                </a:cubicBezTo>
                <a:lnTo>
                  <a:pt x="0" y="99"/>
                </a:lnTo>
                <a:cubicBezTo>
                  <a:pt x="0" y="92"/>
                  <a:pt x="4" y="88"/>
                  <a:pt x="11" y="88"/>
                </a:cubicBezTo>
                <a:lnTo>
                  <a:pt x="37" y="88"/>
                </a:lnTo>
                <a:close/>
              </a:path>
            </a:pathLst>
          </a:custGeom>
          <a:solidFill>
            <a:srgbClr val="000000">
              <a:alpha val="87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6108840" y="1821600"/>
            <a:ext cx="118440" cy="114840"/>
          </a:xfrm>
          <a:custGeom>
            <a:avLst/>
            <a:gdLst/>
            <a:ahLst/>
            <a:rect l="0" t="0" r="r" b="b"/>
            <a:pathLst>
              <a:path w="329" h="319">
                <a:moveTo>
                  <a:pt x="262" y="314"/>
                </a:moveTo>
                <a:lnTo>
                  <a:pt x="20" y="194"/>
                </a:lnTo>
                <a:cubicBezTo>
                  <a:pt x="-7" y="180"/>
                  <a:pt x="-7" y="140"/>
                  <a:pt x="20" y="126"/>
                </a:cubicBezTo>
                <a:lnTo>
                  <a:pt x="262" y="5"/>
                </a:lnTo>
                <a:cubicBezTo>
                  <a:pt x="293" y="-10"/>
                  <a:pt x="329" y="13"/>
                  <a:pt x="329" y="47"/>
                </a:cubicBezTo>
                <a:lnTo>
                  <a:pt x="329" y="273"/>
                </a:lnTo>
                <a:cubicBezTo>
                  <a:pt x="329" y="307"/>
                  <a:pt x="293" y="330"/>
                  <a:pt x="262" y="314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6200280" y="1879200"/>
            <a:ext cx="46080" cy="0"/>
          </a:xfrm>
          <a:prstGeom prst="line">
            <a:avLst/>
          </a:prstGeom>
          <a:ln cap="rnd" w="378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4463280" y="2004840"/>
            <a:ext cx="118440" cy="124200"/>
          </a:xfrm>
          <a:custGeom>
            <a:avLst/>
            <a:gdLst/>
            <a:ahLst/>
            <a:rect l="0" t="0" r="r" b="b"/>
            <a:pathLst>
              <a:path w="329" h="345">
                <a:moveTo>
                  <a:pt x="65" y="310"/>
                </a:moveTo>
                <a:lnTo>
                  <a:pt x="2" y="47"/>
                </a:lnTo>
                <a:cubicBezTo>
                  <a:pt x="-6" y="17"/>
                  <a:pt x="24" y="-9"/>
                  <a:pt x="53" y="4"/>
                </a:cubicBezTo>
                <a:lnTo>
                  <a:pt x="301" y="110"/>
                </a:lnTo>
                <a:cubicBezTo>
                  <a:pt x="333" y="124"/>
                  <a:pt x="339" y="166"/>
                  <a:pt x="313" y="189"/>
                </a:cubicBezTo>
                <a:lnTo>
                  <a:pt x="140" y="334"/>
                </a:lnTo>
                <a:cubicBezTo>
                  <a:pt x="114" y="357"/>
                  <a:pt x="73" y="343"/>
                  <a:pt x="65" y="310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4527360" y="2078280"/>
            <a:ext cx="122760" cy="145800"/>
          </a:xfrm>
          <a:prstGeom prst="line">
            <a:avLst/>
          </a:prstGeom>
          <a:ln cap="rnd" w="378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4776840" y="2033640"/>
            <a:ext cx="113400" cy="126360"/>
          </a:xfrm>
          <a:custGeom>
            <a:avLst/>
            <a:gdLst/>
            <a:ahLst/>
            <a:rect l="0" t="0" r="r" b="b"/>
            <a:pathLst>
              <a:path w="315" h="351">
                <a:moveTo>
                  <a:pt x="36" y="310"/>
                </a:moveTo>
                <a:lnTo>
                  <a:pt x="1" y="43"/>
                </a:lnTo>
                <a:cubicBezTo>
                  <a:pt x="-3" y="12"/>
                  <a:pt x="30" y="-10"/>
                  <a:pt x="57" y="5"/>
                </a:cubicBezTo>
                <a:lnTo>
                  <a:pt x="292" y="138"/>
                </a:lnTo>
                <a:cubicBezTo>
                  <a:pt x="322" y="155"/>
                  <a:pt x="323" y="198"/>
                  <a:pt x="295" y="217"/>
                </a:cubicBezTo>
                <a:lnTo>
                  <a:pt x="108" y="343"/>
                </a:lnTo>
                <a:cubicBezTo>
                  <a:pt x="79" y="362"/>
                  <a:pt x="40" y="345"/>
                  <a:pt x="36" y="310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4834080" y="2112120"/>
            <a:ext cx="76320" cy="113040"/>
          </a:xfrm>
          <a:prstGeom prst="line">
            <a:avLst/>
          </a:prstGeom>
          <a:ln cap="rnd" w="378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5202360" y="2016000"/>
            <a:ext cx="119520" cy="123120"/>
          </a:xfrm>
          <a:custGeom>
            <a:avLst/>
            <a:gdLst/>
            <a:ahLst/>
            <a:rect l="0" t="0" r="r" b="b"/>
            <a:pathLst>
              <a:path w="332" h="342">
                <a:moveTo>
                  <a:pt x="29" y="102"/>
                </a:moveTo>
                <a:lnTo>
                  <a:pt x="280" y="3"/>
                </a:lnTo>
                <a:cubicBezTo>
                  <a:pt x="309" y="-9"/>
                  <a:pt x="339" y="18"/>
                  <a:pt x="330" y="48"/>
                </a:cubicBezTo>
                <a:lnTo>
                  <a:pt x="259" y="308"/>
                </a:lnTo>
                <a:cubicBezTo>
                  <a:pt x="250" y="342"/>
                  <a:pt x="209" y="354"/>
                  <a:pt x="183" y="330"/>
                </a:cubicBezTo>
                <a:lnTo>
                  <a:pt x="15" y="180"/>
                </a:lnTo>
                <a:cubicBezTo>
                  <a:pt x="-10" y="157"/>
                  <a:pt x="-3" y="115"/>
                  <a:pt x="29" y="102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 flipH="1">
            <a:off x="5142600" y="2087640"/>
            <a:ext cx="113400" cy="126720"/>
          </a:xfrm>
          <a:prstGeom prst="line">
            <a:avLst/>
          </a:prstGeom>
          <a:ln cap="rnd" w="378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000" bIns="63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4280040" y="321480"/>
            <a:ext cx="114480" cy="118440"/>
          </a:xfrm>
          <a:custGeom>
            <a:avLst/>
            <a:gdLst/>
            <a:ahLst/>
            <a:rect l="0" t="0" r="r" b="b"/>
            <a:pathLst>
              <a:path w="318" h="329">
                <a:moveTo>
                  <a:pt x="314" y="67"/>
                </a:moveTo>
                <a:lnTo>
                  <a:pt x="193" y="308"/>
                </a:lnTo>
                <a:cubicBezTo>
                  <a:pt x="179" y="336"/>
                  <a:pt x="139" y="336"/>
                  <a:pt x="126" y="308"/>
                </a:cubicBezTo>
                <a:lnTo>
                  <a:pt x="5" y="67"/>
                </a:lnTo>
                <a:cubicBezTo>
                  <a:pt x="-10" y="36"/>
                  <a:pt x="12" y="0"/>
                  <a:pt x="46" y="0"/>
                </a:cubicBezTo>
                <a:lnTo>
                  <a:pt x="272" y="0"/>
                </a:lnTo>
                <a:cubicBezTo>
                  <a:pt x="307" y="0"/>
                  <a:pt x="329" y="36"/>
                  <a:pt x="314" y="67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4337280" y="302400"/>
            <a:ext cx="0" cy="46080"/>
          </a:xfrm>
          <a:prstGeom prst="line">
            <a:avLst/>
          </a:prstGeom>
          <a:ln cap="rnd" w="378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17640" bIns="-17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4638240" y="322200"/>
            <a:ext cx="114840" cy="118800"/>
          </a:xfrm>
          <a:custGeom>
            <a:avLst/>
            <a:gdLst/>
            <a:ahLst/>
            <a:rect l="0" t="0" r="r" b="b"/>
            <a:pathLst>
              <a:path w="319" h="330">
                <a:moveTo>
                  <a:pt x="314" y="67"/>
                </a:moveTo>
                <a:lnTo>
                  <a:pt x="193" y="309"/>
                </a:lnTo>
                <a:cubicBezTo>
                  <a:pt x="180" y="337"/>
                  <a:pt x="140" y="337"/>
                  <a:pt x="126" y="309"/>
                </a:cubicBezTo>
                <a:lnTo>
                  <a:pt x="6" y="67"/>
                </a:lnTo>
                <a:cubicBezTo>
                  <a:pt x="-10" y="37"/>
                  <a:pt x="12" y="0"/>
                  <a:pt x="47" y="0"/>
                </a:cubicBezTo>
                <a:lnTo>
                  <a:pt x="273" y="0"/>
                </a:lnTo>
                <a:cubicBezTo>
                  <a:pt x="307" y="0"/>
                  <a:pt x="330" y="37"/>
                  <a:pt x="314" y="67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4695840" y="303120"/>
            <a:ext cx="0" cy="46080"/>
          </a:xfrm>
          <a:prstGeom prst="line">
            <a:avLst/>
          </a:prstGeom>
          <a:ln cap="rnd" w="378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17640" bIns="-17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6807960" y="1527120"/>
            <a:ext cx="118800" cy="114840"/>
          </a:xfrm>
          <a:custGeom>
            <a:avLst/>
            <a:gdLst/>
            <a:ahLst/>
            <a:rect l="0" t="0" r="r" b="b"/>
            <a:pathLst>
              <a:path w="330" h="319">
                <a:moveTo>
                  <a:pt x="67" y="5"/>
                </a:moveTo>
                <a:lnTo>
                  <a:pt x="309" y="126"/>
                </a:lnTo>
                <a:cubicBezTo>
                  <a:pt x="337" y="139"/>
                  <a:pt x="337" y="179"/>
                  <a:pt x="309" y="193"/>
                </a:cubicBezTo>
                <a:lnTo>
                  <a:pt x="67" y="314"/>
                </a:lnTo>
                <a:cubicBezTo>
                  <a:pt x="36" y="329"/>
                  <a:pt x="0" y="307"/>
                  <a:pt x="0" y="272"/>
                </a:cubicBezTo>
                <a:lnTo>
                  <a:pt x="0" y="46"/>
                </a:lnTo>
                <a:cubicBezTo>
                  <a:pt x="0" y="12"/>
                  <a:pt x="36" y="-10"/>
                  <a:pt x="67" y="5"/>
                </a:cubicBezTo>
                <a:close/>
              </a:path>
            </a:pathLst>
          </a:custGeom>
          <a:solidFill>
            <a:srgbClr val="d79b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6788880" y="1584360"/>
            <a:ext cx="46080" cy="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6809040" y="1148400"/>
            <a:ext cx="118440" cy="114480"/>
          </a:xfrm>
          <a:custGeom>
            <a:avLst/>
            <a:gdLst/>
            <a:ahLst/>
            <a:rect l="0" t="0" r="r" b="b"/>
            <a:pathLst>
              <a:path w="329" h="318">
                <a:moveTo>
                  <a:pt x="67" y="5"/>
                </a:moveTo>
                <a:lnTo>
                  <a:pt x="308" y="125"/>
                </a:lnTo>
                <a:cubicBezTo>
                  <a:pt x="336" y="139"/>
                  <a:pt x="336" y="179"/>
                  <a:pt x="308" y="193"/>
                </a:cubicBezTo>
                <a:lnTo>
                  <a:pt x="67" y="314"/>
                </a:lnTo>
                <a:cubicBezTo>
                  <a:pt x="36" y="329"/>
                  <a:pt x="0" y="306"/>
                  <a:pt x="0" y="272"/>
                </a:cubicBezTo>
                <a:lnTo>
                  <a:pt x="0" y="46"/>
                </a:lnTo>
                <a:cubicBezTo>
                  <a:pt x="0" y="12"/>
                  <a:pt x="36" y="-11"/>
                  <a:pt x="67" y="5"/>
                </a:cubicBezTo>
                <a:close/>
              </a:path>
            </a:pathLst>
          </a:custGeom>
          <a:solidFill>
            <a:srgbClr val="d79b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6789960" y="1205640"/>
            <a:ext cx="46080" cy="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7491600" y="478800"/>
            <a:ext cx="114840" cy="118800"/>
          </a:xfrm>
          <a:custGeom>
            <a:avLst/>
            <a:gdLst/>
            <a:ahLst/>
            <a:rect l="0" t="0" r="r" b="b"/>
            <a:pathLst>
              <a:path w="319" h="330">
                <a:moveTo>
                  <a:pt x="314" y="68"/>
                </a:moveTo>
                <a:lnTo>
                  <a:pt x="193" y="309"/>
                </a:lnTo>
                <a:cubicBezTo>
                  <a:pt x="179" y="337"/>
                  <a:pt x="140" y="337"/>
                  <a:pt x="126" y="309"/>
                </a:cubicBezTo>
                <a:lnTo>
                  <a:pt x="5" y="68"/>
                </a:lnTo>
                <a:cubicBezTo>
                  <a:pt x="-10" y="37"/>
                  <a:pt x="13" y="0"/>
                  <a:pt x="47" y="0"/>
                </a:cubicBezTo>
                <a:lnTo>
                  <a:pt x="272" y="0"/>
                </a:lnTo>
                <a:cubicBezTo>
                  <a:pt x="307" y="0"/>
                  <a:pt x="330" y="37"/>
                  <a:pt x="314" y="68"/>
                </a:cubicBezTo>
                <a:close/>
              </a:path>
            </a:pathLst>
          </a:custGeom>
          <a:solidFill>
            <a:srgbClr val="d79b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7549200" y="459720"/>
            <a:ext cx="0" cy="4644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17280" bIns="-17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7884000" y="479880"/>
            <a:ext cx="114840" cy="118440"/>
          </a:xfrm>
          <a:custGeom>
            <a:avLst/>
            <a:gdLst/>
            <a:ahLst/>
            <a:rect l="0" t="0" r="r" b="b"/>
            <a:pathLst>
              <a:path w="319" h="329">
                <a:moveTo>
                  <a:pt x="314" y="67"/>
                </a:moveTo>
                <a:lnTo>
                  <a:pt x="193" y="309"/>
                </a:lnTo>
                <a:cubicBezTo>
                  <a:pt x="179" y="336"/>
                  <a:pt x="140" y="336"/>
                  <a:pt x="126" y="309"/>
                </a:cubicBezTo>
                <a:lnTo>
                  <a:pt x="5" y="67"/>
                </a:lnTo>
                <a:cubicBezTo>
                  <a:pt x="-10" y="36"/>
                  <a:pt x="12" y="0"/>
                  <a:pt x="47" y="0"/>
                </a:cubicBezTo>
                <a:lnTo>
                  <a:pt x="272" y="0"/>
                </a:lnTo>
                <a:cubicBezTo>
                  <a:pt x="307" y="0"/>
                  <a:pt x="329" y="36"/>
                  <a:pt x="314" y="67"/>
                </a:cubicBezTo>
                <a:close/>
              </a:path>
            </a:pathLst>
          </a:custGeom>
          <a:solidFill>
            <a:srgbClr val="d79b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7941600" y="460800"/>
            <a:ext cx="0" cy="4608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17640" bIns="-17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5357880" y="322200"/>
            <a:ext cx="114480" cy="118800"/>
          </a:xfrm>
          <a:custGeom>
            <a:avLst/>
            <a:gdLst/>
            <a:ahLst/>
            <a:rect l="0" t="0" r="r" b="b"/>
            <a:pathLst>
              <a:path w="318" h="330">
                <a:moveTo>
                  <a:pt x="313" y="67"/>
                </a:moveTo>
                <a:lnTo>
                  <a:pt x="192" y="309"/>
                </a:lnTo>
                <a:cubicBezTo>
                  <a:pt x="178" y="337"/>
                  <a:pt x="139" y="337"/>
                  <a:pt x="125" y="309"/>
                </a:cubicBezTo>
                <a:lnTo>
                  <a:pt x="4" y="67"/>
                </a:lnTo>
                <a:cubicBezTo>
                  <a:pt x="-11" y="37"/>
                  <a:pt x="11" y="0"/>
                  <a:pt x="46" y="0"/>
                </a:cubicBezTo>
                <a:lnTo>
                  <a:pt x="271" y="0"/>
                </a:lnTo>
                <a:cubicBezTo>
                  <a:pt x="306" y="0"/>
                  <a:pt x="328" y="37"/>
                  <a:pt x="313" y="67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5415120" y="303120"/>
            <a:ext cx="0" cy="46080"/>
          </a:xfrm>
          <a:prstGeom prst="line">
            <a:avLst/>
          </a:prstGeom>
          <a:ln cap="rnd" w="378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17640" bIns="-17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6969960" y="1205640"/>
            <a:ext cx="1459800" cy="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6970680" y="1963440"/>
            <a:ext cx="1382040" cy="0"/>
          </a:xfrm>
          <a:prstGeom prst="line">
            <a:avLst/>
          </a:prstGeom>
          <a:ln cap="rnd" w="37800">
            <a:solidFill>
              <a:srgbClr val="f0f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6964920" y="826920"/>
            <a:ext cx="1387800" cy="0"/>
          </a:xfrm>
          <a:prstGeom prst="line">
            <a:avLst/>
          </a:prstGeom>
          <a:ln cap="rnd" w="37800">
            <a:solidFill>
              <a:srgbClr val="f0f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969960" y="1584360"/>
            <a:ext cx="1459800" cy="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 flipV="1">
            <a:off x="7549200" y="644760"/>
            <a:ext cx="0" cy="137268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7444080" y="110160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1" y="582"/>
                  <a:pt x="0" y="451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1" y="0"/>
                  <a:pt x="582" y="131"/>
                  <a:pt x="582" y="291"/>
                </a:cubicBezTo>
                <a:close/>
              </a:path>
            </a:pathLst>
          </a:custGeom>
          <a:solidFill>
            <a:srgbClr val="f8ce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7444080" y="110160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1"/>
                  <a:pt x="452" y="582"/>
                  <a:pt x="291" y="582"/>
                </a:cubicBezTo>
                <a:cubicBezTo>
                  <a:pt x="131" y="582"/>
                  <a:pt x="0" y="451"/>
                  <a:pt x="0" y="291"/>
                </a:cubicBezTo>
                <a:cubicBezTo>
                  <a:pt x="0" y="130"/>
                  <a:pt x="130" y="0"/>
                  <a:pt x="291" y="0"/>
                </a:cubicBezTo>
                <a:cubicBezTo>
                  <a:pt x="451" y="0"/>
                  <a:pt x="582" y="130"/>
                  <a:pt x="582" y="291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7444440" y="147960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1" y="582"/>
                  <a:pt x="291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1"/>
                  <a:pt x="130" y="0"/>
                  <a:pt x="291" y="0"/>
                </a:cubicBezTo>
                <a:cubicBezTo>
                  <a:pt x="451" y="0"/>
                  <a:pt x="582" y="131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 flipV="1">
            <a:off x="8334000" y="653760"/>
            <a:ext cx="0" cy="1309680"/>
          </a:xfrm>
          <a:prstGeom prst="line">
            <a:avLst/>
          </a:prstGeom>
          <a:ln cap="rnd" w="37800">
            <a:solidFill>
              <a:srgbClr val="f0f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 flipV="1">
            <a:off x="7156800" y="644760"/>
            <a:ext cx="0" cy="1372680"/>
          </a:xfrm>
          <a:prstGeom prst="line">
            <a:avLst/>
          </a:prstGeom>
          <a:ln cap="rnd" w="37800">
            <a:solidFill>
              <a:srgbClr val="f0f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 flipV="1">
            <a:off x="7941600" y="644760"/>
            <a:ext cx="0" cy="137268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7836120" y="148032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452"/>
                  <a:pt x="452" y="583"/>
                  <a:pt x="292" y="583"/>
                </a:cubicBez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2" y="0"/>
                </a:cubicBezTo>
                <a:cubicBezTo>
                  <a:pt x="452" y="0"/>
                  <a:pt x="583" y="131"/>
                  <a:pt x="583" y="292"/>
                </a:cubicBezTo>
                <a:close/>
              </a:path>
            </a:pathLst>
          </a:custGeom>
          <a:solidFill>
            <a:srgbClr val="f8ce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7836120" y="148032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452"/>
                  <a:pt x="452" y="583"/>
                  <a:pt x="292" y="583"/>
                </a:cubicBez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2" y="0"/>
                </a:cubicBezTo>
                <a:cubicBezTo>
                  <a:pt x="452" y="0"/>
                  <a:pt x="583" y="131"/>
                  <a:pt x="583" y="292"/>
                </a:cubicBezTo>
                <a:close/>
              </a:path>
            </a:pathLst>
          </a:custGeom>
          <a:noFill/>
          <a:ln cap="sq" w="34920">
            <a:solidFill>
              <a:srgbClr val="666666"/>
            </a:solidFill>
            <a:round/>
          </a:ln>
        </p:spPr>
        <p:txBody>
          <a:bodyPr lIns="107280" rIns="107280" tIns="62280" bIns="62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7836840" y="1100880"/>
            <a:ext cx="209520" cy="209520"/>
          </a:xfrm>
          <a:custGeom>
            <a:avLst/>
            <a:gdLst/>
            <a:ahLst/>
            <a:rect l="0" t="0" r="r" b="b"/>
            <a:pathLst>
              <a:path w="582" h="582">
                <a:moveTo>
                  <a:pt x="582" y="291"/>
                </a:moveTo>
                <a:cubicBezTo>
                  <a:pt x="582" y="452"/>
                  <a:pt x="452" y="582"/>
                  <a:pt x="291" y="582"/>
                </a:cubicBezTo>
                <a:cubicBezTo>
                  <a:pt x="131" y="582"/>
                  <a:pt x="0" y="452"/>
                  <a:pt x="0" y="291"/>
                </a:cubicBezTo>
                <a:cubicBezTo>
                  <a:pt x="0" y="130"/>
                  <a:pt x="131" y="0"/>
                  <a:pt x="291" y="0"/>
                </a:cubicBezTo>
                <a:cubicBezTo>
                  <a:pt x="452" y="0"/>
                  <a:pt x="582" y="130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6924960" y="4723920"/>
            <a:ext cx="141480" cy="135360"/>
          </a:xfrm>
          <a:custGeom>
            <a:avLst/>
            <a:gdLst/>
            <a:ahLst/>
            <a:rect l="0" t="0" r="r" b="b"/>
            <a:pathLst>
              <a:path w="393" h="376">
                <a:moveTo>
                  <a:pt x="149" y="214"/>
                </a:moveTo>
                <a:lnTo>
                  <a:pt x="250" y="214"/>
                </a:lnTo>
                <a:lnTo>
                  <a:pt x="197" y="58"/>
                </a:lnTo>
                <a:lnTo>
                  <a:pt x="193" y="58"/>
                </a:lnTo>
                <a:lnTo>
                  <a:pt x="134" y="206"/>
                </a:lnTo>
                <a:cubicBezTo>
                  <a:pt x="134" y="207"/>
                  <a:pt x="133" y="208"/>
                  <a:pt x="133" y="209"/>
                </a:cubicBezTo>
                <a:cubicBezTo>
                  <a:pt x="134" y="210"/>
                  <a:pt x="134" y="211"/>
                  <a:pt x="135" y="211"/>
                </a:cubicBezTo>
                <a:cubicBezTo>
                  <a:pt x="135" y="212"/>
                  <a:pt x="136" y="212"/>
                  <a:pt x="137" y="213"/>
                </a:cubicBezTo>
                <a:cubicBezTo>
                  <a:pt x="139" y="213"/>
                  <a:pt x="140" y="214"/>
                  <a:pt x="142" y="214"/>
                </a:cubicBezTo>
                <a:cubicBezTo>
                  <a:pt x="144" y="214"/>
                  <a:pt x="146" y="214"/>
                  <a:pt x="149" y="214"/>
                </a:cubicBezTo>
                <a:moveTo>
                  <a:pt x="87" y="330"/>
                </a:moveTo>
                <a:cubicBezTo>
                  <a:pt x="87" y="334"/>
                  <a:pt x="86" y="337"/>
                  <a:pt x="85" y="341"/>
                </a:cubicBezTo>
                <a:cubicBezTo>
                  <a:pt x="84" y="343"/>
                  <a:pt x="85" y="346"/>
                  <a:pt x="88" y="347"/>
                </a:cubicBezTo>
                <a:cubicBezTo>
                  <a:pt x="91" y="349"/>
                  <a:pt x="93" y="351"/>
                  <a:pt x="95" y="352"/>
                </a:cubicBezTo>
                <a:cubicBezTo>
                  <a:pt x="97" y="353"/>
                  <a:pt x="100" y="354"/>
                  <a:pt x="105" y="355"/>
                </a:cubicBezTo>
                <a:cubicBezTo>
                  <a:pt x="110" y="356"/>
                  <a:pt x="113" y="356"/>
                  <a:pt x="116" y="357"/>
                </a:cubicBezTo>
                <a:cubicBezTo>
                  <a:pt x="118" y="357"/>
                  <a:pt x="122" y="357"/>
                  <a:pt x="127" y="357"/>
                </a:cubicBezTo>
                <a:cubicBezTo>
                  <a:pt x="128" y="360"/>
                  <a:pt x="129" y="363"/>
                  <a:pt x="129" y="367"/>
                </a:cubicBezTo>
                <a:cubicBezTo>
                  <a:pt x="129" y="372"/>
                  <a:pt x="128" y="375"/>
                  <a:pt x="127" y="376"/>
                </a:cubicBezTo>
                <a:cubicBezTo>
                  <a:pt x="98" y="375"/>
                  <a:pt x="74" y="375"/>
                  <a:pt x="53" y="375"/>
                </a:cubicBezTo>
                <a:cubicBezTo>
                  <a:pt x="48" y="375"/>
                  <a:pt x="31" y="375"/>
                  <a:pt x="3" y="376"/>
                </a:cubicBezTo>
                <a:cubicBezTo>
                  <a:pt x="1" y="375"/>
                  <a:pt x="0" y="372"/>
                  <a:pt x="0" y="367"/>
                </a:cubicBezTo>
                <a:cubicBezTo>
                  <a:pt x="0" y="363"/>
                  <a:pt x="1" y="360"/>
                  <a:pt x="3" y="357"/>
                </a:cubicBezTo>
                <a:cubicBezTo>
                  <a:pt x="17" y="356"/>
                  <a:pt x="28" y="354"/>
                  <a:pt x="37" y="349"/>
                </a:cubicBezTo>
                <a:cubicBezTo>
                  <a:pt x="45" y="344"/>
                  <a:pt x="53" y="333"/>
                  <a:pt x="60" y="317"/>
                </a:cubicBezTo>
                <a:lnTo>
                  <a:pt x="190" y="11"/>
                </a:lnTo>
                <a:cubicBezTo>
                  <a:pt x="198" y="11"/>
                  <a:pt x="208" y="7"/>
                  <a:pt x="221" y="0"/>
                </a:cubicBezTo>
                <a:lnTo>
                  <a:pt x="339" y="326"/>
                </a:lnTo>
                <a:cubicBezTo>
                  <a:pt x="341" y="333"/>
                  <a:pt x="343" y="339"/>
                  <a:pt x="346" y="343"/>
                </a:cubicBezTo>
                <a:cubicBezTo>
                  <a:pt x="350" y="347"/>
                  <a:pt x="355" y="350"/>
                  <a:pt x="360" y="352"/>
                </a:cubicBezTo>
                <a:cubicBezTo>
                  <a:pt x="366" y="354"/>
                  <a:pt x="370" y="356"/>
                  <a:pt x="373" y="356"/>
                </a:cubicBezTo>
                <a:cubicBezTo>
                  <a:pt x="376" y="356"/>
                  <a:pt x="381" y="356"/>
                  <a:pt x="390" y="357"/>
                </a:cubicBezTo>
                <a:cubicBezTo>
                  <a:pt x="391" y="360"/>
                  <a:pt x="393" y="363"/>
                  <a:pt x="393" y="367"/>
                </a:cubicBezTo>
                <a:cubicBezTo>
                  <a:pt x="393" y="372"/>
                  <a:pt x="391" y="375"/>
                  <a:pt x="390" y="376"/>
                </a:cubicBezTo>
                <a:cubicBezTo>
                  <a:pt x="361" y="375"/>
                  <a:pt x="340" y="375"/>
                  <a:pt x="325" y="375"/>
                </a:cubicBezTo>
                <a:cubicBezTo>
                  <a:pt x="303" y="375"/>
                  <a:pt x="278" y="375"/>
                  <a:pt x="250" y="376"/>
                </a:cubicBezTo>
                <a:cubicBezTo>
                  <a:pt x="248" y="375"/>
                  <a:pt x="248" y="372"/>
                  <a:pt x="248" y="367"/>
                </a:cubicBezTo>
                <a:cubicBezTo>
                  <a:pt x="248" y="363"/>
                  <a:pt x="248" y="360"/>
                  <a:pt x="250" y="357"/>
                </a:cubicBezTo>
                <a:cubicBezTo>
                  <a:pt x="252" y="357"/>
                  <a:pt x="255" y="357"/>
                  <a:pt x="259" y="357"/>
                </a:cubicBezTo>
                <a:cubicBezTo>
                  <a:pt x="262" y="357"/>
                  <a:pt x="265" y="357"/>
                  <a:pt x="267" y="357"/>
                </a:cubicBezTo>
                <a:cubicBezTo>
                  <a:pt x="269" y="356"/>
                  <a:pt x="271" y="356"/>
                  <a:pt x="274" y="356"/>
                </a:cubicBezTo>
                <a:cubicBezTo>
                  <a:pt x="277" y="356"/>
                  <a:pt x="280" y="355"/>
                  <a:pt x="281" y="354"/>
                </a:cubicBezTo>
                <a:cubicBezTo>
                  <a:pt x="283" y="354"/>
                  <a:pt x="284" y="353"/>
                  <a:pt x="286" y="353"/>
                </a:cubicBezTo>
                <a:cubicBezTo>
                  <a:pt x="288" y="352"/>
                  <a:pt x="290" y="352"/>
                  <a:pt x="291" y="351"/>
                </a:cubicBezTo>
                <a:cubicBezTo>
                  <a:pt x="292" y="349"/>
                  <a:pt x="293" y="347"/>
                  <a:pt x="293" y="346"/>
                </a:cubicBezTo>
                <a:cubicBezTo>
                  <a:pt x="294" y="344"/>
                  <a:pt x="294" y="343"/>
                  <a:pt x="293" y="341"/>
                </a:cubicBezTo>
                <a:cubicBezTo>
                  <a:pt x="293" y="339"/>
                  <a:pt x="293" y="337"/>
                  <a:pt x="293" y="334"/>
                </a:cubicBezTo>
                <a:lnTo>
                  <a:pt x="259" y="237"/>
                </a:lnTo>
                <a:lnTo>
                  <a:pt x="139" y="237"/>
                </a:lnTo>
                <a:cubicBezTo>
                  <a:pt x="132" y="237"/>
                  <a:pt x="127" y="238"/>
                  <a:pt x="124" y="240"/>
                </a:cubicBezTo>
                <a:cubicBezTo>
                  <a:pt x="122" y="241"/>
                  <a:pt x="120" y="243"/>
                  <a:pt x="119" y="247"/>
                </a:cubicBezTo>
                <a:lnTo>
                  <a:pt x="87" y="330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7067880" y="4723920"/>
            <a:ext cx="129240" cy="137160"/>
          </a:xfrm>
          <a:custGeom>
            <a:avLst/>
            <a:gdLst/>
            <a:ahLst/>
            <a:rect l="0" t="0" r="r" b="b"/>
            <a:pathLst>
              <a:path w="359" h="381">
                <a:moveTo>
                  <a:pt x="168" y="19"/>
                </a:moveTo>
                <a:cubicBezTo>
                  <a:pt x="154" y="19"/>
                  <a:pt x="140" y="23"/>
                  <a:pt x="127" y="29"/>
                </a:cubicBezTo>
                <a:cubicBezTo>
                  <a:pt x="114" y="36"/>
                  <a:pt x="102" y="46"/>
                  <a:pt x="91" y="58"/>
                </a:cubicBezTo>
                <a:cubicBezTo>
                  <a:pt x="80" y="71"/>
                  <a:pt x="71" y="89"/>
                  <a:pt x="65" y="112"/>
                </a:cubicBezTo>
                <a:cubicBezTo>
                  <a:pt x="58" y="135"/>
                  <a:pt x="55" y="160"/>
                  <a:pt x="55" y="188"/>
                </a:cubicBezTo>
                <a:cubicBezTo>
                  <a:pt x="55" y="241"/>
                  <a:pt x="68" y="283"/>
                  <a:pt x="95" y="314"/>
                </a:cubicBezTo>
                <a:cubicBezTo>
                  <a:pt x="121" y="346"/>
                  <a:pt x="153" y="361"/>
                  <a:pt x="190" y="361"/>
                </a:cubicBezTo>
                <a:cubicBezTo>
                  <a:pt x="223" y="361"/>
                  <a:pt x="251" y="347"/>
                  <a:pt x="272" y="317"/>
                </a:cubicBezTo>
                <a:cubicBezTo>
                  <a:pt x="293" y="288"/>
                  <a:pt x="304" y="248"/>
                  <a:pt x="304" y="198"/>
                </a:cubicBezTo>
                <a:cubicBezTo>
                  <a:pt x="304" y="142"/>
                  <a:pt x="291" y="99"/>
                  <a:pt x="265" y="67"/>
                </a:cubicBezTo>
                <a:cubicBezTo>
                  <a:pt x="239" y="35"/>
                  <a:pt x="207" y="19"/>
                  <a:pt x="168" y="19"/>
                </a:cubicBezTo>
                <a:moveTo>
                  <a:pt x="359" y="187"/>
                </a:moveTo>
                <a:cubicBezTo>
                  <a:pt x="359" y="235"/>
                  <a:pt x="347" y="276"/>
                  <a:pt x="323" y="309"/>
                </a:cubicBezTo>
                <a:cubicBezTo>
                  <a:pt x="307" y="332"/>
                  <a:pt x="287" y="349"/>
                  <a:pt x="262" y="362"/>
                </a:cubicBezTo>
                <a:cubicBezTo>
                  <a:pt x="237" y="374"/>
                  <a:pt x="209" y="381"/>
                  <a:pt x="179" y="381"/>
                </a:cubicBezTo>
                <a:cubicBezTo>
                  <a:pt x="128" y="381"/>
                  <a:pt x="86" y="364"/>
                  <a:pt x="52" y="331"/>
                </a:cubicBezTo>
                <a:cubicBezTo>
                  <a:pt x="17" y="297"/>
                  <a:pt x="0" y="253"/>
                  <a:pt x="0" y="198"/>
                </a:cubicBezTo>
                <a:cubicBezTo>
                  <a:pt x="0" y="148"/>
                  <a:pt x="13" y="105"/>
                  <a:pt x="39" y="69"/>
                </a:cubicBezTo>
                <a:cubicBezTo>
                  <a:pt x="54" y="47"/>
                  <a:pt x="74" y="30"/>
                  <a:pt x="98" y="18"/>
                </a:cubicBezTo>
                <a:cubicBezTo>
                  <a:pt x="121" y="6"/>
                  <a:pt x="147" y="0"/>
                  <a:pt x="175" y="0"/>
                </a:cubicBezTo>
                <a:cubicBezTo>
                  <a:pt x="228" y="0"/>
                  <a:pt x="272" y="17"/>
                  <a:pt x="306" y="51"/>
                </a:cubicBezTo>
                <a:cubicBezTo>
                  <a:pt x="341" y="84"/>
                  <a:pt x="359" y="130"/>
                  <a:pt x="359" y="187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7207200" y="4726080"/>
            <a:ext cx="132120" cy="133200"/>
          </a:xfrm>
          <a:custGeom>
            <a:avLst/>
            <a:gdLst/>
            <a:ahLst/>
            <a:rect l="0" t="0" r="r" b="b"/>
            <a:pathLst>
              <a:path w="367" h="370">
                <a:moveTo>
                  <a:pt x="101" y="321"/>
                </a:moveTo>
                <a:cubicBezTo>
                  <a:pt x="101" y="332"/>
                  <a:pt x="105" y="339"/>
                  <a:pt x="113" y="344"/>
                </a:cubicBezTo>
                <a:cubicBezTo>
                  <a:pt x="120" y="348"/>
                  <a:pt x="137" y="351"/>
                  <a:pt x="163" y="351"/>
                </a:cubicBezTo>
                <a:cubicBezTo>
                  <a:pt x="185" y="351"/>
                  <a:pt x="204" y="349"/>
                  <a:pt x="220" y="345"/>
                </a:cubicBezTo>
                <a:cubicBezTo>
                  <a:pt x="237" y="340"/>
                  <a:pt x="253" y="333"/>
                  <a:pt x="267" y="322"/>
                </a:cubicBezTo>
                <a:cubicBezTo>
                  <a:pt x="282" y="312"/>
                  <a:pt x="293" y="297"/>
                  <a:pt x="301" y="278"/>
                </a:cubicBezTo>
                <a:cubicBezTo>
                  <a:pt x="309" y="258"/>
                  <a:pt x="313" y="235"/>
                  <a:pt x="313" y="207"/>
                </a:cubicBezTo>
                <a:cubicBezTo>
                  <a:pt x="313" y="184"/>
                  <a:pt x="310" y="162"/>
                  <a:pt x="304" y="141"/>
                </a:cubicBezTo>
                <a:cubicBezTo>
                  <a:pt x="298" y="119"/>
                  <a:pt x="290" y="99"/>
                  <a:pt x="277" y="81"/>
                </a:cubicBezTo>
                <a:cubicBezTo>
                  <a:pt x="265" y="62"/>
                  <a:pt x="248" y="47"/>
                  <a:pt x="226" y="36"/>
                </a:cubicBezTo>
                <a:cubicBezTo>
                  <a:pt x="204" y="25"/>
                  <a:pt x="178" y="19"/>
                  <a:pt x="149" y="19"/>
                </a:cubicBezTo>
                <a:cubicBezTo>
                  <a:pt x="117" y="19"/>
                  <a:pt x="101" y="29"/>
                  <a:pt x="101" y="48"/>
                </a:cubicBezTo>
                <a:lnTo>
                  <a:pt x="101" y="321"/>
                </a:lnTo>
                <a:moveTo>
                  <a:pt x="118" y="1"/>
                </a:moveTo>
                <a:cubicBezTo>
                  <a:pt x="140" y="0"/>
                  <a:pt x="157" y="0"/>
                  <a:pt x="170" y="0"/>
                </a:cubicBezTo>
                <a:cubicBezTo>
                  <a:pt x="225" y="0"/>
                  <a:pt x="272" y="19"/>
                  <a:pt x="310" y="57"/>
                </a:cubicBezTo>
                <a:cubicBezTo>
                  <a:pt x="348" y="94"/>
                  <a:pt x="367" y="140"/>
                  <a:pt x="367" y="193"/>
                </a:cubicBezTo>
                <a:cubicBezTo>
                  <a:pt x="367" y="227"/>
                  <a:pt x="361" y="256"/>
                  <a:pt x="350" y="280"/>
                </a:cubicBezTo>
                <a:cubicBezTo>
                  <a:pt x="338" y="304"/>
                  <a:pt x="323" y="323"/>
                  <a:pt x="303" y="335"/>
                </a:cubicBezTo>
                <a:cubicBezTo>
                  <a:pt x="284" y="348"/>
                  <a:pt x="265" y="357"/>
                  <a:pt x="244" y="362"/>
                </a:cubicBezTo>
                <a:cubicBezTo>
                  <a:pt x="224" y="367"/>
                  <a:pt x="203" y="370"/>
                  <a:pt x="181" y="370"/>
                </a:cubicBezTo>
                <a:cubicBezTo>
                  <a:pt x="158" y="370"/>
                  <a:pt x="136" y="370"/>
                  <a:pt x="114" y="369"/>
                </a:cubicBezTo>
                <a:lnTo>
                  <a:pt x="77" y="369"/>
                </a:lnTo>
                <a:cubicBezTo>
                  <a:pt x="65" y="369"/>
                  <a:pt x="40" y="369"/>
                  <a:pt x="3" y="370"/>
                </a:cubicBezTo>
                <a:cubicBezTo>
                  <a:pt x="1" y="369"/>
                  <a:pt x="0" y="366"/>
                  <a:pt x="0" y="361"/>
                </a:cubicBezTo>
                <a:cubicBezTo>
                  <a:pt x="0" y="357"/>
                  <a:pt x="1" y="354"/>
                  <a:pt x="3" y="351"/>
                </a:cubicBezTo>
                <a:cubicBezTo>
                  <a:pt x="24" y="351"/>
                  <a:pt x="38" y="348"/>
                  <a:pt x="43" y="342"/>
                </a:cubicBezTo>
                <a:cubicBezTo>
                  <a:pt x="50" y="337"/>
                  <a:pt x="53" y="322"/>
                  <a:pt x="53" y="299"/>
                </a:cubicBezTo>
                <a:lnTo>
                  <a:pt x="53" y="71"/>
                </a:lnTo>
                <a:cubicBezTo>
                  <a:pt x="53" y="48"/>
                  <a:pt x="50" y="34"/>
                  <a:pt x="43" y="28"/>
                </a:cubicBezTo>
                <a:cubicBezTo>
                  <a:pt x="38" y="23"/>
                  <a:pt x="24" y="20"/>
                  <a:pt x="3" y="19"/>
                </a:cubicBezTo>
                <a:cubicBezTo>
                  <a:pt x="1" y="18"/>
                  <a:pt x="0" y="15"/>
                  <a:pt x="0" y="10"/>
                </a:cubicBezTo>
                <a:cubicBezTo>
                  <a:pt x="0" y="5"/>
                  <a:pt x="1" y="2"/>
                  <a:pt x="3" y="0"/>
                </a:cubicBezTo>
                <a:cubicBezTo>
                  <a:pt x="41" y="1"/>
                  <a:pt x="65" y="1"/>
                  <a:pt x="77" y="1"/>
                </a:cubicBezTo>
                <a:lnTo>
                  <a:pt x="118" y="1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7403760" y="4768200"/>
            <a:ext cx="104400" cy="91080"/>
          </a:xfrm>
          <a:custGeom>
            <a:avLst/>
            <a:gdLst/>
            <a:ahLst/>
            <a:rect l="0" t="0" r="r" b="b"/>
            <a:pathLst>
              <a:path w="290" h="253">
                <a:moveTo>
                  <a:pt x="93" y="48"/>
                </a:moveTo>
                <a:cubicBezTo>
                  <a:pt x="121" y="17"/>
                  <a:pt x="152" y="1"/>
                  <a:pt x="187" y="1"/>
                </a:cubicBezTo>
                <a:cubicBezTo>
                  <a:pt x="208" y="1"/>
                  <a:pt x="224" y="8"/>
                  <a:pt x="234" y="21"/>
                </a:cubicBezTo>
                <a:cubicBezTo>
                  <a:pt x="244" y="35"/>
                  <a:pt x="250" y="60"/>
                  <a:pt x="250" y="98"/>
                </a:cubicBezTo>
                <a:lnTo>
                  <a:pt x="250" y="182"/>
                </a:lnTo>
                <a:cubicBezTo>
                  <a:pt x="250" y="205"/>
                  <a:pt x="252" y="219"/>
                  <a:pt x="256" y="224"/>
                </a:cubicBezTo>
                <a:cubicBezTo>
                  <a:pt x="260" y="230"/>
                  <a:pt x="271" y="233"/>
                  <a:pt x="287" y="234"/>
                </a:cubicBezTo>
                <a:cubicBezTo>
                  <a:pt x="289" y="236"/>
                  <a:pt x="290" y="239"/>
                  <a:pt x="290" y="244"/>
                </a:cubicBezTo>
                <a:cubicBezTo>
                  <a:pt x="290" y="248"/>
                  <a:pt x="289" y="251"/>
                  <a:pt x="287" y="253"/>
                </a:cubicBezTo>
                <a:cubicBezTo>
                  <a:pt x="255" y="252"/>
                  <a:pt x="235" y="252"/>
                  <a:pt x="227" y="252"/>
                </a:cubicBezTo>
                <a:cubicBezTo>
                  <a:pt x="220" y="252"/>
                  <a:pt x="201" y="252"/>
                  <a:pt x="169" y="253"/>
                </a:cubicBezTo>
                <a:cubicBezTo>
                  <a:pt x="167" y="252"/>
                  <a:pt x="167" y="249"/>
                  <a:pt x="167" y="244"/>
                </a:cubicBezTo>
                <a:cubicBezTo>
                  <a:pt x="167" y="240"/>
                  <a:pt x="167" y="237"/>
                  <a:pt x="169" y="234"/>
                </a:cubicBezTo>
                <a:cubicBezTo>
                  <a:pt x="185" y="233"/>
                  <a:pt x="194" y="230"/>
                  <a:pt x="198" y="224"/>
                </a:cubicBezTo>
                <a:cubicBezTo>
                  <a:pt x="202" y="219"/>
                  <a:pt x="204" y="205"/>
                  <a:pt x="204" y="182"/>
                </a:cubicBezTo>
                <a:lnTo>
                  <a:pt x="204" y="96"/>
                </a:lnTo>
                <a:cubicBezTo>
                  <a:pt x="204" y="76"/>
                  <a:pt x="202" y="61"/>
                  <a:pt x="197" y="52"/>
                </a:cubicBezTo>
                <a:cubicBezTo>
                  <a:pt x="190" y="38"/>
                  <a:pt x="180" y="31"/>
                  <a:pt x="167" y="31"/>
                </a:cubicBezTo>
                <a:cubicBezTo>
                  <a:pt x="144" y="31"/>
                  <a:pt x="121" y="43"/>
                  <a:pt x="97" y="65"/>
                </a:cubicBezTo>
                <a:cubicBezTo>
                  <a:pt x="91" y="73"/>
                  <a:pt x="88" y="80"/>
                  <a:pt x="88" y="89"/>
                </a:cubicBezTo>
                <a:lnTo>
                  <a:pt x="88" y="182"/>
                </a:lnTo>
                <a:cubicBezTo>
                  <a:pt x="88" y="205"/>
                  <a:pt x="90" y="219"/>
                  <a:pt x="93" y="224"/>
                </a:cubicBezTo>
                <a:cubicBezTo>
                  <a:pt x="98" y="230"/>
                  <a:pt x="107" y="233"/>
                  <a:pt x="122" y="234"/>
                </a:cubicBezTo>
                <a:cubicBezTo>
                  <a:pt x="124" y="237"/>
                  <a:pt x="125" y="240"/>
                  <a:pt x="125" y="244"/>
                </a:cubicBezTo>
                <a:cubicBezTo>
                  <a:pt x="125" y="249"/>
                  <a:pt x="124" y="252"/>
                  <a:pt x="122" y="253"/>
                </a:cubicBezTo>
                <a:cubicBezTo>
                  <a:pt x="90" y="252"/>
                  <a:pt x="71" y="252"/>
                  <a:pt x="66" y="252"/>
                </a:cubicBezTo>
                <a:cubicBezTo>
                  <a:pt x="55" y="252"/>
                  <a:pt x="34" y="252"/>
                  <a:pt x="3" y="253"/>
                </a:cubicBezTo>
                <a:cubicBezTo>
                  <a:pt x="1" y="252"/>
                  <a:pt x="0" y="249"/>
                  <a:pt x="0" y="244"/>
                </a:cubicBezTo>
                <a:cubicBezTo>
                  <a:pt x="0" y="240"/>
                  <a:pt x="1" y="237"/>
                  <a:pt x="3" y="234"/>
                </a:cubicBezTo>
                <a:cubicBezTo>
                  <a:pt x="21" y="233"/>
                  <a:pt x="32" y="230"/>
                  <a:pt x="36" y="224"/>
                </a:cubicBezTo>
                <a:cubicBezTo>
                  <a:pt x="40" y="219"/>
                  <a:pt x="43" y="205"/>
                  <a:pt x="43" y="182"/>
                </a:cubicBezTo>
                <a:lnTo>
                  <a:pt x="43" y="71"/>
                </a:lnTo>
                <a:cubicBezTo>
                  <a:pt x="43" y="56"/>
                  <a:pt x="40" y="46"/>
                  <a:pt x="36" y="41"/>
                </a:cubicBezTo>
                <a:cubicBezTo>
                  <a:pt x="32" y="37"/>
                  <a:pt x="22" y="34"/>
                  <a:pt x="6" y="33"/>
                </a:cubicBezTo>
                <a:cubicBezTo>
                  <a:pt x="3" y="26"/>
                  <a:pt x="3" y="21"/>
                  <a:pt x="4" y="16"/>
                </a:cubicBezTo>
                <a:cubicBezTo>
                  <a:pt x="34" y="13"/>
                  <a:pt x="58" y="7"/>
                  <a:pt x="77" y="0"/>
                </a:cubicBezTo>
                <a:cubicBezTo>
                  <a:pt x="80" y="0"/>
                  <a:pt x="82" y="1"/>
                  <a:pt x="83" y="4"/>
                </a:cubicBezTo>
                <a:cubicBezTo>
                  <a:pt x="87" y="11"/>
                  <a:pt x="88" y="26"/>
                  <a:pt x="88" y="48"/>
                </a:cubicBezTo>
                <a:cubicBezTo>
                  <a:pt x="88" y="52"/>
                  <a:pt x="90" y="52"/>
                  <a:pt x="93" y="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7518960" y="4768560"/>
            <a:ext cx="86760" cy="92520"/>
          </a:xfrm>
          <a:custGeom>
            <a:avLst/>
            <a:gdLst/>
            <a:ahLst/>
            <a:rect l="0" t="0" r="r" b="b"/>
            <a:pathLst>
              <a:path w="241" h="257">
                <a:moveTo>
                  <a:pt x="0" y="134"/>
                </a:moveTo>
                <a:cubicBezTo>
                  <a:pt x="0" y="96"/>
                  <a:pt x="11" y="65"/>
                  <a:pt x="32" y="40"/>
                </a:cubicBezTo>
                <a:cubicBezTo>
                  <a:pt x="55" y="14"/>
                  <a:pt x="85" y="0"/>
                  <a:pt x="122" y="0"/>
                </a:cubicBezTo>
                <a:cubicBezTo>
                  <a:pt x="149" y="0"/>
                  <a:pt x="172" y="7"/>
                  <a:pt x="190" y="21"/>
                </a:cubicBezTo>
                <a:cubicBezTo>
                  <a:pt x="209" y="35"/>
                  <a:pt x="222" y="51"/>
                  <a:pt x="230" y="70"/>
                </a:cubicBezTo>
                <a:cubicBezTo>
                  <a:pt x="237" y="88"/>
                  <a:pt x="241" y="108"/>
                  <a:pt x="241" y="129"/>
                </a:cubicBezTo>
                <a:cubicBezTo>
                  <a:pt x="241" y="169"/>
                  <a:pt x="229" y="201"/>
                  <a:pt x="204" y="225"/>
                </a:cubicBezTo>
                <a:cubicBezTo>
                  <a:pt x="183" y="247"/>
                  <a:pt x="155" y="257"/>
                  <a:pt x="120" y="257"/>
                </a:cubicBezTo>
                <a:cubicBezTo>
                  <a:pt x="82" y="257"/>
                  <a:pt x="53" y="244"/>
                  <a:pt x="32" y="220"/>
                </a:cubicBezTo>
                <a:cubicBezTo>
                  <a:pt x="11" y="195"/>
                  <a:pt x="0" y="167"/>
                  <a:pt x="0" y="134"/>
                </a:cubicBezTo>
                <a:moveTo>
                  <a:pt x="113" y="20"/>
                </a:moveTo>
                <a:cubicBezTo>
                  <a:pt x="71" y="20"/>
                  <a:pt x="50" y="54"/>
                  <a:pt x="50" y="121"/>
                </a:cubicBezTo>
                <a:cubicBezTo>
                  <a:pt x="50" y="133"/>
                  <a:pt x="51" y="146"/>
                  <a:pt x="53" y="159"/>
                </a:cubicBezTo>
                <a:cubicBezTo>
                  <a:pt x="56" y="171"/>
                  <a:pt x="61" y="183"/>
                  <a:pt x="66" y="196"/>
                </a:cubicBezTo>
                <a:cubicBezTo>
                  <a:pt x="73" y="208"/>
                  <a:pt x="81" y="218"/>
                  <a:pt x="91" y="226"/>
                </a:cubicBezTo>
                <a:cubicBezTo>
                  <a:pt x="102" y="233"/>
                  <a:pt x="114" y="237"/>
                  <a:pt x="129" y="237"/>
                </a:cubicBezTo>
                <a:cubicBezTo>
                  <a:pt x="145" y="237"/>
                  <a:pt x="160" y="230"/>
                  <a:pt x="173" y="217"/>
                </a:cubicBezTo>
                <a:cubicBezTo>
                  <a:pt x="186" y="203"/>
                  <a:pt x="193" y="180"/>
                  <a:pt x="193" y="147"/>
                </a:cubicBezTo>
                <a:cubicBezTo>
                  <a:pt x="193" y="107"/>
                  <a:pt x="185" y="76"/>
                  <a:pt x="171" y="53"/>
                </a:cubicBezTo>
                <a:cubicBezTo>
                  <a:pt x="157" y="32"/>
                  <a:pt x="138" y="20"/>
                  <a:pt x="113" y="2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7618680" y="4768200"/>
            <a:ext cx="104040" cy="91080"/>
          </a:xfrm>
          <a:custGeom>
            <a:avLst/>
            <a:gdLst/>
            <a:ahLst/>
            <a:rect l="0" t="0" r="r" b="b"/>
            <a:pathLst>
              <a:path w="289" h="253">
                <a:moveTo>
                  <a:pt x="93" y="48"/>
                </a:moveTo>
                <a:cubicBezTo>
                  <a:pt x="121" y="17"/>
                  <a:pt x="152" y="1"/>
                  <a:pt x="186" y="1"/>
                </a:cubicBezTo>
                <a:cubicBezTo>
                  <a:pt x="208" y="1"/>
                  <a:pt x="224" y="8"/>
                  <a:pt x="234" y="21"/>
                </a:cubicBezTo>
                <a:cubicBezTo>
                  <a:pt x="244" y="35"/>
                  <a:pt x="249" y="60"/>
                  <a:pt x="249" y="98"/>
                </a:cubicBezTo>
                <a:lnTo>
                  <a:pt x="249" y="182"/>
                </a:lnTo>
                <a:cubicBezTo>
                  <a:pt x="249" y="205"/>
                  <a:pt x="251" y="219"/>
                  <a:pt x="255" y="224"/>
                </a:cubicBezTo>
                <a:cubicBezTo>
                  <a:pt x="260" y="230"/>
                  <a:pt x="270" y="233"/>
                  <a:pt x="287" y="234"/>
                </a:cubicBezTo>
                <a:cubicBezTo>
                  <a:pt x="288" y="236"/>
                  <a:pt x="289" y="239"/>
                  <a:pt x="289" y="244"/>
                </a:cubicBezTo>
                <a:cubicBezTo>
                  <a:pt x="289" y="248"/>
                  <a:pt x="288" y="251"/>
                  <a:pt x="287" y="253"/>
                </a:cubicBezTo>
                <a:cubicBezTo>
                  <a:pt x="255" y="252"/>
                  <a:pt x="235" y="252"/>
                  <a:pt x="227" y="252"/>
                </a:cubicBezTo>
                <a:cubicBezTo>
                  <a:pt x="220" y="252"/>
                  <a:pt x="200" y="252"/>
                  <a:pt x="168" y="253"/>
                </a:cubicBezTo>
                <a:cubicBezTo>
                  <a:pt x="167" y="252"/>
                  <a:pt x="166" y="249"/>
                  <a:pt x="166" y="244"/>
                </a:cubicBezTo>
                <a:cubicBezTo>
                  <a:pt x="166" y="240"/>
                  <a:pt x="167" y="237"/>
                  <a:pt x="168" y="234"/>
                </a:cubicBezTo>
                <a:cubicBezTo>
                  <a:pt x="184" y="233"/>
                  <a:pt x="194" y="230"/>
                  <a:pt x="198" y="224"/>
                </a:cubicBezTo>
                <a:cubicBezTo>
                  <a:pt x="202" y="219"/>
                  <a:pt x="204" y="205"/>
                  <a:pt x="204" y="182"/>
                </a:cubicBezTo>
                <a:lnTo>
                  <a:pt x="204" y="96"/>
                </a:lnTo>
                <a:cubicBezTo>
                  <a:pt x="204" y="76"/>
                  <a:pt x="201" y="61"/>
                  <a:pt x="197" y="52"/>
                </a:cubicBezTo>
                <a:cubicBezTo>
                  <a:pt x="190" y="38"/>
                  <a:pt x="180" y="31"/>
                  <a:pt x="167" y="31"/>
                </a:cubicBezTo>
                <a:cubicBezTo>
                  <a:pt x="144" y="31"/>
                  <a:pt x="120" y="43"/>
                  <a:pt x="97" y="65"/>
                </a:cubicBezTo>
                <a:cubicBezTo>
                  <a:pt x="91" y="73"/>
                  <a:pt x="88" y="80"/>
                  <a:pt x="88" y="89"/>
                </a:cubicBezTo>
                <a:lnTo>
                  <a:pt x="88" y="182"/>
                </a:lnTo>
                <a:cubicBezTo>
                  <a:pt x="88" y="205"/>
                  <a:pt x="89" y="219"/>
                  <a:pt x="93" y="224"/>
                </a:cubicBezTo>
                <a:cubicBezTo>
                  <a:pt x="97" y="230"/>
                  <a:pt x="107" y="233"/>
                  <a:pt x="122" y="234"/>
                </a:cubicBezTo>
                <a:cubicBezTo>
                  <a:pt x="123" y="237"/>
                  <a:pt x="125" y="240"/>
                  <a:pt x="125" y="244"/>
                </a:cubicBezTo>
                <a:cubicBezTo>
                  <a:pt x="125" y="249"/>
                  <a:pt x="123" y="252"/>
                  <a:pt x="122" y="253"/>
                </a:cubicBezTo>
                <a:cubicBezTo>
                  <a:pt x="90" y="252"/>
                  <a:pt x="71" y="252"/>
                  <a:pt x="65" y="252"/>
                </a:cubicBezTo>
                <a:cubicBezTo>
                  <a:pt x="55" y="252"/>
                  <a:pt x="33" y="252"/>
                  <a:pt x="2" y="253"/>
                </a:cubicBezTo>
                <a:cubicBezTo>
                  <a:pt x="1" y="252"/>
                  <a:pt x="0" y="249"/>
                  <a:pt x="0" y="244"/>
                </a:cubicBezTo>
                <a:cubicBezTo>
                  <a:pt x="0" y="240"/>
                  <a:pt x="1" y="237"/>
                  <a:pt x="2" y="234"/>
                </a:cubicBezTo>
                <a:cubicBezTo>
                  <a:pt x="20" y="233"/>
                  <a:pt x="31" y="230"/>
                  <a:pt x="35" y="224"/>
                </a:cubicBezTo>
                <a:cubicBezTo>
                  <a:pt x="40" y="219"/>
                  <a:pt x="42" y="205"/>
                  <a:pt x="42" y="182"/>
                </a:cubicBezTo>
                <a:lnTo>
                  <a:pt x="42" y="71"/>
                </a:lnTo>
                <a:cubicBezTo>
                  <a:pt x="42" y="56"/>
                  <a:pt x="40" y="46"/>
                  <a:pt x="35" y="41"/>
                </a:cubicBezTo>
                <a:cubicBezTo>
                  <a:pt x="31" y="37"/>
                  <a:pt x="21" y="34"/>
                  <a:pt x="5" y="33"/>
                </a:cubicBezTo>
                <a:cubicBezTo>
                  <a:pt x="3" y="26"/>
                  <a:pt x="2" y="21"/>
                  <a:pt x="4" y="16"/>
                </a:cubicBezTo>
                <a:cubicBezTo>
                  <a:pt x="33" y="13"/>
                  <a:pt x="58" y="7"/>
                  <a:pt x="76" y="0"/>
                </a:cubicBezTo>
                <a:cubicBezTo>
                  <a:pt x="79" y="0"/>
                  <a:pt x="82" y="1"/>
                  <a:pt x="83" y="4"/>
                </a:cubicBezTo>
                <a:cubicBezTo>
                  <a:pt x="86" y="11"/>
                  <a:pt x="88" y="26"/>
                  <a:pt x="88" y="48"/>
                </a:cubicBezTo>
                <a:cubicBezTo>
                  <a:pt x="88" y="52"/>
                  <a:pt x="89" y="52"/>
                  <a:pt x="93" y="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7733880" y="4800960"/>
            <a:ext cx="52920" cy="11880"/>
          </a:xfrm>
          <a:custGeom>
            <a:avLst/>
            <a:gdLst/>
            <a:ahLst/>
            <a:rect l="0" t="0" r="r" b="b"/>
            <a:pathLst>
              <a:path w="147" h="33">
                <a:moveTo>
                  <a:pt x="8" y="33"/>
                </a:moveTo>
                <a:cubicBezTo>
                  <a:pt x="2" y="33"/>
                  <a:pt x="0" y="30"/>
                  <a:pt x="0" y="23"/>
                </a:cubicBezTo>
                <a:cubicBezTo>
                  <a:pt x="0" y="18"/>
                  <a:pt x="1" y="13"/>
                  <a:pt x="4" y="7"/>
                </a:cubicBezTo>
                <a:cubicBezTo>
                  <a:pt x="7" y="2"/>
                  <a:pt x="10" y="0"/>
                  <a:pt x="14" y="0"/>
                </a:cubicBezTo>
                <a:lnTo>
                  <a:pt x="139" y="0"/>
                </a:lnTo>
                <a:cubicBezTo>
                  <a:pt x="144" y="0"/>
                  <a:pt x="147" y="3"/>
                  <a:pt x="147" y="11"/>
                </a:cubicBezTo>
                <a:cubicBezTo>
                  <a:pt x="147" y="15"/>
                  <a:pt x="145" y="19"/>
                  <a:pt x="141" y="25"/>
                </a:cubicBezTo>
                <a:cubicBezTo>
                  <a:pt x="138" y="31"/>
                  <a:pt x="135" y="33"/>
                  <a:pt x="131" y="33"/>
                </a:cubicBezTo>
                <a:lnTo>
                  <a:pt x="8" y="33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-33120" bIns="-3312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7803360" y="4768560"/>
            <a:ext cx="86400" cy="92520"/>
          </a:xfrm>
          <a:custGeom>
            <a:avLst/>
            <a:gdLst/>
            <a:ahLst/>
            <a:rect l="0" t="0" r="r" b="b"/>
            <a:pathLst>
              <a:path w="240" h="257">
                <a:moveTo>
                  <a:pt x="0" y="134"/>
                </a:moveTo>
                <a:cubicBezTo>
                  <a:pt x="0" y="96"/>
                  <a:pt x="10" y="65"/>
                  <a:pt x="31" y="40"/>
                </a:cubicBezTo>
                <a:cubicBezTo>
                  <a:pt x="54" y="14"/>
                  <a:pt x="84" y="0"/>
                  <a:pt x="121" y="0"/>
                </a:cubicBezTo>
                <a:cubicBezTo>
                  <a:pt x="148" y="0"/>
                  <a:pt x="171" y="7"/>
                  <a:pt x="190" y="21"/>
                </a:cubicBezTo>
                <a:cubicBezTo>
                  <a:pt x="208" y="35"/>
                  <a:pt x="221" y="51"/>
                  <a:pt x="229" y="70"/>
                </a:cubicBezTo>
                <a:cubicBezTo>
                  <a:pt x="236" y="88"/>
                  <a:pt x="240" y="108"/>
                  <a:pt x="240" y="129"/>
                </a:cubicBezTo>
                <a:cubicBezTo>
                  <a:pt x="240" y="169"/>
                  <a:pt x="228" y="201"/>
                  <a:pt x="203" y="225"/>
                </a:cubicBezTo>
                <a:cubicBezTo>
                  <a:pt x="182" y="247"/>
                  <a:pt x="154" y="257"/>
                  <a:pt x="120" y="257"/>
                </a:cubicBezTo>
                <a:cubicBezTo>
                  <a:pt x="81" y="257"/>
                  <a:pt x="52" y="244"/>
                  <a:pt x="31" y="220"/>
                </a:cubicBezTo>
                <a:cubicBezTo>
                  <a:pt x="10" y="195"/>
                  <a:pt x="0" y="167"/>
                  <a:pt x="0" y="134"/>
                </a:cubicBezTo>
                <a:moveTo>
                  <a:pt x="112" y="20"/>
                </a:moveTo>
                <a:cubicBezTo>
                  <a:pt x="70" y="20"/>
                  <a:pt x="49" y="54"/>
                  <a:pt x="49" y="121"/>
                </a:cubicBezTo>
                <a:cubicBezTo>
                  <a:pt x="49" y="133"/>
                  <a:pt x="50" y="146"/>
                  <a:pt x="53" y="159"/>
                </a:cubicBezTo>
                <a:cubicBezTo>
                  <a:pt x="56" y="171"/>
                  <a:pt x="60" y="183"/>
                  <a:pt x="66" y="196"/>
                </a:cubicBezTo>
                <a:cubicBezTo>
                  <a:pt x="72" y="208"/>
                  <a:pt x="80" y="218"/>
                  <a:pt x="90" y="226"/>
                </a:cubicBezTo>
                <a:cubicBezTo>
                  <a:pt x="101" y="233"/>
                  <a:pt x="114" y="237"/>
                  <a:pt x="128" y="237"/>
                </a:cubicBezTo>
                <a:cubicBezTo>
                  <a:pt x="144" y="237"/>
                  <a:pt x="159" y="230"/>
                  <a:pt x="172" y="217"/>
                </a:cubicBezTo>
                <a:cubicBezTo>
                  <a:pt x="185" y="203"/>
                  <a:pt x="192" y="180"/>
                  <a:pt x="192" y="147"/>
                </a:cubicBezTo>
                <a:cubicBezTo>
                  <a:pt x="192" y="107"/>
                  <a:pt x="185" y="76"/>
                  <a:pt x="170" y="53"/>
                </a:cubicBezTo>
                <a:cubicBezTo>
                  <a:pt x="156" y="32"/>
                  <a:pt x="137" y="20"/>
                  <a:pt x="112" y="2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7898040" y="4770360"/>
            <a:ext cx="100080" cy="91080"/>
          </a:xfrm>
          <a:custGeom>
            <a:avLst/>
            <a:gdLst/>
            <a:ahLst/>
            <a:rect l="0" t="0" r="r" b="b"/>
            <a:pathLst>
              <a:path w="278" h="253">
                <a:moveTo>
                  <a:pt x="182" y="19"/>
                </a:moveTo>
                <a:cubicBezTo>
                  <a:pt x="181" y="18"/>
                  <a:pt x="180" y="15"/>
                  <a:pt x="179" y="10"/>
                </a:cubicBezTo>
                <a:cubicBezTo>
                  <a:pt x="179" y="5"/>
                  <a:pt x="180" y="2"/>
                  <a:pt x="182" y="0"/>
                </a:cubicBezTo>
                <a:cubicBezTo>
                  <a:pt x="210" y="1"/>
                  <a:pt x="229" y="2"/>
                  <a:pt x="237" y="2"/>
                </a:cubicBezTo>
                <a:cubicBezTo>
                  <a:pt x="245" y="2"/>
                  <a:pt x="258" y="1"/>
                  <a:pt x="274" y="0"/>
                </a:cubicBezTo>
                <a:cubicBezTo>
                  <a:pt x="276" y="2"/>
                  <a:pt x="278" y="5"/>
                  <a:pt x="278" y="10"/>
                </a:cubicBezTo>
                <a:cubicBezTo>
                  <a:pt x="278" y="15"/>
                  <a:pt x="276" y="18"/>
                  <a:pt x="274" y="19"/>
                </a:cubicBezTo>
                <a:cubicBezTo>
                  <a:pt x="267" y="20"/>
                  <a:pt x="260" y="21"/>
                  <a:pt x="255" y="23"/>
                </a:cubicBezTo>
                <a:cubicBezTo>
                  <a:pt x="250" y="25"/>
                  <a:pt x="246" y="28"/>
                  <a:pt x="242" y="32"/>
                </a:cubicBezTo>
                <a:cubicBezTo>
                  <a:pt x="239" y="37"/>
                  <a:pt x="236" y="40"/>
                  <a:pt x="234" y="44"/>
                </a:cubicBezTo>
                <a:cubicBezTo>
                  <a:pt x="232" y="48"/>
                  <a:pt x="229" y="53"/>
                  <a:pt x="226" y="61"/>
                </a:cubicBezTo>
                <a:lnTo>
                  <a:pt x="150" y="240"/>
                </a:lnTo>
                <a:cubicBezTo>
                  <a:pt x="146" y="249"/>
                  <a:pt x="142" y="253"/>
                  <a:pt x="136" y="253"/>
                </a:cubicBezTo>
                <a:cubicBezTo>
                  <a:pt x="129" y="253"/>
                  <a:pt x="125" y="249"/>
                  <a:pt x="122" y="241"/>
                </a:cubicBezTo>
                <a:lnTo>
                  <a:pt x="49" y="61"/>
                </a:lnTo>
                <a:cubicBezTo>
                  <a:pt x="49" y="59"/>
                  <a:pt x="48" y="58"/>
                  <a:pt x="47" y="55"/>
                </a:cubicBezTo>
                <a:cubicBezTo>
                  <a:pt x="42" y="42"/>
                  <a:pt x="36" y="33"/>
                  <a:pt x="31" y="28"/>
                </a:cubicBezTo>
                <a:cubicBezTo>
                  <a:pt x="27" y="24"/>
                  <a:pt x="17" y="21"/>
                  <a:pt x="3" y="19"/>
                </a:cubicBezTo>
                <a:cubicBezTo>
                  <a:pt x="1" y="18"/>
                  <a:pt x="0" y="15"/>
                  <a:pt x="0" y="10"/>
                </a:cubicBezTo>
                <a:cubicBezTo>
                  <a:pt x="0" y="5"/>
                  <a:pt x="1" y="2"/>
                  <a:pt x="3" y="0"/>
                </a:cubicBezTo>
                <a:cubicBezTo>
                  <a:pt x="31" y="1"/>
                  <a:pt x="48" y="2"/>
                  <a:pt x="54" y="2"/>
                </a:cubicBezTo>
                <a:cubicBezTo>
                  <a:pt x="66" y="2"/>
                  <a:pt x="86" y="1"/>
                  <a:pt x="114" y="0"/>
                </a:cubicBezTo>
                <a:cubicBezTo>
                  <a:pt x="116" y="2"/>
                  <a:pt x="117" y="5"/>
                  <a:pt x="117" y="10"/>
                </a:cubicBezTo>
                <a:cubicBezTo>
                  <a:pt x="117" y="15"/>
                  <a:pt x="116" y="18"/>
                  <a:pt x="114" y="19"/>
                </a:cubicBezTo>
                <a:cubicBezTo>
                  <a:pt x="109" y="19"/>
                  <a:pt x="105" y="20"/>
                  <a:pt x="102" y="21"/>
                </a:cubicBezTo>
                <a:cubicBezTo>
                  <a:pt x="100" y="21"/>
                  <a:pt x="97" y="22"/>
                  <a:pt x="95" y="22"/>
                </a:cubicBezTo>
                <a:cubicBezTo>
                  <a:pt x="92" y="23"/>
                  <a:pt x="91" y="24"/>
                  <a:pt x="90" y="25"/>
                </a:cubicBezTo>
                <a:cubicBezTo>
                  <a:pt x="89" y="27"/>
                  <a:pt x="89" y="28"/>
                  <a:pt x="88" y="29"/>
                </a:cubicBezTo>
                <a:cubicBezTo>
                  <a:pt x="87" y="30"/>
                  <a:pt x="87" y="32"/>
                  <a:pt x="88" y="35"/>
                </a:cubicBezTo>
                <a:cubicBezTo>
                  <a:pt x="89" y="37"/>
                  <a:pt x="89" y="39"/>
                  <a:pt x="89" y="40"/>
                </a:cubicBezTo>
                <a:cubicBezTo>
                  <a:pt x="90" y="41"/>
                  <a:pt x="91" y="44"/>
                  <a:pt x="92" y="48"/>
                </a:cubicBezTo>
                <a:cubicBezTo>
                  <a:pt x="94" y="53"/>
                  <a:pt x="96" y="55"/>
                  <a:pt x="96" y="57"/>
                </a:cubicBezTo>
                <a:lnTo>
                  <a:pt x="138" y="167"/>
                </a:lnTo>
                <a:cubicBezTo>
                  <a:pt x="142" y="179"/>
                  <a:pt x="145" y="185"/>
                  <a:pt x="148" y="185"/>
                </a:cubicBezTo>
                <a:cubicBezTo>
                  <a:pt x="150" y="186"/>
                  <a:pt x="154" y="181"/>
                  <a:pt x="158" y="169"/>
                </a:cubicBezTo>
                <a:lnTo>
                  <a:pt x="205" y="57"/>
                </a:lnTo>
                <a:cubicBezTo>
                  <a:pt x="211" y="43"/>
                  <a:pt x="212" y="33"/>
                  <a:pt x="209" y="28"/>
                </a:cubicBezTo>
                <a:cubicBezTo>
                  <a:pt x="206" y="23"/>
                  <a:pt x="198" y="20"/>
                  <a:pt x="182" y="19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8004960" y="4769280"/>
            <a:ext cx="75960" cy="91800"/>
          </a:xfrm>
          <a:custGeom>
            <a:avLst/>
            <a:gdLst/>
            <a:ahLst/>
            <a:rect l="0" t="0" r="r" b="b"/>
            <a:pathLst>
              <a:path w="211" h="255">
                <a:moveTo>
                  <a:pt x="152" y="86"/>
                </a:moveTo>
                <a:cubicBezTo>
                  <a:pt x="159" y="86"/>
                  <a:pt x="161" y="84"/>
                  <a:pt x="161" y="78"/>
                </a:cubicBezTo>
                <a:cubicBezTo>
                  <a:pt x="161" y="57"/>
                  <a:pt x="156" y="41"/>
                  <a:pt x="147" y="32"/>
                </a:cubicBezTo>
                <a:cubicBezTo>
                  <a:pt x="138" y="23"/>
                  <a:pt x="127" y="18"/>
                  <a:pt x="114" y="18"/>
                </a:cubicBezTo>
                <a:cubicBezTo>
                  <a:pt x="109" y="18"/>
                  <a:pt x="104" y="19"/>
                  <a:pt x="99" y="21"/>
                </a:cubicBezTo>
                <a:cubicBezTo>
                  <a:pt x="94" y="22"/>
                  <a:pt x="88" y="25"/>
                  <a:pt x="81" y="29"/>
                </a:cubicBezTo>
                <a:cubicBezTo>
                  <a:pt x="74" y="33"/>
                  <a:pt x="68" y="41"/>
                  <a:pt x="62" y="51"/>
                </a:cubicBezTo>
                <a:cubicBezTo>
                  <a:pt x="56" y="61"/>
                  <a:pt x="52" y="74"/>
                  <a:pt x="49" y="88"/>
                </a:cubicBezTo>
                <a:lnTo>
                  <a:pt x="152" y="86"/>
                </a:lnTo>
                <a:moveTo>
                  <a:pt x="211" y="205"/>
                </a:moveTo>
                <a:cubicBezTo>
                  <a:pt x="186" y="238"/>
                  <a:pt x="153" y="255"/>
                  <a:pt x="114" y="255"/>
                </a:cubicBezTo>
                <a:cubicBezTo>
                  <a:pt x="76" y="255"/>
                  <a:pt x="47" y="243"/>
                  <a:pt x="26" y="218"/>
                </a:cubicBezTo>
                <a:cubicBezTo>
                  <a:pt x="9" y="198"/>
                  <a:pt x="0" y="170"/>
                  <a:pt x="0" y="134"/>
                </a:cubicBezTo>
                <a:cubicBezTo>
                  <a:pt x="0" y="93"/>
                  <a:pt x="12" y="61"/>
                  <a:pt x="36" y="37"/>
                </a:cubicBezTo>
                <a:cubicBezTo>
                  <a:pt x="60" y="12"/>
                  <a:pt x="86" y="0"/>
                  <a:pt x="114" y="0"/>
                </a:cubicBezTo>
                <a:cubicBezTo>
                  <a:pt x="178" y="0"/>
                  <a:pt x="210" y="33"/>
                  <a:pt x="210" y="99"/>
                </a:cubicBezTo>
                <a:cubicBezTo>
                  <a:pt x="210" y="105"/>
                  <a:pt x="206" y="108"/>
                  <a:pt x="199" y="108"/>
                </a:cubicBezTo>
                <a:lnTo>
                  <a:pt x="48" y="108"/>
                </a:lnTo>
                <a:cubicBezTo>
                  <a:pt x="48" y="140"/>
                  <a:pt x="54" y="166"/>
                  <a:pt x="66" y="186"/>
                </a:cubicBezTo>
                <a:cubicBezTo>
                  <a:pt x="82" y="213"/>
                  <a:pt x="103" y="227"/>
                  <a:pt x="129" y="227"/>
                </a:cubicBezTo>
                <a:cubicBezTo>
                  <a:pt x="144" y="227"/>
                  <a:pt x="157" y="225"/>
                  <a:pt x="167" y="220"/>
                </a:cubicBezTo>
                <a:cubicBezTo>
                  <a:pt x="177" y="215"/>
                  <a:pt x="188" y="207"/>
                  <a:pt x="199" y="196"/>
                </a:cubicBezTo>
                <a:cubicBezTo>
                  <a:pt x="206" y="197"/>
                  <a:pt x="209" y="200"/>
                  <a:pt x="211" y="20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8093520" y="4768200"/>
            <a:ext cx="69120" cy="91080"/>
          </a:xfrm>
          <a:custGeom>
            <a:avLst/>
            <a:gdLst/>
            <a:ahLst/>
            <a:rect l="0" t="0" r="r" b="b"/>
            <a:pathLst>
              <a:path w="192" h="253">
                <a:moveTo>
                  <a:pt x="90" y="48"/>
                </a:moveTo>
                <a:cubicBezTo>
                  <a:pt x="90" y="50"/>
                  <a:pt x="90" y="51"/>
                  <a:pt x="91" y="52"/>
                </a:cubicBezTo>
                <a:cubicBezTo>
                  <a:pt x="91" y="53"/>
                  <a:pt x="92" y="52"/>
                  <a:pt x="94" y="49"/>
                </a:cubicBezTo>
                <a:cubicBezTo>
                  <a:pt x="102" y="36"/>
                  <a:pt x="111" y="25"/>
                  <a:pt x="122" y="16"/>
                </a:cubicBezTo>
                <a:cubicBezTo>
                  <a:pt x="133" y="6"/>
                  <a:pt x="145" y="1"/>
                  <a:pt x="158" y="1"/>
                </a:cubicBezTo>
                <a:cubicBezTo>
                  <a:pt x="168" y="1"/>
                  <a:pt x="177" y="4"/>
                  <a:pt x="183" y="11"/>
                </a:cubicBezTo>
                <a:cubicBezTo>
                  <a:pt x="189" y="16"/>
                  <a:pt x="192" y="23"/>
                  <a:pt x="192" y="29"/>
                </a:cubicBezTo>
                <a:cubicBezTo>
                  <a:pt x="192" y="36"/>
                  <a:pt x="189" y="43"/>
                  <a:pt x="184" y="49"/>
                </a:cubicBezTo>
                <a:cubicBezTo>
                  <a:pt x="178" y="55"/>
                  <a:pt x="172" y="58"/>
                  <a:pt x="165" y="58"/>
                </a:cubicBezTo>
                <a:cubicBezTo>
                  <a:pt x="163" y="58"/>
                  <a:pt x="160" y="57"/>
                  <a:pt x="157" y="56"/>
                </a:cubicBezTo>
                <a:cubicBezTo>
                  <a:pt x="154" y="54"/>
                  <a:pt x="152" y="53"/>
                  <a:pt x="151" y="52"/>
                </a:cubicBezTo>
                <a:cubicBezTo>
                  <a:pt x="149" y="51"/>
                  <a:pt x="148" y="49"/>
                  <a:pt x="146" y="46"/>
                </a:cubicBezTo>
                <a:cubicBezTo>
                  <a:pt x="144" y="44"/>
                  <a:pt x="142" y="42"/>
                  <a:pt x="141" y="41"/>
                </a:cubicBezTo>
                <a:cubicBezTo>
                  <a:pt x="139" y="38"/>
                  <a:pt x="135" y="37"/>
                  <a:pt x="130" y="37"/>
                </a:cubicBezTo>
                <a:cubicBezTo>
                  <a:pt x="125" y="37"/>
                  <a:pt x="116" y="46"/>
                  <a:pt x="104" y="65"/>
                </a:cubicBezTo>
                <a:cubicBezTo>
                  <a:pt x="94" y="79"/>
                  <a:pt x="90" y="91"/>
                  <a:pt x="90" y="103"/>
                </a:cubicBezTo>
                <a:lnTo>
                  <a:pt x="90" y="182"/>
                </a:lnTo>
                <a:cubicBezTo>
                  <a:pt x="90" y="205"/>
                  <a:pt x="92" y="219"/>
                  <a:pt x="98" y="224"/>
                </a:cubicBezTo>
                <a:cubicBezTo>
                  <a:pt x="103" y="230"/>
                  <a:pt x="116" y="233"/>
                  <a:pt x="137" y="234"/>
                </a:cubicBezTo>
                <a:cubicBezTo>
                  <a:pt x="138" y="237"/>
                  <a:pt x="139" y="240"/>
                  <a:pt x="139" y="244"/>
                </a:cubicBezTo>
                <a:cubicBezTo>
                  <a:pt x="139" y="249"/>
                  <a:pt x="138" y="252"/>
                  <a:pt x="137" y="253"/>
                </a:cubicBezTo>
                <a:cubicBezTo>
                  <a:pt x="104" y="252"/>
                  <a:pt x="81" y="252"/>
                  <a:pt x="68" y="252"/>
                </a:cubicBezTo>
                <a:cubicBezTo>
                  <a:pt x="56" y="252"/>
                  <a:pt x="34" y="252"/>
                  <a:pt x="2" y="253"/>
                </a:cubicBezTo>
                <a:cubicBezTo>
                  <a:pt x="1" y="252"/>
                  <a:pt x="0" y="249"/>
                  <a:pt x="0" y="244"/>
                </a:cubicBezTo>
                <a:cubicBezTo>
                  <a:pt x="0" y="240"/>
                  <a:pt x="1" y="237"/>
                  <a:pt x="2" y="234"/>
                </a:cubicBezTo>
                <a:cubicBezTo>
                  <a:pt x="21" y="233"/>
                  <a:pt x="32" y="230"/>
                  <a:pt x="37" y="225"/>
                </a:cubicBezTo>
                <a:cubicBezTo>
                  <a:pt x="42" y="220"/>
                  <a:pt x="44" y="205"/>
                  <a:pt x="44" y="182"/>
                </a:cubicBezTo>
                <a:lnTo>
                  <a:pt x="44" y="71"/>
                </a:lnTo>
                <a:cubicBezTo>
                  <a:pt x="44" y="56"/>
                  <a:pt x="42" y="46"/>
                  <a:pt x="38" y="41"/>
                </a:cubicBezTo>
                <a:cubicBezTo>
                  <a:pt x="33" y="37"/>
                  <a:pt x="23" y="34"/>
                  <a:pt x="8" y="33"/>
                </a:cubicBezTo>
                <a:cubicBezTo>
                  <a:pt x="5" y="26"/>
                  <a:pt x="5" y="21"/>
                  <a:pt x="7" y="16"/>
                </a:cubicBezTo>
                <a:cubicBezTo>
                  <a:pt x="36" y="13"/>
                  <a:pt x="60" y="7"/>
                  <a:pt x="78" y="0"/>
                </a:cubicBezTo>
                <a:cubicBezTo>
                  <a:pt x="81" y="0"/>
                  <a:pt x="84" y="1"/>
                  <a:pt x="85" y="4"/>
                </a:cubicBezTo>
                <a:cubicBezTo>
                  <a:pt x="88" y="11"/>
                  <a:pt x="90" y="26"/>
                  <a:pt x="90" y="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8168760" y="4715640"/>
            <a:ext cx="47880" cy="143640"/>
          </a:xfrm>
          <a:custGeom>
            <a:avLst/>
            <a:gdLst/>
            <a:ahLst/>
            <a:rect l="0" t="0" r="r" b="b"/>
            <a:pathLst>
              <a:path w="133" h="399">
                <a:moveTo>
                  <a:pt x="45" y="79"/>
                </a:moveTo>
                <a:cubicBezTo>
                  <a:pt x="45" y="67"/>
                  <a:pt x="44" y="58"/>
                  <a:pt x="44" y="52"/>
                </a:cubicBezTo>
                <a:cubicBezTo>
                  <a:pt x="43" y="46"/>
                  <a:pt x="41" y="41"/>
                  <a:pt x="37" y="38"/>
                </a:cubicBezTo>
                <a:cubicBezTo>
                  <a:pt x="32" y="35"/>
                  <a:pt x="29" y="34"/>
                  <a:pt x="27" y="34"/>
                </a:cubicBezTo>
                <a:cubicBezTo>
                  <a:pt x="24" y="34"/>
                  <a:pt x="18" y="33"/>
                  <a:pt x="8" y="32"/>
                </a:cubicBezTo>
                <a:cubicBezTo>
                  <a:pt x="4" y="28"/>
                  <a:pt x="2" y="22"/>
                  <a:pt x="4" y="15"/>
                </a:cubicBezTo>
                <a:cubicBezTo>
                  <a:pt x="38" y="13"/>
                  <a:pt x="65" y="7"/>
                  <a:pt x="84" y="0"/>
                </a:cubicBezTo>
                <a:cubicBezTo>
                  <a:pt x="89" y="0"/>
                  <a:pt x="92" y="2"/>
                  <a:pt x="92" y="6"/>
                </a:cubicBezTo>
                <a:cubicBezTo>
                  <a:pt x="90" y="21"/>
                  <a:pt x="90" y="41"/>
                  <a:pt x="90" y="65"/>
                </a:cubicBezTo>
                <a:lnTo>
                  <a:pt x="90" y="328"/>
                </a:lnTo>
                <a:cubicBezTo>
                  <a:pt x="90" y="351"/>
                  <a:pt x="92" y="366"/>
                  <a:pt x="97" y="371"/>
                </a:cubicBezTo>
                <a:cubicBezTo>
                  <a:pt x="102" y="376"/>
                  <a:pt x="113" y="379"/>
                  <a:pt x="131" y="380"/>
                </a:cubicBezTo>
                <a:cubicBezTo>
                  <a:pt x="133" y="383"/>
                  <a:pt x="133" y="386"/>
                  <a:pt x="133" y="390"/>
                </a:cubicBezTo>
                <a:cubicBezTo>
                  <a:pt x="133" y="395"/>
                  <a:pt x="133" y="398"/>
                  <a:pt x="131" y="399"/>
                </a:cubicBezTo>
                <a:cubicBezTo>
                  <a:pt x="98" y="398"/>
                  <a:pt x="77" y="398"/>
                  <a:pt x="67" y="398"/>
                </a:cubicBezTo>
                <a:cubicBezTo>
                  <a:pt x="57" y="398"/>
                  <a:pt x="35" y="398"/>
                  <a:pt x="4" y="399"/>
                </a:cubicBezTo>
                <a:cubicBezTo>
                  <a:pt x="1" y="398"/>
                  <a:pt x="0" y="395"/>
                  <a:pt x="0" y="390"/>
                </a:cubicBezTo>
                <a:cubicBezTo>
                  <a:pt x="0" y="386"/>
                  <a:pt x="1" y="383"/>
                  <a:pt x="4" y="380"/>
                </a:cubicBezTo>
                <a:cubicBezTo>
                  <a:pt x="21" y="380"/>
                  <a:pt x="33" y="377"/>
                  <a:pt x="37" y="371"/>
                </a:cubicBezTo>
                <a:cubicBezTo>
                  <a:pt x="42" y="366"/>
                  <a:pt x="45" y="351"/>
                  <a:pt x="45" y="328"/>
                </a:cubicBezTo>
                <a:lnTo>
                  <a:pt x="45" y="7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8227080" y="4768560"/>
            <a:ext cx="86040" cy="92520"/>
          </a:xfrm>
          <a:custGeom>
            <a:avLst/>
            <a:gdLst/>
            <a:ahLst/>
            <a:rect l="0" t="0" r="r" b="b"/>
            <a:pathLst>
              <a:path w="239" h="257">
                <a:moveTo>
                  <a:pt x="146" y="118"/>
                </a:moveTo>
                <a:lnTo>
                  <a:pt x="101" y="130"/>
                </a:lnTo>
                <a:cubicBezTo>
                  <a:pt x="65" y="140"/>
                  <a:pt x="46" y="160"/>
                  <a:pt x="46" y="193"/>
                </a:cubicBezTo>
                <a:cubicBezTo>
                  <a:pt x="46" y="203"/>
                  <a:pt x="50" y="212"/>
                  <a:pt x="57" y="221"/>
                </a:cubicBezTo>
                <a:cubicBezTo>
                  <a:pt x="64" y="229"/>
                  <a:pt x="75" y="233"/>
                  <a:pt x="88" y="233"/>
                </a:cubicBezTo>
                <a:cubicBezTo>
                  <a:pt x="101" y="233"/>
                  <a:pt x="118" y="225"/>
                  <a:pt x="138" y="209"/>
                </a:cubicBezTo>
                <a:cubicBezTo>
                  <a:pt x="143" y="205"/>
                  <a:pt x="146" y="200"/>
                  <a:pt x="146" y="194"/>
                </a:cubicBezTo>
                <a:lnTo>
                  <a:pt x="146" y="118"/>
                </a:lnTo>
                <a:moveTo>
                  <a:pt x="145" y="223"/>
                </a:moveTo>
                <a:lnTo>
                  <a:pt x="133" y="233"/>
                </a:lnTo>
                <a:cubicBezTo>
                  <a:pt x="120" y="242"/>
                  <a:pt x="110" y="249"/>
                  <a:pt x="102" y="252"/>
                </a:cubicBezTo>
                <a:cubicBezTo>
                  <a:pt x="94" y="255"/>
                  <a:pt x="84" y="257"/>
                  <a:pt x="71" y="257"/>
                </a:cubicBezTo>
                <a:cubicBezTo>
                  <a:pt x="50" y="257"/>
                  <a:pt x="32" y="252"/>
                  <a:pt x="19" y="242"/>
                </a:cubicBezTo>
                <a:cubicBezTo>
                  <a:pt x="6" y="232"/>
                  <a:pt x="0" y="217"/>
                  <a:pt x="0" y="195"/>
                </a:cubicBezTo>
                <a:cubicBezTo>
                  <a:pt x="0" y="176"/>
                  <a:pt x="8" y="159"/>
                  <a:pt x="25" y="145"/>
                </a:cubicBezTo>
                <a:cubicBezTo>
                  <a:pt x="42" y="131"/>
                  <a:pt x="65" y="120"/>
                  <a:pt x="93" y="113"/>
                </a:cubicBezTo>
                <a:lnTo>
                  <a:pt x="143" y="100"/>
                </a:lnTo>
                <a:cubicBezTo>
                  <a:pt x="145" y="100"/>
                  <a:pt x="146" y="98"/>
                  <a:pt x="146" y="93"/>
                </a:cubicBezTo>
                <a:cubicBezTo>
                  <a:pt x="146" y="44"/>
                  <a:pt x="130" y="20"/>
                  <a:pt x="100" y="20"/>
                </a:cubicBezTo>
                <a:cubicBezTo>
                  <a:pt x="87" y="20"/>
                  <a:pt x="76" y="22"/>
                  <a:pt x="66" y="26"/>
                </a:cubicBezTo>
                <a:cubicBezTo>
                  <a:pt x="57" y="30"/>
                  <a:pt x="53" y="36"/>
                  <a:pt x="53" y="43"/>
                </a:cubicBezTo>
                <a:cubicBezTo>
                  <a:pt x="53" y="49"/>
                  <a:pt x="53" y="53"/>
                  <a:pt x="53" y="55"/>
                </a:cubicBezTo>
                <a:cubicBezTo>
                  <a:pt x="54" y="57"/>
                  <a:pt x="55" y="60"/>
                  <a:pt x="55" y="65"/>
                </a:cubicBezTo>
                <a:cubicBezTo>
                  <a:pt x="55" y="69"/>
                  <a:pt x="53" y="73"/>
                  <a:pt x="48" y="78"/>
                </a:cubicBezTo>
                <a:cubicBezTo>
                  <a:pt x="44" y="82"/>
                  <a:pt x="38" y="84"/>
                  <a:pt x="30" y="84"/>
                </a:cubicBezTo>
                <a:cubicBezTo>
                  <a:pt x="17" y="84"/>
                  <a:pt x="10" y="78"/>
                  <a:pt x="10" y="64"/>
                </a:cubicBezTo>
                <a:cubicBezTo>
                  <a:pt x="10" y="48"/>
                  <a:pt x="20" y="34"/>
                  <a:pt x="40" y="20"/>
                </a:cubicBezTo>
                <a:cubicBezTo>
                  <a:pt x="60" y="7"/>
                  <a:pt x="81" y="0"/>
                  <a:pt x="104" y="0"/>
                </a:cubicBezTo>
                <a:cubicBezTo>
                  <a:pt x="161" y="0"/>
                  <a:pt x="190" y="33"/>
                  <a:pt x="190" y="97"/>
                </a:cubicBezTo>
                <a:lnTo>
                  <a:pt x="190" y="182"/>
                </a:lnTo>
                <a:cubicBezTo>
                  <a:pt x="190" y="193"/>
                  <a:pt x="190" y="202"/>
                  <a:pt x="191" y="207"/>
                </a:cubicBezTo>
                <a:cubicBezTo>
                  <a:pt x="192" y="213"/>
                  <a:pt x="194" y="218"/>
                  <a:pt x="198" y="223"/>
                </a:cubicBezTo>
                <a:cubicBezTo>
                  <a:pt x="201" y="228"/>
                  <a:pt x="207" y="230"/>
                  <a:pt x="213" y="230"/>
                </a:cubicBezTo>
                <a:cubicBezTo>
                  <a:pt x="218" y="230"/>
                  <a:pt x="222" y="229"/>
                  <a:pt x="225" y="227"/>
                </a:cubicBezTo>
                <a:cubicBezTo>
                  <a:pt x="228" y="223"/>
                  <a:pt x="230" y="222"/>
                  <a:pt x="231" y="222"/>
                </a:cubicBezTo>
                <a:cubicBezTo>
                  <a:pt x="232" y="222"/>
                  <a:pt x="234" y="223"/>
                  <a:pt x="236" y="225"/>
                </a:cubicBezTo>
                <a:cubicBezTo>
                  <a:pt x="238" y="227"/>
                  <a:pt x="239" y="229"/>
                  <a:pt x="239" y="231"/>
                </a:cubicBezTo>
                <a:cubicBezTo>
                  <a:pt x="239" y="232"/>
                  <a:pt x="237" y="235"/>
                  <a:pt x="233" y="239"/>
                </a:cubicBezTo>
                <a:cubicBezTo>
                  <a:pt x="228" y="243"/>
                  <a:pt x="222" y="247"/>
                  <a:pt x="214" y="251"/>
                </a:cubicBezTo>
                <a:cubicBezTo>
                  <a:pt x="206" y="255"/>
                  <a:pt x="198" y="257"/>
                  <a:pt x="190" y="257"/>
                </a:cubicBezTo>
                <a:cubicBezTo>
                  <a:pt x="167" y="257"/>
                  <a:pt x="152" y="246"/>
                  <a:pt x="146" y="223"/>
                </a:cubicBezTo>
                <a:lnTo>
                  <a:pt x="145" y="223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8314200" y="4768200"/>
            <a:ext cx="97920" cy="138960"/>
          </a:xfrm>
          <a:custGeom>
            <a:avLst/>
            <a:gdLst/>
            <a:ahLst/>
            <a:rect l="0" t="0" r="r" b="b"/>
            <a:pathLst>
              <a:path w="272" h="386">
                <a:moveTo>
                  <a:pt x="88" y="88"/>
                </a:moveTo>
                <a:lnTo>
                  <a:pt x="88" y="192"/>
                </a:lnTo>
                <a:cubicBezTo>
                  <a:pt x="88" y="199"/>
                  <a:pt x="88" y="205"/>
                  <a:pt x="89" y="208"/>
                </a:cubicBezTo>
                <a:cubicBezTo>
                  <a:pt x="90" y="212"/>
                  <a:pt x="91" y="215"/>
                  <a:pt x="93" y="218"/>
                </a:cubicBezTo>
                <a:cubicBezTo>
                  <a:pt x="95" y="220"/>
                  <a:pt x="98" y="223"/>
                  <a:pt x="102" y="227"/>
                </a:cubicBezTo>
                <a:cubicBezTo>
                  <a:pt x="107" y="231"/>
                  <a:pt x="113" y="234"/>
                  <a:pt x="120" y="236"/>
                </a:cubicBezTo>
                <a:cubicBezTo>
                  <a:pt x="128" y="238"/>
                  <a:pt x="136" y="238"/>
                  <a:pt x="142" y="238"/>
                </a:cubicBezTo>
                <a:cubicBezTo>
                  <a:pt x="157" y="238"/>
                  <a:pt x="170" y="235"/>
                  <a:pt x="181" y="229"/>
                </a:cubicBezTo>
                <a:cubicBezTo>
                  <a:pt x="192" y="223"/>
                  <a:pt x="201" y="214"/>
                  <a:pt x="206" y="204"/>
                </a:cubicBezTo>
                <a:cubicBezTo>
                  <a:pt x="212" y="193"/>
                  <a:pt x="216" y="182"/>
                  <a:pt x="219" y="171"/>
                </a:cubicBezTo>
                <a:cubicBezTo>
                  <a:pt x="221" y="159"/>
                  <a:pt x="223" y="147"/>
                  <a:pt x="223" y="134"/>
                </a:cubicBezTo>
                <a:cubicBezTo>
                  <a:pt x="223" y="103"/>
                  <a:pt x="216" y="77"/>
                  <a:pt x="203" y="58"/>
                </a:cubicBezTo>
                <a:cubicBezTo>
                  <a:pt x="190" y="38"/>
                  <a:pt x="174" y="28"/>
                  <a:pt x="155" y="28"/>
                </a:cubicBezTo>
                <a:cubicBezTo>
                  <a:pt x="147" y="28"/>
                  <a:pt x="137" y="31"/>
                  <a:pt x="126" y="38"/>
                </a:cubicBezTo>
                <a:cubicBezTo>
                  <a:pt x="114" y="46"/>
                  <a:pt x="105" y="54"/>
                  <a:pt x="97" y="63"/>
                </a:cubicBezTo>
                <a:cubicBezTo>
                  <a:pt x="91" y="71"/>
                  <a:pt x="88" y="79"/>
                  <a:pt x="88" y="88"/>
                </a:cubicBezTo>
                <a:moveTo>
                  <a:pt x="88" y="42"/>
                </a:moveTo>
                <a:cubicBezTo>
                  <a:pt x="88" y="44"/>
                  <a:pt x="88" y="45"/>
                  <a:pt x="90" y="45"/>
                </a:cubicBezTo>
                <a:cubicBezTo>
                  <a:pt x="91" y="46"/>
                  <a:pt x="92" y="46"/>
                  <a:pt x="93" y="44"/>
                </a:cubicBezTo>
                <a:cubicBezTo>
                  <a:pt x="117" y="16"/>
                  <a:pt x="143" y="1"/>
                  <a:pt x="171" y="1"/>
                </a:cubicBezTo>
                <a:cubicBezTo>
                  <a:pt x="200" y="1"/>
                  <a:pt x="224" y="13"/>
                  <a:pt x="243" y="37"/>
                </a:cubicBezTo>
                <a:cubicBezTo>
                  <a:pt x="262" y="60"/>
                  <a:pt x="272" y="87"/>
                  <a:pt x="272" y="118"/>
                </a:cubicBezTo>
                <a:cubicBezTo>
                  <a:pt x="272" y="163"/>
                  <a:pt x="258" y="199"/>
                  <a:pt x="230" y="226"/>
                </a:cubicBezTo>
                <a:cubicBezTo>
                  <a:pt x="207" y="248"/>
                  <a:pt x="179" y="258"/>
                  <a:pt x="146" y="258"/>
                </a:cubicBezTo>
                <a:cubicBezTo>
                  <a:pt x="127" y="258"/>
                  <a:pt x="111" y="255"/>
                  <a:pt x="96" y="249"/>
                </a:cubicBezTo>
                <a:cubicBezTo>
                  <a:pt x="93" y="248"/>
                  <a:pt x="91" y="247"/>
                  <a:pt x="90" y="248"/>
                </a:cubicBezTo>
                <a:cubicBezTo>
                  <a:pt x="88" y="248"/>
                  <a:pt x="88" y="250"/>
                  <a:pt x="88" y="253"/>
                </a:cubicBezTo>
                <a:lnTo>
                  <a:pt x="88" y="315"/>
                </a:lnTo>
                <a:cubicBezTo>
                  <a:pt x="88" y="338"/>
                  <a:pt x="91" y="352"/>
                  <a:pt x="96" y="357"/>
                </a:cubicBezTo>
                <a:cubicBezTo>
                  <a:pt x="101" y="362"/>
                  <a:pt x="114" y="366"/>
                  <a:pt x="135" y="367"/>
                </a:cubicBezTo>
                <a:cubicBezTo>
                  <a:pt x="137" y="369"/>
                  <a:pt x="138" y="372"/>
                  <a:pt x="138" y="377"/>
                </a:cubicBezTo>
                <a:cubicBezTo>
                  <a:pt x="138" y="381"/>
                  <a:pt x="137" y="384"/>
                  <a:pt x="135" y="386"/>
                </a:cubicBezTo>
                <a:cubicBezTo>
                  <a:pt x="102" y="385"/>
                  <a:pt x="79" y="384"/>
                  <a:pt x="66" y="384"/>
                </a:cubicBezTo>
                <a:cubicBezTo>
                  <a:pt x="55" y="384"/>
                  <a:pt x="34" y="385"/>
                  <a:pt x="2" y="386"/>
                </a:cubicBezTo>
                <a:cubicBezTo>
                  <a:pt x="0" y="384"/>
                  <a:pt x="0" y="381"/>
                  <a:pt x="0" y="377"/>
                </a:cubicBezTo>
                <a:cubicBezTo>
                  <a:pt x="0" y="372"/>
                  <a:pt x="0" y="369"/>
                  <a:pt x="2" y="367"/>
                </a:cubicBezTo>
                <a:cubicBezTo>
                  <a:pt x="20" y="366"/>
                  <a:pt x="31" y="363"/>
                  <a:pt x="36" y="357"/>
                </a:cubicBezTo>
                <a:cubicBezTo>
                  <a:pt x="40" y="352"/>
                  <a:pt x="43" y="338"/>
                  <a:pt x="43" y="315"/>
                </a:cubicBezTo>
                <a:lnTo>
                  <a:pt x="43" y="71"/>
                </a:lnTo>
                <a:cubicBezTo>
                  <a:pt x="43" y="56"/>
                  <a:pt x="40" y="46"/>
                  <a:pt x="36" y="41"/>
                </a:cubicBezTo>
                <a:cubicBezTo>
                  <a:pt x="32" y="37"/>
                  <a:pt x="22" y="34"/>
                  <a:pt x="6" y="33"/>
                </a:cubicBezTo>
                <a:cubicBezTo>
                  <a:pt x="4" y="26"/>
                  <a:pt x="3" y="21"/>
                  <a:pt x="5" y="16"/>
                </a:cubicBezTo>
                <a:cubicBezTo>
                  <a:pt x="35" y="13"/>
                  <a:pt x="58" y="7"/>
                  <a:pt x="77" y="0"/>
                </a:cubicBezTo>
                <a:cubicBezTo>
                  <a:pt x="80" y="0"/>
                  <a:pt x="82" y="1"/>
                  <a:pt x="83" y="4"/>
                </a:cubicBezTo>
                <a:cubicBezTo>
                  <a:pt x="87" y="11"/>
                  <a:pt x="88" y="24"/>
                  <a:pt x="88" y="42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7255080" y="5025600"/>
            <a:ext cx="74160" cy="92160"/>
          </a:xfrm>
          <a:custGeom>
            <a:avLst/>
            <a:gdLst/>
            <a:ahLst/>
            <a:rect l="0" t="0" r="r" b="b"/>
            <a:pathLst>
              <a:path w="206" h="256">
                <a:moveTo>
                  <a:pt x="163" y="244"/>
                </a:moveTo>
                <a:cubicBezTo>
                  <a:pt x="149" y="252"/>
                  <a:pt x="132" y="256"/>
                  <a:pt x="113" y="256"/>
                </a:cubicBezTo>
                <a:cubicBezTo>
                  <a:pt x="77" y="256"/>
                  <a:pt x="50" y="245"/>
                  <a:pt x="30" y="222"/>
                </a:cubicBezTo>
                <a:cubicBezTo>
                  <a:pt x="10" y="199"/>
                  <a:pt x="0" y="169"/>
                  <a:pt x="0" y="132"/>
                </a:cubicBezTo>
                <a:cubicBezTo>
                  <a:pt x="0" y="94"/>
                  <a:pt x="12" y="62"/>
                  <a:pt x="36" y="37"/>
                </a:cubicBezTo>
                <a:cubicBezTo>
                  <a:pt x="60" y="12"/>
                  <a:pt x="87" y="0"/>
                  <a:pt x="117" y="0"/>
                </a:cubicBezTo>
                <a:cubicBezTo>
                  <a:pt x="144" y="0"/>
                  <a:pt x="165" y="5"/>
                  <a:pt x="180" y="15"/>
                </a:cubicBezTo>
                <a:cubicBezTo>
                  <a:pt x="196" y="25"/>
                  <a:pt x="204" y="38"/>
                  <a:pt x="204" y="54"/>
                </a:cubicBezTo>
                <a:cubicBezTo>
                  <a:pt x="204" y="62"/>
                  <a:pt x="201" y="68"/>
                  <a:pt x="195" y="73"/>
                </a:cubicBezTo>
                <a:cubicBezTo>
                  <a:pt x="189" y="77"/>
                  <a:pt x="183" y="80"/>
                  <a:pt x="177" y="80"/>
                </a:cubicBezTo>
                <a:cubicBezTo>
                  <a:pt x="164" y="80"/>
                  <a:pt x="157" y="73"/>
                  <a:pt x="155" y="59"/>
                </a:cubicBezTo>
                <a:cubicBezTo>
                  <a:pt x="154" y="50"/>
                  <a:pt x="152" y="44"/>
                  <a:pt x="150" y="39"/>
                </a:cubicBezTo>
                <a:cubicBezTo>
                  <a:pt x="149" y="34"/>
                  <a:pt x="145" y="30"/>
                  <a:pt x="139" y="26"/>
                </a:cubicBezTo>
                <a:cubicBezTo>
                  <a:pt x="133" y="21"/>
                  <a:pt x="125" y="19"/>
                  <a:pt x="114" y="19"/>
                </a:cubicBezTo>
                <a:cubicBezTo>
                  <a:pt x="95" y="19"/>
                  <a:pt x="80" y="28"/>
                  <a:pt x="67" y="46"/>
                </a:cubicBezTo>
                <a:cubicBezTo>
                  <a:pt x="55" y="64"/>
                  <a:pt x="49" y="88"/>
                  <a:pt x="49" y="119"/>
                </a:cubicBezTo>
                <a:cubicBezTo>
                  <a:pt x="49" y="152"/>
                  <a:pt x="56" y="178"/>
                  <a:pt x="71" y="198"/>
                </a:cubicBezTo>
                <a:cubicBezTo>
                  <a:pt x="86" y="218"/>
                  <a:pt x="104" y="228"/>
                  <a:pt x="126" y="228"/>
                </a:cubicBezTo>
                <a:cubicBezTo>
                  <a:pt x="152" y="228"/>
                  <a:pt x="175" y="216"/>
                  <a:pt x="194" y="190"/>
                </a:cubicBezTo>
                <a:cubicBezTo>
                  <a:pt x="200" y="192"/>
                  <a:pt x="204" y="194"/>
                  <a:pt x="206" y="199"/>
                </a:cubicBezTo>
                <a:cubicBezTo>
                  <a:pt x="192" y="221"/>
                  <a:pt x="178" y="236"/>
                  <a:pt x="163" y="244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7343640" y="5025600"/>
            <a:ext cx="86760" cy="92160"/>
          </a:xfrm>
          <a:custGeom>
            <a:avLst/>
            <a:gdLst/>
            <a:ahLst/>
            <a:rect l="0" t="0" r="r" b="b"/>
            <a:pathLst>
              <a:path w="241" h="256">
                <a:moveTo>
                  <a:pt x="0" y="134"/>
                </a:moveTo>
                <a:cubicBezTo>
                  <a:pt x="0" y="96"/>
                  <a:pt x="10" y="64"/>
                  <a:pt x="32" y="40"/>
                </a:cubicBezTo>
                <a:cubicBezTo>
                  <a:pt x="55" y="13"/>
                  <a:pt x="85" y="0"/>
                  <a:pt x="121" y="0"/>
                </a:cubicBezTo>
                <a:cubicBezTo>
                  <a:pt x="149" y="0"/>
                  <a:pt x="171" y="7"/>
                  <a:pt x="190" y="20"/>
                </a:cubicBezTo>
                <a:cubicBezTo>
                  <a:pt x="209" y="34"/>
                  <a:pt x="222" y="50"/>
                  <a:pt x="229" y="69"/>
                </a:cubicBezTo>
                <a:cubicBezTo>
                  <a:pt x="237" y="87"/>
                  <a:pt x="241" y="107"/>
                  <a:pt x="241" y="128"/>
                </a:cubicBezTo>
                <a:cubicBezTo>
                  <a:pt x="241" y="168"/>
                  <a:pt x="228" y="200"/>
                  <a:pt x="204" y="224"/>
                </a:cubicBezTo>
                <a:cubicBezTo>
                  <a:pt x="182" y="246"/>
                  <a:pt x="154" y="256"/>
                  <a:pt x="120" y="256"/>
                </a:cubicBezTo>
                <a:cubicBezTo>
                  <a:pt x="82" y="256"/>
                  <a:pt x="52" y="243"/>
                  <a:pt x="32" y="219"/>
                </a:cubicBezTo>
                <a:cubicBezTo>
                  <a:pt x="10" y="194"/>
                  <a:pt x="0" y="166"/>
                  <a:pt x="0" y="134"/>
                </a:cubicBezTo>
                <a:moveTo>
                  <a:pt x="112" y="20"/>
                </a:moveTo>
                <a:cubicBezTo>
                  <a:pt x="70" y="20"/>
                  <a:pt x="49" y="53"/>
                  <a:pt x="49" y="120"/>
                </a:cubicBezTo>
                <a:cubicBezTo>
                  <a:pt x="49" y="133"/>
                  <a:pt x="50" y="145"/>
                  <a:pt x="53" y="158"/>
                </a:cubicBezTo>
                <a:cubicBezTo>
                  <a:pt x="56" y="170"/>
                  <a:pt x="60" y="183"/>
                  <a:pt x="66" y="195"/>
                </a:cubicBezTo>
                <a:cubicBezTo>
                  <a:pt x="72" y="207"/>
                  <a:pt x="80" y="217"/>
                  <a:pt x="91" y="225"/>
                </a:cubicBezTo>
                <a:cubicBezTo>
                  <a:pt x="101" y="233"/>
                  <a:pt x="114" y="237"/>
                  <a:pt x="128" y="237"/>
                </a:cubicBezTo>
                <a:cubicBezTo>
                  <a:pt x="145" y="237"/>
                  <a:pt x="159" y="230"/>
                  <a:pt x="172" y="216"/>
                </a:cubicBezTo>
                <a:cubicBezTo>
                  <a:pt x="186" y="202"/>
                  <a:pt x="192" y="179"/>
                  <a:pt x="192" y="147"/>
                </a:cubicBezTo>
                <a:cubicBezTo>
                  <a:pt x="192" y="106"/>
                  <a:pt x="185" y="75"/>
                  <a:pt x="171" y="53"/>
                </a:cubicBezTo>
                <a:cubicBezTo>
                  <a:pt x="157" y="31"/>
                  <a:pt x="137" y="20"/>
                  <a:pt x="112" y="20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7443360" y="5024880"/>
            <a:ext cx="104040" cy="91080"/>
          </a:xfrm>
          <a:custGeom>
            <a:avLst/>
            <a:gdLst/>
            <a:ahLst/>
            <a:rect l="0" t="0" r="r" b="b"/>
            <a:pathLst>
              <a:path w="289" h="253">
                <a:moveTo>
                  <a:pt x="93" y="48"/>
                </a:moveTo>
                <a:cubicBezTo>
                  <a:pt x="120" y="17"/>
                  <a:pt x="151" y="2"/>
                  <a:pt x="186" y="2"/>
                </a:cubicBezTo>
                <a:cubicBezTo>
                  <a:pt x="208" y="2"/>
                  <a:pt x="224" y="8"/>
                  <a:pt x="233" y="22"/>
                </a:cubicBezTo>
                <a:cubicBezTo>
                  <a:pt x="244" y="35"/>
                  <a:pt x="249" y="61"/>
                  <a:pt x="249" y="98"/>
                </a:cubicBezTo>
                <a:lnTo>
                  <a:pt x="249" y="182"/>
                </a:lnTo>
                <a:cubicBezTo>
                  <a:pt x="249" y="205"/>
                  <a:pt x="251" y="219"/>
                  <a:pt x="255" y="225"/>
                </a:cubicBezTo>
                <a:cubicBezTo>
                  <a:pt x="260" y="230"/>
                  <a:pt x="270" y="233"/>
                  <a:pt x="286" y="235"/>
                </a:cubicBezTo>
                <a:cubicBezTo>
                  <a:pt x="288" y="236"/>
                  <a:pt x="289" y="239"/>
                  <a:pt x="289" y="244"/>
                </a:cubicBezTo>
                <a:cubicBezTo>
                  <a:pt x="289" y="249"/>
                  <a:pt x="288" y="252"/>
                  <a:pt x="286" y="253"/>
                </a:cubicBezTo>
                <a:cubicBezTo>
                  <a:pt x="254" y="253"/>
                  <a:pt x="234" y="252"/>
                  <a:pt x="226" y="252"/>
                </a:cubicBezTo>
                <a:cubicBezTo>
                  <a:pt x="219" y="252"/>
                  <a:pt x="200" y="253"/>
                  <a:pt x="168" y="253"/>
                </a:cubicBezTo>
                <a:cubicBezTo>
                  <a:pt x="167" y="252"/>
                  <a:pt x="166" y="249"/>
                  <a:pt x="166" y="245"/>
                </a:cubicBezTo>
                <a:cubicBezTo>
                  <a:pt x="166" y="240"/>
                  <a:pt x="167" y="237"/>
                  <a:pt x="168" y="235"/>
                </a:cubicBezTo>
                <a:cubicBezTo>
                  <a:pt x="184" y="233"/>
                  <a:pt x="194" y="230"/>
                  <a:pt x="197" y="225"/>
                </a:cubicBezTo>
                <a:cubicBezTo>
                  <a:pt x="201" y="219"/>
                  <a:pt x="203" y="205"/>
                  <a:pt x="203" y="182"/>
                </a:cubicBezTo>
                <a:lnTo>
                  <a:pt x="203" y="96"/>
                </a:lnTo>
                <a:cubicBezTo>
                  <a:pt x="203" y="76"/>
                  <a:pt x="201" y="61"/>
                  <a:pt x="197" y="52"/>
                </a:cubicBezTo>
                <a:cubicBezTo>
                  <a:pt x="189" y="39"/>
                  <a:pt x="179" y="32"/>
                  <a:pt x="167" y="32"/>
                </a:cubicBezTo>
                <a:cubicBezTo>
                  <a:pt x="143" y="32"/>
                  <a:pt x="120" y="43"/>
                  <a:pt x="97" y="66"/>
                </a:cubicBezTo>
                <a:cubicBezTo>
                  <a:pt x="90" y="73"/>
                  <a:pt x="87" y="81"/>
                  <a:pt x="87" y="89"/>
                </a:cubicBezTo>
                <a:lnTo>
                  <a:pt x="87" y="182"/>
                </a:lnTo>
                <a:cubicBezTo>
                  <a:pt x="87" y="205"/>
                  <a:pt x="89" y="219"/>
                  <a:pt x="93" y="225"/>
                </a:cubicBezTo>
                <a:cubicBezTo>
                  <a:pt x="97" y="230"/>
                  <a:pt x="106" y="233"/>
                  <a:pt x="121" y="235"/>
                </a:cubicBezTo>
                <a:cubicBezTo>
                  <a:pt x="123" y="237"/>
                  <a:pt x="124" y="240"/>
                  <a:pt x="124" y="245"/>
                </a:cubicBezTo>
                <a:cubicBezTo>
                  <a:pt x="124" y="249"/>
                  <a:pt x="123" y="252"/>
                  <a:pt x="121" y="253"/>
                </a:cubicBezTo>
                <a:cubicBezTo>
                  <a:pt x="89" y="253"/>
                  <a:pt x="71" y="252"/>
                  <a:pt x="65" y="252"/>
                </a:cubicBezTo>
                <a:cubicBezTo>
                  <a:pt x="54" y="252"/>
                  <a:pt x="33" y="253"/>
                  <a:pt x="2" y="253"/>
                </a:cubicBezTo>
                <a:cubicBezTo>
                  <a:pt x="0" y="252"/>
                  <a:pt x="0" y="249"/>
                  <a:pt x="0" y="245"/>
                </a:cubicBezTo>
                <a:cubicBezTo>
                  <a:pt x="0" y="240"/>
                  <a:pt x="0" y="237"/>
                  <a:pt x="2" y="235"/>
                </a:cubicBezTo>
                <a:cubicBezTo>
                  <a:pt x="20" y="233"/>
                  <a:pt x="31" y="230"/>
                  <a:pt x="35" y="225"/>
                </a:cubicBezTo>
                <a:cubicBezTo>
                  <a:pt x="40" y="220"/>
                  <a:pt x="42" y="206"/>
                  <a:pt x="42" y="182"/>
                </a:cubicBezTo>
                <a:lnTo>
                  <a:pt x="42" y="72"/>
                </a:lnTo>
                <a:cubicBezTo>
                  <a:pt x="42" y="56"/>
                  <a:pt x="40" y="46"/>
                  <a:pt x="35" y="42"/>
                </a:cubicBezTo>
                <a:cubicBezTo>
                  <a:pt x="31" y="37"/>
                  <a:pt x="21" y="34"/>
                  <a:pt x="5" y="33"/>
                </a:cubicBezTo>
                <a:cubicBezTo>
                  <a:pt x="2" y="27"/>
                  <a:pt x="2" y="21"/>
                  <a:pt x="3" y="16"/>
                </a:cubicBezTo>
                <a:cubicBezTo>
                  <a:pt x="33" y="13"/>
                  <a:pt x="57" y="7"/>
                  <a:pt x="76" y="0"/>
                </a:cubicBezTo>
                <a:cubicBezTo>
                  <a:pt x="79" y="0"/>
                  <a:pt x="81" y="2"/>
                  <a:pt x="83" y="5"/>
                </a:cubicBezTo>
                <a:cubicBezTo>
                  <a:pt x="86" y="12"/>
                  <a:pt x="87" y="26"/>
                  <a:pt x="87" y="48"/>
                </a:cubicBezTo>
                <a:cubicBezTo>
                  <a:pt x="87" y="52"/>
                  <a:pt x="89" y="52"/>
                  <a:pt x="93" y="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7560000" y="5025600"/>
            <a:ext cx="61920" cy="92160"/>
          </a:xfrm>
          <a:custGeom>
            <a:avLst/>
            <a:gdLst/>
            <a:ahLst/>
            <a:rect l="0" t="0" r="r" b="b"/>
            <a:pathLst>
              <a:path w="172" h="256">
                <a:moveTo>
                  <a:pt x="0" y="171"/>
                </a:moveTo>
                <a:cubicBezTo>
                  <a:pt x="2" y="170"/>
                  <a:pt x="4" y="169"/>
                  <a:pt x="9" y="169"/>
                </a:cubicBezTo>
                <a:cubicBezTo>
                  <a:pt x="13" y="169"/>
                  <a:pt x="16" y="170"/>
                  <a:pt x="18" y="171"/>
                </a:cubicBezTo>
                <a:cubicBezTo>
                  <a:pt x="24" y="198"/>
                  <a:pt x="31" y="215"/>
                  <a:pt x="40" y="223"/>
                </a:cubicBezTo>
                <a:cubicBezTo>
                  <a:pt x="48" y="233"/>
                  <a:pt x="62" y="237"/>
                  <a:pt x="80" y="237"/>
                </a:cubicBezTo>
                <a:cubicBezTo>
                  <a:pt x="92" y="237"/>
                  <a:pt x="103" y="234"/>
                  <a:pt x="113" y="227"/>
                </a:cubicBezTo>
                <a:cubicBezTo>
                  <a:pt x="123" y="220"/>
                  <a:pt x="129" y="210"/>
                  <a:pt x="129" y="197"/>
                </a:cubicBezTo>
                <a:cubicBezTo>
                  <a:pt x="129" y="185"/>
                  <a:pt x="125" y="175"/>
                  <a:pt x="117" y="167"/>
                </a:cubicBezTo>
                <a:cubicBezTo>
                  <a:pt x="109" y="160"/>
                  <a:pt x="94" y="151"/>
                  <a:pt x="71" y="141"/>
                </a:cubicBezTo>
                <a:cubicBezTo>
                  <a:pt x="48" y="132"/>
                  <a:pt x="31" y="122"/>
                  <a:pt x="22" y="111"/>
                </a:cubicBezTo>
                <a:cubicBezTo>
                  <a:pt x="12" y="100"/>
                  <a:pt x="8" y="84"/>
                  <a:pt x="8" y="64"/>
                </a:cubicBezTo>
                <a:cubicBezTo>
                  <a:pt x="8" y="46"/>
                  <a:pt x="16" y="30"/>
                  <a:pt x="32" y="18"/>
                </a:cubicBezTo>
                <a:cubicBezTo>
                  <a:pt x="47" y="6"/>
                  <a:pt x="66" y="0"/>
                  <a:pt x="89" y="0"/>
                </a:cubicBezTo>
                <a:cubicBezTo>
                  <a:pt x="97" y="0"/>
                  <a:pt x="106" y="0"/>
                  <a:pt x="115" y="2"/>
                </a:cubicBezTo>
                <a:cubicBezTo>
                  <a:pt x="124" y="3"/>
                  <a:pt x="134" y="5"/>
                  <a:pt x="144" y="7"/>
                </a:cubicBezTo>
                <a:cubicBezTo>
                  <a:pt x="154" y="10"/>
                  <a:pt x="161" y="10"/>
                  <a:pt x="163" y="10"/>
                </a:cubicBezTo>
                <a:cubicBezTo>
                  <a:pt x="163" y="16"/>
                  <a:pt x="162" y="25"/>
                  <a:pt x="161" y="39"/>
                </a:cubicBezTo>
                <a:cubicBezTo>
                  <a:pt x="160" y="53"/>
                  <a:pt x="159" y="64"/>
                  <a:pt x="159" y="71"/>
                </a:cubicBezTo>
                <a:cubicBezTo>
                  <a:pt x="158" y="73"/>
                  <a:pt x="155" y="74"/>
                  <a:pt x="150" y="74"/>
                </a:cubicBezTo>
                <a:cubicBezTo>
                  <a:pt x="146" y="74"/>
                  <a:pt x="143" y="74"/>
                  <a:pt x="142" y="72"/>
                </a:cubicBezTo>
                <a:cubicBezTo>
                  <a:pt x="140" y="61"/>
                  <a:pt x="136" y="51"/>
                  <a:pt x="132" y="44"/>
                </a:cubicBezTo>
                <a:cubicBezTo>
                  <a:pt x="127" y="36"/>
                  <a:pt x="122" y="30"/>
                  <a:pt x="116" y="27"/>
                </a:cubicBezTo>
                <a:cubicBezTo>
                  <a:pt x="111" y="24"/>
                  <a:pt x="106" y="22"/>
                  <a:pt x="101" y="20"/>
                </a:cubicBezTo>
                <a:cubicBezTo>
                  <a:pt x="97" y="20"/>
                  <a:pt x="93" y="19"/>
                  <a:pt x="89" y="19"/>
                </a:cubicBezTo>
                <a:cubicBezTo>
                  <a:pt x="78" y="19"/>
                  <a:pt x="69" y="22"/>
                  <a:pt x="61" y="29"/>
                </a:cubicBezTo>
                <a:cubicBezTo>
                  <a:pt x="53" y="36"/>
                  <a:pt x="49" y="44"/>
                  <a:pt x="49" y="55"/>
                </a:cubicBezTo>
                <a:cubicBezTo>
                  <a:pt x="49" y="61"/>
                  <a:pt x="50" y="67"/>
                  <a:pt x="52" y="72"/>
                </a:cubicBezTo>
                <a:cubicBezTo>
                  <a:pt x="54" y="77"/>
                  <a:pt x="56" y="80"/>
                  <a:pt x="58" y="84"/>
                </a:cubicBezTo>
                <a:cubicBezTo>
                  <a:pt x="60" y="87"/>
                  <a:pt x="64" y="90"/>
                  <a:pt x="70" y="94"/>
                </a:cubicBezTo>
                <a:cubicBezTo>
                  <a:pt x="76" y="97"/>
                  <a:pt x="81" y="99"/>
                  <a:pt x="86" y="100"/>
                </a:cubicBezTo>
                <a:cubicBezTo>
                  <a:pt x="90" y="102"/>
                  <a:pt x="96" y="105"/>
                  <a:pt x="106" y="108"/>
                </a:cubicBezTo>
                <a:cubicBezTo>
                  <a:pt x="150" y="125"/>
                  <a:pt x="172" y="150"/>
                  <a:pt x="172" y="184"/>
                </a:cubicBezTo>
                <a:cubicBezTo>
                  <a:pt x="172" y="198"/>
                  <a:pt x="169" y="209"/>
                  <a:pt x="162" y="220"/>
                </a:cubicBezTo>
                <a:cubicBezTo>
                  <a:pt x="156" y="229"/>
                  <a:pt x="148" y="237"/>
                  <a:pt x="139" y="242"/>
                </a:cubicBezTo>
                <a:cubicBezTo>
                  <a:pt x="129" y="247"/>
                  <a:pt x="119" y="251"/>
                  <a:pt x="109" y="253"/>
                </a:cubicBezTo>
                <a:cubicBezTo>
                  <a:pt x="100" y="255"/>
                  <a:pt x="90" y="256"/>
                  <a:pt x="82" y="256"/>
                </a:cubicBezTo>
                <a:cubicBezTo>
                  <a:pt x="63" y="256"/>
                  <a:pt x="45" y="254"/>
                  <a:pt x="29" y="250"/>
                </a:cubicBezTo>
                <a:cubicBezTo>
                  <a:pt x="27" y="249"/>
                  <a:pt x="23" y="249"/>
                  <a:pt x="18" y="249"/>
                </a:cubicBezTo>
                <a:cubicBezTo>
                  <a:pt x="14" y="249"/>
                  <a:pt x="10" y="249"/>
                  <a:pt x="4" y="250"/>
                </a:cubicBezTo>
                <a:cubicBezTo>
                  <a:pt x="4" y="230"/>
                  <a:pt x="3" y="204"/>
                  <a:pt x="0" y="17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7634880" y="4996080"/>
            <a:ext cx="56880" cy="121680"/>
          </a:xfrm>
          <a:custGeom>
            <a:avLst/>
            <a:gdLst/>
            <a:ahLst/>
            <a:rect l="0" t="0" r="r" b="b"/>
            <a:pathLst>
              <a:path w="158" h="338">
                <a:moveTo>
                  <a:pt x="11" y="88"/>
                </a:moveTo>
                <a:lnTo>
                  <a:pt x="37" y="88"/>
                </a:lnTo>
                <a:cubicBezTo>
                  <a:pt x="37" y="76"/>
                  <a:pt x="37" y="66"/>
                  <a:pt x="37" y="58"/>
                </a:cubicBezTo>
                <a:cubicBezTo>
                  <a:pt x="37" y="49"/>
                  <a:pt x="37" y="43"/>
                  <a:pt x="37" y="39"/>
                </a:cubicBezTo>
                <a:cubicBezTo>
                  <a:pt x="37" y="35"/>
                  <a:pt x="36" y="32"/>
                  <a:pt x="36" y="30"/>
                </a:cubicBezTo>
                <a:cubicBezTo>
                  <a:pt x="36" y="28"/>
                  <a:pt x="36" y="26"/>
                  <a:pt x="36" y="25"/>
                </a:cubicBezTo>
                <a:cubicBezTo>
                  <a:pt x="36" y="23"/>
                  <a:pt x="36" y="22"/>
                  <a:pt x="36" y="22"/>
                </a:cubicBezTo>
                <a:cubicBezTo>
                  <a:pt x="36" y="20"/>
                  <a:pt x="37" y="19"/>
                  <a:pt x="38" y="18"/>
                </a:cubicBezTo>
                <a:cubicBezTo>
                  <a:pt x="40" y="17"/>
                  <a:pt x="41" y="16"/>
                  <a:pt x="43" y="16"/>
                </a:cubicBezTo>
                <a:cubicBezTo>
                  <a:pt x="44" y="15"/>
                  <a:pt x="47" y="14"/>
                  <a:pt x="50" y="13"/>
                </a:cubicBezTo>
                <a:cubicBezTo>
                  <a:pt x="53" y="12"/>
                  <a:pt x="55" y="12"/>
                  <a:pt x="57" y="11"/>
                </a:cubicBezTo>
                <a:cubicBezTo>
                  <a:pt x="59" y="10"/>
                  <a:pt x="62" y="8"/>
                  <a:pt x="66" y="6"/>
                </a:cubicBezTo>
                <a:cubicBezTo>
                  <a:pt x="69" y="4"/>
                  <a:pt x="72" y="3"/>
                  <a:pt x="75" y="2"/>
                </a:cubicBezTo>
                <a:cubicBezTo>
                  <a:pt x="77" y="1"/>
                  <a:pt x="79" y="0"/>
                  <a:pt x="80" y="0"/>
                </a:cubicBezTo>
                <a:cubicBezTo>
                  <a:pt x="83" y="0"/>
                  <a:pt x="85" y="2"/>
                  <a:pt x="85" y="6"/>
                </a:cubicBezTo>
                <a:cubicBezTo>
                  <a:pt x="83" y="21"/>
                  <a:pt x="83" y="41"/>
                  <a:pt x="83" y="66"/>
                </a:cubicBezTo>
                <a:lnTo>
                  <a:pt x="83" y="88"/>
                </a:lnTo>
                <a:lnTo>
                  <a:pt x="151" y="88"/>
                </a:lnTo>
                <a:cubicBezTo>
                  <a:pt x="154" y="88"/>
                  <a:pt x="156" y="89"/>
                  <a:pt x="156" y="91"/>
                </a:cubicBezTo>
                <a:lnTo>
                  <a:pt x="156" y="102"/>
                </a:lnTo>
                <a:cubicBezTo>
                  <a:pt x="156" y="108"/>
                  <a:pt x="151" y="110"/>
                  <a:pt x="142" y="110"/>
                </a:cubicBezTo>
                <a:lnTo>
                  <a:pt x="83" y="110"/>
                </a:lnTo>
                <a:lnTo>
                  <a:pt x="83" y="254"/>
                </a:lnTo>
                <a:cubicBezTo>
                  <a:pt x="83" y="272"/>
                  <a:pt x="84" y="286"/>
                  <a:pt x="87" y="295"/>
                </a:cubicBezTo>
                <a:cubicBezTo>
                  <a:pt x="89" y="303"/>
                  <a:pt x="94" y="307"/>
                  <a:pt x="101" y="307"/>
                </a:cubicBezTo>
                <a:cubicBezTo>
                  <a:pt x="118" y="307"/>
                  <a:pt x="134" y="302"/>
                  <a:pt x="148" y="291"/>
                </a:cubicBezTo>
                <a:cubicBezTo>
                  <a:pt x="154" y="291"/>
                  <a:pt x="157" y="294"/>
                  <a:pt x="158" y="300"/>
                </a:cubicBezTo>
                <a:cubicBezTo>
                  <a:pt x="135" y="325"/>
                  <a:pt x="110" y="338"/>
                  <a:pt x="81" y="338"/>
                </a:cubicBezTo>
                <a:cubicBezTo>
                  <a:pt x="52" y="338"/>
                  <a:pt x="37" y="319"/>
                  <a:pt x="37" y="282"/>
                </a:cubicBezTo>
                <a:lnTo>
                  <a:pt x="37" y="110"/>
                </a:lnTo>
                <a:lnTo>
                  <a:pt x="3" y="110"/>
                </a:lnTo>
                <a:cubicBezTo>
                  <a:pt x="1" y="110"/>
                  <a:pt x="0" y="109"/>
                  <a:pt x="0" y="106"/>
                </a:cubicBezTo>
                <a:lnTo>
                  <a:pt x="0" y="99"/>
                </a:lnTo>
                <a:cubicBezTo>
                  <a:pt x="0" y="92"/>
                  <a:pt x="4" y="88"/>
                  <a:pt x="11" y="8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7699320" y="5024880"/>
            <a:ext cx="69120" cy="91080"/>
          </a:xfrm>
          <a:custGeom>
            <a:avLst/>
            <a:gdLst/>
            <a:ahLst/>
            <a:rect l="0" t="0" r="r" b="b"/>
            <a:pathLst>
              <a:path w="192" h="253">
                <a:moveTo>
                  <a:pt x="90" y="48"/>
                </a:moveTo>
                <a:cubicBezTo>
                  <a:pt x="90" y="50"/>
                  <a:pt x="90" y="52"/>
                  <a:pt x="91" y="52"/>
                </a:cubicBezTo>
                <a:cubicBezTo>
                  <a:pt x="91" y="53"/>
                  <a:pt x="93" y="52"/>
                  <a:pt x="95" y="49"/>
                </a:cubicBezTo>
                <a:cubicBezTo>
                  <a:pt x="102" y="37"/>
                  <a:pt x="112" y="26"/>
                  <a:pt x="122" y="16"/>
                </a:cubicBezTo>
                <a:cubicBezTo>
                  <a:pt x="134" y="7"/>
                  <a:pt x="146" y="2"/>
                  <a:pt x="158" y="2"/>
                </a:cubicBezTo>
                <a:cubicBezTo>
                  <a:pt x="169" y="2"/>
                  <a:pt x="177" y="5"/>
                  <a:pt x="183" y="11"/>
                </a:cubicBezTo>
                <a:cubicBezTo>
                  <a:pt x="189" y="17"/>
                  <a:pt x="192" y="23"/>
                  <a:pt x="192" y="29"/>
                </a:cubicBezTo>
                <a:cubicBezTo>
                  <a:pt x="192" y="37"/>
                  <a:pt x="190" y="43"/>
                  <a:pt x="184" y="49"/>
                </a:cubicBezTo>
                <a:cubicBezTo>
                  <a:pt x="178" y="55"/>
                  <a:pt x="172" y="58"/>
                  <a:pt x="166" y="58"/>
                </a:cubicBezTo>
                <a:cubicBezTo>
                  <a:pt x="163" y="58"/>
                  <a:pt x="160" y="57"/>
                  <a:pt x="157" y="56"/>
                </a:cubicBezTo>
                <a:cubicBezTo>
                  <a:pt x="154" y="55"/>
                  <a:pt x="152" y="54"/>
                  <a:pt x="151" y="52"/>
                </a:cubicBezTo>
                <a:cubicBezTo>
                  <a:pt x="150" y="51"/>
                  <a:pt x="148" y="49"/>
                  <a:pt x="146" y="46"/>
                </a:cubicBezTo>
                <a:cubicBezTo>
                  <a:pt x="144" y="44"/>
                  <a:pt x="143" y="42"/>
                  <a:pt x="142" y="41"/>
                </a:cubicBezTo>
                <a:cubicBezTo>
                  <a:pt x="139" y="38"/>
                  <a:pt x="135" y="37"/>
                  <a:pt x="130" y="37"/>
                </a:cubicBezTo>
                <a:cubicBezTo>
                  <a:pt x="126" y="37"/>
                  <a:pt x="117" y="47"/>
                  <a:pt x="104" y="66"/>
                </a:cubicBezTo>
                <a:cubicBezTo>
                  <a:pt x="95" y="79"/>
                  <a:pt x="90" y="91"/>
                  <a:pt x="90" y="103"/>
                </a:cubicBezTo>
                <a:lnTo>
                  <a:pt x="90" y="182"/>
                </a:lnTo>
                <a:cubicBezTo>
                  <a:pt x="90" y="206"/>
                  <a:pt x="93" y="220"/>
                  <a:pt x="98" y="225"/>
                </a:cubicBezTo>
                <a:cubicBezTo>
                  <a:pt x="103" y="230"/>
                  <a:pt x="116" y="233"/>
                  <a:pt x="137" y="235"/>
                </a:cubicBezTo>
                <a:cubicBezTo>
                  <a:pt x="139" y="237"/>
                  <a:pt x="139" y="240"/>
                  <a:pt x="139" y="245"/>
                </a:cubicBezTo>
                <a:cubicBezTo>
                  <a:pt x="139" y="249"/>
                  <a:pt x="139" y="252"/>
                  <a:pt x="137" y="253"/>
                </a:cubicBezTo>
                <a:cubicBezTo>
                  <a:pt x="104" y="253"/>
                  <a:pt x="81" y="252"/>
                  <a:pt x="68" y="252"/>
                </a:cubicBezTo>
                <a:cubicBezTo>
                  <a:pt x="57" y="252"/>
                  <a:pt x="35" y="253"/>
                  <a:pt x="2" y="253"/>
                </a:cubicBezTo>
                <a:cubicBezTo>
                  <a:pt x="1" y="252"/>
                  <a:pt x="0" y="249"/>
                  <a:pt x="0" y="245"/>
                </a:cubicBezTo>
                <a:cubicBezTo>
                  <a:pt x="0" y="240"/>
                  <a:pt x="1" y="237"/>
                  <a:pt x="2" y="235"/>
                </a:cubicBezTo>
                <a:cubicBezTo>
                  <a:pt x="21" y="234"/>
                  <a:pt x="32" y="231"/>
                  <a:pt x="37" y="225"/>
                </a:cubicBezTo>
                <a:cubicBezTo>
                  <a:pt x="42" y="220"/>
                  <a:pt x="45" y="206"/>
                  <a:pt x="45" y="182"/>
                </a:cubicBezTo>
                <a:lnTo>
                  <a:pt x="45" y="72"/>
                </a:lnTo>
                <a:cubicBezTo>
                  <a:pt x="45" y="56"/>
                  <a:pt x="42" y="46"/>
                  <a:pt x="38" y="42"/>
                </a:cubicBezTo>
                <a:cubicBezTo>
                  <a:pt x="34" y="37"/>
                  <a:pt x="24" y="34"/>
                  <a:pt x="8" y="33"/>
                </a:cubicBezTo>
                <a:cubicBezTo>
                  <a:pt x="6" y="27"/>
                  <a:pt x="6" y="21"/>
                  <a:pt x="7" y="16"/>
                </a:cubicBezTo>
                <a:cubicBezTo>
                  <a:pt x="37" y="13"/>
                  <a:pt x="61" y="7"/>
                  <a:pt x="79" y="0"/>
                </a:cubicBezTo>
                <a:cubicBezTo>
                  <a:pt x="82" y="0"/>
                  <a:pt x="84" y="2"/>
                  <a:pt x="86" y="5"/>
                </a:cubicBezTo>
                <a:cubicBezTo>
                  <a:pt x="89" y="12"/>
                  <a:pt x="90" y="26"/>
                  <a:pt x="90" y="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7778880" y="5025600"/>
            <a:ext cx="86040" cy="92160"/>
          </a:xfrm>
          <a:custGeom>
            <a:avLst/>
            <a:gdLst/>
            <a:ahLst/>
            <a:rect l="0" t="0" r="r" b="b"/>
            <a:pathLst>
              <a:path w="239" h="256">
                <a:moveTo>
                  <a:pt x="146" y="117"/>
                </a:moveTo>
                <a:lnTo>
                  <a:pt x="101" y="130"/>
                </a:lnTo>
                <a:cubicBezTo>
                  <a:pt x="64" y="139"/>
                  <a:pt x="46" y="160"/>
                  <a:pt x="46" y="192"/>
                </a:cubicBezTo>
                <a:cubicBezTo>
                  <a:pt x="46" y="202"/>
                  <a:pt x="50" y="212"/>
                  <a:pt x="57" y="220"/>
                </a:cubicBezTo>
                <a:cubicBezTo>
                  <a:pt x="64" y="229"/>
                  <a:pt x="74" y="233"/>
                  <a:pt x="88" y="233"/>
                </a:cubicBezTo>
                <a:cubicBezTo>
                  <a:pt x="101" y="233"/>
                  <a:pt x="118" y="225"/>
                  <a:pt x="138" y="208"/>
                </a:cubicBezTo>
                <a:cubicBezTo>
                  <a:pt x="143" y="205"/>
                  <a:pt x="146" y="200"/>
                  <a:pt x="146" y="194"/>
                </a:cubicBezTo>
                <a:lnTo>
                  <a:pt x="146" y="117"/>
                </a:lnTo>
                <a:moveTo>
                  <a:pt x="145" y="223"/>
                </a:moveTo>
                <a:lnTo>
                  <a:pt x="133" y="232"/>
                </a:lnTo>
                <a:cubicBezTo>
                  <a:pt x="120" y="242"/>
                  <a:pt x="110" y="248"/>
                  <a:pt x="102" y="251"/>
                </a:cubicBezTo>
                <a:cubicBezTo>
                  <a:pt x="94" y="254"/>
                  <a:pt x="84" y="256"/>
                  <a:pt x="71" y="256"/>
                </a:cubicBezTo>
                <a:cubicBezTo>
                  <a:pt x="49" y="256"/>
                  <a:pt x="32" y="251"/>
                  <a:pt x="19" y="241"/>
                </a:cubicBezTo>
                <a:cubicBezTo>
                  <a:pt x="6" y="232"/>
                  <a:pt x="0" y="216"/>
                  <a:pt x="0" y="194"/>
                </a:cubicBezTo>
                <a:cubicBezTo>
                  <a:pt x="0" y="175"/>
                  <a:pt x="8" y="159"/>
                  <a:pt x="25" y="144"/>
                </a:cubicBezTo>
                <a:cubicBezTo>
                  <a:pt x="42" y="130"/>
                  <a:pt x="65" y="119"/>
                  <a:pt x="93" y="112"/>
                </a:cubicBezTo>
                <a:lnTo>
                  <a:pt x="143" y="100"/>
                </a:lnTo>
                <a:cubicBezTo>
                  <a:pt x="144" y="99"/>
                  <a:pt x="146" y="97"/>
                  <a:pt x="146" y="93"/>
                </a:cubicBezTo>
                <a:cubicBezTo>
                  <a:pt x="146" y="44"/>
                  <a:pt x="130" y="19"/>
                  <a:pt x="99" y="19"/>
                </a:cubicBezTo>
                <a:cubicBezTo>
                  <a:pt x="87" y="19"/>
                  <a:pt x="76" y="21"/>
                  <a:pt x="66" y="25"/>
                </a:cubicBezTo>
                <a:cubicBezTo>
                  <a:pt x="57" y="29"/>
                  <a:pt x="53" y="35"/>
                  <a:pt x="53" y="43"/>
                </a:cubicBezTo>
                <a:cubicBezTo>
                  <a:pt x="53" y="49"/>
                  <a:pt x="53" y="52"/>
                  <a:pt x="53" y="54"/>
                </a:cubicBezTo>
                <a:cubicBezTo>
                  <a:pt x="54" y="56"/>
                  <a:pt x="55" y="60"/>
                  <a:pt x="55" y="64"/>
                </a:cubicBezTo>
                <a:cubicBezTo>
                  <a:pt x="55" y="69"/>
                  <a:pt x="53" y="73"/>
                  <a:pt x="48" y="77"/>
                </a:cubicBezTo>
                <a:cubicBezTo>
                  <a:pt x="44" y="82"/>
                  <a:pt x="38" y="84"/>
                  <a:pt x="30" y="84"/>
                </a:cubicBezTo>
                <a:cubicBezTo>
                  <a:pt x="17" y="84"/>
                  <a:pt x="10" y="77"/>
                  <a:pt x="10" y="64"/>
                </a:cubicBezTo>
                <a:cubicBezTo>
                  <a:pt x="10" y="48"/>
                  <a:pt x="20" y="33"/>
                  <a:pt x="39" y="20"/>
                </a:cubicBezTo>
                <a:cubicBezTo>
                  <a:pt x="59" y="6"/>
                  <a:pt x="81" y="0"/>
                  <a:pt x="104" y="0"/>
                </a:cubicBezTo>
                <a:cubicBezTo>
                  <a:pt x="161" y="0"/>
                  <a:pt x="190" y="32"/>
                  <a:pt x="190" y="97"/>
                </a:cubicBezTo>
                <a:lnTo>
                  <a:pt x="190" y="181"/>
                </a:lnTo>
                <a:cubicBezTo>
                  <a:pt x="190" y="193"/>
                  <a:pt x="190" y="201"/>
                  <a:pt x="191" y="207"/>
                </a:cubicBezTo>
                <a:cubicBezTo>
                  <a:pt x="192" y="212"/>
                  <a:pt x="194" y="218"/>
                  <a:pt x="198" y="223"/>
                </a:cubicBezTo>
                <a:cubicBezTo>
                  <a:pt x="201" y="227"/>
                  <a:pt x="207" y="230"/>
                  <a:pt x="213" y="230"/>
                </a:cubicBezTo>
                <a:cubicBezTo>
                  <a:pt x="218" y="230"/>
                  <a:pt x="222" y="228"/>
                  <a:pt x="225" y="226"/>
                </a:cubicBezTo>
                <a:cubicBezTo>
                  <a:pt x="228" y="223"/>
                  <a:pt x="230" y="221"/>
                  <a:pt x="231" y="221"/>
                </a:cubicBezTo>
                <a:cubicBezTo>
                  <a:pt x="232" y="221"/>
                  <a:pt x="233" y="222"/>
                  <a:pt x="236" y="224"/>
                </a:cubicBezTo>
                <a:cubicBezTo>
                  <a:pt x="238" y="226"/>
                  <a:pt x="239" y="228"/>
                  <a:pt x="239" y="230"/>
                </a:cubicBezTo>
                <a:cubicBezTo>
                  <a:pt x="239" y="232"/>
                  <a:pt x="237" y="234"/>
                  <a:pt x="233" y="238"/>
                </a:cubicBezTo>
                <a:cubicBezTo>
                  <a:pt x="228" y="242"/>
                  <a:pt x="222" y="246"/>
                  <a:pt x="214" y="250"/>
                </a:cubicBezTo>
                <a:cubicBezTo>
                  <a:pt x="206" y="254"/>
                  <a:pt x="198" y="256"/>
                  <a:pt x="190" y="256"/>
                </a:cubicBezTo>
                <a:cubicBezTo>
                  <a:pt x="167" y="256"/>
                  <a:pt x="152" y="245"/>
                  <a:pt x="146" y="223"/>
                </a:cubicBezTo>
                <a:lnTo>
                  <a:pt x="145" y="223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7870320" y="4982760"/>
            <a:ext cx="47520" cy="133200"/>
          </a:xfrm>
          <a:custGeom>
            <a:avLst/>
            <a:gdLst/>
            <a:ahLst/>
            <a:rect l="0" t="0" r="r" b="b"/>
            <a:pathLst>
              <a:path w="132" h="370">
                <a:moveTo>
                  <a:pt x="46" y="9"/>
                </a:moveTo>
                <a:cubicBezTo>
                  <a:pt x="52" y="3"/>
                  <a:pt x="59" y="0"/>
                  <a:pt x="66" y="0"/>
                </a:cubicBezTo>
                <a:cubicBezTo>
                  <a:pt x="73" y="0"/>
                  <a:pt x="80" y="4"/>
                  <a:pt x="85" y="10"/>
                </a:cubicBezTo>
                <a:cubicBezTo>
                  <a:pt x="91" y="16"/>
                  <a:pt x="93" y="23"/>
                  <a:pt x="93" y="29"/>
                </a:cubicBezTo>
                <a:cubicBezTo>
                  <a:pt x="93" y="36"/>
                  <a:pt x="90" y="43"/>
                  <a:pt x="84" y="49"/>
                </a:cubicBezTo>
                <a:cubicBezTo>
                  <a:pt x="78" y="54"/>
                  <a:pt x="71" y="57"/>
                  <a:pt x="64" y="57"/>
                </a:cubicBezTo>
                <a:cubicBezTo>
                  <a:pt x="57" y="57"/>
                  <a:pt x="51" y="54"/>
                  <a:pt x="45" y="48"/>
                </a:cubicBezTo>
                <a:cubicBezTo>
                  <a:pt x="39" y="42"/>
                  <a:pt x="37" y="35"/>
                  <a:pt x="37" y="27"/>
                </a:cubicBezTo>
                <a:cubicBezTo>
                  <a:pt x="37" y="21"/>
                  <a:pt x="40" y="15"/>
                  <a:pt x="46" y="9"/>
                </a:cubicBezTo>
                <a:moveTo>
                  <a:pt x="88" y="299"/>
                </a:moveTo>
                <a:cubicBezTo>
                  <a:pt x="88" y="323"/>
                  <a:pt x="90" y="337"/>
                  <a:pt x="95" y="342"/>
                </a:cubicBezTo>
                <a:cubicBezTo>
                  <a:pt x="100" y="348"/>
                  <a:pt x="111" y="351"/>
                  <a:pt x="130" y="352"/>
                </a:cubicBezTo>
                <a:cubicBezTo>
                  <a:pt x="131" y="354"/>
                  <a:pt x="132" y="357"/>
                  <a:pt x="132" y="362"/>
                </a:cubicBezTo>
                <a:cubicBezTo>
                  <a:pt x="132" y="366"/>
                  <a:pt x="131" y="369"/>
                  <a:pt x="130" y="370"/>
                </a:cubicBezTo>
                <a:cubicBezTo>
                  <a:pt x="97" y="370"/>
                  <a:pt x="75" y="369"/>
                  <a:pt x="66" y="369"/>
                </a:cubicBezTo>
                <a:cubicBezTo>
                  <a:pt x="55" y="369"/>
                  <a:pt x="34" y="370"/>
                  <a:pt x="2" y="370"/>
                </a:cubicBezTo>
                <a:cubicBezTo>
                  <a:pt x="0" y="369"/>
                  <a:pt x="0" y="366"/>
                  <a:pt x="0" y="362"/>
                </a:cubicBezTo>
                <a:cubicBezTo>
                  <a:pt x="0" y="357"/>
                  <a:pt x="0" y="354"/>
                  <a:pt x="2" y="352"/>
                </a:cubicBezTo>
                <a:cubicBezTo>
                  <a:pt x="20" y="350"/>
                  <a:pt x="32" y="347"/>
                  <a:pt x="37" y="342"/>
                </a:cubicBezTo>
                <a:cubicBezTo>
                  <a:pt x="41" y="337"/>
                  <a:pt x="44" y="323"/>
                  <a:pt x="44" y="299"/>
                </a:cubicBezTo>
                <a:lnTo>
                  <a:pt x="44" y="189"/>
                </a:lnTo>
                <a:cubicBezTo>
                  <a:pt x="44" y="173"/>
                  <a:pt x="41" y="163"/>
                  <a:pt x="37" y="159"/>
                </a:cubicBezTo>
                <a:cubicBezTo>
                  <a:pt x="32" y="154"/>
                  <a:pt x="22" y="151"/>
                  <a:pt x="7" y="150"/>
                </a:cubicBezTo>
                <a:cubicBezTo>
                  <a:pt x="4" y="144"/>
                  <a:pt x="4" y="138"/>
                  <a:pt x="5" y="133"/>
                </a:cubicBezTo>
                <a:cubicBezTo>
                  <a:pt x="40" y="129"/>
                  <a:pt x="67" y="123"/>
                  <a:pt x="83" y="117"/>
                </a:cubicBezTo>
                <a:cubicBezTo>
                  <a:pt x="88" y="117"/>
                  <a:pt x="90" y="119"/>
                  <a:pt x="90" y="121"/>
                </a:cubicBezTo>
                <a:lnTo>
                  <a:pt x="90" y="126"/>
                </a:lnTo>
                <a:cubicBezTo>
                  <a:pt x="90" y="127"/>
                  <a:pt x="90" y="131"/>
                  <a:pt x="90" y="136"/>
                </a:cubicBezTo>
                <a:cubicBezTo>
                  <a:pt x="90" y="142"/>
                  <a:pt x="89" y="147"/>
                  <a:pt x="89" y="152"/>
                </a:cubicBezTo>
                <a:cubicBezTo>
                  <a:pt x="89" y="156"/>
                  <a:pt x="88" y="162"/>
                  <a:pt x="88" y="169"/>
                </a:cubicBezTo>
                <a:lnTo>
                  <a:pt x="88" y="186"/>
                </a:lnTo>
                <a:lnTo>
                  <a:pt x="88" y="29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7925040" y="5024880"/>
            <a:ext cx="104040" cy="91080"/>
          </a:xfrm>
          <a:custGeom>
            <a:avLst/>
            <a:gdLst/>
            <a:ahLst/>
            <a:rect l="0" t="0" r="r" b="b"/>
            <a:pathLst>
              <a:path w="289" h="253">
                <a:moveTo>
                  <a:pt x="93" y="48"/>
                </a:moveTo>
                <a:cubicBezTo>
                  <a:pt x="121" y="17"/>
                  <a:pt x="152" y="2"/>
                  <a:pt x="186" y="2"/>
                </a:cubicBezTo>
                <a:cubicBezTo>
                  <a:pt x="208" y="2"/>
                  <a:pt x="224" y="8"/>
                  <a:pt x="234" y="22"/>
                </a:cubicBezTo>
                <a:cubicBezTo>
                  <a:pt x="244" y="35"/>
                  <a:pt x="249" y="61"/>
                  <a:pt x="249" y="98"/>
                </a:cubicBezTo>
                <a:lnTo>
                  <a:pt x="249" y="182"/>
                </a:lnTo>
                <a:cubicBezTo>
                  <a:pt x="249" y="205"/>
                  <a:pt x="251" y="219"/>
                  <a:pt x="255" y="225"/>
                </a:cubicBezTo>
                <a:cubicBezTo>
                  <a:pt x="260" y="230"/>
                  <a:pt x="270" y="233"/>
                  <a:pt x="287" y="235"/>
                </a:cubicBezTo>
                <a:cubicBezTo>
                  <a:pt x="288" y="236"/>
                  <a:pt x="289" y="239"/>
                  <a:pt x="289" y="244"/>
                </a:cubicBezTo>
                <a:cubicBezTo>
                  <a:pt x="289" y="249"/>
                  <a:pt x="288" y="252"/>
                  <a:pt x="287" y="253"/>
                </a:cubicBezTo>
                <a:cubicBezTo>
                  <a:pt x="254" y="253"/>
                  <a:pt x="234" y="252"/>
                  <a:pt x="227" y="252"/>
                </a:cubicBezTo>
                <a:cubicBezTo>
                  <a:pt x="219" y="252"/>
                  <a:pt x="200" y="253"/>
                  <a:pt x="168" y="253"/>
                </a:cubicBezTo>
                <a:cubicBezTo>
                  <a:pt x="167" y="252"/>
                  <a:pt x="166" y="249"/>
                  <a:pt x="166" y="245"/>
                </a:cubicBezTo>
                <a:cubicBezTo>
                  <a:pt x="166" y="240"/>
                  <a:pt x="167" y="237"/>
                  <a:pt x="168" y="235"/>
                </a:cubicBezTo>
                <a:cubicBezTo>
                  <a:pt x="184" y="233"/>
                  <a:pt x="194" y="230"/>
                  <a:pt x="198" y="225"/>
                </a:cubicBezTo>
                <a:cubicBezTo>
                  <a:pt x="202" y="219"/>
                  <a:pt x="204" y="205"/>
                  <a:pt x="204" y="182"/>
                </a:cubicBezTo>
                <a:lnTo>
                  <a:pt x="204" y="96"/>
                </a:lnTo>
                <a:cubicBezTo>
                  <a:pt x="204" y="76"/>
                  <a:pt x="201" y="61"/>
                  <a:pt x="197" y="52"/>
                </a:cubicBezTo>
                <a:cubicBezTo>
                  <a:pt x="190" y="39"/>
                  <a:pt x="180" y="32"/>
                  <a:pt x="167" y="32"/>
                </a:cubicBezTo>
                <a:cubicBezTo>
                  <a:pt x="144" y="32"/>
                  <a:pt x="120" y="43"/>
                  <a:pt x="97" y="66"/>
                </a:cubicBezTo>
                <a:cubicBezTo>
                  <a:pt x="91" y="73"/>
                  <a:pt x="88" y="81"/>
                  <a:pt x="88" y="89"/>
                </a:cubicBezTo>
                <a:lnTo>
                  <a:pt x="88" y="182"/>
                </a:lnTo>
                <a:cubicBezTo>
                  <a:pt x="88" y="205"/>
                  <a:pt x="89" y="219"/>
                  <a:pt x="93" y="225"/>
                </a:cubicBezTo>
                <a:cubicBezTo>
                  <a:pt x="97" y="230"/>
                  <a:pt x="106" y="233"/>
                  <a:pt x="121" y="235"/>
                </a:cubicBezTo>
                <a:cubicBezTo>
                  <a:pt x="123" y="237"/>
                  <a:pt x="125" y="240"/>
                  <a:pt x="125" y="245"/>
                </a:cubicBezTo>
                <a:cubicBezTo>
                  <a:pt x="125" y="249"/>
                  <a:pt x="123" y="252"/>
                  <a:pt x="121" y="253"/>
                </a:cubicBezTo>
                <a:cubicBezTo>
                  <a:pt x="90" y="253"/>
                  <a:pt x="71" y="252"/>
                  <a:pt x="65" y="252"/>
                </a:cubicBezTo>
                <a:cubicBezTo>
                  <a:pt x="55" y="252"/>
                  <a:pt x="33" y="253"/>
                  <a:pt x="2" y="253"/>
                </a:cubicBezTo>
                <a:cubicBezTo>
                  <a:pt x="1" y="252"/>
                  <a:pt x="0" y="249"/>
                  <a:pt x="0" y="245"/>
                </a:cubicBezTo>
                <a:cubicBezTo>
                  <a:pt x="0" y="240"/>
                  <a:pt x="1" y="237"/>
                  <a:pt x="2" y="235"/>
                </a:cubicBezTo>
                <a:cubicBezTo>
                  <a:pt x="20" y="233"/>
                  <a:pt x="31" y="230"/>
                  <a:pt x="35" y="225"/>
                </a:cubicBezTo>
                <a:cubicBezTo>
                  <a:pt x="40" y="220"/>
                  <a:pt x="42" y="206"/>
                  <a:pt x="42" y="182"/>
                </a:cubicBezTo>
                <a:lnTo>
                  <a:pt x="42" y="72"/>
                </a:lnTo>
                <a:cubicBezTo>
                  <a:pt x="42" y="56"/>
                  <a:pt x="40" y="46"/>
                  <a:pt x="35" y="42"/>
                </a:cubicBezTo>
                <a:cubicBezTo>
                  <a:pt x="31" y="37"/>
                  <a:pt x="21" y="34"/>
                  <a:pt x="5" y="33"/>
                </a:cubicBezTo>
                <a:cubicBezTo>
                  <a:pt x="3" y="27"/>
                  <a:pt x="2" y="21"/>
                  <a:pt x="4" y="16"/>
                </a:cubicBezTo>
                <a:cubicBezTo>
                  <a:pt x="33" y="13"/>
                  <a:pt x="58" y="7"/>
                  <a:pt x="76" y="0"/>
                </a:cubicBezTo>
                <a:cubicBezTo>
                  <a:pt x="79" y="0"/>
                  <a:pt x="81" y="2"/>
                  <a:pt x="83" y="5"/>
                </a:cubicBezTo>
                <a:cubicBezTo>
                  <a:pt x="86" y="12"/>
                  <a:pt x="88" y="26"/>
                  <a:pt x="88" y="48"/>
                </a:cubicBezTo>
                <a:cubicBezTo>
                  <a:pt x="88" y="52"/>
                  <a:pt x="89" y="52"/>
                  <a:pt x="93" y="48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8037000" y="4996080"/>
            <a:ext cx="56520" cy="121680"/>
          </a:xfrm>
          <a:custGeom>
            <a:avLst/>
            <a:gdLst/>
            <a:ahLst/>
            <a:rect l="0" t="0" r="r" b="b"/>
            <a:pathLst>
              <a:path w="157" h="338">
                <a:moveTo>
                  <a:pt x="37" y="88"/>
                </a:moveTo>
                <a:lnTo>
                  <a:pt x="37" y="58"/>
                </a:lnTo>
                <a:cubicBezTo>
                  <a:pt x="37" y="49"/>
                  <a:pt x="36" y="43"/>
                  <a:pt x="36" y="39"/>
                </a:cubicBezTo>
                <a:cubicBezTo>
                  <a:pt x="36" y="35"/>
                  <a:pt x="35" y="32"/>
                  <a:pt x="35" y="30"/>
                </a:cubicBezTo>
                <a:lnTo>
                  <a:pt x="35" y="25"/>
                </a:lnTo>
                <a:lnTo>
                  <a:pt x="35" y="22"/>
                </a:lnTo>
                <a:cubicBezTo>
                  <a:pt x="35" y="20"/>
                  <a:pt x="36" y="19"/>
                  <a:pt x="37" y="18"/>
                </a:cubicBezTo>
                <a:cubicBezTo>
                  <a:pt x="39" y="17"/>
                  <a:pt x="40" y="16"/>
                  <a:pt x="42" y="16"/>
                </a:cubicBezTo>
                <a:cubicBezTo>
                  <a:pt x="43" y="15"/>
                  <a:pt x="46" y="14"/>
                  <a:pt x="49" y="13"/>
                </a:cubicBezTo>
                <a:cubicBezTo>
                  <a:pt x="52" y="12"/>
                  <a:pt x="54" y="12"/>
                  <a:pt x="57" y="11"/>
                </a:cubicBezTo>
                <a:cubicBezTo>
                  <a:pt x="58" y="10"/>
                  <a:pt x="61" y="8"/>
                  <a:pt x="65" y="6"/>
                </a:cubicBezTo>
                <a:cubicBezTo>
                  <a:pt x="68" y="4"/>
                  <a:pt x="72" y="3"/>
                  <a:pt x="74" y="2"/>
                </a:cubicBezTo>
                <a:cubicBezTo>
                  <a:pt x="77" y="1"/>
                  <a:pt x="78" y="0"/>
                  <a:pt x="80" y="0"/>
                </a:cubicBezTo>
                <a:cubicBezTo>
                  <a:pt x="83" y="0"/>
                  <a:pt x="84" y="2"/>
                  <a:pt x="84" y="6"/>
                </a:cubicBezTo>
                <a:cubicBezTo>
                  <a:pt x="83" y="21"/>
                  <a:pt x="82" y="41"/>
                  <a:pt x="82" y="66"/>
                </a:cubicBezTo>
                <a:lnTo>
                  <a:pt x="82" y="88"/>
                </a:lnTo>
                <a:lnTo>
                  <a:pt x="150" y="88"/>
                </a:lnTo>
                <a:cubicBezTo>
                  <a:pt x="153" y="88"/>
                  <a:pt x="155" y="89"/>
                  <a:pt x="155" y="91"/>
                </a:cubicBezTo>
                <a:lnTo>
                  <a:pt x="155" y="102"/>
                </a:lnTo>
                <a:cubicBezTo>
                  <a:pt x="155" y="108"/>
                  <a:pt x="150" y="110"/>
                  <a:pt x="141" y="110"/>
                </a:cubicBezTo>
                <a:lnTo>
                  <a:pt x="82" y="110"/>
                </a:lnTo>
                <a:lnTo>
                  <a:pt x="82" y="254"/>
                </a:lnTo>
                <a:cubicBezTo>
                  <a:pt x="82" y="272"/>
                  <a:pt x="83" y="286"/>
                  <a:pt x="86" y="295"/>
                </a:cubicBezTo>
                <a:cubicBezTo>
                  <a:pt x="88" y="303"/>
                  <a:pt x="93" y="307"/>
                  <a:pt x="100" y="307"/>
                </a:cubicBezTo>
                <a:cubicBezTo>
                  <a:pt x="118" y="307"/>
                  <a:pt x="133" y="302"/>
                  <a:pt x="147" y="291"/>
                </a:cubicBezTo>
                <a:cubicBezTo>
                  <a:pt x="153" y="291"/>
                  <a:pt x="156" y="294"/>
                  <a:pt x="157" y="300"/>
                </a:cubicBezTo>
                <a:cubicBezTo>
                  <a:pt x="135" y="325"/>
                  <a:pt x="109" y="338"/>
                  <a:pt x="80" y="338"/>
                </a:cubicBezTo>
                <a:cubicBezTo>
                  <a:pt x="51" y="338"/>
                  <a:pt x="37" y="319"/>
                  <a:pt x="37" y="282"/>
                </a:cubicBezTo>
                <a:lnTo>
                  <a:pt x="37" y="110"/>
                </a:lnTo>
                <a:lnTo>
                  <a:pt x="3" y="110"/>
                </a:lnTo>
                <a:cubicBezTo>
                  <a:pt x="1" y="110"/>
                  <a:pt x="0" y="109"/>
                  <a:pt x="0" y="106"/>
                </a:cubicBezTo>
                <a:lnTo>
                  <a:pt x="0" y="99"/>
                </a:lnTo>
                <a:cubicBezTo>
                  <a:pt x="0" y="92"/>
                  <a:pt x="3" y="88"/>
                  <a:pt x="10" y="88"/>
                </a:cubicBezTo>
                <a:lnTo>
                  <a:pt x="37" y="88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6807960" y="4065120"/>
            <a:ext cx="118440" cy="114840"/>
          </a:xfrm>
          <a:custGeom>
            <a:avLst/>
            <a:gdLst/>
            <a:ahLst/>
            <a:rect l="0" t="0" r="r" b="b"/>
            <a:pathLst>
              <a:path w="329" h="319">
                <a:moveTo>
                  <a:pt x="67" y="5"/>
                </a:moveTo>
                <a:lnTo>
                  <a:pt x="308" y="126"/>
                </a:lnTo>
                <a:cubicBezTo>
                  <a:pt x="336" y="140"/>
                  <a:pt x="336" y="180"/>
                  <a:pt x="308" y="193"/>
                </a:cubicBezTo>
                <a:lnTo>
                  <a:pt x="67" y="314"/>
                </a:lnTo>
                <a:cubicBezTo>
                  <a:pt x="36" y="330"/>
                  <a:pt x="0" y="307"/>
                  <a:pt x="0" y="273"/>
                </a:cubicBezTo>
                <a:lnTo>
                  <a:pt x="0" y="47"/>
                </a:lnTo>
                <a:cubicBezTo>
                  <a:pt x="0" y="12"/>
                  <a:pt x="36" y="-10"/>
                  <a:pt x="67" y="5"/>
                </a:cubicBezTo>
                <a:close/>
              </a:path>
            </a:pathLst>
          </a:custGeom>
          <a:solidFill>
            <a:srgbClr val="d79b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6788880" y="4122720"/>
            <a:ext cx="46080" cy="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6808680" y="3800520"/>
            <a:ext cx="118800" cy="114480"/>
          </a:xfrm>
          <a:custGeom>
            <a:avLst/>
            <a:gdLst/>
            <a:ahLst/>
            <a:rect l="0" t="0" r="r" b="b"/>
            <a:pathLst>
              <a:path w="330" h="318">
                <a:moveTo>
                  <a:pt x="67" y="4"/>
                </a:moveTo>
                <a:lnTo>
                  <a:pt x="309" y="125"/>
                </a:lnTo>
                <a:cubicBezTo>
                  <a:pt x="337" y="139"/>
                  <a:pt x="337" y="178"/>
                  <a:pt x="309" y="192"/>
                </a:cubicBezTo>
                <a:lnTo>
                  <a:pt x="67" y="313"/>
                </a:lnTo>
                <a:cubicBezTo>
                  <a:pt x="37" y="328"/>
                  <a:pt x="0" y="306"/>
                  <a:pt x="0" y="271"/>
                </a:cubicBezTo>
                <a:lnTo>
                  <a:pt x="0" y="46"/>
                </a:lnTo>
                <a:cubicBezTo>
                  <a:pt x="0" y="11"/>
                  <a:pt x="37" y="-11"/>
                  <a:pt x="67" y="4"/>
                </a:cubicBezTo>
                <a:close/>
              </a:path>
            </a:pathLst>
          </a:custGeom>
          <a:solidFill>
            <a:srgbClr val="d79b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6789600" y="3857400"/>
            <a:ext cx="46080" cy="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7491600" y="3060360"/>
            <a:ext cx="114840" cy="118440"/>
          </a:xfrm>
          <a:custGeom>
            <a:avLst/>
            <a:gdLst/>
            <a:ahLst/>
            <a:rect l="0" t="0" r="r" b="b"/>
            <a:pathLst>
              <a:path w="319" h="329">
                <a:moveTo>
                  <a:pt x="314" y="67"/>
                </a:moveTo>
                <a:lnTo>
                  <a:pt x="193" y="308"/>
                </a:lnTo>
                <a:cubicBezTo>
                  <a:pt x="179" y="336"/>
                  <a:pt x="140" y="336"/>
                  <a:pt x="126" y="308"/>
                </a:cubicBezTo>
                <a:lnTo>
                  <a:pt x="5" y="67"/>
                </a:lnTo>
                <a:cubicBezTo>
                  <a:pt x="-10" y="36"/>
                  <a:pt x="12" y="0"/>
                  <a:pt x="47" y="0"/>
                </a:cubicBezTo>
                <a:lnTo>
                  <a:pt x="272" y="0"/>
                </a:lnTo>
                <a:cubicBezTo>
                  <a:pt x="307" y="0"/>
                  <a:pt x="329" y="36"/>
                  <a:pt x="314" y="67"/>
                </a:cubicBezTo>
                <a:close/>
              </a:path>
            </a:pathLst>
          </a:custGeom>
          <a:solidFill>
            <a:srgbClr val="d79b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7548840" y="3040920"/>
            <a:ext cx="0" cy="4644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17280" bIns="-17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7884000" y="3061080"/>
            <a:ext cx="114840" cy="118800"/>
          </a:xfrm>
          <a:custGeom>
            <a:avLst/>
            <a:gdLst/>
            <a:ahLst/>
            <a:rect l="0" t="0" r="r" b="b"/>
            <a:pathLst>
              <a:path w="319" h="330">
                <a:moveTo>
                  <a:pt x="314" y="67"/>
                </a:moveTo>
                <a:lnTo>
                  <a:pt x="193" y="309"/>
                </a:lnTo>
                <a:cubicBezTo>
                  <a:pt x="179" y="336"/>
                  <a:pt x="139" y="336"/>
                  <a:pt x="126" y="309"/>
                </a:cubicBezTo>
                <a:lnTo>
                  <a:pt x="5" y="67"/>
                </a:lnTo>
                <a:cubicBezTo>
                  <a:pt x="-11" y="36"/>
                  <a:pt x="12" y="0"/>
                  <a:pt x="47" y="0"/>
                </a:cubicBezTo>
                <a:lnTo>
                  <a:pt x="272" y="0"/>
                </a:lnTo>
                <a:cubicBezTo>
                  <a:pt x="307" y="0"/>
                  <a:pt x="329" y="36"/>
                  <a:pt x="314" y="67"/>
                </a:cubicBezTo>
                <a:close/>
              </a:path>
            </a:pathLst>
          </a:custGeom>
          <a:solidFill>
            <a:srgbClr val="d79b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7941240" y="3042000"/>
            <a:ext cx="0" cy="4608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17640" bIns="-17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 flipV="1">
            <a:off x="7156800" y="3225960"/>
            <a:ext cx="0" cy="1372680"/>
          </a:xfrm>
          <a:prstGeom prst="line">
            <a:avLst/>
          </a:prstGeom>
          <a:ln cap="rnd" w="37800">
            <a:solidFill>
              <a:srgbClr val="f0f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7045200" y="3922920"/>
            <a:ext cx="114480" cy="118800"/>
          </a:xfrm>
          <a:custGeom>
            <a:avLst/>
            <a:gdLst/>
            <a:ahLst/>
            <a:rect l="0" t="0" r="r" b="b"/>
            <a:pathLst>
              <a:path w="318" h="330">
                <a:moveTo>
                  <a:pt x="313" y="67"/>
                </a:moveTo>
                <a:lnTo>
                  <a:pt x="193" y="309"/>
                </a:lnTo>
                <a:cubicBezTo>
                  <a:pt x="179" y="336"/>
                  <a:pt x="139" y="336"/>
                  <a:pt x="125" y="309"/>
                </a:cubicBezTo>
                <a:lnTo>
                  <a:pt x="5" y="67"/>
                </a:lnTo>
                <a:cubicBezTo>
                  <a:pt x="-11" y="37"/>
                  <a:pt x="12" y="0"/>
                  <a:pt x="46" y="0"/>
                </a:cubicBezTo>
                <a:lnTo>
                  <a:pt x="272" y="0"/>
                </a:lnTo>
                <a:cubicBezTo>
                  <a:pt x="306" y="0"/>
                  <a:pt x="329" y="37"/>
                  <a:pt x="313" y="67"/>
                </a:cubicBezTo>
                <a:close/>
              </a:path>
            </a:pathLst>
          </a:custGeom>
          <a:solidFill>
            <a:srgbClr val="96969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7102440" y="3903840"/>
            <a:ext cx="0" cy="46080"/>
          </a:xfrm>
          <a:prstGeom prst="line">
            <a:avLst/>
          </a:prstGeom>
          <a:ln cap="rnd" w="37800">
            <a:solidFill>
              <a:srgbClr val="9696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17640" bIns="-17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7045200" y="3953880"/>
            <a:ext cx="114480" cy="118440"/>
          </a:xfrm>
          <a:custGeom>
            <a:avLst/>
            <a:gdLst/>
            <a:ahLst/>
            <a:rect l="0" t="0" r="r" b="b"/>
            <a:pathLst>
              <a:path w="318" h="329">
                <a:moveTo>
                  <a:pt x="313" y="67"/>
                </a:moveTo>
                <a:lnTo>
                  <a:pt x="193" y="308"/>
                </a:lnTo>
                <a:cubicBezTo>
                  <a:pt x="179" y="336"/>
                  <a:pt x="139" y="336"/>
                  <a:pt x="125" y="308"/>
                </a:cubicBezTo>
                <a:lnTo>
                  <a:pt x="5" y="67"/>
                </a:lnTo>
                <a:cubicBezTo>
                  <a:pt x="-11" y="36"/>
                  <a:pt x="12" y="0"/>
                  <a:pt x="46" y="0"/>
                </a:cubicBezTo>
                <a:lnTo>
                  <a:pt x="272" y="0"/>
                </a:lnTo>
                <a:cubicBezTo>
                  <a:pt x="306" y="0"/>
                  <a:pt x="329" y="36"/>
                  <a:pt x="313" y="67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7102440" y="3934440"/>
            <a:ext cx="0" cy="46440"/>
          </a:xfrm>
          <a:prstGeom prst="line">
            <a:avLst/>
          </a:prstGeom>
          <a:ln cap="rnd" w="378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17280" bIns="-17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7214400" y="3943080"/>
            <a:ext cx="114840" cy="118800"/>
          </a:xfrm>
          <a:custGeom>
            <a:avLst/>
            <a:gdLst/>
            <a:ahLst/>
            <a:rect l="0" t="0" r="r" b="b"/>
            <a:pathLst>
              <a:path w="319" h="330">
                <a:moveTo>
                  <a:pt x="5" y="263"/>
                </a:moveTo>
                <a:lnTo>
                  <a:pt x="126" y="21"/>
                </a:lnTo>
                <a:cubicBezTo>
                  <a:pt x="140" y="-7"/>
                  <a:pt x="179" y="-7"/>
                  <a:pt x="193" y="21"/>
                </a:cubicBezTo>
                <a:lnTo>
                  <a:pt x="314" y="263"/>
                </a:lnTo>
                <a:cubicBezTo>
                  <a:pt x="329" y="293"/>
                  <a:pt x="307" y="330"/>
                  <a:pt x="272" y="330"/>
                </a:cubicBezTo>
                <a:lnTo>
                  <a:pt x="47" y="330"/>
                </a:lnTo>
                <a:cubicBezTo>
                  <a:pt x="12" y="330"/>
                  <a:pt x="-10" y="293"/>
                  <a:pt x="5" y="263"/>
                </a:cubicBezTo>
                <a:close/>
              </a:path>
            </a:pathLst>
          </a:custGeom>
          <a:solidFill>
            <a:srgbClr val="96969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 flipV="1">
            <a:off x="7271640" y="4034880"/>
            <a:ext cx="0" cy="46080"/>
          </a:xfrm>
          <a:prstGeom prst="line">
            <a:avLst/>
          </a:prstGeom>
          <a:ln cap="rnd" w="37800">
            <a:solidFill>
              <a:srgbClr val="9696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17640" bIns="-17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7214400" y="3915720"/>
            <a:ext cx="114840" cy="118800"/>
          </a:xfrm>
          <a:custGeom>
            <a:avLst/>
            <a:gdLst/>
            <a:ahLst/>
            <a:rect l="0" t="0" r="r" b="b"/>
            <a:pathLst>
              <a:path w="319" h="330">
                <a:moveTo>
                  <a:pt x="5" y="262"/>
                </a:moveTo>
                <a:lnTo>
                  <a:pt x="126" y="21"/>
                </a:lnTo>
                <a:cubicBezTo>
                  <a:pt x="140" y="-7"/>
                  <a:pt x="179" y="-7"/>
                  <a:pt x="193" y="21"/>
                </a:cubicBezTo>
                <a:lnTo>
                  <a:pt x="314" y="262"/>
                </a:lnTo>
                <a:cubicBezTo>
                  <a:pt x="329" y="293"/>
                  <a:pt x="307" y="330"/>
                  <a:pt x="272" y="330"/>
                </a:cubicBezTo>
                <a:lnTo>
                  <a:pt x="47" y="330"/>
                </a:lnTo>
                <a:cubicBezTo>
                  <a:pt x="12" y="330"/>
                  <a:pt x="-10" y="293"/>
                  <a:pt x="5" y="262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 flipV="1">
            <a:off x="7271640" y="4007160"/>
            <a:ext cx="0" cy="46440"/>
          </a:xfrm>
          <a:prstGeom prst="line">
            <a:avLst/>
          </a:prstGeom>
          <a:ln cap="rnd" w="3780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17280" bIns="-172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6970320" y="4544640"/>
            <a:ext cx="1382400" cy="0"/>
          </a:xfrm>
          <a:prstGeom prst="line">
            <a:avLst/>
          </a:prstGeom>
          <a:ln cap="rnd" w="37800">
            <a:solidFill>
              <a:srgbClr val="f0f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6964920" y="3408120"/>
            <a:ext cx="1387800" cy="0"/>
          </a:xfrm>
          <a:prstGeom prst="line">
            <a:avLst/>
          </a:prstGeom>
          <a:ln cap="rnd" w="37800">
            <a:solidFill>
              <a:srgbClr val="f0f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 flipV="1">
            <a:off x="7548840" y="3225960"/>
            <a:ext cx="0" cy="137268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6950880" y="4146840"/>
            <a:ext cx="1478880" cy="37800"/>
          </a:xfrm>
          <a:custGeom>
            <a:avLst/>
            <a:gdLst/>
            <a:ahLst/>
            <a:rect l="0" t="0" r="r" b="b"/>
            <a:pathLst>
              <a:path w="4108" h="105">
                <a:moveTo>
                  <a:pt x="0" y="0"/>
                </a:moveTo>
                <a:lnTo>
                  <a:pt x="4108" y="0"/>
                </a:lnTo>
                <a:lnTo>
                  <a:pt x="4108" y="105"/>
                </a:lnTo>
                <a:lnTo>
                  <a:pt x="0" y="1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-7200" bIns="-7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6969960" y="4122720"/>
            <a:ext cx="1459440" cy="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7444440" y="4060800"/>
            <a:ext cx="209160" cy="209880"/>
          </a:xfrm>
          <a:custGeom>
            <a:avLst/>
            <a:gdLst/>
            <a:ahLst/>
            <a:rect l="0" t="0" r="r" b="b"/>
            <a:pathLst>
              <a:path w="581" h="583">
                <a:moveTo>
                  <a:pt x="581" y="291"/>
                </a:moveTo>
                <a:cubicBezTo>
                  <a:pt x="581" y="452"/>
                  <a:pt x="451" y="583"/>
                  <a:pt x="290" y="583"/>
                </a:cubicBezTo>
                <a:cubicBezTo>
                  <a:pt x="130" y="583"/>
                  <a:pt x="0" y="452"/>
                  <a:pt x="0" y="291"/>
                </a:cubicBezTo>
                <a:cubicBezTo>
                  <a:pt x="0" y="131"/>
                  <a:pt x="130" y="0"/>
                  <a:pt x="290" y="0"/>
                </a:cubicBezTo>
                <a:cubicBezTo>
                  <a:pt x="451" y="0"/>
                  <a:pt x="581" y="131"/>
                  <a:pt x="581" y="291"/>
                </a:cubicBezTo>
                <a:close/>
              </a:path>
            </a:pathLst>
          </a:custGeom>
          <a:solidFill>
            <a:srgbClr val="aaaaa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7444440" y="4017960"/>
            <a:ext cx="209160" cy="209520"/>
          </a:xfrm>
          <a:custGeom>
            <a:avLst/>
            <a:gdLst/>
            <a:ahLst/>
            <a:rect l="0" t="0" r="r" b="b"/>
            <a:pathLst>
              <a:path w="581" h="582">
                <a:moveTo>
                  <a:pt x="581" y="291"/>
                </a:moveTo>
                <a:cubicBezTo>
                  <a:pt x="581" y="452"/>
                  <a:pt x="451" y="582"/>
                  <a:pt x="290" y="582"/>
                </a:cubicBezTo>
                <a:cubicBezTo>
                  <a:pt x="130" y="582"/>
                  <a:pt x="0" y="452"/>
                  <a:pt x="0" y="291"/>
                </a:cubicBezTo>
                <a:cubicBezTo>
                  <a:pt x="0" y="130"/>
                  <a:pt x="130" y="0"/>
                  <a:pt x="290" y="0"/>
                </a:cubicBezTo>
                <a:cubicBezTo>
                  <a:pt x="451" y="0"/>
                  <a:pt x="581" y="130"/>
                  <a:pt x="581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 flipV="1">
            <a:off x="8333640" y="3234960"/>
            <a:ext cx="0" cy="1309680"/>
          </a:xfrm>
          <a:prstGeom prst="line">
            <a:avLst/>
          </a:prstGeom>
          <a:ln cap="rnd" w="37800">
            <a:solidFill>
              <a:srgbClr val="f0f0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6950880" y="3798720"/>
            <a:ext cx="1478880" cy="37800"/>
          </a:xfrm>
          <a:custGeom>
            <a:avLst/>
            <a:gdLst/>
            <a:ahLst/>
            <a:rect l="0" t="0" r="r" b="b"/>
            <a:pathLst>
              <a:path w="4108" h="105">
                <a:moveTo>
                  <a:pt x="0" y="0"/>
                </a:moveTo>
                <a:lnTo>
                  <a:pt x="4108" y="0"/>
                </a:lnTo>
                <a:lnTo>
                  <a:pt x="4108" y="105"/>
                </a:lnTo>
                <a:lnTo>
                  <a:pt x="0" y="1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/>
          </a:blipFill>
          <a:ln w="0">
            <a:noFill/>
          </a:ln>
        </p:spPr>
        <p:txBody>
          <a:bodyPr lIns="90000" rIns="90000" tIns="-7200" bIns="-7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 flipV="1">
            <a:off x="7941240" y="3225960"/>
            <a:ext cx="0" cy="137268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6969960" y="3857400"/>
            <a:ext cx="1459440" cy="0"/>
          </a:xfrm>
          <a:prstGeom prst="line">
            <a:avLst/>
          </a:prstGeom>
          <a:ln cap="rnd" w="37800">
            <a:solidFill>
              <a:srgbClr val="d79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7836480" y="371268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2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1" y="583"/>
                  <a:pt x="0" y="452"/>
                  <a:pt x="0" y="292"/>
                </a:cubicBezTo>
                <a:cubicBezTo>
                  <a:pt x="0" y="131"/>
                  <a:pt x="131" y="0"/>
                  <a:pt x="291" y="0"/>
                </a:cubicBezTo>
                <a:cubicBezTo>
                  <a:pt x="452" y="0"/>
                  <a:pt x="582" y="131"/>
                  <a:pt x="582" y="292"/>
                </a:cubicBezTo>
                <a:close/>
              </a:path>
            </a:pathLst>
          </a:custGeom>
          <a:solidFill>
            <a:srgbClr val="aaaaa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7836480" y="3752640"/>
            <a:ext cx="209520" cy="209880"/>
          </a:xfrm>
          <a:custGeom>
            <a:avLst/>
            <a:gdLst/>
            <a:ahLst/>
            <a:rect l="0" t="0" r="r" b="b"/>
            <a:pathLst>
              <a:path w="582" h="583">
                <a:moveTo>
                  <a:pt x="582" y="291"/>
                </a:moveTo>
                <a:cubicBezTo>
                  <a:pt x="582" y="452"/>
                  <a:pt x="452" y="583"/>
                  <a:pt x="291" y="583"/>
                </a:cubicBezTo>
                <a:cubicBezTo>
                  <a:pt x="131" y="583"/>
                  <a:pt x="0" y="452"/>
                  <a:pt x="0" y="291"/>
                </a:cubicBezTo>
                <a:cubicBezTo>
                  <a:pt x="0" y="131"/>
                  <a:pt x="131" y="0"/>
                  <a:pt x="291" y="0"/>
                </a:cubicBezTo>
                <a:cubicBezTo>
                  <a:pt x="452" y="0"/>
                  <a:pt x="582" y="131"/>
                  <a:pt x="582" y="29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2787480" y="1796760"/>
            <a:ext cx="231120" cy="446760"/>
          </a:xfrm>
          <a:custGeom>
            <a:avLst/>
            <a:gdLst/>
            <a:ahLst/>
            <a:rect l="0" t="0" r="r" b="b"/>
            <a:pathLst>
              <a:path w="642" h="1241">
                <a:moveTo>
                  <a:pt x="0" y="385"/>
                </a:moveTo>
                <a:lnTo>
                  <a:pt x="642" y="0"/>
                </a:lnTo>
                <a:lnTo>
                  <a:pt x="642" y="1241"/>
                </a:lnTo>
                <a:lnTo>
                  <a:pt x="0" y="856"/>
                </a:lnTo>
                <a:lnTo>
                  <a:pt x="0" y="385"/>
                </a:lnTo>
                <a:close/>
              </a:path>
            </a:pathLst>
          </a:custGeom>
          <a:solidFill>
            <a:srgbClr val="fff2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2026-02-12T16:12:03Z</dcterms:created>
  <dc:creator/>
  <dc:description/>
  <dc:language>en-US</dc:language>
  <cp:lastModifiedBy/>
  <dcterms:modified xsi:type="dcterms:W3CDTF">2026-02-12T16:12:05Z</dcterms:modified>
  <cp:revision>1</cp:revision>
  <dc:subject/>
  <dc:title/>
</cp:coreProperties>
</file>