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C737A4-FCA0-48DE-BF73-4088233DAC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745984A-7E3D-4F1C-8CFB-54979EA11BB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6.png"/><Relationship Id="rId9" Type="http://schemas.openxmlformats.org/officeDocument/2006/relationships/image" Target="../media/image6.png"/><Relationship Id="rId10" Type="http://schemas.openxmlformats.org/officeDocument/2006/relationships/image" Target="../media/image6.png"/><Relationship Id="rId1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574720" y="315000"/>
            <a:ext cx="4924080" cy="2643120"/>
          </a:xfrm>
          <a:custGeom>
            <a:avLst/>
            <a:gdLst/>
            <a:ahLst/>
            <a:rect l="0" t="0" r="r" b="b"/>
            <a:pathLst>
              <a:path w="13678" h="7342">
                <a:moveTo>
                  <a:pt x="13678" y="153"/>
                </a:moveTo>
                <a:lnTo>
                  <a:pt x="13678" y="7342"/>
                </a:lnTo>
                <a:lnTo>
                  <a:pt x="0" y="7342"/>
                </a:lnTo>
                <a:lnTo>
                  <a:pt x="0" y="150"/>
                </a:lnTo>
                <a:cubicBezTo>
                  <a:pt x="5" y="68"/>
                  <a:pt x="42" y="5"/>
                  <a:pt x="88" y="0"/>
                </a:cubicBezTo>
                <a:lnTo>
                  <a:pt x="13590" y="0"/>
                </a:lnTo>
                <a:cubicBezTo>
                  <a:pt x="13637" y="5"/>
                  <a:pt x="13674" y="70"/>
                  <a:pt x="13678" y="153"/>
                </a:cubicBezTo>
                <a:close/>
              </a:path>
            </a:pathLst>
          </a:custGeom>
          <a:solidFill>
            <a:srgbClr val="d5e8d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2580480" y="2957400"/>
            <a:ext cx="4918320" cy="522720"/>
          </a:xfrm>
          <a:custGeom>
            <a:avLst/>
            <a:gdLst/>
            <a:ahLst/>
            <a:rect l="0" t="0" r="r" b="b"/>
            <a:pathLst>
              <a:path w="13662" h="1452">
                <a:moveTo>
                  <a:pt x="0" y="0"/>
                </a:moveTo>
                <a:lnTo>
                  <a:pt x="13662" y="0"/>
                </a:lnTo>
                <a:lnTo>
                  <a:pt x="13662" y="1452"/>
                </a:lnTo>
                <a:lnTo>
                  <a:pt x="0" y="1452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2574720" y="3478680"/>
            <a:ext cx="4924080" cy="1844280"/>
          </a:xfrm>
          <a:custGeom>
            <a:avLst/>
            <a:gdLst/>
            <a:ahLst/>
            <a:rect l="0" t="0" r="r" b="b"/>
            <a:pathLst>
              <a:path w="13678" h="5123">
                <a:moveTo>
                  <a:pt x="13636" y="5123"/>
                </a:moveTo>
                <a:lnTo>
                  <a:pt x="41" y="5123"/>
                </a:lnTo>
                <a:cubicBezTo>
                  <a:pt x="19" y="5092"/>
                  <a:pt x="3" y="5041"/>
                  <a:pt x="0" y="4982"/>
                </a:cubicBezTo>
                <a:lnTo>
                  <a:pt x="0" y="0"/>
                </a:lnTo>
                <a:lnTo>
                  <a:pt x="13678" y="0"/>
                </a:lnTo>
                <a:lnTo>
                  <a:pt x="13678" y="4978"/>
                </a:lnTo>
                <a:cubicBezTo>
                  <a:pt x="13676" y="5039"/>
                  <a:pt x="13660" y="5091"/>
                  <a:pt x="13636" y="5123"/>
                </a:cubicBezTo>
                <a:close/>
              </a:path>
            </a:pathLst>
          </a:custGeom>
          <a:solidFill>
            <a:srgbClr val="f8ce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007440" y="380520"/>
            <a:ext cx="45000" cy="4992840"/>
          </a:xfrm>
          <a:custGeom>
            <a:avLst/>
            <a:gdLst/>
            <a:ahLst/>
            <a:rect l="0" t="0" r="r" b="b"/>
            <a:pathLst>
              <a:path w="125" h="13869">
                <a:moveTo>
                  <a:pt x="0" y="0"/>
                </a:moveTo>
                <a:lnTo>
                  <a:pt x="125" y="0"/>
                </a:lnTo>
                <a:lnTo>
                  <a:pt x="125" y="13869"/>
                </a:lnTo>
                <a:lnTo>
                  <a:pt x="0" y="138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2644560" y="743400"/>
            <a:ext cx="4848120" cy="45720"/>
          </a:xfrm>
          <a:custGeom>
            <a:avLst/>
            <a:gdLst/>
            <a:ahLst/>
            <a:rect l="0" t="0" r="r" b="b"/>
            <a:pathLst>
              <a:path w="13467" h="127">
                <a:moveTo>
                  <a:pt x="0" y="0"/>
                </a:moveTo>
                <a:lnTo>
                  <a:pt x="13467" y="0"/>
                </a:lnTo>
                <a:lnTo>
                  <a:pt x="13467" y="127"/>
                </a:lnTo>
                <a:lnTo>
                  <a:pt x="0" y="12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tretch/>
          </a:blipFill>
          <a:ln w="0">
            <a:noFill/>
          </a:ln>
        </p:spPr>
        <p:txBody>
          <a:bodyPr lIns="90000" rIns="90000" tIns="720" bIns="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2644200" y="3872880"/>
            <a:ext cx="4847760" cy="45720"/>
          </a:xfrm>
          <a:custGeom>
            <a:avLst/>
            <a:gdLst/>
            <a:ahLst/>
            <a:rect l="0" t="0" r="r" b="b"/>
            <a:pathLst>
              <a:path w="13466" h="127">
                <a:moveTo>
                  <a:pt x="0" y="0"/>
                </a:moveTo>
                <a:lnTo>
                  <a:pt x="13466" y="0"/>
                </a:lnTo>
                <a:lnTo>
                  <a:pt x="13466" y="127"/>
                </a:lnTo>
                <a:lnTo>
                  <a:pt x="0" y="12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tretch/>
          </a:blipFill>
          <a:ln w="0">
            <a:noFill/>
          </a:ln>
        </p:spPr>
        <p:txBody>
          <a:bodyPr lIns="90000" rIns="90000" tIns="720" bIns="7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2644200" y="1653480"/>
            <a:ext cx="4847760" cy="45360"/>
          </a:xfrm>
          <a:custGeom>
            <a:avLst/>
            <a:gdLst/>
            <a:ahLst/>
            <a:rect l="0" t="0" r="r" b="b"/>
            <a:pathLst>
              <a:path w="13466" h="126">
                <a:moveTo>
                  <a:pt x="0" y="0"/>
                </a:moveTo>
                <a:lnTo>
                  <a:pt x="13466" y="0"/>
                </a:lnTo>
                <a:lnTo>
                  <a:pt x="13466" y="126"/>
                </a:lnTo>
                <a:lnTo>
                  <a:pt x="0" y="1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tretch/>
          </a:blipFill>
          <a:ln w="0">
            <a:noFill/>
          </a:ln>
        </p:spPr>
        <p:txBody>
          <a:bodyPr lIns="90000" rIns="90000" tIns="360" bIns="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2644200" y="2526840"/>
            <a:ext cx="4847760" cy="45360"/>
          </a:xfrm>
          <a:custGeom>
            <a:avLst/>
            <a:gdLst/>
            <a:ahLst/>
            <a:rect l="0" t="0" r="r" b="b"/>
            <a:pathLst>
              <a:path w="13466" h="126">
                <a:moveTo>
                  <a:pt x="0" y="0"/>
                </a:moveTo>
                <a:lnTo>
                  <a:pt x="13466" y="0"/>
                </a:lnTo>
                <a:lnTo>
                  <a:pt x="13466" y="126"/>
                </a:lnTo>
                <a:lnTo>
                  <a:pt x="0" y="12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tretch/>
          </a:blipFill>
          <a:ln w="0">
            <a:noFill/>
          </a:ln>
        </p:spPr>
        <p:txBody>
          <a:bodyPr lIns="90000" rIns="90000" tIns="360" bIns="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818880" y="380520"/>
            <a:ext cx="45000" cy="4992840"/>
          </a:xfrm>
          <a:custGeom>
            <a:avLst/>
            <a:gdLst/>
            <a:ahLst/>
            <a:rect l="0" t="0" r="r" b="b"/>
            <a:pathLst>
              <a:path w="125" h="13869">
                <a:moveTo>
                  <a:pt x="0" y="0"/>
                </a:moveTo>
                <a:lnTo>
                  <a:pt x="125" y="0"/>
                </a:lnTo>
                <a:lnTo>
                  <a:pt x="125" y="13869"/>
                </a:lnTo>
                <a:lnTo>
                  <a:pt x="0" y="138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4608720" y="379800"/>
            <a:ext cx="45360" cy="4992840"/>
          </a:xfrm>
          <a:custGeom>
            <a:avLst/>
            <a:gdLst/>
            <a:ahLst/>
            <a:rect l="0" t="0" r="r" b="b"/>
            <a:pathLst>
              <a:path w="126" h="13869">
                <a:moveTo>
                  <a:pt x="0" y="0"/>
                </a:moveTo>
                <a:lnTo>
                  <a:pt x="126" y="0"/>
                </a:lnTo>
                <a:lnTo>
                  <a:pt x="126" y="13869"/>
                </a:lnTo>
                <a:lnTo>
                  <a:pt x="0" y="138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419800" y="379800"/>
            <a:ext cx="45360" cy="4992840"/>
          </a:xfrm>
          <a:custGeom>
            <a:avLst/>
            <a:gdLst/>
            <a:ahLst/>
            <a:rect l="0" t="0" r="r" b="b"/>
            <a:pathLst>
              <a:path w="126" h="13869">
                <a:moveTo>
                  <a:pt x="0" y="0"/>
                </a:moveTo>
                <a:lnTo>
                  <a:pt x="126" y="0"/>
                </a:lnTo>
                <a:lnTo>
                  <a:pt x="126" y="13869"/>
                </a:lnTo>
                <a:lnTo>
                  <a:pt x="0" y="138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209640" y="379800"/>
            <a:ext cx="45360" cy="4992840"/>
          </a:xfrm>
          <a:custGeom>
            <a:avLst/>
            <a:gdLst/>
            <a:ahLst/>
            <a:rect l="0" t="0" r="r" b="b"/>
            <a:pathLst>
              <a:path w="126" h="13869">
                <a:moveTo>
                  <a:pt x="0" y="0"/>
                </a:moveTo>
                <a:lnTo>
                  <a:pt x="126" y="0"/>
                </a:lnTo>
                <a:lnTo>
                  <a:pt x="126" y="13869"/>
                </a:lnTo>
                <a:lnTo>
                  <a:pt x="0" y="138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7021080" y="379800"/>
            <a:ext cx="45360" cy="4992840"/>
          </a:xfrm>
          <a:custGeom>
            <a:avLst/>
            <a:gdLst/>
            <a:ahLst/>
            <a:rect l="0" t="0" r="r" b="b"/>
            <a:pathLst>
              <a:path w="126" h="13869">
                <a:moveTo>
                  <a:pt x="0" y="0"/>
                </a:moveTo>
                <a:lnTo>
                  <a:pt x="126" y="0"/>
                </a:lnTo>
                <a:lnTo>
                  <a:pt x="126" y="13869"/>
                </a:lnTo>
                <a:lnTo>
                  <a:pt x="0" y="1386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0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2574720" y="321480"/>
            <a:ext cx="4929840" cy="5026680"/>
          </a:xfrm>
          <a:custGeom>
            <a:avLst/>
            <a:gdLst/>
            <a:ahLst/>
            <a:rect l="0" t="0" r="r" b="b"/>
            <a:pathLst>
              <a:path w="13694" h="13963">
                <a:moveTo>
                  <a:pt x="381" y="0"/>
                </a:moveTo>
                <a:lnTo>
                  <a:pt x="13313" y="0"/>
                </a:lnTo>
                <a:cubicBezTo>
                  <a:pt x="13524" y="0"/>
                  <a:pt x="13694" y="170"/>
                  <a:pt x="13694" y="381"/>
                </a:cubicBezTo>
                <a:lnTo>
                  <a:pt x="13694" y="13581"/>
                </a:lnTo>
                <a:cubicBezTo>
                  <a:pt x="13694" y="13792"/>
                  <a:pt x="13524" y="13963"/>
                  <a:pt x="13313" y="13963"/>
                </a:cubicBezTo>
                <a:lnTo>
                  <a:pt x="381" y="13963"/>
                </a:lnTo>
                <a:cubicBezTo>
                  <a:pt x="170" y="13963"/>
                  <a:pt x="0" y="13792"/>
                  <a:pt x="0" y="13581"/>
                </a:cubicBezTo>
                <a:lnTo>
                  <a:pt x="0" y="381"/>
                </a:lnTo>
                <a:cubicBezTo>
                  <a:pt x="0" y="170"/>
                  <a:pt x="170" y="0"/>
                  <a:pt x="381" y="0"/>
                </a:cubicBezTo>
                <a:close/>
              </a:path>
            </a:pathLst>
          </a:custGeom>
          <a:noFill/>
          <a:ln cap="rnd" w="75960">
            <a:solidFill>
              <a:srgbClr val="000000"/>
            </a:solidFill>
            <a:round/>
          </a:ln>
        </p:spPr>
        <p:txBody>
          <a:bodyPr lIns="127800" rIns="127800" tIns="82800" bIns="82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2835000" y="1454040"/>
            <a:ext cx="412920" cy="412560"/>
          </a:xfrm>
          <a:custGeom>
            <a:avLst/>
            <a:gdLst/>
            <a:ahLst/>
            <a:rect l="0" t="0" r="r" b="b"/>
            <a:pathLst>
              <a:path w="1147" h="1146">
                <a:moveTo>
                  <a:pt x="1147" y="573"/>
                </a:moveTo>
                <a:cubicBezTo>
                  <a:pt x="1147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7" y="256"/>
                  <a:pt x="1147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2835000" y="1454040"/>
            <a:ext cx="412920" cy="412560"/>
          </a:xfrm>
          <a:custGeom>
            <a:avLst/>
            <a:gdLst/>
            <a:ahLst/>
            <a:rect l="0" t="0" r="r" b="b"/>
            <a:pathLst>
              <a:path w="1147" h="1146">
                <a:moveTo>
                  <a:pt x="1147" y="573"/>
                </a:moveTo>
                <a:cubicBezTo>
                  <a:pt x="1147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7" y="256"/>
                  <a:pt x="1147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247720" y="2336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90" y="1146"/>
                  <a:pt x="573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3" y="0"/>
                </a:cubicBezTo>
                <a:cubicBezTo>
                  <a:pt x="890" y="0"/>
                  <a:pt x="1146" y="256"/>
                  <a:pt x="1146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247720" y="2336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90" y="1146"/>
                  <a:pt x="573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3" y="0"/>
                </a:cubicBezTo>
                <a:cubicBezTo>
                  <a:pt x="890" y="0"/>
                  <a:pt x="1146" y="256"/>
                  <a:pt x="1146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4448160" y="2336040"/>
            <a:ext cx="412920" cy="412560"/>
          </a:xfrm>
          <a:custGeom>
            <a:avLst/>
            <a:gdLst/>
            <a:ahLst/>
            <a:rect l="0" t="0" r="r" b="b"/>
            <a:pathLst>
              <a:path w="1147" h="1146">
                <a:moveTo>
                  <a:pt x="1147" y="573"/>
                </a:moveTo>
                <a:cubicBezTo>
                  <a:pt x="1147" y="889"/>
                  <a:pt x="890" y="1146"/>
                  <a:pt x="574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4" y="0"/>
                </a:cubicBezTo>
                <a:cubicBezTo>
                  <a:pt x="890" y="0"/>
                  <a:pt x="1147" y="256"/>
                  <a:pt x="1147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4448160" y="2336040"/>
            <a:ext cx="412920" cy="412560"/>
          </a:xfrm>
          <a:custGeom>
            <a:avLst/>
            <a:gdLst/>
            <a:ahLst/>
            <a:rect l="0" t="0" r="r" b="b"/>
            <a:pathLst>
              <a:path w="1147" h="1146">
                <a:moveTo>
                  <a:pt x="1147" y="573"/>
                </a:moveTo>
                <a:cubicBezTo>
                  <a:pt x="1147" y="889"/>
                  <a:pt x="890" y="1146"/>
                  <a:pt x="574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4" y="0"/>
                </a:cubicBezTo>
                <a:cubicBezTo>
                  <a:pt x="890" y="0"/>
                  <a:pt x="1147" y="256"/>
                  <a:pt x="1147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648600" y="2336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6" y="256"/>
                  <a:pt x="1146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3648600" y="2336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6" y="256"/>
                  <a:pt x="1146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047640" y="2336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90" y="1146"/>
                  <a:pt x="573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3" y="0"/>
                </a:cubicBezTo>
                <a:cubicBezTo>
                  <a:pt x="890" y="0"/>
                  <a:pt x="1146" y="256"/>
                  <a:pt x="1146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047640" y="2336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90" y="1146"/>
                  <a:pt x="573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3" y="0"/>
                </a:cubicBezTo>
                <a:cubicBezTo>
                  <a:pt x="890" y="0"/>
                  <a:pt x="1146" y="256"/>
                  <a:pt x="1146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847560" y="2336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6" y="256"/>
                  <a:pt x="1146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847560" y="2336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6" y="256"/>
                  <a:pt x="1146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247720" y="1454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90" y="1146"/>
                  <a:pt x="573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3" y="0"/>
                </a:cubicBezTo>
                <a:cubicBezTo>
                  <a:pt x="890" y="0"/>
                  <a:pt x="1146" y="256"/>
                  <a:pt x="1146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247720" y="1454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90" y="1146"/>
                  <a:pt x="573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3" y="0"/>
                </a:cubicBezTo>
                <a:cubicBezTo>
                  <a:pt x="890" y="0"/>
                  <a:pt x="1146" y="256"/>
                  <a:pt x="1146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448160" y="1454040"/>
            <a:ext cx="412920" cy="412560"/>
          </a:xfrm>
          <a:custGeom>
            <a:avLst/>
            <a:gdLst/>
            <a:ahLst/>
            <a:rect l="0" t="0" r="r" b="b"/>
            <a:pathLst>
              <a:path w="1147" h="1146">
                <a:moveTo>
                  <a:pt x="1147" y="573"/>
                </a:moveTo>
                <a:cubicBezTo>
                  <a:pt x="1147" y="889"/>
                  <a:pt x="890" y="1146"/>
                  <a:pt x="574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4" y="0"/>
                </a:cubicBezTo>
                <a:cubicBezTo>
                  <a:pt x="890" y="0"/>
                  <a:pt x="1147" y="256"/>
                  <a:pt x="1147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4448160" y="1454040"/>
            <a:ext cx="412920" cy="412560"/>
          </a:xfrm>
          <a:custGeom>
            <a:avLst/>
            <a:gdLst/>
            <a:ahLst/>
            <a:rect l="0" t="0" r="r" b="b"/>
            <a:pathLst>
              <a:path w="1147" h="1146">
                <a:moveTo>
                  <a:pt x="1147" y="573"/>
                </a:moveTo>
                <a:cubicBezTo>
                  <a:pt x="1147" y="889"/>
                  <a:pt x="890" y="1146"/>
                  <a:pt x="574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4" y="0"/>
                </a:cubicBezTo>
                <a:cubicBezTo>
                  <a:pt x="890" y="0"/>
                  <a:pt x="1147" y="256"/>
                  <a:pt x="1147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3648600" y="1454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6" y="256"/>
                  <a:pt x="1146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648600" y="1454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6" y="256"/>
                  <a:pt x="1146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047640" y="1454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90" y="1146"/>
                  <a:pt x="573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3" y="0"/>
                </a:cubicBezTo>
                <a:cubicBezTo>
                  <a:pt x="890" y="0"/>
                  <a:pt x="1146" y="256"/>
                  <a:pt x="1146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047640" y="1454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90" y="1146"/>
                  <a:pt x="573" y="1146"/>
                </a:cubicBezTo>
                <a:cubicBezTo>
                  <a:pt x="257" y="1146"/>
                  <a:pt x="0" y="889"/>
                  <a:pt x="0" y="573"/>
                </a:cubicBezTo>
                <a:cubicBezTo>
                  <a:pt x="0" y="256"/>
                  <a:pt x="257" y="0"/>
                  <a:pt x="573" y="0"/>
                </a:cubicBezTo>
                <a:cubicBezTo>
                  <a:pt x="890" y="0"/>
                  <a:pt x="1146" y="256"/>
                  <a:pt x="1146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847560" y="1454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6" y="256"/>
                  <a:pt x="1146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847560" y="1454040"/>
            <a:ext cx="412560" cy="412560"/>
          </a:xfrm>
          <a:custGeom>
            <a:avLst/>
            <a:gdLst/>
            <a:ahLst/>
            <a:rect l="0" t="0" r="r" b="b"/>
            <a:pathLst>
              <a:path w="1146" h="1146">
                <a:moveTo>
                  <a:pt x="1146" y="573"/>
                </a:moveTo>
                <a:cubicBezTo>
                  <a:pt x="1146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6" y="256"/>
                  <a:pt x="1146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2835000" y="2336040"/>
            <a:ext cx="412920" cy="412560"/>
          </a:xfrm>
          <a:custGeom>
            <a:avLst/>
            <a:gdLst/>
            <a:ahLst/>
            <a:rect l="0" t="0" r="r" b="b"/>
            <a:pathLst>
              <a:path w="1147" h="1146">
                <a:moveTo>
                  <a:pt x="1147" y="573"/>
                </a:moveTo>
                <a:cubicBezTo>
                  <a:pt x="1147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7" y="256"/>
                  <a:pt x="1147" y="57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2835000" y="2336040"/>
            <a:ext cx="412920" cy="412560"/>
          </a:xfrm>
          <a:custGeom>
            <a:avLst/>
            <a:gdLst/>
            <a:ahLst/>
            <a:rect l="0" t="0" r="r" b="b"/>
            <a:pathLst>
              <a:path w="1147" h="1146">
                <a:moveTo>
                  <a:pt x="1147" y="573"/>
                </a:moveTo>
                <a:cubicBezTo>
                  <a:pt x="1147" y="889"/>
                  <a:pt x="889" y="1146"/>
                  <a:pt x="573" y="1146"/>
                </a:cubicBezTo>
                <a:cubicBezTo>
                  <a:pt x="256" y="1146"/>
                  <a:pt x="0" y="889"/>
                  <a:pt x="0" y="573"/>
                </a:cubicBezTo>
                <a:cubicBezTo>
                  <a:pt x="0" y="256"/>
                  <a:pt x="256" y="0"/>
                  <a:pt x="573" y="0"/>
                </a:cubicBezTo>
                <a:cubicBezTo>
                  <a:pt x="889" y="0"/>
                  <a:pt x="1147" y="256"/>
                  <a:pt x="1147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835000" y="568440"/>
            <a:ext cx="412920" cy="412920"/>
          </a:xfrm>
          <a:custGeom>
            <a:avLst/>
            <a:gdLst/>
            <a:ahLst/>
            <a:rect l="0" t="0" r="r" b="b"/>
            <a:pathLst>
              <a:path w="1147" h="1147">
                <a:moveTo>
                  <a:pt x="1147" y="574"/>
                </a:moveTo>
                <a:cubicBezTo>
                  <a:pt x="1147" y="890"/>
                  <a:pt x="889" y="1147"/>
                  <a:pt x="573" y="1147"/>
                </a:cubicBezTo>
                <a:cubicBezTo>
                  <a:pt x="256" y="1147"/>
                  <a:pt x="0" y="890"/>
                  <a:pt x="0" y="574"/>
                </a:cubicBezTo>
                <a:cubicBezTo>
                  <a:pt x="0" y="257"/>
                  <a:pt x="256" y="0"/>
                  <a:pt x="573" y="0"/>
                </a:cubicBezTo>
                <a:cubicBezTo>
                  <a:pt x="889" y="0"/>
                  <a:pt x="1147" y="257"/>
                  <a:pt x="1147" y="57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835000" y="568440"/>
            <a:ext cx="412920" cy="412920"/>
          </a:xfrm>
          <a:custGeom>
            <a:avLst/>
            <a:gdLst/>
            <a:ahLst/>
            <a:rect l="0" t="0" r="r" b="b"/>
            <a:pathLst>
              <a:path w="1147" h="1147">
                <a:moveTo>
                  <a:pt x="1147" y="574"/>
                </a:moveTo>
                <a:cubicBezTo>
                  <a:pt x="1147" y="890"/>
                  <a:pt x="889" y="1147"/>
                  <a:pt x="573" y="1147"/>
                </a:cubicBezTo>
                <a:cubicBezTo>
                  <a:pt x="256" y="1147"/>
                  <a:pt x="0" y="890"/>
                  <a:pt x="0" y="574"/>
                </a:cubicBezTo>
                <a:cubicBezTo>
                  <a:pt x="0" y="257"/>
                  <a:pt x="256" y="0"/>
                  <a:pt x="573" y="0"/>
                </a:cubicBezTo>
                <a:cubicBezTo>
                  <a:pt x="889" y="0"/>
                  <a:pt x="1147" y="257"/>
                  <a:pt x="1147" y="574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5234400" y="568440"/>
            <a:ext cx="412560" cy="412920"/>
          </a:xfrm>
          <a:custGeom>
            <a:avLst/>
            <a:gdLst/>
            <a:ahLst/>
            <a:rect l="0" t="0" r="r" b="b"/>
            <a:pathLst>
              <a:path w="1146" h="1147">
                <a:moveTo>
                  <a:pt x="1146" y="574"/>
                </a:moveTo>
                <a:cubicBezTo>
                  <a:pt x="1146" y="890"/>
                  <a:pt x="890" y="1147"/>
                  <a:pt x="573" y="1147"/>
                </a:cubicBezTo>
                <a:cubicBezTo>
                  <a:pt x="257" y="1147"/>
                  <a:pt x="0" y="890"/>
                  <a:pt x="0" y="574"/>
                </a:cubicBezTo>
                <a:cubicBezTo>
                  <a:pt x="0" y="257"/>
                  <a:pt x="257" y="0"/>
                  <a:pt x="573" y="0"/>
                </a:cubicBezTo>
                <a:cubicBezTo>
                  <a:pt x="890" y="0"/>
                  <a:pt x="1146" y="257"/>
                  <a:pt x="1146" y="57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234400" y="568440"/>
            <a:ext cx="412560" cy="412920"/>
          </a:xfrm>
          <a:custGeom>
            <a:avLst/>
            <a:gdLst/>
            <a:ahLst/>
            <a:rect l="0" t="0" r="r" b="b"/>
            <a:pathLst>
              <a:path w="1146" h="1147">
                <a:moveTo>
                  <a:pt x="1146" y="574"/>
                </a:moveTo>
                <a:cubicBezTo>
                  <a:pt x="1146" y="890"/>
                  <a:pt x="890" y="1147"/>
                  <a:pt x="573" y="1147"/>
                </a:cubicBezTo>
                <a:cubicBezTo>
                  <a:pt x="257" y="1147"/>
                  <a:pt x="0" y="890"/>
                  <a:pt x="0" y="574"/>
                </a:cubicBezTo>
                <a:cubicBezTo>
                  <a:pt x="0" y="257"/>
                  <a:pt x="257" y="0"/>
                  <a:pt x="573" y="0"/>
                </a:cubicBezTo>
                <a:cubicBezTo>
                  <a:pt x="890" y="0"/>
                  <a:pt x="1146" y="257"/>
                  <a:pt x="1146" y="574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4434840" y="568440"/>
            <a:ext cx="412920" cy="412920"/>
          </a:xfrm>
          <a:custGeom>
            <a:avLst/>
            <a:gdLst/>
            <a:ahLst/>
            <a:rect l="0" t="0" r="r" b="b"/>
            <a:pathLst>
              <a:path w="1147" h="1147">
                <a:moveTo>
                  <a:pt x="573" y="1147"/>
                </a:moveTo>
                <a:cubicBezTo>
                  <a:pt x="256" y="1147"/>
                  <a:pt x="0" y="890"/>
                  <a:pt x="0" y="574"/>
                </a:cubicBezTo>
                <a:cubicBezTo>
                  <a:pt x="0" y="257"/>
                  <a:pt x="256" y="0"/>
                  <a:pt x="573" y="0"/>
                </a:cubicBezTo>
                <a:cubicBezTo>
                  <a:pt x="889" y="0"/>
                  <a:pt x="1147" y="257"/>
                  <a:pt x="1147" y="574"/>
                </a:cubicBezTo>
                <a:cubicBezTo>
                  <a:pt x="1147" y="890"/>
                  <a:pt x="889" y="1147"/>
                  <a:pt x="573" y="114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4434840" y="568440"/>
            <a:ext cx="412920" cy="412920"/>
          </a:xfrm>
          <a:custGeom>
            <a:avLst/>
            <a:gdLst/>
            <a:ahLst/>
            <a:rect l="0" t="0" r="r" b="b"/>
            <a:pathLst>
              <a:path w="1147" h="1147">
                <a:moveTo>
                  <a:pt x="1147" y="574"/>
                </a:moveTo>
                <a:cubicBezTo>
                  <a:pt x="1147" y="890"/>
                  <a:pt x="889" y="1147"/>
                  <a:pt x="573" y="1147"/>
                </a:cubicBezTo>
                <a:cubicBezTo>
                  <a:pt x="256" y="1147"/>
                  <a:pt x="0" y="890"/>
                  <a:pt x="0" y="574"/>
                </a:cubicBezTo>
                <a:cubicBezTo>
                  <a:pt x="0" y="257"/>
                  <a:pt x="256" y="0"/>
                  <a:pt x="573" y="0"/>
                </a:cubicBezTo>
                <a:cubicBezTo>
                  <a:pt x="889" y="0"/>
                  <a:pt x="1147" y="257"/>
                  <a:pt x="1147" y="574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635280" y="568440"/>
            <a:ext cx="412560" cy="412920"/>
          </a:xfrm>
          <a:custGeom>
            <a:avLst/>
            <a:gdLst/>
            <a:ahLst/>
            <a:rect l="0" t="0" r="r" b="b"/>
            <a:pathLst>
              <a:path w="1146" h="1147">
                <a:moveTo>
                  <a:pt x="1146" y="574"/>
                </a:moveTo>
                <a:cubicBezTo>
                  <a:pt x="1146" y="890"/>
                  <a:pt x="889" y="1147"/>
                  <a:pt x="573" y="1147"/>
                </a:cubicBezTo>
                <a:cubicBezTo>
                  <a:pt x="256" y="1147"/>
                  <a:pt x="0" y="890"/>
                  <a:pt x="0" y="574"/>
                </a:cubicBezTo>
                <a:cubicBezTo>
                  <a:pt x="0" y="257"/>
                  <a:pt x="256" y="0"/>
                  <a:pt x="573" y="0"/>
                </a:cubicBezTo>
                <a:cubicBezTo>
                  <a:pt x="889" y="0"/>
                  <a:pt x="1146" y="257"/>
                  <a:pt x="1146" y="57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3635280" y="568440"/>
            <a:ext cx="412560" cy="412920"/>
          </a:xfrm>
          <a:custGeom>
            <a:avLst/>
            <a:gdLst/>
            <a:ahLst/>
            <a:rect l="0" t="0" r="r" b="b"/>
            <a:pathLst>
              <a:path w="1146" h="1147">
                <a:moveTo>
                  <a:pt x="1146" y="574"/>
                </a:moveTo>
                <a:cubicBezTo>
                  <a:pt x="1146" y="890"/>
                  <a:pt x="889" y="1147"/>
                  <a:pt x="573" y="1147"/>
                </a:cubicBezTo>
                <a:cubicBezTo>
                  <a:pt x="256" y="1147"/>
                  <a:pt x="0" y="890"/>
                  <a:pt x="0" y="574"/>
                </a:cubicBezTo>
                <a:cubicBezTo>
                  <a:pt x="0" y="257"/>
                  <a:pt x="256" y="0"/>
                  <a:pt x="573" y="0"/>
                </a:cubicBezTo>
                <a:cubicBezTo>
                  <a:pt x="889" y="0"/>
                  <a:pt x="1146" y="257"/>
                  <a:pt x="1146" y="574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034320" y="568440"/>
            <a:ext cx="412560" cy="412920"/>
          </a:xfrm>
          <a:custGeom>
            <a:avLst/>
            <a:gdLst/>
            <a:ahLst/>
            <a:rect l="0" t="0" r="r" b="b"/>
            <a:pathLst>
              <a:path w="1146" h="1147">
                <a:moveTo>
                  <a:pt x="1146" y="574"/>
                </a:moveTo>
                <a:cubicBezTo>
                  <a:pt x="1146" y="890"/>
                  <a:pt x="890" y="1147"/>
                  <a:pt x="573" y="1147"/>
                </a:cubicBezTo>
                <a:cubicBezTo>
                  <a:pt x="257" y="1147"/>
                  <a:pt x="0" y="890"/>
                  <a:pt x="0" y="574"/>
                </a:cubicBezTo>
                <a:cubicBezTo>
                  <a:pt x="0" y="257"/>
                  <a:pt x="256" y="0"/>
                  <a:pt x="573" y="0"/>
                </a:cubicBezTo>
                <a:cubicBezTo>
                  <a:pt x="889" y="0"/>
                  <a:pt x="1146" y="257"/>
                  <a:pt x="1146" y="57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034320" y="568440"/>
            <a:ext cx="412560" cy="412920"/>
          </a:xfrm>
          <a:custGeom>
            <a:avLst/>
            <a:gdLst/>
            <a:ahLst/>
            <a:rect l="0" t="0" r="r" b="b"/>
            <a:pathLst>
              <a:path w="1146" h="1147">
                <a:moveTo>
                  <a:pt x="1146" y="574"/>
                </a:moveTo>
                <a:cubicBezTo>
                  <a:pt x="1146" y="890"/>
                  <a:pt x="890" y="1147"/>
                  <a:pt x="573" y="1147"/>
                </a:cubicBezTo>
                <a:cubicBezTo>
                  <a:pt x="257" y="1147"/>
                  <a:pt x="0" y="890"/>
                  <a:pt x="0" y="574"/>
                </a:cubicBezTo>
                <a:cubicBezTo>
                  <a:pt x="0" y="257"/>
                  <a:pt x="256" y="0"/>
                  <a:pt x="573" y="0"/>
                </a:cubicBezTo>
                <a:cubicBezTo>
                  <a:pt x="889" y="0"/>
                  <a:pt x="1146" y="257"/>
                  <a:pt x="1146" y="574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834240" y="568440"/>
            <a:ext cx="412560" cy="412920"/>
          </a:xfrm>
          <a:custGeom>
            <a:avLst/>
            <a:gdLst/>
            <a:ahLst/>
            <a:rect l="0" t="0" r="r" b="b"/>
            <a:pathLst>
              <a:path w="1146" h="1147">
                <a:moveTo>
                  <a:pt x="1146" y="574"/>
                </a:moveTo>
                <a:cubicBezTo>
                  <a:pt x="1146" y="890"/>
                  <a:pt x="889" y="1147"/>
                  <a:pt x="573" y="1147"/>
                </a:cubicBezTo>
                <a:cubicBezTo>
                  <a:pt x="256" y="1147"/>
                  <a:pt x="0" y="890"/>
                  <a:pt x="0" y="574"/>
                </a:cubicBezTo>
                <a:cubicBezTo>
                  <a:pt x="0" y="257"/>
                  <a:pt x="256" y="0"/>
                  <a:pt x="573" y="0"/>
                </a:cubicBezTo>
                <a:cubicBezTo>
                  <a:pt x="889" y="0"/>
                  <a:pt x="1146" y="257"/>
                  <a:pt x="1146" y="57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6834240" y="568440"/>
            <a:ext cx="412560" cy="412920"/>
          </a:xfrm>
          <a:custGeom>
            <a:avLst/>
            <a:gdLst/>
            <a:ahLst/>
            <a:rect l="0" t="0" r="r" b="b"/>
            <a:pathLst>
              <a:path w="1146" h="1147">
                <a:moveTo>
                  <a:pt x="1146" y="574"/>
                </a:moveTo>
                <a:cubicBezTo>
                  <a:pt x="1146" y="890"/>
                  <a:pt x="889" y="1147"/>
                  <a:pt x="573" y="1147"/>
                </a:cubicBezTo>
                <a:cubicBezTo>
                  <a:pt x="256" y="1147"/>
                  <a:pt x="0" y="890"/>
                  <a:pt x="0" y="574"/>
                </a:cubicBezTo>
                <a:cubicBezTo>
                  <a:pt x="0" y="257"/>
                  <a:pt x="256" y="0"/>
                  <a:pt x="573" y="0"/>
                </a:cubicBezTo>
                <a:cubicBezTo>
                  <a:pt x="889" y="0"/>
                  <a:pt x="1146" y="257"/>
                  <a:pt x="1146" y="574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4616640" y="3685680"/>
            <a:ext cx="412920" cy="412920"/>
          </a:xfrm>
          <a:custGeom>
            <a:avLst/>
            <a:gdLst/>
            <a:ahLst/>
            <a:rect l="0" t="0" r="r" b="b"/>
            <a:pathLst>
              <a:path w="1147" h="1147">
                <a:moveTo>
                  <a:pt x="1147" y="573"/>
                </a:moveTo>
                <a:cubicBezTo>
                  <a:pt x="1147" y="890"/>
                  <a:pt x="890" y="1147"/>
                  <a:pt x="574" y="1147"/>
                </a:cubicBezTo>
                <a:cubicBezTo>
                  <a:pt x="257" y="1147"/>
                  <a:pt x="0" y="890"/>
                  <a:pt x="0" y="573"/>
                </a:cubicBezTo>
                <a:cubicBezTo>
                  <a:pt x="0" y="257"/>
                  <a:pt x="257" y="0"/>
                  <a:pt x="574" y="0"/>
                </a:cubicBezTo>
                <a:cubicBezTo>
                  <a:pt x="890" y="0"/>
                  <a:pt x="1147" y="257"/>
                  <a:pt x="1147" y="573"/>
                </a:cubicBezTo>
                <a:close/>
              </a:path>
            </a:pathLst>
          </a:custGeom>
          <a:noFill/>
          <a:ln cap="sq" w="71280">
            <a:solidFill>
              <a:srgbClr val="000000"/>
            </a:solidFill>
            <a:round/>
          </a:ln>
        </p:spPr>
        <p:txBody>
          <a:bodyPr lIns="125640" rIns="125640" tIns="80640" bIns="806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869800" y="3863160"/>
            <a:ext cx="182160" cy="291960"/>
          </a:xfrm>
          <a:custGeom>
            <a:avLst/>
            <a:gdLst/>
            <a:ahLst/>
            <a:rect l="0" t="0" r="r" b="b"/>
            <a:pathLst>
              <a:path w="506" h="811">
                <a:moveTo>
                  <a:pt x="445" y="33"/>
                </a:moveTo>
                <a:cubicBezTo>
                  <a:pt x="375" y="23"/>
                  <a:pt x="378" y="0"/>
                  <a:pt x="260" y="0"/>
                </a:cubicBezTo>
                <a:cubicBezTo>
                  <a:pt x="137" y="0"/>
                  <a:pt x="29" y="81"/>
                  <a:pt x="29" y="210"/>
                </a:cubicBezTo>
                <a:cubicBezTo>
                  <a:pt x="29" y="339"/>
                  <a:pt x="133" y="397"/>
                  <a:pt x="240" y="437"/>
                </a:cubicBezTo>
                <a:cubicBezTo>
                  <a:pt x="314" y="466"/>
                  <a:pt x="404" y="500"/>
                  <a:pt x="404" y="618"/>
                </a:cubicBezTo>
                <a:cubicBezTo>
                  <a:pt x="404" y="716"/>
                  <a:pt x="348" y="767"/>
                  <a:pt x="252" y="767"/>
                </a:cubicBezTo>
                <a:cubicBezTo>
                  <a:pt x="138" y="767"/>
                  <a:pt x="65" y="716"/>
                  <a:pt x="39" y="595"/>
                </a:cubicBezTo>
                <a:cubicBezTo>
                  <a:pt x="24" y="590"/>
                  <a:pt x="11" y="592"/>
                  <a:pt x="0" y="598"/>
                </a:cubicBezTo>
                <a:cubicBezTo>
                  <a:pt x="5" y="692"/>
                  <a:pt x="10" y="723"/>
                  <a:pt x="24" y="783"/>
                </a:cubicBezTo>
                <a:cubicBezTo>
                  <a:pt x="101" y="783"/>
                  <a:pt x="133" y="811"/>
                  <a:pt x="241" y="811"/>
                </a:cubicBezTo>
                <a:cubicBezTo>
                  <a:pt x="297" y="811"/>
                  <a:pt x="349" y="797"/>
                  <a:pt x="392" y="772"/>
                </a:cubicBezTo>
                <a:cubicBezTo>
                  <a:pt x="461" y="728"/>
                  <a:pt x="506" y="653"/>
                  <a:pt x="506" y="575"/>
                </a:cubicBezTo>
                <a:cubicBezTo>
                  <a:pt x="506" y="447"/>
                  <a:pt x="408" y="390"/>
                  <a:pt x="308" y="353"/>
                </a:cubicBezTo>
                <a:cubicBezTo>
                  <a:pt x="237" y="325"/>
                  <a:pt x="115" y="280"/>
                  <a:pt x="115" y="177"/>
                </a:cubicBezTo>
                <a:cubicBezTo>
                  <a:pt x="115" y="109"/>
                  <a:pt x="177" y="41"/>
                  <a:pt x="247" y="41"/>
                </a:cubicBezTo>
                <a:cubicBezTo>
                  <a:pt x="366" y="41"/>
                  <a:pt x="404" y="117"/>
                  <a:pt x="428" y="197"/>
                </a:cubicBezTo>
                <a:cubicBezTo>
                  <a:pt x="440" y="199"/>
                  <a:pt x="456" y="198"/>
                  <a:pt x="467" y="189"/>
                </a:cubicBezTo>
                <a:cubicBezTo>
                  <a:pt x="463" y="131"/>
                  <a:pt x="459" y="97"/>
                  <a:pt x="445" y="33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075720" y="3845880"/>
            <a:ext cx="224280" cy="305640"/>
          </a:xfrm>
          <a:custGeom>
            <a:avLst/>
            <a:gdLst/>
            <a:ahLst/>
            <a:rect l="0" t="0" r="r" b="b"/>
            <a:pathLst>
              <a:path w="623" h="849">
                <a:moveTo>
                  <a:pt x="186" y="501"/>
                </a:moveTo>
                <a:cubicBezTo>
                  <a:pt x="186" y="474"/>
                  <a:pt x="197" y="459"/>
                  <a:pt x="207" y="448"/>
                </a:cubicBezTo>
                <a:cubicBezTo>
                  <a:pt x="253" y="404"/>
                  <a:pt x="314" y="377"/>
                  <a:pt x="362" y="377"/>
                </a:cubicBezTo>
                <a:cubicBezTo>
                  <a:pt x="386" y="377"/>
                  <a:pt x="412" y="394"/>
                  <a:pt x="426" y="421"/>
                </a:cubicBezTo>
                <a:cubicBezTo>
                  <a:pt x="439" y="445"/>
                  <a:pt x="441" y="478"/>
                  <a:pt x="441" y="514"/>
                </a:cubicBezTo>
                <a:lnTo>
                  <a:pt x="441" y="698"/>
                </a:lnTo>
                <a:cubicBezTo>
                  <a:pt x="441" y="798"/>
                  <a:pt x="429" y="803"/>
                  <a:pt x="366" y="809"/>
                </a:cubicBezTo>
                <a:cubicBezTo>
                  <a:pt x="360" y="816"/>
                  <a:pt x="360" y="842"/>
                  <a:pt x="366" y="849"/>
                </a:cubicBezTo>
                <a:cubicBezTo>
                  <a:pt x="400" y="848"/>
                  <a:pt x="441" y="846"/>
                  <a:pt x="489" y="846"/>
                </a:cubicBezTo>
                <a:cubicBezTo>
                  <a:pt x="538" y="846"/>
                  <a:pt x="578" y="848"/>
                  <a:pt x="618" y="849"/>
                </a:cubicBezTo>
                <a:cubicBezTo>
                  <a:pt x="624" y="842"/>
                  <a:pt x="624" y="816"/>
                  <a:pt x="618" y="809"/>
                </a:cubicBezTo>
                <a:cubicBezTo>
                  <a:pt x="550" y="803"/>
                  <a:pt x="537" y="798"/>
                  <a:pt x="537" y="698"/>
                </a:cubicBezTo>
                <a:lnTo>
                  <a:pt x="537" y="518"/>
                </a:lnTo>
                <a:cubicBezTo>
                  <a:pt x="537" y="451"/>
                  <a:pt x="532" y="393"/>
                  <a:pt x="504" y="355"/>
                </a:cubicBezTo>
                <a:cubicBezTo>
                  <a:pt x="483" y="328"/>
                  <a:pt x="446" y="314"/>
                  <a:pt x="403" y="314"/>
                </a:cubicBezTo>
                <a:cubicBezTo>
                  <a:pt x="343" y="314"/>
                  <a:pt x="271" y="330"/>
                  <a:pt x="197" y="412"/>
                </a:cubicBezTo>
                <a:cubicBezTo>
                  <a:pt x="192" y="417"/>
                  <a:pt x="185" y="429"/>
                  <a:pt x="185" y="412"/>
                </a:cubicBezTo>
                <a:lnTo>
                  <a:pt x="186" y="139"/>
                </a:lnTo>
                <a:cubicBezTo>
                  <a:pt x="186" y="60"/>
                  <a:pt x="191" y="12"/>
                  <a:pt x="191" y="12"/>
                </a:cubicBezTo>
                <a:cubicBezTo>
                  <a:pt x="191" y="3"/>
                  <a:pt x="186" y="0"/>
                  <a:pt x="175" y="0"/>
                </a:cubicBezTo>
                <a:cubicBezTo>
                  <a:pt x="145" y="12"/>
                  <a:pt x="54" y="29"/>
                  <a:pt x="5" y="32"/>
                </a:cubicBezTo>
                <a:cubicBezTo>
                  <a:pt x="3" y="42"/>
                  <a:pt x="5" y="61"/>
                  <a:pt x="13" y="69"/>
                </a:cubicBezTo>
                <a:cubicBezTo>
                  <a:pt x="76" y="72"/>
                  <a:pt x="90" y="66"/>
                  <a:pt x="90" y="168"/>
                </a:cubicBezTo>
                <a:lnTo>
                  <a:pt x="90" y="698"/>
                </a:lnTo>
                <a:cubicBezTo>
                  <a:pt x="90" y="799"/>
                  <a:pt x="76" y="804"/>
                  <a:pt x="5" y="809"/>
                </a:cubicBezTo>
                <a:cubicBezTo>
                  <a:pt x="-2" y="816"/>
                  <a:pt x="-2" y="842"/>
                  <a:pt x="5" y="849"/>
                </a:cubicBezTo>
                <a:cubicBezTo>
                  <a:pt x="45" y="848"/>
                  <a:pt x="90" y="846"/>
                  <a:pt x="139" y="846"/>
                </a:cubicBezTo>
                <a:cubicBezTo>
                  <a:pt x="185" y="846"/>
                  <a:pt x="224" y="848"/>
                  <a:pt x="258" y="849"/>
                </a:cubicBezTo>
                <a:cubicBezTo>
                  <a:pt x="265" y="842"/>
                  <a:pt x="265" y="816"/>
                  <a:pt x="258" y="809"/>
                </a:cubicBezTo>
                <a:cubicBezTo>
                  <a:pt x="197" y="804"/>
                  <a:pt x="186" y="799"/>
                  <a:pt x="186" y="698"/>
                </a:cubicBezTo>
                <a:lnTo>
                  <a:pt x="186" y="501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322680" y="3958920"/>
            <a:ext cx="184320" cy="196200"/>
          </a:xfrm>
          <a:custGeom>
            <a:avLst/>
            <a:gdLst/>
            <a:ahLst/>
            <a:rect l="0" t="0" r="r" b="b"/>
            <a:pathLst>
              <a:path w="512" h="545">
                <a:moveTo>
                  <a:pt x="255" y="545"/>
                </a:moveTo>
                <a:cubicBezTo>
                  <a:pt x="332" y="545"/>
                  <a:pt x="391" y="518"/>
                  <a:pt x="432" y="477"/>
                </a:cubicBezTo>
                <a:cubicBezTo>
                  <a:pt x="487" y="424"/>
                  <a:pt x="512" y="348"/>
                  <a:pt x="512" y="273"/>
                </a:cubicBezTo>
                <a:cubicBezTo>
                  <a:pt x="512" y="147"/>
                  <a:pt x="443" y="0"/>
                  <a:pt x="257" y="0"/>
                </a:cubicBezTo>
                <a:cubicBezTo>
                  <a:pt x="177" y="0"/>
                  <a:pt x="110" y="33"/>
                  <a:pt x="67" y="85"/>
                </a:cubicBezTo>
                <a:cubicBezTo>
                  <a:pt x="23" y="137"/>
                  <a:pt x="0" y="207"/>
                  <a:pt x="0" y="284"/>
                </a:cubicBezTo>
                <a:cubicBezTo>
                  <a:pt x="0" y="407"/>
                  <a:pt x="83" y="545"/>
                  <a:pt x="255" y="545"/>
                </a:cubicBezTo>
                <a:moveTo>
                  <a:pt x="408" y="312"/>
                </a:moveTo>
                <a:cubicBezTo>
                  <a:pt x="408" y="464"/>
                  <a:pt x="329" y="502"/>
                  <a:pt x="272" y="502"/>
                </a:cubicBezTo>
                <a:cubicBezTo>
                  <a:pt x="146" y="502"/>
                  <a:pt x="104" y="349"/>
                  <a:pt x="104" y="256"/>
                </a:cubicBezTo>
                <a:cubicBezTo>
                  <a:pt x="104" y="150"/>
                  <a:pt x="130" y="42"/>
                  <a:pt x="239" y="42"/>
                </a:cubicBezTo>
                <a:cubicBezTo>
                  <a:pt x="343" y="42"/>
                  <a:pt x="408" y="137"/>
                  <a:pt x="408" y="312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534360" y="3957480"/>
            <a:ext cx="146880" cy="194040"/>
          </a:xfrm>
          <a:custGeom>
            <a:avLst/>
            <a:gdLst/>
            <a:ahLst/>
            <a:rect l="0" t="0" r="r" b="b"/>
            <a:pathLst>
              <a:path w="408" h="539">
                <a:moveTo>
                  <a:pt x="187" y="102"/>
                </a:moveTo>
                <a:cubicBezTo>
                  <a:pt x="185" y="54"/>
                  <a:pt x="182" y="23"/>
                  <a:pt x="178" y="10"/>
                </a:cubicBezTo>
                <a:cubicBezTo>
                  <a:pt x="174" y="5"/>
                  <a:pt x="173" y="0"/>
                  <a:pt x="163" y="0"/>
                </a:cubicBezTo>
                <a:cubicBezTo>
                  <a:pt x="129" y="14"/>
                  <a:pt x="97" y="24"/>
                  <a:pt x="14" y="35"/>
                </a:cubicBezTo>
                <a:cubicBezTo>
                  <a:pt x="11" y="43"/>
                  <a:pt x="14" y="62"/>
                  <a:pt x="16" y="69"/>
                </a:cubicBezTo>
                <a:cubicBezTo>
                  <a:pt x="82" y="75"/>
                  <a:pt x="95" y="81"/>
                  <a:pt x="95" y="152"/>
                </a:cubicBezTo>
                <a:lnTo>
                  <a:pt x="95" y="388"/>
                </a:lnTo>
                <a:cubicBezTo>
                  <a:pt x="95" y="489"/>
                  <a:pt x="80" y="494"/>
                  <a:pt x="5" y="499"/>
                </a:cubicBezTo>
                <a:cubicBezTo>
                  <a:pt x="-2" y="506"/>
                  <a:pt x="-2" y="532"/>
                  <a:pt x="5" y="539"/>
                </a:cubicBezTo>
                <a:cubicBezTo>
                  <a:pt x="48" y="538"/>
                  <a:pt x="95" y="536"/>
                  <a:pt x="144" y="536"/>
                </a:cubicBezTo>
                <a:cubicBezTo>
                  <a:pt x="192" y="536"/>
                  <a:pt x="248" y="538"/>
                  <a:pt x="290" y="539"/>
                </a:cubicBezTo>
                <a:cubicBezTo>
                  <a:pt x="298" y="532"/>
                  <a:pt x="298" y="506"/>
                  <a:pt x="290" y="499"/>
                </a:cubicBezTo>
                <a:cubicBezTo>
                  <a:pt x="205" y="493"/>
                  <a:pt x="191" y="489"/>
                  <a:pt x="191" y="388"/>
                </a:cubicBezTo>
                <a:lnTo>
                  <a:pt x="191" y="220"/>
                </a:lnTo>
                <a:cubicBezTo>
                  <a:pt x="191" y="188"/>
                  <a:pt x="205" y="160"/>
                  <a:pt x="220" y="138"/>
                </a:cubicBezTo>
                <a:cubicBezTo>
                  <a:pt x="233" y="119"/>
                  <a:pt x="261" y="79"/>
                  <a:pt x="276" y="79"/>
                </a:cubicBezTo>
                <a:cubicBezTo>
                  <a:pt x="287" y="79"/>
                  <a:pt x="298" y="83"/>
                  <a:pt x="306" y="95"/>
                </a:cubicBezTo>
                <a:cubicBezTo>
                  <a:pt x="316" y="107"/>
                  <a:pt x="329" y="123"/>
                  <a:pt x="351" y="123"/>
                </a:cubicBezTo>
                <a:cubicBezTo>
                  <a:pt x="380" y="123"/>
                  <a:pt x="408" y="92"/>
                  <a:pt x="408" y="62"/>
                </a:cubicBezTo>
                <a:cubicBezTo>
                  <a:pt x="408" y="39"/>
                  <a:pt x="386" y="4"/>
                  <a:pt x="335" y="4"/>
                </a:cubicBezTo>
                <a:cubicBezTo>
                  <a:pt x="278" y="4"/>
                  <a:pt x="228" y="57"/>
                  <a:pt x="201" y="105"/>
                </a:cubicBezTo>
                <a:cubicBezTo>
                  <a:pt x="193" y="118"/>
                  <a:pt x="187" y="108"/>
                  <a:pt x="187" y="102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698160" y="3897000"/>
            <a:ext cx="120600" cy="258120"/>
          </a:xfrm>
          <a:custGeom>
            <a:avLst/>
            <a:gdLst/>
            <a:ahLst/>
            <a:rect l="0" t="0" r="r" b="b"/>
            <a:pathLst>
              <a:path w="335" h="717">
                <a:moveTo>
                  <a:pt x="22" y="184"/>
                </a:moveTo>
                <a:cubicBezTo>
                  <a:pt x="5" y="184"/>
                  <a:pt x="0" y="198"/>
                  <a:pt x="0" y="208"/>
                </a:cubicBezTo>
                <a:lnTo>
                  <a:pt x="0" y="224"/>
                </a:lnTo>
                <a:cubicBezTo>
                  <a:pt x="0" y="230"/>
                  <a:pt x="2" y="231"/>
                  <a:pt x="6" y="231"/>
                </a:cubicBezTo>
                <a:lnTo>
                  <a:pt x="78" y="231"/>
                </a:lnTo>
                <a:lnTo>
                  <a:pt x="78" y="596"/>
                </a:lnTo>
                <a:cubicBezTo>
                  <a:pt x="78" y="683"/>
                  <a:pt x="116" y="717"/>
                  <a:pt x="171" y="717"/>
                </a:cubicBezTo>
                <a:cubicBezTo>
                  <a:pt x="227" y="717"/>
                  <a:pt x="288" y="690"/>
                  <a:pt x="335" y="636"/>
                </a:cubicBezTo>
                <a:cubicBezTo>
                  <a:pt x="333" y="624"/>
                  <a:pt x="325" y="617"/>
                  <a:pt x="313" y="616"/>
                </a:cubicBezTo>
                <a:cubicBezTo>
                  <a:pt x="282" y="640"/>
                  <a:pt x="245" y="650"/>
                  <a:pt x="214" y="650"/>
                </a:cubicBezTo>
                <a:cubicBezTo>
                  <a:pt x="181" y="650"/>
                  <a:pt x="174" y="613"/>
                  <a:pt x="174" y="538"/>
                </a:cubicBezTo>
                <a:lnTo>
                  <a:pt x="174" y="231"/>
                </a:lnTo>
                <a:lnTo>
                  <a:pt x="300" y="231"/>
                </a:lnTo>
                <a:cubicBezTo>
                  <a:pt x="312" y="231"/>
                  <a:pt x="329" y="226"/>
                  <a:pt x="329" y="215"/>
                </a:cubicBezTo>
                <a:lnTo>
                  <a:pt x="329" y="191"/>
                </a:lnTo>
                <a:cubicBezTo>
                  <a:pt x="329" y="186"/>
                  <a:pt x="325" y="184"/>
                  <a:pt x="319" y="184"/>
                </a:cubicBezTo>
                <a:lnTo>
                  <a:pt x="174" y="184"/>
                </a:lnTo>
                <a:lnTo>
                  <a:pt x="174" y="137"/>
                </a:lnTo>
                <a:cubicBezTo>
                  <a:pt x="174" y="58"/>
                  <a:pt x="179" y="9"/>
                  <a:pt x="179" y="9"/>
                </a:cubicBezTo>
                <a:cubicBezTo>
                  <a:pt x="179" y="2"/>
                  <a:pt x="175" y="0"/>
                  <a:pt x="169" y="0"/>
                </a:cubicBezTo>
                <a:cubicBezTo>
                  <a:pt x="163" y="0"/>
                  <a:pt x="153" y="4"/>
                  <a:pt x="142" y="10"/>
                </a:cubicBezTo>
                <a:cubicBezTo>
                  <a:pt x="128" y="18"/>
                  <a:pt x="116" y="23"/>
                  <a:pt x="101" y="27"/>
                </a:cubicBezTo>
                <a:cubicBezTo>
                  <a:pt x="86" y="31"/>
                  <a:pt x="74" y="36"/>
                  <a:pt x="74" y="43"/>
                </a:cubicBezTo>
                <a:cubicBezTo>
                  <a:pt x="74" y="58"/>
                  <a:pt x="78" y="49"/>
                  <a:pt x="78" y="184"/>
                </a:cubicBezTo>
                <a:lnTo>
                  <a:pt x="22" y="184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565600" y="4504680"/>
            <a:ext cx="131760" cy="196200"/>
          </a:xfrm>
          <a:custGeom>
            <a:avLst/>
            <a:gdLst/>
            <a:ahLst/>
            <a:rect l="0" t="0" r="r" b="b"/>
            <a:pathLst>
              <a:path w="366" h="545">
                <a:moveTo>
                  <a:pt x="0" y="365"/>
                </a:moveTo>
                <a:cubicBezTo>
                  <a:pt x="5" y="425"/>
                  <a:pt x="8" y="482"/>
                  <a:pt x="8" y="533"/>
                </a:cubicBezTo>
                <a:cubicBezTo>
                  <a:pt x="21" y="530"/>
                  <a:pt x="33" y="529"/>
                  <a:pt x="39" y="529"/>
                </a:cubicBezTo>
                <a:cubicBezTo>
                  <a:pt x="47" y="529"/>
                  <a:pt x="55" y="529"/>
                  <a:pt x="63" y="532"/>
                </a:cubicBezTo>
                <a:cubicBezTo>
                  <a:pt x="96" y="540"/>
                  <a:pt x="129" y="545"/>
                  <a:pt x="173" y="545"/>
                </a:cubicBezTo>
                <a:cubicBezTo>
                  <a:pt x="241" y="545"/>
                  <a:pt x="366" y="512"/>
                  <a:pt x="366" y="392"/>
                </a:cubicBezTo>
                <a:cubicBezTo>
                  <a:pt x="366" y="310"/>
                  <a:pt x="307" y="261"/>
                  <a:pt x="224" y="231"/>
                </a:cubicBezTo>
                <a:cubicBezTo>
                  <a:pt x="150" y="204"/>
                  <a:pt x="103" y="185"/>
                  <a:pt x="103" y="118"/>
                </a:cubicBezTo>
                <a:cubicBezTo>
                  <a:pt x="103" y="68"/>
                  <a:pt x="147" y="40"/>
                  <a:pt x="188" y="40"/>
                </a:cubicBezTo>
                <a:cubicBezTo>
                  <a:pt x="215" y="40"/>
                  <a:pt x="285" y="50"/>
                  <a:pt x="301" y="153"/>
                </a:cubicBezTo>
                <a:cubicBezTo>
                  <a:pt x="308" y="160"/>
                  <a:pt x="332" y="159"/>
                  <a:pt x="340" y="152"/>
                </a:cubicBezTo>
                <a:cubicBezTo>
                  <a:pt x="343" y="108"/>
                  <a:pt x="346" y="63"/>
                  <a:pt x="347" y="23"/>
                </a:cubicBezTo>
                <a:cubicBezTo>
                  <a:pt x="309" y="17"/>
                  <a:pt x="251" y="0"/>
                  <a:pt x="188" y="0"/>
                </a:cubicBezTo>
                <a:cubicBezTo>
                  <a:pt x="98" y="0"/>
                  <a:pt x="17" y="58"/>
                  <a:pt x="17" y="136"/>
                </a:cubicBezTo>
                <a:cubicBezTo>
                  <a:pt x="17" y="225"/>
                  <a:pt x="57" y="262"/>
                  <a:pt x="150" y="301"/>
                </a:cubicBezTo>
                <a:cubicBezTo>
                  <a:pt x="251" y="342"/>
                  <a:pt x="274" y="368"/>
                  <a:pt x="274" y="420"/>
                </a:cubicBezTo>
                <a:cubicBezTo>
                  <a:pt x="274" y="479"/>
                  <a:pt x="216" y="505"/>
                  <a:pt x="171" y="505"/>
                </a:cubicBezTo>
                <a:cubicBezTo>
                  <a:pt x="124" y="505"/>
                  <a:pt x="97" y="489"/>
                  <a:pt x="85" y="476"/>
                </a:cubicBezTo>
                <a:cubicBezTo>
                  <a:pt x="58" y="448"/>
                  <a:pt x="45" y="395"/>
                  <a:pt x="38" y="364"/>
                </a:cubicBezTo>
                <a:cubicBezTo>
                  <a:pt x="30" y="357"/>
                  <a:pt x="7" y="358"/>
                  <a:pt x="0" y="36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720760" y="4391640"/>
            <a:ext cx="224280" cy="305640"/>
          </a:xfrm>
          <a:custGeom>
            <a:avLst/>
            <a:gdLst/>
            <a:ahLst/>
            <a:rect l="0" t="0" r="r" b="b"/>
            <a:pathLst>
              <a:path w="623" h="849">
                <a:moveTo>
                  <a:pt x="186" y="501"/>
                </a:moveTo>
                <a:cubicBezTo>
                  <a:pt x="186" y="474"/>
                  <a:pt x="197" y="460"/>
                  <a:pt x="207" y="449"/>
                </a:cubicBezTo>
                <a:cubicBezTo>
                  <a:pt x="253" y="404"/>
                  <a:pt x="314" y="377"/>
                  <a:pt x="362" y="377"/>
                </a:cubicBezTo>
                <a:cubicBezTo>
                  <a:pt x="387" y="377"/>
                  <a:pt x="412" y="394"/>
                  <a:pt x="427" y="421"/>
                </a:cubicBezTo>
                <a:cubicBezTo>
                  <a:pt x="439" y="445"/>
                  <a:pt x="441" y="478"/>
                  <a:pt x="441" y="514"/>
                </a:cubicBezTo>
                <a:lnTo>
                  <a:pt x="441" y="699"/>
                </a:lnTo>
                <a:cubicBezTo>
                  <a:pt x="441" y="798"/>
                  <a:pt x="429" y="803"/>
                  <a:pt x="366" y="809"/>
                </a:cubicBezTo>
                <a:cubicBezTo>
                  <a:pt x="360" y="816"/>
                  <a:pt x="360" y="842"/>
                  <a:pt x="366" y="849"/>
                </a:cubicBezTo>
                <a:cubicBezTo>
                  <a:pt x="400" y="848"/>
                  <a:pt x="442" y="847"/>
                  <a:pt x="490" y="847"/>
                </a:cubicBezTo>
                <a:cubicBezTo>
                  <a:pt x="539" y="847"/>
                  <a:pt x="578" y="848"/>
                  <a:pt x="618" y="849"/>
                </a:cubicBezTo>
                <a:cubicBezTo>
                  <a:pt x="624" y="842"/>
                  <a:pt x="624" y="816"/>
                  <a:pt x="618" y="809"/>
                </a:cubicBezTo>
                <a:cubicBezTo>
                  <a:pt x="550" y="803"/>
                  <a:pt x="537" y="798"/>
                  <a:pt x="537" y="699"/>
                </a:cubicBezTo>
                <a:lnTo>
                  <a:pt x="537" y="518"/>
                </a:lnTo>
                <a:cubicBezTo>
                  <a:pt x="537" y="451"/>
                  <a:pt x="532" y="393"/>
                  <a:pt x="504" y="355"/>
                </a:cubicBezTo>
                <a:cubicBezTo>
                  <a:pt x="484" y="329"/>
                  <a:pt x="446" y="314"/>
                  <a:pt x="404" y="314"/>
                </a:cubicBezTo>
                <a:cubicBezTo>
                  <a:pt x="343" y="314"/>
                  <a:pt x="271" y="330"/>
                  <a:pt x="197" y="413"/>
                </a:cubicBezTo>
                <a:cubicBezTo>
                  <a:pt x="193" y="417"/>
                  <a:pt x="185" y="429"/>
                  <a:pt x="185" y="413"/>
                </a:cubicBezTo>
                <a:lnTo>
                  <a:pt x="186" y="140"/>
                </a:lnTo>
                <a:cubicBezTo>
                  <a:pt x="186" y="61"/>
                  <a:pt x="191" y="12"/>
                  <a:pt x="191" y="12"/>
                </a:cubicBezTo>
                <a:cubicBezTo>
                  <a:pt x="191" y="4"/>
                  <a:pt x="186" y="0"/>
                  <a:pt x="176" y="0"/>
                </a:cubicBezTo>
                <a:cubicBezTo>
                  <a:pt x="145" y="12"/>
                  <a:pt x="54" y="29"/>
                  <a:pt x="6" y="33"/>
                </a:cubicBezTo>
                <a:cubicBezTo>
                  <a:pt x="3" y="43"/>
                  <a:pt x="6" y="62"/>
                  <a:pt x="13" y="69"/>
                </a:cubicBezTo>
                <a:cubicBezTo>
                  <a:pt x="76" y="73"/>
                  <a:pt x="91" y="67"/>
                  <a:pt x="91" y="169"/>
                </a:cubicBezTo>
                <a:lnTo>
                  <a:pt x="91" y="699"/>
                </a:lnTo>
                <a:cubicBezTo>
                  <a:pt x="91" y="800"/>
                  <a:pt x="76" y="804"/>
                  <a:pt x="6" y="809"/>
                </a:cubicBezTo>
                <a:cubicBezTo>
                  <a:pt x="-2" y="816"/>
                  <a:pt x="-2" y="842"/>
                  <a:pt x="6" y="849"/>
                </a:cubicBezTo>
                <a:cubicBezTo>
                  <a:pt x="46" y="848"/>
                  <a:pt x="91" y="847"/>
                  <a:pt x="139" y="847"/>
                </a:cubicBezTo>
                <a:cubicBezTo>
                  <a:pt x="185" y="847"/>
                  <a:pt x="224" y="848"/>
                  <a:pt x="258" y="849"/>
                </a:cubicBezTo>
                <a:cubicBezTo>
                  <a:pt x="265" y="842"/>
                  <a:pt x="265" y="816"/>
                  <a:pt x="258" y="809"/>
                </a:cubicBezTo>
                <a:cubicBezTo>
                  <a:pt x="197" y="804"/>
                  <a:pt x="186" y="800"/>
                  <a:pt x="186" y="699"/>
                </a:cubicBezTo>
                <a:lnTo>
                  <a:pt x="186" y="501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959440" y="4508280"/>
            <a:ext cx="217440" cy="193680"/>
          </a:xfrm>
          <a:custGeom>
            <a:avLst/>
            <a:gdLst/>
            <a:ahLst/>
            <a:rect l="0" t="0" r="r" b="b"/>
            <a:pathLst>
              <a:path w="604" h="538">
                <a:moveTo>
                  <a:pt x="401" y="462"/>
                </a:moveTo>
                <a:cubicBezTo>
                  <a:pt x="407" y="457"/>
                  <a:pt x="418" y="455"/>
                  <a:pt x="419" y="463"/>
                </a:cubicBezTo>
                <a:cubicBezTo>
                  <a:pt x="421" y="495"/>
                  <a:pt x="432" y="535"/>
                  <a:pt x="432" y="535"/>
                </a:cubicBezTo>
                <a:cubicBezTo>
                  <a:pt x="442" y="539"/>
                  <a:pt x="447" y="539"/>
                  <a:pt x="455" y="535"/>
                </a:cubicBezTo>
                <a:cubicBezTo>
                  <a:pt x="482" y="513"/>
                  <a:pt x="524" y="495"/>
                  <a:pt x="598" y="486"/>
                </a:cubicBezTo>
                <a:cubicBezTo>
                  <a:pt x="606" y="479"/>
                  <a:pt x="606" y="461"/>
                  <a:pt x="598" y="454"/>
                </a:cubicBezTo>
                <a:cubicBezTo>
                  <a:pt x="521" y="448"/>
                  <a:pt x="510" y="425"/>
                  <a:pt x="510" y="365"/>
                </a:cubicBezTo>
                <a:lnTo>
                  <a:pt x="510" y="132"/>
                </a:lnTo>
                <a:cubicBezTo>
                  <a:pt x="510" y="96"/>
                  <a:pt x="515" y="7"/>
                  <a:pt x="515" y="7"/>
                </a:cubicBezTo>
                <a:cubicBezTo>
                  <a:pt x="515" y="4"/>
                  <a:pt x="511" y="0"/>
                  <a:pt x="505" y="0"/>
                </a:cubicBezTo>
                <a:cubicBezTo>
                  <a:pt x="499" y="1"/>
                  <a:pt x="481" y="2"/>
                  <a:pt x="462" y="2"/>
                </a:cubicBezTo>
                <a:cubicBezTo>
                  <a:pt x="424" y="2"/>
                  <a:pt x="380" y="1"/>
                  <a:pt x="339" y="0"/>
                </a:cubicBezTo>
                <a:cubicBezTo>
                  <a:pt x="331" y="7"/>
                  <a:pt x="331" y="33"/>
                  <a:pt x="339" y="40"/>
                </a:cubicBezTo>
                <a:cubicBezTo>
                  <a:pt x="398" y="44"/>
                  <a:pt x="414" y="58"/>
                  <a:pt x="414" y="138"/>
                </a:cubicBezTo>
                <a:lnTo>
                  <a:pt x="414" y="372"/>
                </a:lnTo>
                <a:cubicBezTo>
                  <a:pt x="414" y="395"/>
                  <a:pt x="412" y="405"/>
                  <a:pt x="395" y="420"/>
                </a:cubicBezTo>
                <a:cubicBezTo>
                  <a:pt x="350" y="459"/>
                  <a:pt x="304" y="478"/>
                  <a:pt x="273" y="478"/>
                </a:cubicBezTo>
                <a:cubicBezTo>
                  <a:pt x="237" y="478"/>
                  <a:pt x="176" y="461"/>
                  <a:pt x="176" y="353"/>
                </a:cubicBezTo>
                <a:lnTo>
                  <a:pt x="176" y="132"/>
                </a:lnTo>
                <a:cubicBezTo>
                  <a:pt x="176" y="96"/>
                  <a:pt x="181" y="7"/>
                  <a:pt x="181" y="7"/>
                </a:cubicBezTo>
                <a:cubicBezTo>
                  <a:pt x="181" y="4"/>
                  <a:pt x="177" y="0"/>
                  <a:pt x="171" y="0"/>
                </a:cubicBezTo>
                <a:cubicBezTo>
                  <a:pt x="165" y="1"/>
                  <a:pt x="147" y="2"/>
                  <a:pt x="129" y="2"/>
                </a:cubicBezTo>
                <a:cubicBezTo>
                  <a:pt x="90" y="2"/>
                  <a:pt x="46" y="1"/>
                  <a:pt x="5" y="0"/>
                </a:cubicBezTo>
                <a:cubicBezTo>
                  <a:pt x="-2" y="7"/>
                  <a:pt x="-2" y="33"/>
                  <a:pt x="5" y="40"/>
                </a:cubicBezTo>
                <a:cubicBezTo>
                  <a:pt x="63" y="45"/>
                  <a:pt x="80" y="58"/>
                  <a:pt x="80" y="137"/>
                </a:cubicBezTo>
                <a:lnTo>
                  <a:pt x="80" y="370"/>
                </a:lnTo>
                <a:cubicBezTo>
                  <a:pt x="80" y="454"/>
                  <a:pt x="117" y="535"/>
                  <a:pt x="237" y="535"/>
                </a:cubicBezTo>
                <a:cubicBezTo>
                  <a:pt x="284" y="535"/>
                  <a:pt x="341" y="511"/>
                  <a:pt x="401" y="462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193080" y="4442040"/>
            <a:ext cx="247320" cy="258840"/>
          </a:xfrm>
          <a:custGeom>
            <a:avLst/>
            <a:gdLst/>
            <a:ahLst/>
            <a:rect l="0" t="0" r="r" b="b"/>
            <a:pathLst>
              <a:path w="687" h="719">
                <a:moveTo>
                  <a:pt x="78" y="234"/>
                </a:moveTo>
                <a:lnTo>
                  <a:pt x="78" y="599"/>
                </a:lnTo>
                <a:cubicBezTo>
                  <a:pt x="78" y="685"/>
                  <a:pt x="114" y="719"/>
                  <a:pt x="171" y="719"/>
                </a:cubicBezTo>
                <a:cubicBezTo>
                  <a:pt x="232" y="719"/>
                  <a:pt x="288" y="684"/>
                  <a:pt x="319" y="636"/>
                </a:cubicBezTo>
                <a:cubicBezTo>
                  <a:pt x="316" y="626"/>
                  <a:pt x="311" y="619"/>
                  <a:pt x="300" y="618"/>
                </a:cubicBezTo>
                <a:cubicBezTo>
                  <a:pt x="282" y="634"/>
                  <a:pt x="248" y="652"/>
                  <a:pt x="214" y="652"/>
                </a:cubicBezTo>
                <a:cubicBezTo>
                  <a:pt x="181" y="652"/>
                  <a:pt x="174" y="616"/>
                  <a:pt x="174" y="541"/>
                </a:cubicBezTo>
                <a:lnTo>
                  <a:pt x="174" y="234"/>
                </a:lnTo>
                <a:lnTo>
                  <a:pt x="430" y="234"/>
                </a:lnTo>
                <a:lnTo>
                  <a:pt x="430" y="599"/>
                </a:lnTo>
                <a:cubicBezTo>
                  <a:pt x="430" y="685"/>
                  <a:pt x="467" y="719"/>
                  <a:pt x="523" y="719"/>
                </a:cubicBezTo>
                <a:cubicBezTo>
                  <a:pt x="579" y="719"/>
                  <a:pt x="640" y="692"/>
                  <a:pt x="687" y="639"/>
                </a:cubicBezTo>
                <a:cubicBezTo>
                  <a:pt x="685" y="627"/>
                  <a:pt x="677" y="619"/>
                  <a:pt x="665" y="618"/>
                </a:cubicBezTo>
                <a:cubicBezTo>
                  <a:pt x="634" y="643"/>
                  <a:pt x="597" y="652"/>
                  <a:pt x="566" y="652"/>
                </a:cubicBezTo>
                <a:cubicBezTo>
                  <a:pt x="533" y="652"/>
                  <a:pt x="526" y="616"/>
                  <a:pt x="526" y="541"/>
                </a:cubicBezTo>
                <a:lnTo>
                  <a:pt x="526" y="234"/>
                </a:lnTo>
                <a:lnTo>
                  <a:pt x="652" y="234"/>
                </a:lnTo>
                <a:cubicBezTo>
                  <a:pt x="664" y="234"/>
                  <a:pt x="681" y="229"/>
                  <a:pt x="681" y="218"/>
                </a:cubicBezTo>
                <a:lnTo>
                  <a:pt x="681" y="194"/>
                </a:lnTo>
                <a:cubicBezTo>
                  <a:pt x="681" y="189"/>
                  <a:pt x="677" y="186"/>
                  <a:pt x="671" y="186"/>
                </a:cubicBezTo>
                <a:lnTo>
                  <a:pt x="526" y="186"/>
                </a:lnTo>
                <a:lnTo>
                  <a:pt x="526" y="139"/>
                </a:lnTo>
                <a:cubicBezTo>
                  <a:pt x="526" y="60"/>
                  <a:pt x="530" y="12"/>
                  <a:pt x="530" y="12"/>
                </a:cubicBezTo>
                <a:cubicBezTo>
                  <a:pt x="530" y="3"/>
                  <a:pt x="526" y="0"/>
                  <a:pt x="515" y="0"/>
                </a:cubicBezTo>
                <a:lnTo>
                  <a:pt x="444" y="32"/>
                </a:lnTo>
                <a:cubicBezTo>
                  <a:pt x="437" y="36"/>
                  <a:pt x="426" y="38"/>
                  <a:pt x="427" y="47"/>
                </a:cubicBezTo>
                <a:cubicBezTo>
                  <a:pt x="430" y="75"/>
                  <a:pt x="430" y="86"/>
                  <a:pt x="430" y="186"/>
                </a:cubicBezTo>
                <a:cubicBezTo>
                  <a:pt x="378" y="188"/>
                  <a:pt x="301" y="186"/>
                  <a:pt x="174" y="186"/>
                </a:cubicBezTo>
                <a:lnTo>
                  <a:pt x="174" y="151"/>
                </a:lnTo>
                <a:cubicBezTo>
                  <a:pt x="174" y="72"/>
                  <a:pt x="179" y="24"/>
                  <a:pt x="179" y="24"/>
                </a:cubicBezTo>
                <a:cubicBezTo>
                  <a:pt x="179" y="15"/>
                  <a:pt x="174" y="12"/>
                  <a:pt x="163" y="12"/>
                </a:cubicBezTo>
                <a:lnTo>
                  <a:pt x="93" y="44"/>
                </a:lnTo>
                <a:cubicBezTo>
                  <a:pt x="85" y="48"/>
                  <a:pt x="74" y="51"/>
                  <a:pt x="76" y="59"/>
                </a:cubicBezTo>
                <a:cubicBezTo>
                  <a:pt x="78" y="87"/>
                  <a:pt x="78" y="86"/>
                  <a:pt x="78" y="186"/>
                </a:cubicBezTo>
                <a:lnTo>
                  <a:pt x="22" y="186"/>
                </a:lnTo>
                <a:cubicBezTo>
                  <a:pt x="5" y="186"/>
                  <a:pt x="0" y="201"/>
                  <a:pt x="0" y="211"/>
                </a:cubicBezTo>
                <a:lnTo>
                  <a:pt x="0" y="226"/>
                </a:lnTo>
                <a:cubicBezTo>
                  <a:pt x="0" y="232"/>
                  <a:pt x="2" y="234"/>
                  <a:pt x="6" y="234"/>
                </a:cubicBezTo>
                <a:lnTo>
                  <a:pt x="78" y="234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458040" y="4391640"/>
            <a:ext cx="101160" cy="305640"/>
          </a:xfrm>
          <a:custGeom>
            <a:avLst/>
            <a:gdLst/>
            <a:ahLst/>
            <a:rect l="0" t="0" r="r" b="b"/>
            <a:pathLst>
              <a:path w="281" h="849">
                <a:moveTo>
                  <a:pt x="93" y="699"/>
                </a:moveTo>
                <a:cubicBezTo>
                  <a:pt x="93" y="800"/>
                  <a:pt x="80" y="806"/>
                  <a:pt x="6" y="809"/>
                </a:cubicBezTo>
                <a:cubicBezTo>
                  <a:pt x="-2" y="816"/>
                  <a:pt x="-2" y="842"/>
                  <a:pt x="6" y="849"/>
                </a:cubicBezTo>
                <a:cubicBezTo>
                  <a:pt x="48" y="848"/>
                  <a:pt x="93" y="847"/>
                  <a:pt x="141" y="847"/>
                </a:cubicBezTo>
                <a:cubicBezTo>
                  <a:pt x="190" y="847"/>
                  <a:pt x="236" y="848"/>
                  <a:pt x="276" y="849"/>
                </a:cubicBezTo>
                <a:cubicBezTo>
                  <a:pt x="283" y="842"/>
                  <a:pt x="283" y="816"/>
                  <a:pt x="276" y="809"/>
                </a:cubicBezTo>
                <a:cubicBezTo>
                  <a:pt x="202" y="806"/>
                  <a:pt x="189" y="800"/>
                  <a:pt x="189" y="699"/>
                </a:cubicBezTo>
                <a:lnTo>
                  <a:pt x="189" y="140"/>
                </a:lnTo>
                <a:cubicBezTo>
                  <a:pt x="189" y="61"/>
                  <a:pt x="194" y="12"/>
                  <a:pt x="194" y="12"/>
                </a:cubicBezTo>
                <a:cubicBezTo>
                  <a:pt x="194" y="4"/>
                  <a:pt x="189" y="0"/>
                  <a:pt x="178" y="0"/>
                </a:cubicBezTo>
                <a:cubicBezTo>
                  <a:pt x="148" y="12"/>
                  <a:pt x="57" y="29"/>
                  <a:pt x="8" y="33"/>
                </a:cubicBezTo>
                <a:cubicBezTo>
                  <a:pt x="6" y="43"/>
                  <a:pt x="8" y="62"/>
                  <a:pt x="15" y="69"/>
                </a:cubicBezTo>
                <a:cubicBezTo>
                  <a:pt x="86" y="74"/>
                  <a:pt x="93" y="78"/>
                  <a:pt x="93" y="169"/>
                </a:cubicBezTo>
                <a:lnTo>
                  <a:pt x="93" y="69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576480" y="4413960"/>
            <a:ext cx="101160" cy="283320"/>
          </a:xfrm>
          <a:custGeom>
            <a:avLst/>
            <a:gdLst/>
            <a:ahLst/>
            <a:rect l="0" t="0" r="r" b="b"/>
            <a:pathLst>
              <a:path w="281" h="787">
                <a:moveTo>
                  <a:pt x="78" y="58"/>
                </a:moveTo>
                <a:cubicBezTo>
                  <a:pt x="78" y="90"/>
                  <a:pt x="107" y="121"/>
                  <a:pt x="136" y="121"/>
                </a:cubicBezTo>
                <a:cubicBezTo>
                  <a:pt x="170" y="121"/>
                  <a:pt x="199" y="90"/>
                  <a:pt x="199" y="63"/>
                </a:cubicBezTo>
                <a:cubicBezTo>
                  <a:pt x="199" y="34"/>
                  <a:pt x="174" y="0"/>
                  <a:pt x="141" y="0"/>
                </a:cubicBezTo>
                <a:cubicBezTo>
                  <a:pt x="112" y="0"/>
                  <a:pt x="78" y="29"/>
                  <a:pt x="78" y="58"/>
                </a:cubicBezTo>
                <a:moveTo>
                  <a:pt x="189" y="395"/>
                </a:moveTo>
                <a:cubicBezTo>
                  <a:pt x="189" y="335"/>
                  <a:pt x="193" y="257"/>
                  <a:pt x="193" y="257"/>
                </a:cubicBezTo>
                <a:cubicBezTo>
                  <a:pt x="193" y="252"/>
                  <a:pt x="187" y="249"/>
                  <a:pt x="178" y="249"/>
                </a:cubicBezTo>
                <a:cubicBezTo>
                  <a:pt x="142" y="262"/>
                  <a:pt x="95" y="273"/>
                  <a:pt x="11" y="284"/>
                </a:cubicBezTo>
                <a:cubicBezTo>
                  <a:pt x="9" y="291"/>
                  <a:pt x="11" y="310"/>
                  <a:pt x="14" y="318"/>
                </a:cubicBezTo>
                <a:cubicBezTo>
                  <a:pt x="79" y="325"/>
                  <a:pt x="93" y="331"/>
                  <a:pt x="93" y="400"/>
                </a:cubicBezTo>
                <a:lnTo>
                  <a:pt x="93" y="637"/>
                </a:lnTo>
                <a:cubicBezTo>
                  <a:pt x="93" y="738"/>
                  <a:pt x="79" y="741"/>
                  <a:pt x="5" y="747"/>
                </a:cubicBezTo>
                <a:cubicBezTo>
                  <a:pt x="-2" y="754"/>
                  <a:pt x="-2" y="780"/>
                  <a:pt x="5" y="787"/>
                </a:cubicBezTo>
                <a:cubicBezTo>
                  <a:pt x="45" y="786"/>
                  <a:pt x="93" y="785"/>
                  <a:pt x="141" y="785"/>
                </a:cubicBezTo>
                <a:cubicBezTo>
                  <a:pt x="190" y="785"/>
                  <a:pt x="236" y="786"/>
                  <a:pt x="276" y="787"/>
                </a:cubicBezTo>
                <a:cubicBezTo>
                  <a:pt x="283" y="780"/>
                  <a:pt x="283" y="754"/>
                  <a:pt x="276" y="747"/>
                </a:cubicBezTo>
                <a:cubicBezTo>
                  <a:pt x="202" y="742"/>
                  <a:pt x="189" y="738"/>
                  <a:pt x="189" y="637"/>
                </a:cubicBezTo>
                <a:lnTo>
                  <a:pt x="189" y="395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693120" y="4503600"/>
            <a:ext cx="221760" cy="193680"/>
          </a:xfrm>
          <a:custGeom>
            <a:avLst/>
            <a:gdLst/>
            <a:ahLst/>
            <a:rect l="0" t="0" r="r" b="b"/>
            <a:pathLst>
              <a:path w="616" h="538">
                <a:moveTo>
                  <a:pt x="182" y="102"/>
                </a:moveTo>
                <a:cubicBezTo>
                  <a:pt x="181" y="69"/>
                  <a:pt x="178" y="23"/>
                  <a:pt x="173" y="9"/>
                </a:cubicBezTo>
                <a:cubicBezTo>
                  <a:pt x="169" y="4"/>
                  <a:pt x="168" y="0"/>
                  <a:pt x="158" y="0"/>
                </a:cubicBezTo>
                <a:cubicBezTo>
                  <a:pt x="124" y="13"/>
                  <a:pt x="93" y="24"/>
                  <a:pt x="9" y="35"/>
                </a:cubicBezTo>
                <a:cubicBezTo>
                  <a:pt x="6" y="42"/>
                  <a:pt x="9" y="61"/>
                  <a:pt x="11" y="69"/>
                </a:cubicBezTo>
                <a:cubicBezTo>
                  <a:pt x="77" y="75"/>
                  <a:pt x="90" y="81"/>
                  <a:pt x="90" y="151"/>
                </a:cubicBezTo>
                <a:lnTo>
                  <a:pt x="90" y="388"/>
                </a:lnTo>
                <a:cubicBezTo>
                  <a:pt x="90" y="487"/>
                  <a:pt x="78" y="492"/>
                  <a:pt x="5" y="498"/>
                </a:cubicBezTo>
                <a:cubicBezTo>
                  <a:pt x="-2" y="505"/>
                  <a:pt x="-2" y="531"/>
                  <a:pt x="5" y="538"/>
                </a:cubicBezTo>
                <a:cubicBezTo>
                  <a:pt x="42" y="537"/>
                  <a:pt x="90" y="536"/>
                  <a:pt x="139" y="536"/>
                </a:cubicBezTo>
                <a:cubicBezTo>
                  <a:pt x="187" y="536"/>
                  <a:pt x="224" y="537"/>
                  <a:pt x="260" y="538"/>
                </a:cubicBezTo>
                <a:cubicBezTo>
                  <a:pt x="267" y="531"/>
                  <a:pt x="267" y="505"/>
                  <a:pt x="260" y="498"/>
                </a:cubicBezTo>
                <a:cubicBezTo>
                  <a:pt x="198" y="492"/>
                  <a:pt x="186" y="487"/>
                  <a:pt x="186" y="388"/>
                </a:cubicBezTo>
                <a:lnTo>
                  <a:pt x="186" y="189"/>
                </a:lnTo>
                <a:cubicBezTo>
                  <a:pt x="186" y="163"/>
                  <a:pt x="197" y="149"/>
                  <a:pt x="207" y="138"/>
                </a:cubicBezTo>
                <a:cubicBezTo>
                  <a:pt x="253" y="93"/>
                  <a:pt x="307" y="66"/>
                  <a:pt x="355" y="66"/>
                </a:cubicBezTo>
                <a:cubicBezTo>
                  <a:pt x="379" y="66"/>
                  <a:pt x="404" y="82"/>
                  <a:pt x="419" y="110"/>
                </a:cubicBezTo>
                <a:cubicBezTo>
                  <a:pt x="431" y="134"/>
                  <a:pt x="434" y="167"/>
                  <a:pt x="434" y="203"/>
                </a:cubicBezTo>
                <a:lnTo>
                  <a:pt x="434" y="388"/>
                </a:lnTo>
                <a:cubicBezTo>
                  <a:pt x="434" y="487"/>
                  <a:pt x="421" y="492"/>
                  <a:pt x="358" y="498"/>
                </a:cubicBezTo>
                <a:cubicBezTo>
                  <a:pt x="352" y="505"/>
                  <a:pt x="352" y="531"/>
                  <a:pt x="358" y="538"/>
                </a:cubicBezTo>
                <a:cubicBezTo>
                  <a:pt x="395" y="537"/>
                  <a:pt x="434" y="536"/>
                  <a:pt x="482" y="536"/>
                </a:cubicBezTo>
                <a:cubicBezTo>
                  <a:pt x="531" y="536"/>
                  <a:pt x="574" y="537"/>
                  <a:pt x="611" y="538"/>
                </a:cubicBezTo>
                <a:cubicBezTo>
                  <a:pt x="617" y="531"/>
                  <a:pt x="617" y="505"/>
                  <a:pt x="611" y="498"/>
                </a:cubicBezTo>
                <a:cubicBezTo>
                  <a:pt x="543" y="492"/>
                  <a:pt x="529" y="487"/>
                  <a:pt x="529" y="388"/>
                </a:cubicBezTo>
                <a:lnTo>
                  <a:pt x="529" y="207"/>
                </a:lnTo>
                <a:cubicBezTo>
                  <a:pt x="529" y="140"/>
                  <a:pt x="525" y="82"/>
                  <a:pt x="497" y="44"/>
                </a:cubicBezTo>
                <a:cubicBezTo>
                  <a:pt x="476" y="18"/>
                  <a:pt x="438" y="3"/>
                  <a:pt x="396" y="3"/>
                </a:cubicBezTo>
                <a:cubicBezTo>
                  <a:pt x="336" y="3"/>
                  <a:pt x="269" y="19"/>
                  <a:pt x="197" y="102"/>
                </a:cubicBezTo>
                <a:cubicBezTo>
                  <a:pt x="188" y="110"/>
                  <a:pt x="182" y="114"/>
                  <a:pt x="182" y="102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934320" y="4494600"/>
            <a:ext cx="196200" cy="306000"/>
          </a:xfrm>
          <a:custGeom>
            <a:avLst/>
            <a:gdLst/>
            <a:ahLst/>
            <a:rect l="0" t="0" r="r" b="b"/>
            <a:pathLst>
              <a:path w="545" h="850">
                <a:moveTo>
                  <a:pt x="348" y="222"/>
                </a:moveTo>
                <a:cubicBezTo>
                  <a:pt x="348" y="335"/>
                  <a:pt x="291" y="358"/>
                  <a:pt x="246" y="358"/>
                </a:cubicBezTo>
                <a:cubicBezTo>
                  <a:pt x="144" y="358"/>
                  <a:pt x="134" y="272"/>
                  <a:pt x="134" y="194"/>
                </a:cubicBezTo>
                <a:cubicBezTo>
                  <a:pt x="134" y="110"/>
                  <a:pt x="164" y="66"/>
                  <a:pt x="231" y="66"/>
                </a:cubicBezTo>
                <a:cubicBezTo>
                  <a:pt x="307" y="66"/>
                  <a:pt x="348" y="122"/>
                  <a:pt x="348" y="222"/>
                </a:cubicBezTo>
                <a:moveTo>
                  <a:pt x="121" y="573"/>
                </a:moveTo>
                <a:cubicBezTo>
                  <a:pt x="135" y="577"/>
                  <a:pt x="154" y="579"/>
                  <a:pt x="170" y="579"/>
                </a:cubicBezTo>
                <a:cubicBezTo>
                  <a:pt x="208" y="579"/>
                  <a:pt x="242" y="575"/>
                  <a:pt x="258" y="575"/>
                </a:cubicBezTo>
                <a:cubicBezTo>
                  <a:pt x="319" y="575"/>
                  <a:pt x="370" y="577"/>
                  <a:pt x="405" y="596"/>
                </a:cubicBezTo>
                <a:cubicBezTo>
                  <a:pt x="453" y="623"/>
                  <a:pt x="467" y="640"/>
                  <a:pt x="467" y="671"/>
                </a:cubicBezTo>
                <a:cubicBezTo>
                  <a:pt x="467" y="759"/>
                  <a:pt x="339" y="805"/>
                  <a:pt x="229" y="805"/>
                </a:cubicBezTo>
                <a:cubicBezTo>
                  <a:pt x="186" y="805"/>
                  <a:pt x="84" y="769"/>
                  <a:pt x="84" y="687"/>
                </a:cubicBezTo>
                <a:cubicBezTo>
                  <a:pt x="84" y="646"/>
                  <a:pt x="86" y="615"/>
                  <a:pt x="121" y="573"/>
                </a:cubicBezTo>
                <a:moveTo>
                  <a:pt x="500" y="91"/>
                </a:moveTo>
                <a:cubicBezTo>
                  <a:pt x="523" y="91"/>
                  <a:pt x="545" y="69"/>
                  <a:pt x="545" y="45"/>
                </a:cubicBezTo>
                <a:cubicBezTo>
                  <a:pt x="545" y="20"/>
                  <a:pt x="522" y="0"/>
                  <a:pt x="489" y="0"/>
                </a:cubicBezTo>
                <a:cubicBezTo>
                  <a:pt x="457" y="0"/>
                  <a:pt x="399" y="21"/>
                  <a:pt x="368" y="62"/>
                </a:cubicBezTo>
                <a:cubicBezTo>
                  <a:pt x="353" y="53"/>
                  <a:pt x="313" y="28"/>
                  <a:pt x="242" y="28"/>
                </a:cubicBezTo>
                <a:cubicBezTo>
                  <a:pt x="134" y="28"/>
                  <a:pt x="34" y="101"/>
                  <a:pt x="34" y="213"/>
                </a:cubicBezTo>
                <a:cubicBezTo>
                  <a:pt x="34" y="278"/>
                  <a:pt x="63" y="316"/>
                  <a:pt x="97" y="349"/>
                </a:cubicBezTo>
                <a:cubicBezTo>
                  <a:pt x="63" y="378"/>
                  <a:pt x="44" y="430"/>
                  <a:pt x="44" y="471"/>
                </a:cubicBezTo>
                <a:cubicBezTo>
                  <a:pt x="44" y="515"/>
                  <a:pt x="68" y="549"/>
                  <a:pt x="100" y="564"/>
                </a:cubicBezTo>
                <a:cubicBezTo>
                  <a:pt x="34" y="603"/>
                  <a:pt x="0" y="659"/>
                  <a:pt x="0" y="711"/>
                </a:cubicBezTo>
                <a:cubicBezTo>
                  <a:pt x="0" y="817"/>
                  <a:pt x="100" y="850"/>
                  <a:pt x="193" y="850"/>
                </a:cubicBezTo>
                <a:cubicBezTo>
                  <a:pt x="357" y="850"/>
                  <a:pt x="534" y="771"/>
                  <a:pt x="534" y="640"/>
                </a:cubicBezTo>
                <a:cubicBezTo>
                  <a:pt x="534" y="601"/>
                  <a:pt x="516" y="571"/>
                  <a:pt x="481" y="541"/>
                </a:cubicBezTo>
                <a:cubicBezTo>
                  <a:pt x="433" y="503"/>
                  <a:pt x="348" y="501"/>
                  <a:pt x="303" y="501"/>
                </a:cubicBezTo>
                <a:cubicBezTo>
                  <a:pt x="282" y="501"/>
                  <a:pt x="251" y="504"/>
                  <a:pt x="222" y="507"/>
                </a:cubicBezTo>
                <a:cubicBezTo>
                  <a:pt x="204" y="509"/>
                  <a:pt x="192" y="510"/>
                  <a:pt x="186" y="510"/>
                </a:cubicBezTo>
                <a:cubicBezTo>
                  <a:pt x="151" y="510"/>
                  <a:pt x="108" y="493"/>
                  <a:pt x="108" y="441"/>
                </a:cubicBezTo>
                <a:cubicBezTo>
                  <a:pt x="108" y="416"/>
                  <a:pt x="115" y="391"/>
                  <a:pt x="130" y="370"/>
                </a:cubicBezTo>
                <a:cubicBezTo>
                  <a:pt x="159" y="387"/>
                  <a:pt x="193" y="396"/>
                  <a:pt x="240" y="396"/>
                </a:cubicBezTo>
                <a:cubicBezTo>
                  <a:pt x="347" y="396"/>
                  <a:pt x="445" y="329"/>
                  <a:pt x="445" y="210"/>
                </a:cubicBezTo>
                <a:cubicBezTo>
                  <a:pt x="445" y="153"/>
                  <a:pt x="428" y="120"/>
                  <a:pt x="393" y="84"/>
                </a:cubicBezTo>
                <a:cubicBezTo>
                  <a:pt x="402" y="72"/>
                  <a:pt x="426" y="55"/>
                  <a:pt x="442" y="55"/>
                </a:cubicBezTo>
                <a:cubicBezTo>
                  <a:pt x="450" y="55"/>
                  <a:pt x="459" y="59"/>
                  <a:pt x="466" y="69"/>
                </a:cubicBezTo>
                <a:cubicBezTo>
                  <a:pt x="471" y="79"/>
                  <a:pt x="487" y="91"/>
                  <a:pt x="500" y="9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5109120" y="1309680"/>
            <a:ext cx="2301120" cy="1670760"/>
          </a:xfrm>
          <a:custGeom>
            <a:avLst/>
            <a:gdLst/>
            <a:ahLst/>
            <a:rect l="0" t="0" r="r" b="b"/>
            <a:pathLst>
              <a:path w="6392" h="4641">
                <a:moveTo>
                  <a:pt x="382" y="0"/>
                </a:moveTo>
                <a:lnTo>
                  <a:pt x="6010" y="0"/>
                </a:lnTo>
                <a:cubicBezTo>
                  <a:pt x="6222" y="0"/>
                  <a:pt x="6392" y="170"/>
                  <a:pt x="6392" y="381"/>
                </a:cubicBezTo>
                <a:lnTo>
                  <a:pt x="6392" y="4258"/>
                </a:lnTo>
                <a:cubicBezTo>
                  <a:pt x="6392" y="4471"/>
                  <a:pt x="6222" y="4641"/>
                  <a:pt x="6010" y="4641"/>
                </a:cubicBezTo>
                <a:lnTo>
                  <a:pt x="382" y="4641"/>
                </a:lnTo>
                <a:cubicBezTo>
                  <a:pt x="170" y="4641"/>
                  <a:pt x="0" y="4471"/>
                  <a:pt x="0" y="4258"/>
                </a:cubicBezTo>
                <a:lnTo>
                  <a:pt x="0" y="381"/>
                </a:lnTo>
                <a:cubicBezTo>
                  <a:pt x="0" y="170"/>
                  <a:pt x="170" y="0"/>
                  <a:pt x="382" y="0"/>
                </a:cubicBezTo>
                <a:close/>
              </a:path>
            </a:pathLst>
          </a:custGeom>
          <a:noFill/>
          <a:ln cap="rnd" w="59400">
            <a:solidFill>
              <a:srgbClr val="82b366"/>
            </a:solidFill>
            <a:round/>
          </a:ln>
        </p:spPr>
        <p:txBody>
          <a:bodyPr lIns="119520" rIns="119520" tIns="74520" bIns="745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2683800" y="1309680"/>
            <a:ext cx="2332800" cy="1670760"/>
          </a:xfrm>
          <a:custGeom>
            <a:avLst/>
            <a:gdLst/>
            <a:ahLst/>
            <a:rect l="0" t="0" r="r" b="b"/>
            <a:pathLst>
              <a:path w="6480" h="4641">
                <a:moveTo>
                  <a:pt x="382" y="0"/>
                </a:moveTo>
                <a:lnTo>
                  <a:pt x="6098" y="0"/>
                </a:lnTo>
                <a:cubicBezTo>
                  <a:pt x="6309" y="0"/>
                  <a:pt x="6480" y="170"/>
                  <a:pt x="6480" y="381"/>
                </a:cubicBezTo>
                <a:lnTo>
                  <a:pt x="6480" y="4259"/>
                </a:lnTo>
                <a:cubicBezTo>
                  <a:pt x="6480" y="4471"/>
                  <a:pt x="6309" y="4641"/>
                  <a:pt x="6098" y="4641"/>
                </a:cubicBezTo>
                <a:lnTo>
                  <a:pt x="382" y="4641"/>
                </a:lnTo>
                <a:cubicBezTo>
                  <a:pt x="170" y="4641"/>
                  <a:pt x="0" y="4471"/>
                  <a:pt x="0" y="4259"/>
                </a:cubicBezTo>
                <a:lnTo>
                  <a:pt x="0" y="381"/>
                </a:lnTo>
                <a:cubicBezTo>
                  <a:pt x="0" y="170"/>
                  <a:pt x="170" y="0"/>
                  <a:pt x="382" y="0"/>
                </a:cubicBezTo>
                <a:close/>
              </a:path>
            </a:pathLst>
          </a:custGeom>
          <a:noFill/>
          <a:ln cap="rnd" w="59400">
            <a:solidFill>
              <a:srgbClr val="82b366"/>
            </a:solidFill>
            <a:round/>
          </a:ln>
        </p:spPr>
        <p:txBody>
          <a:bodyPr lIns="119520" rIns="119520" tIns="74520" bIns="745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685600" y="431640"/>
            <a:ext cx="1513800" cy="2641320"/>
          </a:xfrm>
          <a:custGeom>
            <a:avLst/>
            <a:gdLst/>
            <a:ahLst/>
            <a:rect l="0" t="0" r="r" b="b"/>
            <a:pathLst>
              <a:path w="4205" h="7337">
                <a:moveTo>
                  <a:pt x="382" y="0"/>
                </a:moveTo>
                <a:lnTo>
                  <a:pt x="3823" y="0"/>
                </a:lnTo>
                <a:cubicBezTo>
                  <a:pt x="4034" y="0"/>
                  <a:pt x="4205" y="170"/>
                  <a:pt x="4205" y="383"/>
                </a:cubicBezTo>
                <a:lnTo>
                  <a:pt x="4205" y="6956"/>
                </a:lnTo>
                <a:cubicBezTo>
                  <a:pt x="4205" y="7167"/>
                  <a:pt x="4034" y="7337"/>
                  <a:pt x="3823" y="7337"/>
                </a:cubicBezTo>
                <a:lnTo>
                  <a:pt x="382" y="7337"/>
                </a:lnTo>
                <a:cubicBezTo>
                  <a:pt x="170" y="7337"/>
                  <a:pt x="0" y="7167"/>
                  <a:pt x="0" y="6956"/>
                </a:cubicBezTo>
                <a:lnTo>
                  <a:pt x="0" y="383"/>
                </a:lnTo>
                <a:cubicBezTo>
                  <a:pt x="0" y="170"/>
                  <a:pt x="170" y="0"/>
                  <a:pt x="382" y="0"/>
                </a:cubicBezTo>
                <a:close/>
              </a:path>
            </a:pathLst>
          </a:custGeom>
          <a:noFill/>
          <a:ln cap="rnd" w="59400">
            <a:solidFill>
              <a:srgbClr val="d79b00"/>
            </a:solidFill>
            <a:round/>
          </a:ln>
        </p:spPr>
        <p:txBody>
          <a:bodyPr lIns="119520" rIns="119520" tIns="74520" bIns="745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4275720" y="427680"/>
            <a:ext cx="1529640" cy="2645280"/>
          </a:xfrm>
          <a:custGeom>
            <a:avLst/>
            <a:gdLst/>
            <a:ahLst/>
            <a:rect l="0" t="0" r="r" b="b"/>
            <a:pathLst>
              <a:path w="4249" h="7348">
                <a:moveTo>
                  <a:pt x="381" y="0"/>
                </a:moveTo>
                <a:lnTo>
                  <a:pt x="3867" y="0"/>
                </a:lnTo>
                <a:cubicBezTo>
                  <a:pt x="4079" y="0"/>
                  <a:pt x="4249" y="170"/>
                  <a:pt x="4249" y="382"/>
                </a:cubicBezTo>
                <a:lnTo>
                  <a:pt x="4249" y="6967"/>
                </a:lnTo>
                <a:cubicBezTo>
                  <a:pt x="4249" y="7178"/>
                  <a:pt x="4079" y="7348"/>
                  <a:pt x="3867" y="7348"/>
                </a:cubicBezTo>
                <a:lnTo>
                  <a:pt x="381" y="7348"/>
                </a:lnTo>
                <a:cubicBezTo>
                  <a:pt x="170" y="7348"/>
                  <a:pt x="0" y="7178"/>
                  <a:pt x="0" y="6967"/>
                </a:cubicBezTo>
                <a:lnTo>
                  <a:pt x="0" y="382"/>
                </a:lnTo>
                <a:cubicBezTo>
                  <a:pt x="0" y="170"/>
                  <a:pt x="170" y="0"/>
                  <a:pt x="381" y="0"/>
                </a:cubicBezTo>
                <a:close/>
              </a:path>
            </a:pathLst>
          </a:custGeom>
          <a:noFill/>
          <a:ln cap="rnd" w="59400">
            <a:solidFill>
              <a:srgbClr val="d79b00"/>
            </a:solidFill>
            <a:round/>
          </a:ln>
        </p:spPr>
        <p:txBody>
          <a:bodyPr lIns="119520" rIns="119520" tIns="74520" bIns="745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5898600" y="431640"/>
            <a:ext cx="1511640" cy="2641320"/>
          </a:xfrm>
          <a:custGeom>
            <a:avLst/>
            <a:gdLst/>
            <a:ahLst/>
            <a:rect l="0" t="0" r="r" b="b"/>
            <a:pathLst>
              <a:path w="4199" h="7337">
                <a:moveTo>
                  <a:pt x="382" y="0"/>
                </a:moveTo>
                <a:lnTo>
                  <a:pt x="3817" y="0"/>
                </a:lnTo>
                <a:cubicBezTo>
                  <a:pt x="4029" y="0"/>
                  <a:pt x="4199" y="170"/>
                  <a:pt x="4199" y="383"/>
                </a:cubicBezTo>
                <a:lnTo>
                  <a:pt x="4199" y="6956"/>
                </a:lnTo>
                <a:cubicBezTo>
                  <a:pt x="4199" y="7167"/>
                  <a:pt x="4029" y="7337"/>
                  <a:pt x="3817" y="7337"/>
                </a:cubicBezTo>
                <a:lnTo>
                  <a:pt x="382" y="7337"/>
                </a:lnTo>
                <a:cubicBezTo>
                  <a:pt x="170" y="7337"/>
                  <a:pt x="0" y="7167"/>
                  <a:pt x="0" y="6956"/>
                </a:cubicBezTo>
                <a:lnTo>
                  <a:pt x="0" y="383"/>
                </a:lnTo>
                <a:cubicBezTo>
                  <a:pt x="0" y="170"/>
                  <a:pt x="170" y="0"/>
                  <a:pt x="382" y="0"/>
                </a:cubicBezTo>
                <a:close/>
              </a:path>
            </a:pathLst>
          </a:custGeom>
          <a:noFill/>
          <a:ln cap="rnd" w="59400">
            <a:solidFill>
              <a:srgbClr val="d79b00"/>
            </a:solidFill>
            <a:round/>
          </a:ln>
        </p:spPr>
        <p:txBody>
          <a:bodyPr lIns="119520" rIns="119520" tIns="74520" bIns="745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685600" y="2160000"/>
            <a:ext cx="4726440" cy="725760"/>
          </a:xfrm>
          <a:custGeom>
            <a:avLst/>
            <a:gdLst/>
            <a:ahLst/>
            <a:rect l="0" t="0" r="r" b="b"/>
            <a:pathLst>
              <a:path w="13129" h="2016">
                <a:moveTo>
                  <a:pt x="382" y="0"/>
                </a:moveTo>
                <a:lnTo>
                  <a:pt x="12747" y="0"/>
                </a:lnTo>
                <a:cubicBezTo>
                  <a:pt x="12959" y="0"/>
                  <a:pt x="13129" y="170"/>
                  <a:pt x="13129" y="382"/>
                </a:cubicBezTo>
                <a:lnTo>
                  <a:pt x="13129" y="1635"/>
                </a:lnTo>
                <a:cubicBezTo>
                  <a:pt x="13129" y="1847"/>
                  <a:pt x="12959" y="2016"/>
                  <a:pt x="12747" y="2016"/>
                </a:cubicBezTo>
                <a:lnTo>
                  <a:pt x="382" y="2016"/>
                </a:lnTo>
                <a:cubicBezTo>
                  <a:pt x="170" y="2016"/>
                  <a:pt x="0" y="1847"/>
                  <a:pt x="0" y="1635"/>
                </a:cubicBezTo>
                <a:lnTo>
                  <a:pt x="0" y="382"/>
                </a:lnTo>
                <a:cubicBezTo>
                  <a:pt x="0" y="170"/>
                  <a:pt x="170" y="0"/>
                  <a:pt x="382" y="0"/>
                </a:cubicBezTo>
                <a:close/>
              </a:path>
            </a:pathLst>
          </a:custGeom>
          <a:noFill/>
          <a:ln cap="rnd" w="59400">
            <a:solidFill>
              <a:srgbClr val="6c8ebf"/>
            </a:solidFill>
            <a:round/>
          </a:ln>
        </p:spPr>
        <p:txBody>
          <a:bodyPr lIns="119520" rIns="119520" tIns="74520" bIns="745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194640" y="1001520"/>
            <a:ext cx="253800" cy="298080"/>
          </a:xfrm>
          <a:custGeom>
            <a:avLst/>
            <a:gdLst/>
            <a:ahLst/>
            <a:rect l="0" t="0" r="r" b="b"/>
            <a:pathLst>
              <a:path w="705" h="828">
                <a:moveTo>
                  <a:pt x="24" y="723"/>
                </a:moveTo>
                <a:lnTo>
                  <a:pt x="0" y="91"/>
                </a:lnTo>
                <a:cubicBezTo>
                  <a:pt x="-2" y="19"/>
                  <a:pt x="79" y="-26"/>
                  <a:pt x="138" y="16"/>
                </a:cubicBezTo>
                <a:lnTo>
                  <a:pt x="658" y="376"/>
                </a:lnTo>
                <a:cubicBezTo>
                  <a:pt x="725" y="422"/>
                  <a:pt x="720" y="522"/>
                  <a:pt x="649" y="561"/>
                </a:cubicBezTo>
                <a:lnTo>
                  <a:pt x="185" y="815"/>
                </a:lnTo>
                <a:cubicBezTo>
                  <a:pt x="114" y="854"/>
                  <a:pt x="27" y="804"/>
                  <a:pt x="24" y="723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416120" y="3342600"/>
            <a:ext cx="253800" cy="298440"/>
          </a:xfrm>
          <a:custGeom>
            <a:avLst/>
            <a:gdLst/>
            <a:ahLst/>
            <a:rect l="0" t="0" r="r" b="b"/>
            <a:pathLst>
              <a:path w="705" h="829">
                <a:moveTo>
                  <a:pt x="681" y="105"/>
                </a:moveTo>
                <a:lnTo>
                  <a:pt x="705" y="736"/>
                </a:lnTo>
                <a:cubicBezTo>
                  <a:pt x="708" y="809"/>
                  <a:pt x="627" y="854"/>
                  <a:pt x="567" y="812"/>
                </a:cubicBezTo>
                <a:lnTo>
                  <a:pt x="47" y="452"/>
                </a:lnTo>
                <a:cubicBezTo>
                  <a:pt x="-20" y="406"/>
                  <a:pt x="-14" y="306"/>
                  <a:pt x="57" y="267"/>
                </a:cubicBezTo>
                <a:lnTo>
                  <a:pt x="520" y="13"/>
                </a:lnTo>
                <a:cubicBezTo>
                  <a:pt x="591" y="-25"/>
                  <a:pt x="678" y="24"/>
                  <a:pt x="681" y="105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3314160" y="1193400"/>
            <a:ext cx="1236240" cy="2255400"/>
          </a:xfrm>
          <a:prstGeom prst="line">
            <a:avLst/>
          </a:prstGeom>
          <a:ln cap="rnd" w="4536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680" rIns="112680" tIns="67680" bIns="67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860720" y="3337200"/>
            <a:ext cx="260640" cy="297000"/>
          </a:xfrm>
          <a:custGeom>
            <a:avLst/>
            <a:gdLst/>
            <a:ahLst/>
            <a:rect l="0" t="0" r="r" b="b"/>
            <a:pathLst>
              <a:path w="724" h="825">
                <a:moveTo>
                  <a:pt x="672" y="480"/>
                </a:moveTo>
                <a:lnTo>
                  <a:pt x="135" y="811"/>
                </a:lnTo>
                <a:cubicBezTo>
                  <a:pt x="73" y="849"/>
                  <a:pt x="-6" y="801"/>
                  <a:pt x="1" y="729"/>
                </a:cubicBezTo>
                <a:lnTo>
                  <a:pt x="59" y="99"/>
                </a:lnTo>
                <a:cubicBezTo>
                  <a:pt x="66" y="18"/>
                  <a:pt x="156" y="-26"/>
                  <a:pt x="224" y="16"/>
                </a:cubicBezTo>
                <a:lnTo>
                  <a:pt x="672" y="295"/>
                </a:lnTo>
                <a:cubicBezTo>
                  <a:pt x="741" y="337"/>
                  <a:pt x="741" y="438"/>
                  <a:pt x="672" y="480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129640" y="2818800"/>
            <a:ext cx="261000" cy="297000"/>
          </a:xfrm>
          <a:custGeom>
            <a:avLst/>
            <a:gdLst/>
            <a:ahLst/>
            <a:rect l="0" t="0" r="r" b="b"/>
            <a:pathLst>
              <a:path w="725" h="825">
                <a:moveTo>
                  <a:pt x="51" y="345"/>
                </a:moveTo>
                <a:lnTo>
                  <a:pt x="590" y="14"/>
                </a:lnTo>
                <a:cubicBezTo>
                  <a:pt x="652" y="-24"/>
                  <a:pt x="730" y="25"/>
                  <a:pt x="724" y="96"/>
                </a:cubicBezTo>
                <a:lnTo>
                  <a:pt x="666" y="726"/>
                </a:lnTo>
                <a:cubicBezTo>
                  <a:pt x="658" y="806"/>
                  <a:pt x="569" y="851"/>
                  <a:pt x="500" y="808"/>
                </a:cubicBezTo>
                <a:lnTo>
                  <a:pt x="51" y="530"/>
                </a:lnTo>
                <a:cubicBezTo>
                  <a:pt x="-18" y="487"/>
                  <a:pt x="-18" y="387"/>
                  <a:pt x="51" y="345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 flipV="1">
            <a:off x="4988880" y="3005640"/>
            <a:ext cx="273240" cy="441360"/>
          </a:xfrm>
          <a:prstGeom prst="line">
            <a:avLst/>
          </a:prstGeom>
          <a:ln cap="rnd" w="4536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2680" rIns="112680" tIns="67680" bIns="67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306040" y="3247920"/>
            <a:ext cx="286920" cy="281520"/>
          </a:xfrm>
          <a:custGeom>
            <a:avLst/>
            <a:gdLst/>
            <a:ahLst/>
            <a:rect l="0" t="0" r="r" b="b"/>
            <a:pathLst>
              <a:path w="797" h="782">
                <a:moveTo>
                  <a:pt x="223" y="711"/>
                </a:moveTo>
                <a:lnTo>
                  <a:pt x="5" y="118"/>
                </a:lnTo>
                <a:cubicBezTo>
                  <a:pt x="-20" y="50"/>
                  <a:pt x="43" y="-18"/>
                  <a:pt x="113" y="3"/>
                </a:cubicBezTo>
                <a:lnTo>
                  <a:pt x="718" y="184"/>
                </a:lnTo>
                <a:cubicBezTo>
                  <a:pt x="796" y="207"/>
                  <a:pt x="822" y="304"/>
                  <a:pt x="767" y="363"/>
                </a:cubicBezTo>
                <a:lnTo>
                  <a:pt x="405" y="748"/>
                </a:lnTo>
                <a:cubicBezTo>
                  <a:pt x="350" y="806"/>
                  <a:pt x="251" y="786"/>
                  <a:pt x="223" y="711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306040" y="3247920"/>
            <a:ext cx="286920" cy="281520"/>
          </a:xfrm>
          <a:custGeom>
            <a:avLst/>
            <a:gdLst/>
            <a:ahLst/>
            <a:rect l="0" t="0" r="r" b="b"/>
            <a:pathLst>
              <a:path w="797" h="782">
                <a:moveTo>
                  <a:pt x="223" y="711"/>
                </a:moveTo>
                <a:lnTo>
                  <a:pt x="5" y="118"/>
                </a:lnTo>
                <a:cubicBezTo>
                  <a:pt x="-20" y="50"/>
                  <a:pt x="43" y="-18"/>
                  <a:pt x="113" y="3"/>
                </a:cubicBezTo>
                <a:lnTo>
                  <a:pt x="718" y="184"/>
                </a:lnTo>
                <a:cubicBezTo>
                  <a:pt x="796" y="207"/>
                  <a:pt x="822" y="304"/>
                  <a:pt x="767" y="363"/>
                </a:cubicBezTo>
                <a:lnTo>
                  <a:pt x="405" y="748"/>
                </a:lnTo>
                <a:cubicBezTo>
                  <a:pt x="350" y="806"/>
                  <a:pt x="251" y="786"/>
                  <a:pt x="223" y="711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470560" y="3404520"/>
            <a:ext cx="462960" cy="434880"/>
          </a:xfrm>
          <a:custGeom>
            <a:avLst/>
            <a:gdLst/>
            <a:ahLst/>
            <a:rect l="0" t="0" r="r" b="b"/>
            <a:pathLst>
              <a:path w="1286" h="1208">
                <a:moveTo>
                  <a:pt x="0" y="0"/>
                </a:moveTo>
                <a:lnTo>
                  <a:pt x="1286" y="1208"/>
                </a:lnTo>
                <a:lnTo>
                  <a:pt x="0" y="0"/>
                </a:lnTo>
                <a:close/>
              </a:path>
            </a:pathLst>
          </a:custGeom>
          <a:noFill/>
          <a:ln cap="rnd" w="45360">
            <a:solidFill>
              <a:srgbClr val="666666"/>
            </a:solidFill>
            <a:round/>
          </a:ln>
        </p:spPr>
        <p:txBody>
          <a:bodyPr lIns="112680" rIns="112680" tIns="67680" bIns="67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238560" y="4195440"/>
            <a:ext cx="215280" cy="283680"/>
          </a:xfrm>
          <a:custGeom>
            <a:avLst/>
            <a:gdLst/>
            <a:ahLst/>
            <a:rect l="0" t="0" r="r" b="b"/>
            <a:pathLst>
              <a:path w="598" h="788">
                <a:moveTo>
                  <a:pt x="163" y="785"/>
                </a:moveTo>
                <a:lnTo>
                  <a:pt x="420" y="785"/>
                </a:lnTo>
                <a:cubicBezTo>
                  <a:pt x="454" y="785"/>
                  <a:pt x="566" y="788"/>
                  <a:pt x="566" y="788"/>
                </a:cubicBezTo>
                <a:cubicBezTo>
                  <a:pt x="578" y="727"/>
                  <a:pt x="590" y="648"/>
                  <a:pt x="598" y="585"/>
                </a:cubicBezTo>
                <a:cubicBezTo>
                  <a:pt x="585" y="580"/>
                  <a:pt x="572" y="578"/>
                  <a:pt x="558" y="579"/>
                </a:cubicBezTo>
                <a:cubicBezTo>
                  <a:pt x="533" y="666"/>
                  <a:pt x="488" y="738"/>
                  <a:pt x="360" y="738"/>
                </a:cubicBezTo>
                <a:lnTo>
                  <a:pt x="283" y="738"/>
                </a:lnTo>
                <a:cubicBezTo>
                  <a:pt x="236" y="738"/>
                  <a:pt x="214" y="715"/>
                  <a:pt x="214" y="653"/>
                </a:cubicBezTo>
                <a:lnTo>
                  <a:pt x="214" y="151"/>
                </a:lnTo>
                <a:cubicBezTo>
                  <a:pt x="214" y="50"/>
                  <a:pt x="235" y="44"/>
                  <a:pt x="320" y="40"/>
                </a:cubicBezTo>
                <a:cubicBezTo>
                  <a:pt x="327" y="33"/>
                  <a:pt x="327" y="8"/>
                  <a:pt x="320" y="0"/>
                </a:cubicBezTo>
                <a:cubicBezTo>
                  <a:pt x="265" y="2"/>
                  <a:pt x="208" y="3"/>
                  <a:pt x="162" y="3"/>
                </a:cubicBezTo>
                <a:cubicBezTo>
                  <a:pt x="117" y="3"/>
                  <a:pt x="61" y="2"/>
                  <a:pt x="6" y="0"/>
                </a:cubicBezTo>
                <a:cubicBezTo>
                  <a:pt x="-2" y="8"/>
                  <a:pt x="-2" y="33"/>
                  <a:pt x="6" y="40"/>
                </a:cubicBezTo>
                <a:cubicBezTo>
                  <a:pt x="91" y="44"/>
                  <a:pt x="111" y="50"/>
                  <a:pt x="111" y="151"/>
                </a:cubicBezTo>
                <a:lnTo>
                  <a:pt x="111" y="637"/>
                </a:lnTo>
                <a:cubicBezTo>
                  <a:pt x="111" y="738"/>
                  <a:pt x="91" y="744"/>
                  <a:pt x="6" y="748"/>
                </a:cubicBezTo>
                <a:cubicBezTo>
                  <a:pt x="-2" y="755"/>
                  <a:pt x="-2" y="780"/>
                  <a:pt x="6" y="788"/>
                </a:cubicBezTo>
                <a:cubicBezTo>
                  <a:pt x="53" y="786"/>
                  <a:pt x="122" y="785"/>
                  <a:pt x="163" y="78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3480840" y="4286520"/>
            <a:ext cx="184320" cy="195840"/>
          </a:xfrm>
          <a:custGeom>
            <a:avLst/>
            <a:gdLst/>
            <a:ahLst/>
            <a:rect l="0" t="0" r="r" b="b"/>
            <a:pathLst>
              <a:path w="512" h="544">
                <a:moveTo>
                  <a:pt x="255" y="544"/>
                </a:moveTo>
                <a:cubicBezTo>
                  <a:pt x="332" y="544"/>
                  <a:pt x="390" y="518"/>
                  <a:pt x="432" y="476"/>
                </a:cubicBezTo>
                <a:cubicBezTo>
                  <a:pt x="486" y="424"/>
                  <a:pt x="512" y="348"/>
                  <a:pt x="512" y="273"/>
                </a:cubicBezTo>
                <a:cubicBezTo>
                  <a:pt x="512" y="146"/>
                  <a:pt x="443" y="0"/>
                  <a:pt x="257" y="0"/>
                </a:cubicBezTo>
                <a:cubicBezTo>
                  <a:pt x="177" y="0"/>
                  <a:pt x="110" y="32"/>
                  <a:pt x="67" y="85"/>
                </a:cubicBezTo>
                <a:cubicBezTo>
                  <a:pt x="23" y="137"/>
                  <a:pt x="0" y="207"/>
                  <a:pt x="0" y="284"/>
                </a:cubicBezTo>
                <a:cubicBezTo>
                  <a:pt x="0" y="407"/>
                  <a:pt x="82" y="544"/>
                  <a:pt x="255" y="544"/>
                </a:cubicBezTo>
                <a:moveTo>
                  <a:pt x="407" y="311"/>
                </a:moveTo>
                <a:cubicBezTo>
                  <a:pt x="407" y="464"/>
                  <a:pt x="329" y="502"/>
                  <a:pt x="272" y="502"/>
                </a:cubicBezTo>
                <a:cubicBezTo>
                  <a:pt x="145" y="502"/>
                  <a:pt x="104" y="349"/>
                  <a:pt x="104" y="256"/>
                </a:cubicBezTo>
                <a:cubicBezTo>
                  <a:pt x="104" y="150"/>
                  <a:pt x="130" y="42"/>
                  <a:pt x="239" y="42"/>
                </a:cubicBezTo>
                <a:cubicBezTo>
                  <a:pt x="343" y="42"/>
                  <a:pt x="407" y="137"/>
                  <a:pt x="407" y="31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692520" y="4285080"/>
            <a:ext cx="221400" cy="194040"/>
          </a:xfrm>
          <a:custGeom>
            <a:avLst/>
            <a:gdLst/>
            <a:ahLst/>
            <a:rect l="0" t="0" r="r" b="b"/>
            <a:pathLst>
              <a:path w="615" h="539">
                <a:moveTo>
                  <a:pt x="182" y="102"/>
                </a:moveTo>
                <a:cubicBezTo>
                  <a:pt x="181" y="69"/>
                  <a:pt x="177" y="23"/>
                  <a:pt x="172" y="10"/>
                </a:cubicBezTo>
                <a:cubicBezTo>
                  <a:pt x="169" y="5"/>
                  <a:pt x="168" y="0"/>
                  <a:pt x="158" y="0"/>
                </a:cubicBezTo>
                <a:cubicBezTo>
                  <a:pt x="124" y="13"/>
                  <a:pt x="92" y="24"/>
                  <a:pt x="9" y="35"/>
                </a:cubicBezTo>
                <a:cubicBezTo>
                  <a:pt x="6" y="42"/>
                  <a:pt x="9" y="62"/>
                  <a:pt x="11" y="69"/>
                </a:cubicBezTo>
                <a:cubicBezTo>
                  <a:pt x="77" y="75"/>
                  <a:pt x="90" y="81"/>
                  <a:pt x="90" y="152"/>
                </a:cubicBezTo>
                <a:lnTo>
                  <a:pt x="90" y="388"/>
                </a:lnTo>
                <a:cubicBezTo>
                  <a:pt x="90" y="488"/>
                  <a:pt x="78" y="493"/>
                  <a:pt x="5" y="499"/>
                </a:cubicBezTo>
                <a:cubicBezTo>
                  <a:pt x="-2" y="506"/>
                  <a:pt x="-2" y="531"/>
                  <a:pt x="5" y="539"/>
                </a:cubicBezTo>
                <a:cubicBezTo>
                  <a:pt x="41" y="537"/>
                  <a:pt x="90" y="536"/>
                  <a:pt x="139" y="536"/>
                </a:cubicBezTo>
                <a:cubicBezTo>
                  <a:pt x="187" y="536"/>
                  <a:pt x="223" y="537"/>
                  <a:pt x="260" y="539"/>
                </a:cubicBezTo>
                <a:cubicBezTo>
                  <a:pt x="267" y="531"/>
                  <a:pt x="267" y="506"/>
                  <a:pt x="260" y="499"/>
                </a:cubicBezTo>
                <a:cubicBezTo>
                  <a:pt x="198" y="493"/>
                  <a:pt x="186" y="488"/>
                  <a:pt x="186" y="388"/>
                </a:cubicBezTo>
                <a:lnTo>
                  <a:pt x="186" y="189"/>
                </a:lnTo>
                <a:cubicBezTo>
                  <a:pt x="186" y="164"/>
                  <a:pt x="197" y="149"/>
                  <a:pt x="206" y="138"/>
                </a:cubicBezTo>
                <a:cubicBezTo>
                  <a:pt x="253" y="93"/>
                  <a:pt x="307" y="67"/>
                  <a:pt x="354" y="67"/>
                </a:cubicBezTo>
                <a:cubicBezTo>
                  <a:pt x="379" y="67"/>
                  <a:pt x="404" y="83"/>
                  <a:pt x="419" y="110"/>
                </a:cubicBezTo>
                <a:cubicBezTo>
                  <a:pt x="431" y="135"/>
                  <a:pt x="433" y="167"/>
                  <a:pt x="433" y="204"/>
                </a:cubicBezTo>
                <a:lnTo>
                  <a:pt x="433" y="388"/>
                </a:lnTo>
                <a:cubicBezTo>
                  <a:pt x="433" y="488"/>
                  <a:pt x="421" y="493"/>
                  <a:pt x="358" y="499"/>
                </a:cubicBezTo>
                <a:cubicBezTo>
                  <a:pt x="352" y="506"/>
                  <a:pt x="352" y="531"/>
                  <a:pt x="358" y="539"/>
                </a:cubicBezTo>
                <a:cubicBezTo>
                  <a:pt x="395" y="537"/>
                  <a:pt x="433" y="536"/>
                  <a:pt x="482" y="536"/>
                </a:cubicBezTo>
                <a:cubicBezTo>
                  <a:pt x="530" y="536"/>
                  <a:pt x="574" y="537"/>
                  <a:pt x="610" y="539"/>
                </a:cubicBezTo>
                <a:cubicBezTo>
                  <a:pt x="617" y="531"/>
                  <a:pt x="617" y="506"/>
                  <a:pt x="610" y="499"/>
                </a:cubicBezTo>
                <a:cubicBezTo>
                  <a:pt x="543" y="493"/>
                  <a:pt x="529" y="488"/>
                  <a:pt x="529" y="388"/>
                </a:cubicBezTo>
                <a:lnTo>
                  <a:pt x="529" y="207"/>
                </a:lnTo>
                <a:cubicBezTo>
                  <a:pt x="529" y="141"/>
                  <a:pt x="524" y="83"/>
                  <a:pt x="496" y="45"/>
                </a:cubicBezTo>
                <a:cubicBezTo>
                  <a:pt x="476" y="18"/>
                  <a:pt x="438" y="4"/>
                  <a:pt x="396" y="4"/>
                </a:cubicBezTo>
                <a:cubicBezTo>
                  <a:pt x="336" y="4"/>
                  <a:pt x="268" y="19"/>
                  <a:pt x="197" y="102"/>
                </a:cubicBezTo>
                <a:cubicBezTo>
                  <a:pt x="188" y="110"/>
                  <a:pt x="182" y="114"/>
                  <a:pt x="182" y="102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3933720" y="4276440"/>
            <a:ext cx="196200" cy="305640"/>
          </a:xfrm>
          <a:custGeom>
            <a:avLst/>
            <a:gdLst/>
            <a:ahLst/>
            <a:rect l="0" t="0" r="r" b="b"/>
            <a:pathLst>
              <a:path w="545" h="849">
                <a:moveTo>
                  <a:pt x="348" y="222"/>
                </a:moveTo>
                <a:cubicBezTo>
                  <a:pt x="348" y="335"/>
                  <a:pt x="291" y="358"/>
                  <a:pt x="246" y="358"/>
                </a:cubicBezTo>
                <a:cubicBezTo>
                  <a:pt x="144" y="358"/>
                  <a:pt x="133" y="272"/>
                  <a:pt x="133" y="194"/>
                </a:cubicBezTo>
                <a:cubicBezTo>
                  <a:pt x="133" y="109"/>
                  <a:pt x="164" y="65"/>
                  <a:pt x="230" y="65"/>
                </a:cubicBezTo>
                <a:cubicBezTo>
                  <a:pt x="307" y="65"/>
                  <a:pt x="348" y="121"/>
                  <a:pt x="348" y="222"/>
                </a:cubicBezTo>
                <a:moveTo>
                  <a:pt x="121" y="572"/>
                </a:moveTo>
                <a:cubicBezTo>
                  <a:pt x="135" y="576"/>
                  <a:pt x="154" y="578"/>
                  <a:pt x="170" y="578"/>
                </a:cubicBezTo>
                <a:cubicBezTo>
                  <a:pt x="207" y="578"/>
                  <a:pt x="241" y="575"/>
                  <a:pt x="258" y="575"/>
                </a:cubicBezTo>
                <a:cubicBezTo>
                  <a:pt x="319" y="575"/>
                  <a:pt x="370" y="576"/>
                  <a:pt x="405" y="595"/>
                </a:cubicBezTo>
                <a:cubicBezTo>
                  <a:pt x="452" y="622"/>
                  <a:pt x="467" y="639"/>
                  <a:pt x="467" y="671"/>
                </a:cubicBezTo>
                <a:cubicBezTo>
                  <a:pt x="467" y="758"/>
                  <a:pt x="338" y="804"/>
                  <a:pt x="229" y="804"/>
                </a:cubicBezTo>
                <a:cubicBezTo>
                  <a:pt x="186" y="804"/>
                  <a:pt x="84" y="769"/>
                  <a:pt x="84" y="686"/>
                </a:cubicBezTo>
                <a:cubicBezTo>
                  <a:pt x="84" y="645"/>
                  <a:pt x="86" y="615"/>
                  <a:pt x="121" y="572"/>
                </a:cubicBezTo>
                <a:moveTo>
                  <a:pt x="500" y="91"/>
                </a:moveTo>
                <a:cubicBezTo>
                  <a:pt x="523" y="91"/>
                  <a:pt x="545" y="69"/>
                  <a:pt x="545" y="45"/>
                </a:cubicBezTo>
                <a:cubicBezTo>
                  <a:pt x="545" y="19"/>
                  <a:pt x="522" y="0"/>
                  <a:pt x="489" y="0"/>
                </a:cubicBezTo>
                <a:cubicBezTo>
                  <a:pt x="457" y="0"/>
                  <a:pt x="399" y="20"/>
                  <a:pt x="367" y="62"/>
                </a:cubicBezTo>
                <a:cubicBezTo>
                  <a:pt x="353" y="52"/>
                  <a:pt x="313" y="28"/>
                  <a:pt x="241" y="28"/>
                </a:cubicBezTo>
                <a:cubicBezTo>
                  <a:pt x="133" y="28"/>
                  <a:pt x="34" y="100"/>
                  <a:pt x="34" y="212"/>
                </a:cubicBezTo>
                <a:cubicBezTo>
                  <a:pt x="34" y="278"/>
                  <a:pt x="63" y="315"/>
                  <a:pt x="97" y="348"/>
                </a:cubicBezTo>
                <a:cubicBezTo>
                  <a:pt x="63" y="377"/>
                  <a:pt x="44" y="429"/>
                  <a:pt x="44" y="470"/>
                </a:cubicBezTo>
                <a:cubicBezTo>
                  <a:pt x="44" y="514"/>
                  <a:pt x="68" y="548"/>
                  <a:pt x="99" y="564"/>
                </a:cubicBezTo>
                <a:cubicBezTo>
                  <a:pt x="34" y="603"/>
                  <a:pt x="0" y="659"/>
                  <a:pt x="0" y="711"/>
                </a:cubicBezTo>
                <a:cubicBezTo>
                  <a:pt x="0" y="816"/>
                  <a:pt x="99" y="849"/>
                  <a:pt x="193" y="849"/>
                </a:cubicBezTo>
                <a:cubicBezTo>
                  <a:pt x="357" y="849"/>
                  <a:pt x="534" y="770"/>
                  <a:pt x="534" y="639"/>
                </a:cubicBezTo>
                <a:cubicBezTo>
                  <a:pt x="534" y="600"/>
                  <a:pt x="516" y="570"/>
                  <a:pt x="480" y="541"/>
                </a:cubicBezTo>
                <a:cubicBezTo>
                  <a:pt x="433" y="502"/>
                  <a:pt x="348" y="501"/>
                  <a:pt x="303" y="501"/>
                </a:cubicBezTo>
                <a:cubicBezTo>
                  <a:pt x="281" y="501"/>
                  <a:pt x="251" y="503"/>
                  <a:pt x="222" y="507"/>
                </a:cubicBezTo>
                <a:cubicBezTo>
                  <a:pt x="204" y="508"/>
                  <a:pt x="192" y="509"/>
                  <a:pt x="186" y="509"/>
                </a:cubicBezTo>
                <a:cubicBezTo>
                  <a:pt x="150" y="509"/>
                  <a:pt x="108" y="492"/>
                  <a:pt x="108" y="440"/>
                </a:cubicBezTo>
                <a:cubicBezTo>
                  <a:pt x="108" y="416"/>
                  <a:pt x="115" y="390"/>
                  <a:pt x="130" y="370"/>
                </a:cubicBezTo>
                <a:cubicBezTo>
                  <a:pt x="159" y="387"/>
                  <a:pt x="193" y="395"/>
                  <a:pt x="240" y="395"/>
                </a:cubicBezTo>
                <a:cubicBezTo>
                  <a:pt x="347" y="395"/>
                  <a:pt x="445" y="329"/>
                  <a:pt x="445" y="210"/>
                </a:cubicBezTo>
                <a:cubicBezTo>
                  <a:pt x="445" y="153"/>
                  <a:pt x="428" y="120"/>
                  <a:pt x="393" y="83"/>
                </a:cubicBezTo>
                <a:cubicBezTo>
                  <a:pt x="401" y="71"/>
                  <a:pt x="426" y="54"/>
                  <a:pt x="441" y="54"/>
                </a:cubicBezTo>
                <a:cubicBezTo>
                  <a:pt x="450" y="54"/>
                  <a:pt x="458" y="58"/>
                  <a:pt x="466" y="69"/>
                </a:cubicBezTo>
                <a:cubicBezTo>
                  <a:pt x="471" y="79"/>
                  <a:pt x="486" y="91"/>
                  <a:pt x="500" y="9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2909160" y="4832280"/>
            <a:ext cx="131760" cy="196200"/>
          </a:xfrm>
          <a:custGeom>
            <a:avLst/>
            <a:gdLst/>
            <a:ahLst/>
            <a:rect l="0" t="0" r="r" b="b"/>
            <a:pathLst>
              <a:path w="366" h="545">
                <a:moveTo>
                  <a:pt x="0" y="365"/>
                </a:moveTo>
                <a:cubicBezTo>
                  <a:pt x="5" y="425"/>
                  <a:pt x="8" y="482"/>
                  <a:pt x="8" y="533"/>
                </a:cubicBezTo>
                <a:cubicBezTo>
                  <a:pt x="20" y="530"/>
                  <a:pt x="33" y="529"/>
                  <a:pt x="39" y="529"/>
                </a:cubicBezTo>
                <a:cubicBezTo>
                  <a:pt x="47" y="529"/>
                  <a:pt x="54" y="529"/>
                  <a:pt x="63" y="531"/>
                </a:cubicBezTo>
                <a:cubicBezTo>
                  <a:pt x="96" y="540"/>
                  <a:pt x="128" y="545"/>
                  <a:pt x="173" y="545"/>
                </a:cubicBezTo>
                <a:cubicBezTo>
                  <a:pt x="241" y="545"/>
                  <a:pt x="366" y="512"/>
                  <a:pt x="366" y="392"/>
                </a:cubicBezTo>
                <a:cubicBezTo>
                  <a:pt x="366" y="309"/>
                  <a:pt x="307" y="261"/>
                  <a:pt x="224" y="231"/>
                </a:cubicBezTo>
                <a:cubicBezTo>
                  <a:pt x="150" y="204"/>
                  <a:pt x="103" y="185"/>
                  <a:pt x="103" y="118"/>
                </a:cubicBezTo>
                <a:cubicBezTo>
                  <a:pt x="103" y="68"/>
                  <a:pt x="147" y="40"/>
                  <a:pt x="188" y="40"/>
                </a:cubicBezTo>
                <a:cubicBezTo>
                  <a:pt x="215" y="40"/>
                  <a:pt x="285" y="50"/>
                  <a:pt x="301" y="153"/>
                </a:cubicBezTo>
                <a:cubicBezTo>
                  <a:pt x="308" y="160"/>
                  <a:pt x="332" y="159"/>
                  <a:pt x="339" y="152"/>
                </a:cubicBezTo>
                <a:cubicBezTo>
                  <a:pt x="343" y="108"/>
                  <a:pt x="346" y="63"/>
                  <a:pt x="347" y="23"/>
                </a:cubicBezTo>
                <a:cubicBezTo>
                  <a:pt x="309" y="17"/>
                  <a:pt x="251" y="0"/>
                  <a:pt x="188" y="0"/>
                </a:cubicBezTo>
                <a:cubicBezTo>
                  <a:pt x="98" y="0"/>
                  <a:pt x="17" y="58"/>
                  <a:pt x="17" y="136"/>
                </a:cubicBezTo>
                <a:cubicBezTo>
                  <a:pt x="17" y="225"/>
                  <a:pt x="57" y="262"/>
                  <a:pt x="150" y="301"/>
                </a:cubicBezTo>
                <a:cubicBezTo>
                  <a:pt x="251" y="342"/>
                  <a:pt x="274" y="368"/>
                  <a:pt x="274" y="420"/>
                </a:cubicBezTo>
                <a:cubicBezTo>
                  <a:pt x="274" y="479"/>
                  <a:pt x="216" y="505"/>
                  <a:pt x="171" y="505"/>
                </a:cubicBezTo>
                <a:cubicBezTo>
                  <a:pt x="124" y="505"/>
                  <a:pt x="97" y="489"/>
                  <a:pt x="85" y="476"/>
                </a:cubicBezTo>
                <a:cubicBezTo>
                  <a:pt x="58" y="448"/>
                  <a:pt x="45" y="394"/>
                  <a:pt x="37" y="364"/>
                </a:cubicBezTo>
                <a:cubicBezTo>
                  <a:pt x="30" y="357"/>
                  <a:pt x="7" y="358"/>
                  <a:pt x="0" y="365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3064320" y="4719240"/>
            <a:ext cx="223920" cy="305640"/>
          </a:xfrm>
          <a:custGeom>
            <a:avLst/>
            <a:gdLst/>
            <a:ahLst/>
            <a:rect l="0" t="0" r="r" b="b"/>
            <a:pathLst>
              <a:path w="622" h="849">
                <a:moveTo>
                  <a:pt x="186" y="501"/>
                </a:moveTo>
                <a:cubicBezTo>
                  <a:pt x="186" y="474"/>
                  <a:pt x="197" y="460"/>
                  <a:pt x="207" y="449"/>
                </a:cubicBezTo>
                <a:cubicBezTo>
                  <a:pt x="253" y="404"/>
                  <a:pt x="314" y="377"/>
                  <a:pt x="362" y="377"/>
                </a:cubicBezTo>
                <a:cubicBezTo>
                  <a:pt x="386" y="377"/>
                  <a:pt x="412" y="394"/>
                  <a:pt x="426" y="421"/>
                </a:cubicBezTo>
                <a:cubicBezTo>
                  <a:pt x="439" y="445"/>
                  <a:pt x="441" y="478"/>
                  <a:pt x="441" y="514"/>
                </a:cubicBezTo>
                <a:lnTo>
                  <a:pt x="441" y="699"/>
                </a:lnTo>
                <a:cubicBezTo>
                  <a:pt x="441" y="798"/>
                  <a:pt x="429" y="803"/>
                  <a:pt x="366" y="809"/>
                </a:cubicBezTo>
                <a:cubicBezTo>
                  <a:pt x="360" y="816"/>
                  <a:pt x="360" y="842"/>
                  <a:pt x="366" y="849"/>
                </a:cubicBezTo>
                <a:cubicBezTo>
                  <a:pt x="400" y="848"/>
                  <a:pt x="441" y="847"/>
                  <a:pt x="490" y="847"/>
                </a:cubicBezTo>
                <a:cubicBezTo>
                  <a:pt x="538" y="847"/>
                  <a:pt x="578" y="848"/>
                  <a:pt x="618" y="849"/>
                </a:cubicBezTo>
                <a:cubicBezTo>
                  <a:pt x="624" y="842"/>
                  <a:pt x="624" y="816"/>
                  <a:pt x="618" y="809"/>
                </a:cubicBezTo>
                <a:cubicBezTo>
                  <a:pt x="550" y="803"/>
                  <a:pt x="537" y="798"/>
                  <a:pt x="537" y="699"/>
                </a:cubicBezTo>
                <a:lnTo>
                  <a:pt x="537" y="518"/>
                </a:lnTo>
                <a:cubicBezTo>
                  <a:pt x="537" y="451"/>
                  <a:pt x="532" y="393"/>
                  <a:pt x="504" y="355"/>
                </a:cubicBezTo>
                <a:cubicBezTo>
                  <a:pt x="484" y="329"/>
                  <a:pt x="446" y="314"/>
                  <a:pt x="403" y="314"/>
                </a:cubicBezTo>
                <a:cubicBezTo>
                  <a:pt x="343" y="314"/>
                  <a:pt x="271" y="330"/>
                  <a:pt x="197" y="412"/>
                </a:cubicBezTo>
                <a:cubicBezTo>
                  <a:pt x="192" y="417"/>
                  <a:pt x="185" y="429"/>
                  <a:pt x="185" y="412"/>
                </a:cubicBezTo>
                <a:lnTo>
                  <a:pt x="186" y="139"/>
                </a:lnTo>
                <a:cubicBezTo>
                  <a:pt x="186" y="61"/>
                  <a:pt x="191" y="12"/>
                  <a:pt x="191" y="12"/>
                </a:cubicBezTo>
                <a:cubicBezTo>
                  <a:pt x="191" y="4"/>
                  <a:pt x="186" y="0"/>
                  <a:pt x="175" y="0"/>
                </a:cubicBezTo>
                <a:cubicBezTo>
                  <a:pt x="145" y="12"/>
                  <a:pt x="54" y="29"/>
                  <a:pt x="6" y="33"/>
                </a:cubicBezTo>
                <a:cubicBezTo>
                  <a:pt x="3" y="42"/>
                  <a:pt x="6" y="62"/>
                  <a:pt x="13" y="69"/>
                </a:cubicBezTo>
                <a:cubicBezTo>
                  <a:pt x="76" y="73"/>
                  <a:pt x="90" y="67"/>
                  <a:pt x="90" y="169"/>
                </a:cubicBezTo>
                <a:lnTo>
                  <a:pt x="90" y="699"/>
                </a:lnTo>
                <a:cubicBezTo>
                  <a:pt x="90" y="799"/>
                  <a:pt x="76" y="804"/>
                  <a:pt x="6" y="809"/>
                </a:cubicBezTo>
                <a:cubicBezTo>
                  <a:pt x="-2" y="816"/>
                  <a:pt x="-2" y="842"/>
                  <a:pt x="6" y="849"/>
                </a:cubicBezTo>
                <a:cubicBezTo>
                  <a:pt x="46" y="848"/>
                  <a:pt x="90" y="847"/>
                  <a:pt x="139" y="847"/>
                </a:cubicBezTo>
                <a:cubicBezTo>
                  <a:pt x="185" y="847"/>
                  <a:pt x="224" y="848"/>
                  <a:pt x="258" y="849"/>
                </a:cubicBezTo>
                <a:cubicBezTo>
                  <a:pt x="265" y="842"/>
                  <a:pt x="265" y="816"/>
                  <a:pt x="258" y="809"/>
                </a:cubicBezTo>
                <a:cubicBezTo>
                  <a:pt x="197" y="804"/>
                  <a:pt x="186" y="799"/>
                  <a:pt x="186" y="699"/>
                </a:cubicBezTo>
                <a:lnTo>
                  <a:pt x="186" y="501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303000" y="4835880"/>
            <a:ext cx="217080" cy="193320"/>
          </a:xfrm>
          <a:custGeom>
            <a:avLst/>
            <a:gdLst/>
            <a:ahLst/>
            <a:rect l="0" t="0" r="r" b="b"/>
            <a:pathLst>
              <a:path w="603" h="537">
                <a:moveTo>
                  <a:pt x="400" y="462"/>
                </a:moveTo>
                <a:cubicBezTo>
                  <a:pt x="406" y="457"/>
                  <a:pt x="417" y="455"/>
                  <a:pt x="419" y="463"/>
                </a:cubicBezTo>
                <a:cubicBezTo>
                  <a:pt x="421" y="495"/>
                  <a:pt x="432" y="535"/>
                  <a:pt x="432" y="535"/>
                </a:cubicBezTo>
                <a:cubicBezTo>
                  <a:pt x="442" y="538"/>
                  <a:pt x="447" y="538"/>
                  <a:pt x="455" y="535"/>
                </a:cubicBezTo>
                <a:cubicBezTo>
                  <a:pt x="482" y="513"/>
                  <a:pt x="524" y="495"/>
                  <a:pt x="598" y="486"/>
                </a:cubicBezTo>
                <a:cubicBezTo>
                  <a:pt x="605" y="479"/>
                  <a:pt x="605" y="461"/>
                  <a:pt x="598" y="454"/>
                </a:cubicBezTo>
                <a:cubicBezTo>
                  <a:pt x="521" y="447"/>
                  <a:pt x="510" y="424"/>
                  <a:pt x="510" y="365"/>
                </a:cubicBezTo>
                <a:lnTo>
                  <a:pt x="510" y="132"/>
                </a:lnTo>
                <a:cubicBezTo>
                  <a:pt x="510" y="96"/>
                  <a:pt x="514" y="7"/>
                  <a:pt x="514" y="7"/>
                </a:cubicBezTo>
                <a:cubicBezTo>
                  <a:pt x="514" y="3"/>
                  <a:pt x="511" y="0"/>
                  <a:pt x="505" y="0"/>
                </a:cubicBezTo>
                <a:cubicBezTo>
                  <a:pt x="499" y="1"/>
                  <a:pt x="480" y="2"/>
                  <a:pt x="462" y="2"/>
                </a:cubicBezTo>
                <a:cubicBezTo>
                  <a:pt x="423" y="2"/>
                  <a:pt x="380" y="1"/>
                  <a:pt x="339" y="0"/>
                </a:cubicBezTo>
                <a:cubicBezTo>
                  <a:pt x="331" y="7"/>
                  <a:pt x="331" y="33"/>
                  <a:pt x="339" y="40"/>
                </a:cubicBezTo>
                <a:cubicBezTo>
                  <a:pt x="398" y="43"/>
                  <a:pt x="414" y="58"/>
                  <a:pt x="414" y="138"/>
                </a:cubicBezTo>
                <a:lnTo>
                  <a:pt x="414" y="372"/>
                </a:lnTo>
                <a:cubicBezTo>
                  <a:pt x="414" y="395"/>
                  <a:pt x="411" y="405"/>
                  <a:pt x="394" y="420"/>
                </a:cubicBezTo>
                <a:cubicBezTo>
                  <a:pt x="349" y="458"/>
                  <a:pt x="303" y="478"/>
                  <a:pt x="273" y="478"/>
                </a:cubicBezTo>
                <a:cubicBezTo>
                  <a:pt x="237" y="478"/>
                  <a:pt x="176" y="461"/>
                  <a:pt x="176" y="353"/>
                </a:cubicBezTo>
                <a:lnTo>
                  <a:pt x="176" y="132"/>
                </a:lnTo>
                <a:cubicBezTo>
                  <a:pt x="176" y="96"/>
                  <a:pt x="181" y="7"/>
                  <a:pt x="181" y="7"/>
                </a:cubicBezTo>
                <a:cubicBezTo>
                  <a:pt x="181" y="3"/>
                  <a:pt x="177" y="0"/>
                  <a:pt x="171" y="0"/>
                </a:cubicBezTo>
                <a:cubicBezTo>
                  <a:pt x="165" y="1"/>
                  <a:pt x="147" y="2"/>
                  <a:pt x="129" y="2"/>
                </a:cubicBezTo>
                <a:cubicBezTo>
                  <a:pt x="90" y="2"/>
                  <a:pt x="46" y="1"/>
                  <a:pt x="5" y="0"/>
                </a:cubicBezTo>
                <a:cubicBezTo>
                  <a:pt x="-2" y="7"/>
                  <a:pt x="-2" y="33"/>
                  <a:pt x="5" y="40"/>
                </a:cubicBezTo>
                <a:cubicBezTo>
                  <a:pt x="63" y="45"/>
                  <a:pt x="80" y="58"/>
                  <a:pt x="80" y="137"/>
                </a:cubicBezTo>
                <a:lnTo>
                  <a:pt x="80" y="370"/>
                </a:lnTo>
                <a:cubicBezTo>
                  <a:pt x="80" y="454"/>
                  <a:pt x="117" y="535"/>
                  <a:pt x="237" y="535"/>
                </a:cubicBezTo>
                <a:cubicBezTo>
                  <a:pt x="284" y="535"/>
                  <a:pt x="341" y="511"/>
                  <a:pt x="400" y="462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536640" y="4769280"/>
            <a:ext cx="247320" cy="259200"/>
          </a:xfrm>
          <a:custGeom>
            <a:avLst/>
            <a:gdLst/>
            <a:ahLst/>
            <a:rect l="0" t="0" r="r" b="b"/>
            <a:pathLst>
              <a:path w="687" h="720">
                <a:moveTo>
                  <a:pt x="78" y="235"/>
                </a:moveTo>
                <a:lnTo>
                  <a:pt x="78" y="600"/>
                </a:lnTo>
                <a:cubicBezTo>
                  <a:pt x="78" y="686"/>
                  <a:pt x="114" y="720"/>
                  <a:pt x="171" y="720"/>
                </a:cubicBezTo>
                <a:cubicBezTo>
                  <a:pt x="232" y="720"/>
                  <a:pt x="288" y="685"/>
                  <a:pt x="319" y="637"/>
                </a:cubicBezTo>
                <a:cubicBezTo>
                  <a:pt x="316" y="626"/>
                  <a:pt x="311" y="620"/>
                  <a:pt x="300" y="619"/>
                </a:cubicBezTo>
                <a:cubicBezTo>
                  <a:pt x="282" y="635"/>
                  <a:pt x="248" y="653"/>
                  <a:pt x="214" y="653"/>
                </a:cubicBezTo>
                <a:cubicBezTo>
                  <a:pt x="181" y="653"/>
                  <a:pt x="174" y="617"/>
                  <a:pt x="174" y="541"/>
                </a:cubicBezTo>
                <a:lnTo>
                  <a:pt x="174" y="235"/>
                </a:lnTo>
                <a:lnTo>
                  <a:pt x="430" y="235"/>
                </a:lnTo>
                <a:lnTo>
                  <a:pt x="430" y="600"/>
                </a:lnTo>
                <a:cubicBezTo>
                  <a:pt x="430" y="686"/>
                  <a:pt x="467" y="720"/>
                  <a:pt x="523" y="720"/>
                </a:cubicBezTo>
                <a:cubicBezTo>
                  <a:pt x="579" y="720"/>
                  <a:pt x="639" y="693"/>
                  <a:pt x="687" y="640"/>
                </a:cubicBezTo>
                <a:cubicBezTo>
                  <a:pt x="684" y="628"/>
                  <a:pt x="677" y="620"/>
                  <a:pt x="665" y="619"/>
                </a:cubicBezTo>
                <a:cubicBezTo>
                  <a:pt x="633" y="643"/>
                  <a:pt x="597" y="653"/>
                  <a:pt x="565" y="653"/>
                </a:cubicBezTo>
                <a:cubicBezTo>
                  <a:pt x="533" y="653"/>
                  <a:pt x="525" y="617"/>
                  <a:pt x="525" y="541"/>
                </a:cubicBezTo>
                <a:lnTo>
                  <a:pt x="525" y="235"/>
                </a:lnTo>
                <a:lnTo>
                  <a:pt x="652" y="235"/>
                </a:lnTo>
                <a:cubicBezTo>
                  <a:pt x="664" y="235"/>
                  <a:pt x="681" y="230"/>
                  <a:pt x="681" y="219"/>
                </a:cubicBezTo>
                <a:lnTo>
                  <a:pt x="681" y="195"/>
                </a:lnTo>
                <a:cubicBezTo>
                  <a:pt x="681" y="190"/>
                  <a:pt x="677" y="187"/>
                  <a:pt x="671" y="187"/>
                </a:cubicBezTo>
                <a:lnTo>
                  <a:pt x="525" y="187"/>
                </a:lnTo>
                <a:lnTo>
                  <a:pt x="525" y="140"/>
                </a:lnTo>
                <a:cubicBezTo>
                  <a:pt x="525" y="61"/>
                  <a:pt x="530" y="13"/>
                  <a:pt x="530" y="13"/>
                </a:cubicBezTo>
                <a:cubicBezTo>
                  <a:pt x="530" y="4"/>
                  <a:pt x="525" y="0"/>
                  <a:pt x="515" y="0"/>
                </a:cubicBezTo>
                <a:lnTo>
                  <a:pt x="444" y="33"/>
                </a:lnTo>
                <a:cubicBezTo>
                  <a:pt x="437" y="37"/>
                  <a:pt x="426" y="39"/>
                  <a:pt x="427" y="48"/>
                </a:cubicBezTo>
                <a:cubicBezTo>
                  <a:pt x="430" y="76"/>
                  <a:pt x="430" y="87"/>
                  <a:pt x="430" y="187"/>
                </a:cubicBezTo>
                <a:cubicBezTo>
                  <a:pt x="377" y="188"/>
                  <a:pt x="301" y="187"/>
                  <a:pt x="174" y="187"/>
                </a:cubicBezTo>
                <a:lnTo>
                  <a:pt x="174" y="152"/>
                </a:lnTo>
                <a:cubicBezTo>
                  <a:pt x="174" y="73"/>
                  <a:pt x="178" y="25"/>
                  <a:pt x="178" y="25"/>
                </a:cubicBezTo>
                <a:cubicBezTo>
                  <a:pt x="178" y="16"/>
                  <a:pt x="174" y="13"/>
                  <a:pt x="163" y="13"/>
                </a:cubicBezTo>
                <a:lnTo>
                  <a:pt x="92" y="45"/>
                </a:lnTo>
                <a:cubicBezTo>
                  <a:pt x="85" y="49"/>
                  <a:pt x="74" y="51"/>
                  <a:pt x="75" y="60"/>
                </a:cubicBezTo>
                <a:cubicBezTo>
                  <a:pt x="78" y="88"/>
                  <a:pt x="78" y="87"/>
                  <a:pt x="78" y="187"/>
                </a:cubicBezTo>
                <a:lnTo>
                  <a:pt x="22" y="187"/>
                </a:lnTo>
                <a:cubicBezTo>
                  <a:pt x="5" y="187"/>
                  <a:pt x="0" y="202"/>
                  <a:pt x="0" y="212"/>
                </a:cubicBezTo>
                <a:lnTo>
                  <a:pt x="0" y="227"/>
                </a:lnTo>
                <a:cubicBezTo>
                  <a:pt x="0" y="233"/>
                  <a:pt x="1" y="235"/>
                  <a:pt x="6" y="235"/>
                </a:cubicBezTo>
                <a:lnTo>
                  <a:pt x="78" y="235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3801240" y="4719240"/>
            <a:ext cx="101520" cy="305640"/>
          </a:xfrm>
          <a:custGeom>
            <a:avLst/>
            <a:gdLst/>
            <a:ahLst/>
            <a:rect l="0" t="0" r="r" b="b"/>
            <a:pathLst>
              <a:path w="282" h="849">
                <a:moveTo>
                  <a:pt x="94" y="699"/>
                </a:moveTo>
                <a:cubicBezTo>
                  <a:pt x="94" y="799"/>
                  <a:pt x="80" y="805"/>
                  <a:pt x="6" y="809"/>
                </a:cubicBezTo>
                <a:cubicBezTo>
                  <a:pt x="-1" y="816"/>
                  <a:pt x="-1" y="842"/>
                  <a:pt x="6" y="849"/>
                </a:cubicBezTo>
                <a:cubicBezTo>
                  <a:pt x="49" y="848"/>
                  <a:pt x="94" y="847"/>
                  <a:pt x="142" y="847"/>
                </a:cubicBezTo>
                <a:cubicBezTo>
                  <a:pt x="191" y="847"/>
                  <a:pt x="237" y="848"/>
                  <a:pt x="277" y="849"/>
                </a:cubicBezTo>
                <a:cubicBezTo>
                  <a:pt x="284" y="842"/>
                  <a:pt x="284" y="816"/>
                  <a:pt x="277" y="809"/>
                </a:cubicBezTo>
                <a:cubicBezTo>
                  <a:pt x="203" y="805"/>
                  <a:pt x="190" y="799"/>
                  <a:pt x="190" y="699"/>
                </a:cubicBezTo>
                <a:lnTo>
                  <a:pt x="190" y="139"/>
                </a:lnTo>
                <a:cubicBezTo>
                  <a:pt x="190" y="61"/>
                  <a:pt x="194" y="12"/>
                  <a:pt x="194" y="12"/>
                </a:cubicBezTo>
                <a:cubicBezTo>
                  <a:pt x="194" y="4"/>
                  <a:pt x="190" y="0"/>
                  <a:pt x="179" y="0"/>
                </a:cubicBezTo>
                <a:cubicBezTo>
                  <a:pt x="148" y="12"/>
                  <a:pt x="57" y="29"/>
                  <a:pt x="9" y="33"/>
                </a:cubicBezTo>
                <a:cubicBezTo>
                  <a:pt x="6" y="42"/>
                  <a:pt x="9" y="62"/>
                  <a:pt x="16" y="69"/>
                </a:cubicBezTo>
                <a:cubicBezTo>
                  <a:pt x="86" y="74"/>
                  <a:pt x="94" y="78"/>
                  <a:pt x="94" y="169"/>
                </a:cubicBezTo>
                <a:lnTo>
                  <a:pt x="94" y="699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919680" y="4741560"/>
            <a:ext cx="101520" cy="283320"/>
          </a:xfrm>
          <a:custGeom>
            <a:avLst/>
            <a:gdLst/>
            <a:ahLst/>
            <a:rect l="0" t="0" r="r" b="b"/>
            <a:pathLst>
              <a:path w="282" h="787">
                <a:moveTo>
                  <a:pt x="79" y="58"/>
                </a:moveTo>
                <a:cubicBezTo>
                  <a:pt x="79" y="90"/>
                  <a:pt x="108" y="121"/>
                  <a:pt x="137" y="121"/>
                </a:cubicBezTo>
                <a:cubicBezTo>
                  <a:pt x="171" y="121"/>
                  <a:pt x="200" y="90"/>
                  <a:pt x="200" y="63"/>
                </a:cubicBezTo>
                <a:cubicBezTo>
                  <a:pt x="200" y="34"/>
                  <a:pt x="175" y="0"/>
                  <a:pt x="142" y="0"/>
                </a:cubicBezTo>
                <a:cubicBezTo>
                  <a:pt x="113" y="0"/>
                  <a:pt x="79" y="29"/>
                  <a:pt x="79" y="58"/>
                </a:cubicBezTo>
                <a:moveTo>
                  <a:pt x="189" y="395"/>
                </a:moveTo>
                <a:cubicBezTo>
                  <a:pt x="189" y="335"/>
                  <a:pt x="194" y="257"/>
                  <a:pt x="194" y="257"/>
                </a:cubicBezTo>
                <a:cubicBezTo>
                  <a:pt x="194" y="252"/>
                  <a:pt x="188" y="248"/>
                  <a:pt x="178" y="248"/>
                </a:cubicBezTo>
                <a:cubicBezTo>
                  <a:pt x="143" y="262"/>
                  <a:pt x="96" y="273"/>
                  <a:pt x="12" y="284"/>
                </a:cubicBezTo>
                <a:cubicBezTo>
                  <a:pt x="10" y="291"/>
                  <a:pt x="12" y="310"/>
                  <a:pt x="15" y="318"/>
                </a:cubicBezTo>
                <a:cubicBezTo>
                  <a:pt x="80" y="325"/>
                  <a:pt x="93" y="331"/>
                  <a:pt x="93" y="400"/>
                </a:cubicBezTo>
                <a:lnTo>
                  <a:pt x="93" y="637"/>
                </a:lnTo>
                <a:cubicBezTo>
                  <a:pt x="93" y="737"/>
                  <a:pt x="80" y="741"/>
                  <a:pt x="6" y="747"/>
                </a:cubicBezTo>
                <a:cubicBezTo>
                  <a:pt x="-1" y="754"/>
                  <a:pt x="-1" y="780"/>
                  <a:pt x="6" y="787"/>
                </a:cubicBezTo>
                <a:cubicBezTo>
                  <a:pt x="46" y="786"/>
                  <a:pt x="93" y="785"/>
                  <a:pt x="142" y="785"/>
                </a:cubicBezTo>
                <a:cubicBezTo>
                  <a:pt x="191" y="785"/>
                  <a:pt x="237" y="786"/>
                  <a:pt x="277" y="787"/>
                </a:cubicBezTo>
                <a:cubicBezTo>
                  <a:pt x="284" y="780"/>
                  <a:pt x="284" y="754"/>
                  <a:pt x="277" y="747"/>
                </a:cubicBezTo>
                <a:cubicBezTo>
                  <a:pt x="203" y="742"/>
                  <a:pt x="189" y="737"/>
                  <a:pt x="189" y="637"/>
                </a:cubicBezTo>
                <a:lnTo>
                  <a:pt x="189" y="395"/>
                </a:ln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036320" y="4830840"/>
            <a:ext cx="221760" cy="194040"/>
          </a:xfrm>
          <a:custGeom>
            <a:avLst/>
            <a:gdLst/>
            <a:ahLst/>
            <a:rect l="0" t="0" r="r" b="b"/>
            <a:pathLst>
              <a:path w="616" h="539">
                <a:moveTo>
                  <a:pt x="183" y="102"/>
                </a:moveTo>
                <a:cubicBezTo>
                  <a:pt x="182" y="70"/>
                  <a:pt x="178" y="24"/>
                  <a:pt x="173" y="10"/>
                </a:cubicBezTo>
                <a:cubicBezTo>
                  <a:pt x="170" y="5"/>
                  <a:pt x="169" y="0"/>
                  <a:pt x="159" y="0"/>
                </a:cubicBezTo>
                <a:cubicBezTo>
                  <a:pt x="125" y="14"/>
                  <a:pt x="93" y="25"/>
                  <a:pt x="10" y="36"/>
                </a:cubicBezTo>
                <a:cubicBezTo>
                  <a:pt x="7" y="43"/>
                  <a:pt x="10" y="62"/>
                  <a:pt x="12" y="70"/>
                </a:cubicBezTo>
                <a:cubicBezTo>
                  <a:pt x="78" y="76"/>
                  <a:pt x="91" y="82"/>
                  <a:pt x="91" y="152"/>
                </a:cubicBezTo>
                <a:lnTo>
                  <a:pt x="91" y="389"/>
                </a:lnTo>
                <a:cubicBezTo>
                  <a:pt x="91" y="488"/>
                  <a:pt x="79" y="493"/>
                  <a:pt x="6" y="499"/>
                </a:cubicBezTo>
                <a:cubicBezTo>
                  <a:pt x="-1" y="506"/>
                  <a:pt x="-1" y="532"/>
                  <a:pt x="6" y="539"/>
                </a:cubicBezTo>
                <a:cubicBezTo>
                  <a:pt x="42" y="538"/>
                  <a:pt x="91" y="537"/>
                  <a:pt x="140" y="537"/>
                </a:cubicBezTo>
                <a:cubicBezTo>
                  <a:pt x="188" y="537"/>
                  <a:pt x="224" y="538"/>
                  <a:pt x="261" y="539"/>
                </a:cubicBezTo>
                <a:cubicBezTo>
                  <a:pt x="268" y="532"/>
                  <a:pt x="268" y="506"/>
                  <a:pt x="261" y="499"/>
                </a:cubicBezTo>
                <a:cubicBezTo>
                  <a:pt x="199" y="493"/>
                  <a:pt x="187" y="488"/>
                  <a:pt x="187" y="389"/>
                </a:cubicBezTo>
                <a:lnTo>
                  <a:pt x="187" y="190"/>
                </a:lnTo>
                <a:cubicBezTo>
                  <a:pt x="187" y="164"/>
                  <a:pt x="198" y="150"/>
                  <a:pt x="207" y="139"/>
                </a:cubicBezTo>
                <a:cubicBezTo>
                  <a:pt x="254" y="94"/>
                  <a:pt x="308" y="67"/>
                  <a:pt x="355" y="67"/>
                </a:cubicBezTo>
                <a:cubicBezTo>
                  <a:pt x="380" y="67"/>
                  <a:pt x="405" y="83"/>
                  <a:pt x="420" y="111"/>
                </a:cubicBezTo>
                <a:cubicBezTo>
                  <a:pt x="432" y="135"/>
                  <a:pt x="434" y="168"/>
                  <a:pt x="434" y="204"/>
                </a:cubicBezTo>
                <a:lnTo>
                  <a:pt x="434" y="389"/>
                </a:lnTo>
                <a:cubicBezTo>
                  <a:pt x="434" y="488"/>
                  <a:pt x="422" y="493"/>
                  <a:pt x="359" y="499"/>
                </a:cubicBezTo>
                <a:cubicBezTo>
                  <a:pt x="353" y="506"/>
                  <a:pt x="353" y="532"/>
                  <a:pt x="359" y="539"/>
                </a:cubicBezTo>
                <a:cubicBezTo>
                  <a:pt x="395" y="538"/>
                  <a:pt x="434" y="537"/>
                  <a:pt x="483" y="537"/>
                </a:cubicBezTo>
                <a:cubicBezTo>
                  <a:pt x="531" y="537"/>
                  <a:pt x="575" y="538"/>
                  <a:pt x="611" y="539"/>
                </a:cubicBezTo>
                <a:cubicBezTo>
                  <a:pt x="618" y="532"/>
                  <a:pt x="618" y="506"/>
                  <a:pt x="611" y="499"/>
                </a:cubicBezTo>
                <a:cubicBezTo>
                  <a:pt x="544" y="493"/>
                  <a:pt x="530" y="488"/>
                  <a:pt x="530" y="389"/>
                </a:cubicBezTo>
                <a:lnTo>
                  <a:pt x="530" y="208"/>
                </a:lnTo>
                <a:cubicBezTo>
                  <a:pt x="530" y="141"/>
                  <a:pt x="525" y="83"/>
                  <a:pt x="497" y="45"/>
                </a:cubicBezTo>
                <a:cubicBezTo>
                  <a:pt x="477" y="19"/>
                  <a:pt x="439" y="4"/>
                  <a:pt x="397" y="4"/>
                </a:cubicBezTo>
                <a:cubicBezTo>
                  <a:pt x="337" y="4"/>
                  <a:pt x="269" y="20"/>
                  <a:pt x="198" y="102"/>
                </a:cubicBezTo>
                <a:cubicBezTo>
                  <a:pt x="189" y="111"/>
                  <a:pt x="183" y="115"/>
                  <a:pt x="183" y="102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4277880" y="4822200"/>
            <a:ext cx="196200" cy="305640"/>
          </a:xfrm>
          <a:custGeom>
            <a:avLst/>
            <a:gdLst/>
            <a:ahLst/>
            <a:rect l="0" t="0" r="r" b="b"/>
            <a:pathLst>
              <a:path w="545" h="849">
                <a:moveTo>
                  <a:pt x="348" y="222"/>
                </a:moveTo>
                <a:cubicBezTo>
                  <a:pt x="348" y="335"/>
                  <a:pt x="291" y="358"/>
                  <a:pt x="246" y="358"/>
                </a:cubicBezTo>
                <a:cubicBezTo>
                  <a:pt x="144" y="358"/>
                  <a:pt x="133" y="272"/>
                  <a:pt x="133" y="194"/>
                </a:cubicBezTo>
                <a:cubicBezTo>
                  <a:pt x="133" y="109"/>
                  <a:pt x="164" y="66"/>
                  <a:pt x="230" y="66"/>
                </a:cubicBezTo>
                <a:cubicBezTo>
                  <a:pt x="307" y="66"/>
                  <a:pt x="348" y="122"/>
                  <a:pt x="348" y="222"/>
                </a:cubicBezTo>
                <a:moveTo>
                  <a:pt x="121" y="573"/>
                </a:moveTo>
                <a:cubicBezTo>
                  <a:pt x="135" y="576"/>
                  <a:pt x="154" y="579"/>
                  <a:pt x="170" y="579"/>
                </a:cubicBezTo>
                <a:cubicBezTo>
                  <a:pt x="207" y="579"/>
                  <a:pt x="241" y="575"/>
                  <a:pt x="258" y="575"/>
                </a:cubicBezTo>
                <a:cubicBezTo>
                  <a:pt x="319" y="575"/>
                  <a:pt x="370" y="576"/>
                  <a:pt x="405" y="596"/>
                </a:cubicBezTo>
                <a:cubicBezTo>
                  <a:pt x="452" y="623"/>
                  <a:pt x="467" y="640"/>
                  <a:pt x="467" y="671"/>
                </a:cubicBezTo>
                <a:cubicBezTo>
                  <a:pt x="467" y="758"/>
                  <a:pt x="338" y="805"/>
                  <a:pt x="229" y="805"/>
                </a:cubicBezTo>
                <a:cubicBezTo>
                  <a:pt x="186" y="805"/>
                  <a:pt x="84" y="769"/>
                  <a:pt x="84" y="687"/>
                </a:cubicBezTo>
                <a:cubicBezTo>
                  <a:pt x="84" y="646"/>
                  <a:pt x="86" y="615"/>
                  <a:pt x="121" y="573"/>
                </a:cubicBezTo>
                <a:moveTo>
                  <a:pt x="500" y="91"/>
                </a:moveTo>
                <a:cubicBezTo>
                  <a:pt x="523" y="91"/>
                  <a:pt x="545" y="69"/>
                  <a:pt x="545" y="45"/>
                </a:cubicBezTo>
                <a:cubicBezTo>
                  <a:pt x="545" y="20"/>
                  <a:pt x="522" y="0"/>
                  <a:pt x="489" y="0"/>
                </a:cubicBezTo>
                <a:cubicBezTo>
                  <a:pt x="457" y="0"/>
                  <a:pt x="399" y="21"/>
                  <a:pt x="367" y="62"/>
                </a:cubicBezTo>
                <a:cubicBezTo>
                  <a:pt x="353" y="52"/>
                  <a:pt x="313" y="28"/>
                  <a:pt x="241" y="28"/>
                </a:cubicBezTo>
                <a:cubicBezTo>
                  <a:pt x="133" y="28"/>
                  <a:pt x="34" y="101"/>
                  <a:pt x="34" y="213"/>
                </a:cubicBezTo>
                <a:cubicBezTo>
                  <a:pt x="34" y="278"/>
                  <a:pt x="63" y="316"/>
                  <a:pt x="97" y="348"/>
                </a:cubicBezTo>
                <a:cubicBezTo>
                  <a:pt x="63" y="378"/>
                  <a:pt x="44" y="430"/>
                  <a:pt x="44" y="471"/>
                </a:cubicBezTo>
                <a:cubicBezTo>
                  <a:pt x="44" y="515"/>
                  <a:pt x="68" y="549"/>
                  <a:pt x="99" y="564"/>
                </a:cubicBezTo>
                <a:cubicBezTo>
                  <a:pt x="34" y="603"/>
                  <a:pt x="0" y="659"/>
                  <a:pt x="0" y="711"/>
                </a:cubicBezTo>
                <a:cubicBezTo>
                  <a:pt x="0" y="817"/>
                  <a:pt x="99" y="849"/>
                  <a:pt x="193" y="849"/>
                </a:cubicBezTo>
                <a:cubicBezTo>
                  <a:pt x="357" y="849"/>
                  <a:pt x="534" y="771"/>
                  <a:pt x="534" y="640"/>
                </a:cubicBezTo>
                <a:cubicBezTo>
                  <a:pt x="534" y="601"/>
                  <a:pt x="515" y="570"/>
                  <a:pt x="480" y="541"/>
                </a:cubicBezTo>
                <a:cubicBezTo>
                  <a:pt x="433" y="502"/>
                  <a:pt x="348" y="501"/>
                  <a:pt x="303" y="501"/>
                </a:cubicBezTo>
                <a:cubicBezTo>
                  <a:pt x="281" y="501"/>
                  <a:pt x="251" y="504"/>
                  <a:pt x="222" y="507"/>
                </a:cubicBezTo>
                <a:cubicBezTo>
                  <a:pt x="204" y="509"/>
                  <a:pt x="192" y="510"/>
                  <a:pt x="186" y="510"/>
                </a:cubicBezTo>
                <a:cubicBezTo>
                  <a:pt x="150" y="510"/>
                  <a:pt x="108" y="493"/>
                  <a:pt x="108" y="441"/>
                </a:cubicBezTo>
                <a:cubicBezTo>
                  <a:pt x="108" y="416"/>
                  <a:pt x="115" y="391"/>
                  <a:pt x="130" y="370"/>
                </a:cubicBezTo>
                <a:cubicBezTo>
                  <a:pt x="159" y="387"/>
                  <a:pt x="193" y="396"/>
                  <a:pt x="240" y="396"/>
                </a:cubicBezTo>
                <a:cubicBezTo>
                  <a:pt x="347" y="396"/>
                  <a:pt x="445" y="329"/>
                  <a:pt x="445" y="210"/>
                </a:cubicBezTo>
                <a:cubicBezTo>
                  <a:pt x="445" y="153"/>
                  <a:pt x="428" y="120"/>
                  <a:pt x="393" y="84"/>
                </a:cubicBezTo>
                <a:cubicBezTo>
                  <a:pt x="401" y="72"/>
                  <a:pt x="426" y="55"/>
                  <a:pt x="441" y="55"/>
                </a:cubicBezTo>
                <a:cubicBezTo>
                  <a:pt x="450" y="55"/>
                  <a:pt x="458" y="58"/>
                  <a:pt x="466" y="69"/>
                </a:cubicBezTo>
                <a:cubicBezTo>
                  <a:pt x="471" y="79"/>
                  <a:pt x="486" y="91"/>
                  <a:pt x="500" y="91"/>
                </a:cubicBezTo>
                <a:close/>
              </a:path>
            </a:pathLst>
          </a:cu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099680" y="3310200"/>
            <a:ext cx="273240" cy="292320"/>
          </a:xfrm>
          <a:custGeom>
            <a:avLst/>
            <a:gdLst/>
            <a:ahLst/>
            <a:rect l="0" t="0" r="r" b="b"/>
            <a:pathLst>
              <a:path w="759" h="812">
                <a:moveTo>
                  <a:pt x="63" y="280"/>
                </a:moveTo>
                <a:lnTo>
                  <a:pt x="633" y="8"/>
                </a:lnTo>
                <a:cubicBezTo>
                  <a:pt x="699" y="-22"/>
                  <a:pt x="772" y="35"/>
                  <a:pt x="757" y="106"/>
                </a:cubicBezTo>
                <a:lnTo>
                  <a:pt x="631" y="725"/>
                </a:lnTo>
                <a:cubicBezTo>
                  <a:pt x="615" y="804"/>
                  <a:pt x="522" y="838"/>
                  <a:pt x="458" y="789"/>
                </a:cubicBezTo>
                <a:lnTo>
                  <a:pt x="42" y="463"/>
                </a:lnTo>
                <a:cubicBezTo>
                  <a:pt x="-22" y="413"/>
                  <a:pt x="-11" y="314"/>
                  <a:pt x="63" y="280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099680" y="3310200"/>
            <a:ext cx="273240" cy="292320"/>
          </a:xfrm>
          <a:custGeom>
            <a:avLst/>
            <a:gdLst/>
            <a:ahLst/>
            <a:rect l="0" t="0" r="r" b="b"/>
            <a:pathLst>
              <a:path w="759" h="812">
                <a:moveTo>
                  <a:pt x="63" y="280"/>
                </a:moveTo>
                <a:lnTo>
                  <a:pt x="633" y="8"/>
                </a:lnTo>
                <a:cubicBezTo>
                  <a:pt x="699" y="-22"/>
                  <a:pt x="772" y="35"/>
                  <a:pt x="757" y="106"/>
                </a:cubicBezTo>
                <a:lnTo>
                  <a:pt x="631" y="725"/>
                </a:lnTo>
                <a:cubicBezTo>
                  <a:pt x="615" y="804"/>
                  <a:pt x="522" y="838"/>
                  <a:pt x="458" y="789"/>
                </a:cubicBezTo>
                <a:lnTo>
                  <a:pt x="42" y="463"/>
                </a:lnTo>
                <a:cubicBezTo>
                  <a:pt x="-22" y="413"/>
                  <a:pt x="-11" y="314"/>
                  <a:pt x="63" y="280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3734640" y="3485880"/>
            <a:ext cx="494280" cy="631080"/>
          </a:xfrm>
          <a:custGeom>
            <a:avLst/>
            <a:gdLst/>
            <a:ahLst/>
            <a:rect l="0" t="0" r="r" b="b"/>
            <a:pathLst>
              <a:path w="1373" h="1753">
                <a:moveTo>
                  <a:pt x="1373" y="0"/>
                </a:moveTo>
                <a:lnTo>
                  <a:pt x="0" y="1753"/>
                </a:lnTo>
                <a:lnTo>
                  <a:pt x="1373" y="0"/>
                </a:lnTo>
                <a:close/>
              </a:path>
            </a:pathLst>
          </a:custGeom>
          <a:noFill/>
          <a:ln cap="rnd" w="45360">
            <a:solidFill>
              <a:srgbClr val="666666"/>
            </a:solidFill>
            <a:round/>
          </a:ln>
        </p:spPr>
        <p:txBody>
          <a:bodyPr lIns="112680" rIns="112680" tIns="67680" bIns="67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2026-02-13T14:07:01Z</dcterms:created>
  <dc:creator/>
  <dc:description/>
  <dc:language>en-US</dc:language>
  <cp:lastModifiedBy/>
  <dcterms:modified xsi:type="dcterms:W3CDTF">2026-02-13T14:07:03Z</dcterms:modified>
  <cp:revision>1</cp:revision>
  <dc:subject/>
  <dc:title/>
</cp:coreProperties>
</file>