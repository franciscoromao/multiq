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8672AA-9C34-4215-9E84-4BD589AE2D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C635191-165B-4B81-8369-D9D7A8B2B0F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1273680" y="4458600"/>
            <a:ext cx="7523280" cy="853560"/>
          </a:xfrm>
          <a:custGeom>
            <a:avLst/>
            <a:gdLst/>
            <a:ahLst/>
            <a:rect l="0" t="0" r="r" b="b"/>
            <a:pathLst>
              <a:path w="20898" h="2371">
                <a:moveTo>
                  <a:pt x="0" y="493"/>
                </a:moveTo>
                <a:cubicBezTo>
                  <a:pt x="0" y="397"/>
                  <a:pt x="22" y="306"/>
                  <a:pt x="64" y="219"/>
                </a:cubicBezTo>
                <a:cubicBezTo>
                  <a:pt x="106" y="133"/>
                  <a:pt x="161" y="60"/>
                  <a:pt x="229" y="1"/>
                </a:cubicBezTo>
                <a:cubicBezTo>
                  <a:pt x="241" y="2"/>
                  <a:pt x="248" y="9"/>
                  <a:pt x="253" y="21"/>
                </a:cubicBezTo>
                <a:cubicBezTo>
                  <a:pt x="144" y="143"/>
                  <a:pt x="90" y="300"/>
                  <a:pt x="90" y="493"/>
                </a:cubicBezTo>
                <a:cubicBezTo>
                  <a:pt x="90" y="686"/>
                  <a:pt x="144" y="844"/>
                  <a:pt x="253" y="968"/>
                </a:cubicBezTo>
                <a:cubicBezTo>
                  <a:pt x="248" y="978"/>
                  <a:pt x="241" y="985"/>
                  <a:pt x="229" y="986"/>
                </a:cubicBezTo>
                <a:cubicBezTo>
                  <a:pt x="187" y="950"/>
                  <a:pt x="150" y="910"/>
                  <a:pt x="119" y="864"/>
                </a:cubicBezTo>
                <a:cubicBezTo>
                  <a:pt x="89" y="819"/>
                  <a:pt x="67" y="779"/>
                  <a:pt x="52" y="744"/>
                </a:cubicBezTo>
                <a:cubicBezTo>
                  <a:pt x="37" y="708"/>
                  <a:pt x="25" y="671"/>
                  <a:pt x="16" y="631"/>
                </a:cubicBezTo>
                <a:cubicBezTo>
                  <a:pt x="7" y="592"/>
                  <a:pt x="2" y="564"/>
                  <a:pt x="2" y="546"/>
                </a:cubicBezTo>
                <a:cubicBezTo>
                  <a:pt x="1" y="528"/>
                  <a:pt x="0" y="510"/>
                  <a:pt x="0" y="493"/>
                </a:cubicBezTo>
                <a:moveTo>
                  <a:pt x="578" y="514"/>
                </a:moveTo>
                <a:lnTo>
                  <a:pt x="492" y="537"/>
                </a:lnTo>
                <a:cubicBezTo>
                  <a:pt x="424" y="554"/>
                  <a:pt x="389" y="594"/>
                  <a:pt x="389" y="656"/>
                </a:cubicBezTo>
                <a:cubicBezTo>
                  <a:pt x="389" y="676"/>
                  <a:pt x="396" y="694"/>
                  <a:pt x="409" y="710"/>
                </a:cubicBezTo>
                <a:cubicBezTo>
                  <a:pt x="423" y="725"/>
                  <a:pt x="442" y="733"/>
                  <a:pt x="468" y="733"/>
                </a:cubicBezTo>
                <a:cubicBezTo>
                  <a:pt x="493" y="733"/>
                  <a:pt x="524" y="717"/>
                  <a:pt x="562" y="685"/>
                </a:cubicBezTo>
                <a:cubicBezTo>
                  <a:pt x="572" y="679"/>
                  <a:pt x="578" y="670"/>
                  <a:pt x="578" y="658"/>
                </a:cubicBezTo>
                <a:lnTo>
                  <a:pt x="578" y="514"/>
                </a:lnTo>
                <a:moveTo>
                  <a:pt x="575" y="715"/>
                </a:moveTo>
                <a:lnTo>
                  <a:pt x="555" y="732"/>
                </a:lnTo>
                <a:cubicBezTo>
                  <a:pt x="530" y="750"/>
                  <a:pt x="510" y="762"/>
                  <a:pt x="495" y="767"/>
                </a:cubicBezTo>
                <a:cubicBezTo>
                  <a:pt x="480" y="774"/>
                  <a:pt x="460" y="777"/>
                  <a:pt x="436" y="777"/>
                </a:cubicBezTo>
                <a:cubicBezTo>
                  <a:pt x="395" y="777"/>
                  <a:pt x="362" y="768"/>
                  <a:pt x="337" y="749"/>
                </a:cubicBezTo>
                <a:cubicBezTo>
                  <a:pt x="312" y="730"/>
                  <a:pt x="300" y="701"/>
                  <a:pt x="300" y="660"/>
                </a:cubicBezTo>
                <a:cubicBezTo>
                  <a:pt x="300" y="624"/>
                  <a:pt x="316" y="592"/>
                  <a:pt x="349" y="565"/>
                </a:cubicBezTo>
                <a:cubicBezTo>
                  <a:pt x="381" y="538"/>
                  <a:pt x="425" y="517"/>
                  <a:pt x="479" y="503"/>
                </a:cubicBezTo>
                <a:lnTo>
                  <a:pt x="572" y="480"/>
                </a:lnTo>
                <a:cubicBezTo>
                  <a:pt x="576" y="479"/>
                  <a:pt x="578" y="475"/>
                  <a:pt x="578" y="467"/>
                </a:cubicBezTo>
                <a:cubicBezTo>
                  <a:pt x="578" y="374"/>
                  <a:pt x="548" y="327"/>
                  <a:pt x="490" y="327"/>
                </a:cubicBezTo>
                <a:cubicBezTo>
                  <a:pt x="466" y="327"/>
                  <a:pt x="445" y="331"/>
                  <a:pt x="427" y="339"/>
                </a:cubicBezTo>
                <a:cubicBezTo>
                  <a:pt x="409" y="346"/>
                  <a:pt x="400" y="357"/>
                  <a:pt x="400" y="372"/>
                </a:cubicBezTo>
                <a:cubicBezTo>
                  <a:pt x="400" y="383"/>
                  <a:pt x="401" y="390"/>
                  <a:pt x="403" y="394"/>
                </a:cubicBezTo>
                <a:cubicBezTo>
                  <a:pt x="404" y="398"/>
                  <a:pt x="405" y="405"/>
                  <a:pt x="405" y="414"/>
                </a:cubicBezTo>
                <a:cubicBezTo>
                  <a:pt x="405" y="422"/>
                  <a:pt x="401" y="430"/>
                  <a:pt x="392" y="438"/>
                </a:cubicBezTo>
                <a:cubicBezTo>
                  <a:pt x="384" y="445"/>
                  <a:pt x="372" y="449"/>
                  <a:pt x="357" y="449"/>
                </a:cubicBezTo>
                <a:cubicBezTo>
                  <a:pt x="332" y="449"/>
                  <a:pt x="320" y="437"/>
                  <a:pt x="321" y="411"/>
                </a:cubicBezTo>
                <a:cubicBezTo>
                  <a:pt x="321" y="382"/>
                  <a:pt x="339" y="355"/>
                  <a:pt x="377" y="329"/>
                </a:cubicBezTo>
                <a:cubicBezTo>
                  <a:pt x="414" y="304"/>
                  <a:pt x="455" y="291"/>
                  <a:pt x="499" y="291"/>
                </a:cubicBezTo>
                <a:cubicBezTo>
                  <a:pt x="608" y="291"/>
                  <a:pt x="662" y="352"/>
                  <a:pt x="662" y="474"/>
                </a:cubicBezTo>
                <a:lnTo>
                  <a:pt x="662" y="635"/>
                </a:lnTo>
                <a:cubicBezTo>
                  <a:pt x="662" y="656"/>
                  <a:pt x="663" y="672"/>
                  <a:pt x="663" y="683"/>
                </a:cubicBezTo>
                <a:cubicBezTo>
                  <a:pt x="665" y="694"/>
                  <a:pt x="669" y="704"/>
                  <a:pt x="676" y="713"/>
                </a:cubicBezTo>
                <a:cubicBezTo>
                  <a:pt x="682" y="723"/>
                  <a:pt x="692" y="727"/>
                  <a:pt x="705" y="727"/>
                </a:cubicBezTo>
                <a:cubicBezTo>
                  <a:pt x="714" y="727"/>
                  <a:pt x="722" y="724"/>
                  <a:pt x="728" y="718"/>
                </a:cubicBezTo>
                <a:cubicBezTo>
                  <a:pt x="735" y="713"/>
                  <a:pt x="738" y="710"/>
                  <a:pt x="739" y="710"/>
                </a:cubicBezTo>
                <a:cubicBezTo>
                  <a:pt x="741" y="710"/>
                  <a:pt x="743" y="712"/>
                  <a:pt x="747" y="717"/>
                </a:cubicBezTo>
                <a:cubicBezTo>
                  <a:pt x="751" y="721"/>
                  <a:pt x="753" y="725"/>
                  <a:pt x="753" y="728"/>
                </a:cubicBezTo>
                <a:cubicBezTo>
                  <a:pt x="753" y="731"/>
                  <a:pt x="749" y="735"/>
                  <a:pt x="742" y="743"/>
                </a:cubicBezTo>
                <a:cubicBezTo>
                  <a:pt x="734" y="750"/>
                  <a:pt x="723" y="758"/>
                  <a:pt x="707" y="766"/>
                </a:cubicBezTo>
                <a:cubicBezTo>
                  <a:pt x="693" y="773"/>
                  <a:pt x="677" y="777"/>
                  <a:pt x="661" y="777"/>
                </a:cubicBezTo>
                <a:cubicBezTo>
                  <a:pt x="618" y="777"/>
                  <a:pt x="590" y="756"/>
                  <a:pt x="578" y="715"/>
                </a:cubicBezTo>
                <a:lnTo>
                  <a:pt x="575" y="715"/>
                </a:lnTo>
                <a:moveTo>
                  <a:pt x="1028" y="493"/>
                </a:moveTo>
                <a:cubicBezTo>
                  <a:pt x="1028" y="590"/>
                  <a:pt x="1007" y="682"/>
                  <a:pt x="965" y="769"/>
                </a:cubicBezTo>
                <a:cubicBezTo>
                  <a:pt x="922" y="855"/>
                  <a:pt x="867" y="928"/>
                  <a:pt x="800" y="986"/>
                </a:cubicBezTo>
                <a:cubicBezTo>
                  <a:pt x="789" y="985"/>
                  <a:pt x="782" y="979"/>
                  <a:pt x="778" y="967"/>
                </a:cubicBezTo>
                <a:cubicBezTo>
                  <a:pt x="885" y="844"/>
                  <a:pt x="939" y="687"/>
                  <a:pt x="939" y="493"/>
                </a:cubicBezTo>
                <a:cubicBezTo>
                  <a:pt x="939" y="302"/>
                  <a:pt x="885" y="143"/>
                  <a:pt x="778" y="18"/>
                </a:cubicBezTo>
                <a:cubicBezTo>
                  <a:pt x="781" y="9"/>
                  <a:pt x="788" y="2"/>
                  <a:pt x="800" y="0"/>
                </a:cubicBezTo>
                <a:cubicBezTo>
                  <a:pt x="842" y="37"/>
                  <a:pt x="878" y="78"/>
                  <a:pt x="908" y="122"/>
                </a:cubicBezTo>
                <a:cubicBezTo>
                  <a:pt x="939" y="167"/>
                  <a:pt x="962" y="208"/>
                  <a:pt x="977" y="244"/>
                </a:cubicBezTo>
                <a:cubicBezTo>
                  <a:pt x="992" y="279"/>
                  <a:pt x="1004" y="316"/>
                  <a:pt x="1013" y="356"/>
                </a:cubicBezTo>
                <a:cubicBezTo>
                  <a:pt x="1021" y="395"/>
                  <a:pt x="1026" y="424"/>
                  <a:pt x="1027" y="442"/>
                </a:cubicBezTo>
                <a:cubicBezTo>
                  <a:pt x="1028" y="459"/>
                  <a:pt x="1028" y="476"/>
                  <a:pt x="1028" y="493"/>
                </a:cubicBezTo>
                <a:moveTo>
                  <a:pt x="1773" y="83"/>
                </a:moveTo>
                <a:cubicBezTo>
                  <a:pt x="1783" y="133"/>
                  <a:pt x="1789" y="180"/>
                  <a:pt x="1792" y="223"/>
                </a:cubicBezTo>
                <a:cubicBezTo>
                  <a:pt x="1787" y="227"/>
                  <a:pt x="1775" y="229"/>
                  <a:pt x="1757" y="229"/>
                </a:cubicBezTo>
                <a:cubicBezTo>
                  <a:pt x="1753" y="218"/>
                  <a:pt x="1750" y="209"/>
                  <a:pt x="1746" y="199"/>
                </a:cubicBezTo>
                <a:cubicBezTo>
                  <a:pt x="1742" y="191"/>
                  <a:pt x="1738" y="181"/>
                  <a:pt x="1734" y="171"/>
                </a:cubicBezTo>
                <a:cubicBezTo>
                  <a:pt x="1729" y="161"/>
                  <a:pt x="1723" y="152"/>
                  <a:pt x="1718" y="144"/>
                </a:cubicBezTo>
                <a:cubicBezTo>
                  <a:pt x="1712" y="137"/>
                  <a:pt x="1705" y="130"/>
                  <a:pt x="1697" y="124"/>
                </a:cubicBezTo>
                <a:cubicBezTo>
                  <a:pt x="1689" y="116"/>
                  <a:pt x="1680" y="111"/>
                  <a:pt x="1670" y="106"/>
                </a:cubicBezTo>
                <a:cubicBezTo>
                  <a:pt x="1661" y="102"/>
                  <a:pt x="1650" y="98"/>
                  <a:pt x="1637" y="95"/>
                </a:cubicBezTo>
                <a:cubicBezTo>
                  <a:pt x="1625" y="92"/>
                  <a:pt x="1611" y="91"/>
                  <a:pt x="1597" y="91"/>
                </a:cubicBezTo>
                <a:cubicBezTo>
                  <a:pt x="1565" y="91"/>
                  <a:pt x="1538" y="103"/>
                  <a:pt x="1513" y="129"/>
                </a:cubicBezTo>
                <a:cubicBezTo>
                  <a:pt x="1489" y="154"/>
                  <a:pt x="1478" y="182"/>
                  <a:pt x="1478" y="212"/>
                </a:cubicBezTo>
                <a:cubicBezTo>
                  <a:pt x="1478" y="229"/>
                  <a:pt x="1481" y="245"/>
                  <a:pt x="1489" y="261"/>
                </a:cubicBezTo>
                <a:cubicBezTo>
                  <a:pt x="1497" y="275"/>
                  <a:pt x="1506" y="288"/>
                  <a:pt x="1517" y="297"/>
                </a:cubicBezTo>
                <a:cubicBezTo>
                  <a:pt x="1527" y="307"/>
                  <a:pt x="1541" y="317"/>
                  <a:pt x="1559" y="327"/>
                </a:cubicBezTo>
                <a:cubicBezTo>
                  <a:pt x="1576" y="337"/>
                  <a:pt x="1590" y="344"/>
                  <a:pt x="1601" y="349"/>
                </a:cubicBezTo>
                <a:cubicBezTo>
                  <a:pt x="1614" y="354"/>
                  <a:pt x="1628" y="359"/>
                  <a:pt x="1645" y="366"/>
                </a:cubicBezTo>
                <a:cubicBezTo>
                  <a:pt x="1663" y="373"/>
                  <a:pt x="1674" y="377"/>
                  <a:pt x="1679" y="379"/>
                </a:cubicBezTo>
                <a:cubicBezTo>
                  <a:pt x="1699" y="389"/>
                  <a:pt x="1717" y="398"/>
                  <a:pt x="1734" y="409"/>
                </a:cubicBezTo>
                <a:cubicBezTo>
                  <a:pt x="1751" y="419"/>
                  <a:pt x="1766" y="431"/>
                  <a:pt x="1780" y="447"/>
                </a:cubicBezTo>
                <a:cubicBezTo>
                  <a:pt x="1795" y="461"/>
                  <a:pt x="1806" y="479"/>
                  <a:pt x="1813" y="499"/>
                </a:cubicBezTo>
                <a:cubicBezTo>
                  <a:pt x="1821" y="520"/>
                  <a:pt x="1825" y="542"/>
                  <a:pt x="1825" y="567"/>
                </a:cubicBezTo>
                <a:cubicBezTo>
                  <a:pt x="1825" y="601"/>
                  <a:pt x="1816" y="634"/>
                  <a:pt x="1797" y="666"/>
                </a:cubicBezTo>
                <a:cubicBezTo>
                  <a:pt x="1779" y="697"/>
                  <a:pt x="1755" y="722"/>
                  <a:pt x="1724" y="742"/>
                </a:cubicBezTo>
                <a:cubicBezTo>
                  <a:pt x="1686" y="765"/>
                  <a:pt x="1642" y="777"/>
                  <a:pt x="1590" y="777"/>
                </a:cubicBezTo>
                <a:cubicBezTo>
                  <a:pt x="1556" y="777"/>
                  <a:pt x="1520" y="773"/>
                  <a:pt x="1483" y="765"/>
                </a:cubicBezTo>
                <a:cubicBezTo>
                  <a:pt x="1445" y="756"/>
                  <a:pt x="1416" y="751"/>
                  <a:pt x="1396" y="751"/>
                </a:cubicBezTo>
                <a:cubicBezTo>
                  <a:pt x="1385" y="707"/>
                  <a:pt x="1378" y="652"/>
                  <a:pt x="1375" y="587"/>
                </a:cubicBezTo>
                <a:cubicBezTo>
                  <a:pt x="1386" y="582"/>
                  <a:pt x="1398" y="581"/>
                  <a:pt x="1411" y="585"/>
                </a:cubicBezTo>
                <a:cubicBezTo>
                  <a:pt x="1433" y="687"/>
                  <a:pt x="1496" y="738"/>
                  <a:pt x="1600" y="738"/>
                </a:cubicBezTo>
                <a:cubicBezTo>
                  <a:pt x="1643" y="738"/>
                  <a:pt x="1676" y="727"/>
                  <a:pt x="1699" y="704"/>
                </a:cubicBezTo>
                <a:cubicBezTo>
                  <a:pt x="1723" y="681"/>
                  <a:pt x="1735" y="648"/>
                  <a:pt x="1735" y="605"/>
                </a:cubicBezTo>
                <a:cubicBezTo>
                  <a:pt x="1735" y="585"/>
                  <a:pt x="1731" y="567"/>
                  <a:pt x="1725" y="551"/>
                </a:cubicBezTo>
                <a:cubicBezTo>
                  <a:pt x="1719" y="534"/>
                  <a:pt x="1712" y="521"/>
                  <a:pt x="1704" y="512"/>
                </a:cubicBezTo>
                <a:cubicBezTo>
                  <a:pt x="1697" y="501"/>
                  <a:pt x="1686" y="491"/>
                  <a:pt x="1671" y="482"/>
                </a:cubicBezTo>
                <a:cubicBezTo>
                  <a:pt x="1656" y="473"/>
                  <a:pt x="1644" y="467"/>
                  <a:pt x="1634" y="463"/>
                </a:cubicBezTo>
                <a:cubicBezTo>
                  <a:pt x="1625" y="458"/>
                  <a:pt x="1611" y="452"/>
                  <a:pt x="1593" y="445"/>
                </a:cubicBezTo>
                <a:cubicBezTo>
                  <a:pt x="1575" y="438"/>
                  <a:pt x="1563" y="433"/>
                  <a:pt x="1557" y="431"/>
                </a:cubicBezTo>
                <a:cubicBezTo>
                  <a:pt x="1526" y="417"/>
                  <a:pt x="1499" y="403"/>
                  <a:pt x="1478" y="388"/>
                </a:cubicBezTo>
                <a:cubicBezTo>
                  <a:pt x="1456" y="373"/>
                  <a:pt x="1438" y="352"/>
                  <a:pt x="1423" y="327"/>
                </a:cubicBezTo>
                <a:cubicBezTo>
                  <a:pt x="1408" y="302"/>
                  <a:pt x="1401" y="273"/>
                  <a:pt x="1401" y="241"/>
                </a:cubicBezTo>
                <a:cubicBezTo>
                  <a:pt x="1401" y="186"/>
                  <a:pt x="1421" y="141"/>
                  <a:pt x="1461" y="106"/>
                </a:cubicBezTo>
                <a:cubicBezTo>
                  <a:pt x="1501" y="72"/>
                  <a:pt x="1550" y="54"/>
                  <a:pt x="1606" y="54"/>
                </a:cubicBezTo>
                <a:cubicBezTo>
                  <a:pt x="1648" y="54"/>
                  <a:pt x="1683" y="59"/>
                  <a:pt x="1713" y="69"/>
                </a:cubicBezTo>
                <a:cubicBezTo>
                  <a:pt x="1743" y="78"/>
                  <a:pt x="1763" y="83"/>
                  <a:pt x="1773" y="83"/>
                </a:cubicBezTo>
                <a:moveTo>
                  <a:pt x="2045" y="354"/>
                </a:moveTo>
                <a:cubicBezTo>
                  <a:pt x="2041" y="364"/>
                  <a:pt x="2045" y="382"/>
                  <a:pt x="2056" y="408"/>
                </a:cubicBezTo>
                <a:lnTo>
                  <a:pt x="2143" y="630"/>
                </a:lnTo>
                <a:cubicBezTo>
                  <a:pt x="2148" y="643"/>
                  <a:pt x="2152" y="652"/>
                  <a:pt x="2154" y="655"/>
                </a:cubicBezTo>
                <a:cubicBezTo>
                  <a:pt x="2157" y="657"/>
                  <a:pt x="2159" y="657"/>
                  <a:pt x="2162" y="653"/>
                </a:cubicBezTo>
                <a:cubicBezTo>
                  <a:pt x="2164" y="650"/>
                  <a:pt x="2168" y="642"/>
                  <a:pt x="2173" y="629"/>
                </a:cubicBezTo>
                <a:lnTo>
                  <a:pt x="2248" y="437"/>
                </a:lnTo>
                <a:lnTo>
                  <a:pt x="2242" y="420"/>
                </a:lnTo>
                <a:cubicBezTo>
                  <a:pt x="2241" y="417"/>
                  <a:pt x="2239" y="414"/>
                  <a:pt x="2237" y="410"/>
                </a:cubicBezTo>
                <a:cubicBezTo>
                  <a:pt x="2233" y="396"/>
                  <a:pt x="2228" y="386"/>
                  <a:pt x="2225" y="381"/>
                </a:cubicBezTo>
                <a:cubicBezTo>
                  <a:pt x="2222" y="374"/>
                  <a:pt x="2217" y="367"/>
                  <a:pt x="2212" y="360"/>
                </a:cubicBezTo>
                <a:cubicBezTo>
                  <a:pt x="2206" y="352"/>
                  <a:pt x="2199" y="346"/>
                  <a:pt x="2190" y="343"/>
                </a:cubicBezTo>
                <a:cubicBezTo>
                  <a:pt x="2181" y="340"/>
                  <a:pt x="2171" y="337"/>
                  <a:pt x="2159" y="335"/>
                </a:cubicBezTo>
                <a:cubicBezTo>
                  <a:pt x="2157" y="333"/>
                  <a:pt x="2155" y="328"/>
                  <a:pt x="2155" y="319"/>
                </a:cubicBezTo>
                <a:cubicBezTo>
                  <a:pt x="2155" y="311"/>
                  <a:pt x="2157" y="304"/>
                  <a:pt x="2159" y="300"/>
                </a:cubicBezTo>
                <a:cubicBezTo>
                  <a:pt x="2213" y="302"/>
                  <a:pt x="2245" y="302"/>
                  <a:pt x="2255" y="302"/>
                </a:cubicBezTo>
                <a:cubicBezTo>
                  <a:pt x="2273" y="302"/>
                  <a:pt x="2309" y="302"/>
                  <a:pt x="2362" y="300"/>
                </a:cubicBezTo>
                <a:cubicBezTo>
                  <a:pt x="2365" y="303"/>
                  <a:pt x="2367" y="309"/>
                  <a:pt x="2367" y="318"/>
                </a:cubicBezTo>
                <a:cubicBezTo>
                  <a:pt x="2367" y="327"/>
                  <a:pt x="2365" y="333"/>
                  <a:pt x="2362" y="335"/>
                </a:cubicBezTo>
                <a:cubicBezTo>
                  <a:pt x="2334" y="338"/>
                  <a:pt x="2318" y="343"/>
                  <a:pt x="2313" y="351"/>
                </a:cubicBezTo>
                <a:cubicBezTo>
                  <a:pt x="2309" y="359"/>
                  <a:pt x="2312" y="376"/>
                  <a:pt x="2323" y="401"/>
                </a:cubicBezTo>
                <a:lnTo>
                  <a:pt x="2416" y="639"/>
                </a:lnTo>
                <a:cubicBezTo>
                  <a:pt x="2421" y="651"/>
                  <a:pt x="2425" y="658"/>
                  <a:pt x="2427" y="658"/>
                </a:cubicBezTo>
                <a:cubicBezTo>
                  <a:pt x="2429" y="659"/>
                  <a:pt x="2431" y="657"/>
                  <a:pt x="2433" y="651"/>
                </a:cubicBezTo>
                <a:cubicBezTo>
                  <a:pt x="2433" y="650"/>
                  <a:pt x="2436" y="645"/>
                  <a:pt x="2441" y="634"/>
                </a:cubicBezTo>
                <a:lnTo>
                  <a:pt x="2531" y="409"/>
                </a:lnTo>
                <a:cubicBezTo>
                  <a:pt x="2535" y="400"/>
                  <a:pt x="2538" y="393"/>
                  <a:pt x="2538" y="388"/>
                </a:cubicBezTo>
                <a:cubicBezTo>
                  <a:pt x="2540" y="382"/>
                  <a:pt x="2541" y="376"/>
                  <a:pt x="2541" y="368"/>
                </a:cubicBezTo>
                <a:cubicBezTo>
                  <a:pt x="2541" y="361"/>
                  <a:pt x="2539" y="356"/>
                  <a:pt x="2535" y="352"/>
                </a:cubicBezTo>
                <a:cubicBezTo>
                  <a:pt x="2531" y="348"/>
                  <a:pt x="2524" y="345"/>
                  <a:pt x="2514" y="341"/>
                </a:cubicBezTo>
                <a:cubicBezTo>
                  <a:pt x="2504" y="338"/>
                  <a:pt x="2491" y="336"/>
                  <a:pt x="2476" y="335"/>
                </a:cubicBezTo>
                <a:cubicBezTo>
                  <a:pt x="2473" y="333"/>
                  <a:pt x="2471" y="328"/>
                  <a:pt x="2471" y="319"/>
                </a:cubicBezTo>
                <a:cubicBezTo>
                  <a:pt x="2471" y="311"/>
                  <a:pt x="2473" y="304"/>
                  <a:pt x="2476" y="300"/>
                </a:cubicBezTo>
                <a:cubicBezTo>
                  <a:pt x="2530" y="302"/>
                  <a:pt x="2567" y="302"/>
                  <a:pt x="2589" y="302"/>
                </a:cubicBezTo>
                <a:cubicBezTo>
                  <a:pt x="2603" y="302"/>
                  <a:pt x="2628" y="302"/>
                  <a:pt x="2665" y="300"/>
                </a:cubicBezTo>
                <a:cubicBezTo>
                  <a:pt x="2668" y="303"/>
                  <a:pt x="2669" y="309"/>
                  <a:pt x="2669" y="318"/>
                </a:cubicBezTo>
                <a:cubicBezTo>
                  <a:pt x="2669" y="327"/>
                  <a:pt x="2668" y="333"/>
                  <a:pt x="2665" y="335"/>
                </a:cubicBezTo>
                <a:cubicBezTo>
                  <a:pt x="2639" y="337"/>
                  <a:pt x="2620" y="345"/>
                  <a:pt x="2607" y="357"/>
                </a:cubicBezTo>
                <a:cubicBezTo>
                  <a:pt x="2594" y="370"/>
                  <a:pt x="2583" y="389"/>
                  <a:pt x="2573" y="414"/>
                </a:cubicBezTo>
                <a:lnTo>
                  <a:pt x="2432" y="756"/>
                </a:lnTo>
                <a:cubicBezTo>
                  <a:pt x="2426" y="772"/>
                  <a:pt x="2418" y="780"/>
                  <a:pt x="2406" y="780"/>
                </a:cubicBezTo>
                <a:cubicBezTo>
                  <a:pt x="2396" y="780"/>
                  <a:pt x="2387" y="772"/>
                  <a:pt x="2381" y="758"/>
                </a:cubicBezTo>
                <a:lnTo>
                  <a:pt x="2269" y="490"/>
                </a:lnTo>
                <a:lnTo>
                  <a:pt x="2160" y="755"/>
                </a:lnTo>
                <a:cubicBezTo>
                  <a:pt x="2153" y="771"/>
                  <a:pt x="2144" y="780"/>
                  <a:pt x="2135" y="780"/>
                </a:cubicBezTo>
                <a:cubicBezTo>
                  <a:pt x="2123" y="780"/>
                  <a:pt x="2114" y="772"/>
                  <a:pt x="2109" y="758"/>
                </a:cubicBezTo>
                <a:lnTo>
                  <a:pt x="1967" y="408"/>
                </a:lnTo>
                <a:cubicBezTo>
                  <a:pt x="1955" y="379"/>
                  <a:pt x="1944" y="361"/>
                  <a:pt x="1934" y="352"/>
                </a:cubicBezTo>
                <a:cubicBezTo>
                  <a:pt x="1924" y="344"/>
                  <a:pt x="1906" y="338"/>
                  <a:pt x="1881" y="335"/>
                </a:cubicBezTo>
                <a:cubicBezTo>
                  <a:pt x="1878" y="333"/>
                  <a:pt x="1876" y="328"/>
                  <a:pt x="1875" y="319"/>
                </a:cubicBezTo>
                <a:cubicBezTo>
                  <a:pt x="1875" y="311"/>
                  <a:pt x="1877" y="304"/>
                  <a:pt x="1881" y="300"/>
                </a:cubicBezTo>
                <a:cubicBezTo>
                  <a:pt x="1919" y="302"/>
                  <a:pt x="1950" y="302"/>
                  <a:pt x="1977" y="302"/>
                </a:cubicBezTo>
                <a:cubicBezTo>
                  <a:pt x="1998" y="302"/>
                  <a:pt x="2036" y="302"/>
                  <a:pt x="2089" y="300"/>
                </a:cubicBezTo>
                <a:cubicBezTo>
                  <a:pt x="2092" y="303"/>
                  <a:pt x="2094" y="309"/>
                  <a:pt x="2094" y="318"/>
                </a:cubicBezTo>
                <a:cubicBezTo>
                  <a:pt x="2094" y="327"/>
                  <a:pt x="2092" y="333"/>
                  <a:pt x="2089" y="335"/>
                </a:cubicBezTo>
                <a:cubicBezTo>
                  <a:pt x="2064" y="337"/>
                  <a:pt x="2049" y="343"/>
                  <a:pt x="2045" y="354"/>
                </a:cubicBezTo>
                <a:moveTo>
                  <a:pt x="2993" y="514"/>
                </a:moveTo>
                <a:lnTo>
                  <a:pt x="2907" y="537"/>
                </a:lnTo>
                <a:cubicBezTo>
                  <a:pt x="2839" y="554"/>
                  <a:pt x="2805" y="594"/>
                  <a:pt x="2805" y="656"/>
                </a:cubicBezTo>
                <a:cubicBezTo>
                  <a:pt x="2805" y="676"/>
                  <a:pt x="2811" y="694"/>
                  <a:pt x="2824" y="710"/>
                </a:cubicBezTo>
                <a:cubicBezTo>
                  <a:pt x="2838" y="725"/>
                  <a:pt x="2858" y="733"/>
                  <a:pt x="2883" y="733"/>
                </a:cubicBezTo>
                <a:cubicBezTo>
                  <a:pt x="2908" y="733"/>
                  <a:pt x="2940" y="717"/>
                  <a:pt x="2977" y="685"/>
                </a:cubicBezTo>
                <a:cubicBezTo>
                  <a:pt x="2988" y="679"/>
                  <a:pt x="2993" y="670"/>
                  <a:pt x="2993" y="658"/>
                </a:cubicBezTo>
                <a:lnTo>
                  <a:pt x="2993" y="514"/>
                </a:lnTo>
                <a:moveTo>
                  <a:pt x="2991" y="715"/>
                </a:moveTo>
                <a:lnTo>
                  <a:pt x="2970" y="732"/>
                </a:lnTo>
                <a:cubicBezTo>
                  <a:pt x="2945" y="750"/>
                  <a:pt x="2925" y="762"/>
                  <a:pt x="2910" y="767"/>
                </a:cubicBezTo>
                <a:cubicBezTo>
                  <a:pt x="2895" y="774"/>
                  <a:pt x="2876" y="777"/>
                  <a:pt x="2851" y="777"/>
                </a:cubicBezTo>
                <a:cubicBezTo>
                  <a:pt x="2810" y="777"/>
                  <a:pt x="2777" y="768"/>
                  <a:pt x="2752" y="749"/>
                </a:cubicBezTo>
                <a:cubicBezTo>
                  <a:pt x="2728" y="730"/>
                  <a:pt x="2715" y="701"/>
                  <a:pt x="2715" y="660"/>
                </a:cubicBezTo>
                <a:cubicBezTo>
                  <a:pt x="2715" y="624"/>
                  <a:pt x="2732" y="592"/>
                  <a:pt x="2764" y="565"/>
                </a:cubicBezTo>
                <a:cubicBezTo>
                  <a:pt x="2797" y="538"/>
                  <a:pt x="2840" y="517"/>
                  <a:pt x="2894" y="503"/>
                </a:cubicBezTo>
                <a:lnTo>
                  <a:pt x="2987" y="480"/>
                </a:lnTo>
                <a:cubicBezTo>
                  <a:pt x="2991" y="479"/>
                  <a:pt x="2993" y="475"/>
                  <a:pt x="2993" y="467"/>
                </a:cubicBezTo>
                <a:cubicBezTo>
                  <a:pt x="2993" y="374"/>
                  <a:pt x="2964" y="327"/>
                  <a:pt x="2905" y="327"/>
                </a:cubicBezTo>
                <a:cubicBezTo>
                  <a:pt x="2881" y="327"/>
                  <a:pt x="2860" y="331"/>
                  <a:pt x="2843" y="339"/>
                </a:cubicBezTo>
                <a:cubicBezTo>
                  <a:pt x="2825" y="346"/>
                  <a:pt x="2816" y="357"/>
                  <a:pt x="2816" y="372"/>
                </a:cubicBezTo>
                <a:cubicBezTo>
                  <a:pt x="2816" y="383"/>
                  <a:pt x="2816" y="390"/>
                  <a:pt x="2818" y="394"/>
                </a:cubicBezTo>
                <a:cubicBezTo>
                  <a:pt x="2820" y="398"/>
                  <a:pt x="2821" y="405"/>
                  <a:pt x="2821" y="414"/>
                </a:cubicBezTo>
                <a:cubicBezTo>
                  <a:pt x="2821" y="422"/>
                  <a:pt x="2816" y="430"/>
                  <a:pt x="2807" y="438"/>
                </a:cubicBezTo>
                <a:cubicBezTo>
                  <a:pt x="2799" y="445"/>
                  <a:pt x="2788" y="449"/>
                  <a:pt x="2773" y="449"/>
                </a:cubicBezTo>
                <a:cubicBezTo>
                  <a:pt x="2747" y="449"/>
                  <a:pt x="2735" y="437"/>
                  <a:pt x="2736" y="411"/>
                </a:cubicBezTo>
                <a:cubicBezTo>
                  <a:pt x="2736" y="382"/>
                  <a:pt x="2755" y="355"/>
                  <a:pt x="2792" y="329"/>
                </a:cubicBezTo>
                <a:cubicBezTo>
                  <a:pt x="2830" y="304"/>
                  <a:pt x="2871" y="291"/>
                  <a:pt x="2915" y="291"/>
                </a:cubicBezTo>
                <a:cubicBezTo>
                  <a:pt x="3023" y="291"/>
                  <a:pt x="3078" y="352"/>
                  <a:pt x="3078" y="474"/>
                </a:cubicBezTo>
                <a:lnTo>
                  <a:pt x="3078" y="635"/>
                </a:lnTo>
                <a:cubicBezTo>
                  <a:pt x="3078" y="656"/>
                  <a:pt x="3078" y="672"/>
                  <a:pt x="3079" y="683"/>
                </a:cubicBezTo>
                <a:cubicBezTo>
                  <a:pt x="3080" y="694"/>
                  <a:pt x="3084" y="704"/>
                  <a:pt x="3091" y="713"/>
                </a:cubicBezTo>
                <a:cubicBezTo>
                  <a:pt x="3097" y="723"/>
                  <a:pt x="3107" y="727"/>
                  <a:pt x="3120" y="727"/>
                </a:cubicBezTo>
                <a:cubicBezTo>
                  <a:pt x="3129" y="727"/>
                  <a:pt x="3137" y="724"/>
                  <a:pt x="3144" y="718"/>
                </a:cubicBezTo>
                <a:cubicBezTo>
                  <a:pt x="3150" y="713"/>
                  <a:pt x="3154" y="710"/>
                  <a:pt x="3155" y="710"/>
                </a:cubicBezTo>
                <a:cubicBezTo>
                  <a:pt x="3156" y="710"/>
                  <a:pt x="3159" y="712"/>
                  <a:pt x="3162" y="717"/>
                </a:cubicBezTo>
                <a:cubicBezTo>
                  <a:pt x="3166" y="721"/>
                  <a:pt x="3168" y="725"/>
                  <a:pt x="3168" y="728"/>
                </a:cubicBezTo>
                <a:cubicBezTo>
                  <a:pt x="3168" y="731"/>
                  <a:pt x="3164" y="735"/>
                  <a:pt x="3157" y="743"/>
                </a:cubicBezTo>
                <a:cubicBezTo>
                  <a:pt x="3150" y="750"/>
                  <a:pt x="3138" y="758"/>
                  <a:pt x="3123" y="766"/>
                </a:cubicBezTo>
                <a:cubicBezTo>
                  <a:pt x="3108" y="773"/>
                  <a:pt x="3093" y="777"/>
                  <a:pt x="3076" y="777"/>
                </a:cubicBezTo>
                <a:cubicBezTo>
                  <a:pt x="3033" y="777"/>
                  <a:pt x="3005" y="756"/>
                  <a:pt x="2993" y="715"/>
                </a:cubicBezTo>
                <a:lnTo>
                  <a:pt x="2991" y="715"/>
                </a:lnTo>
                <a:moveTo>
                  <a:pt x="3359" y="408"/>
                </a:moveTo>
                <a:cubicBezTo>
                  <a:pt x="3347" y="422"/>
                  <a:pt x="3341" y="438"/>
                  <a:pt x="3342" y="455"/>
                </a:cubicBezTo>
                <a:lnTo>
                  <a:pt x="3342" y="652"/>
                </a:lnTo>
                <a:cubicBezTo>
                  <a:pt x="3342" y="666"/>
                  <a:pt x="3342" y="676"/>
                  <a:pt x="3343" y="683"/>
                </a:cubicBezTo>
                <a:cubicBezTo>
                  <a:pt x="3345" y="690"/>
                  <a:pt x="3347" y="695"/>
                  <a:pt x="3350" y="700"/>
                </a:cubicBezTo>
                <a:cubicBezTo>
                  <a:pt x="3354" y="704"/>
                  <a:pt x="3359" y="710"/>
                  <a:pt x="3368" y="717"/>
                </a:cubicBezTo>
                <a:cubicBezTo>
                  <a:pt x="3376" y="725"/>
                  <a:pt x="3388" y="732"/>
                  <a:pt x="3403" y="735"/>
                </a:cubicBezTo>
                <a:cubicBezTo>
                  <a:pt x="3418" y="739"/>
                  <a:pt x="3431" y="740"/>
                  <a:pt x="3443" y="740"/>
                </a:cubicBezTo>
                <a:cubicBezTo>
                  <a:pt x="3473" y="740"/>
                  <a:pt x="3498" y="734"/>
                  <a:pt x="3518" y="722"/>
                </a:cubicBezTo>
                <a:cubicBezTo>
                  <a:pt x="3539" y="710"/>
                  <a:pt x="3555" y="694"/>
                  <a:pt x="3566" y="673"/>
                </a:cubicBezTo>
                <a:cubicBezTo>
                  <a:pt x="3577" y="653"/>
                  <a:pt x="3585" y="632"/>
                  <a:pt x="3589" y="611"/>
                </a:cubicBezTo>
                <a:cubicBezTo>
                  <a:pt x="3594" y="589"/>
                  <a:pt x="3596" y="565"/>
                  <a:pt x="3596" y="541"/>
                </a:cubicBezTo>
                <a:cubicBezTo>
                  <a:pt x="3596" y="482"/>
                  <a:pt x="3584" y="434"/>
                  <a:pt x="3558" y="398"/>
                </a:cubicBezTo>
                <a:cubicBezTo>
                  <a:pt x="3534" y="360"/>
                  <a:pt x="3504" y="341"/>
                  <a:pt x="3468" y="341"/>
                </a:cubicBezTo>
                <a:cubicBezTo>
                  <a:pt x="3452" y="341"/>
                  <a:pt x="3434" y="348"/>
                  <a:pt x="3412" y="361"/>
                </a:cubicBezTo>
                <a:cubicBezTo>
                  <a:pt x="3390" y="374"/>
                  <a:pt x="3373" y="390"/>
                  <a:pt x="3359" y="408"/>
                </a:cubicBezTo>
                <a:moveTo>
                  <a:pt x="3342" y="368"/>
                </a:moveTo>
                <a:cubicBezTo>
                  <a:pt x="3342" y="372"/>
                  <a:pt x="3342" y="374"/>
                  <a:pt x="3344" y="374"/>
                </a:cubicBezTo>
                <a:cubicBezTo>
                  <a:pt x="3347" y="375"/>
                  <a:pt x="3349" y="374"/>
                  <a:pt x="3350" y="372"/>
                </a:cubicBezTo>
                <a:cubicBezTo>
                  <a:pt x="3396" y="318"/>
                  <a:pt x="3445" y="291"/>
                  <a:pt x="3499" y="291"/>
                </a:cubicBezTo>
                <a:cubicBezTo>
                  <a:pt x="3552" y="291"/>
                  <a:pt x="3598" y="313"/>
                  <a:pt x="3634" y="357"/>
                </a:cubicBezTo>
                <a:cubicBezTo>
                  <a:pt x="3671" y="401"/>
                  <a:pt x="3689" y="453"/>
                  <a:pt x="3689" y="512"/>
                </a:cubicBezTo>
                <a:cubicBezTo>
                  <a:pt x="3689" y="597"/>
                  <a:pt x="3663" y="665"/>
                  <a:pt x="3610" y="716"/>
                </a:cubicBezTo>
                <a:cubicBezTo>
                  <a:pt x="3567" y="757"/>
                  <a:pt x="3514" y="777"/>
                  <a:pt x="3451" y="777"/>
                </a:cubicBezTo>
                <a:cubicBezTo>
                  <a:pt x="3415" y="777"/>
                  <a:pt x="3383" y="771"/>
                  <a:pt x="3357" y="760"/>
                </a:cubicBezTo>
                <a:cubicBezTo>
                  <a:pt x="3351" y="758"/>
                  <a:pt x="3347" y="757"/>
                  <a:pt x="3344" y="758"/>
                </a:cubicBezTo>
                <a:cubicBezTo>
                  <a:pt x="3342" y="758"/>
                  <a:pt x="3342" y="762"/>
                  <a:pt x="3342" y="769"/>
                </a:cubicBezTo>
                <a:lnTo>
                  <a:pt x="3342" y="885"/>
                </a:lnTo>
                <a:cubicBezTo>
                  <a:pt x="3342" y="928"/>
                  <a:pt x="3346" y="955"/>
                  <a:pt x="3355" y="964"/>
                </a:cubicBezTo>
                <a:cubicBezTo>
                  <a:pt x="3365" y="975"/>
                  <a:pt x="3390" y="981"/>
                  <a:pt x="3430" y="984"/>
                </a:cubicBezTo>
                <a:cubicBezTo>
                  <a:pt x="3434" y="987"/>
                  <a:pt x="3436" y="993"/>
                  <a:pt x="3436" y="1001"/>
                </a:cubicBezTo>
                <a:cubicBezTo>
                  <a:pt x="3436" y="1010"/>
                  <a:pt x="3434" y="1016"/>
                  <a:pt x="3430" y="1019"/>
                </a:cubicBezTo>
                <a:cubicBezTo>
                  <a:pt x="3368" y="1018"/>
                  <a:pt x="3324" y="1017"/>
                  <a:pt x="3299" y="1017"/>
                </a:cubicBezTo>
                <a:cubicBezTo>
                  <a:pt x="3279" y="1017"/>
                  <a:pt x="3239" y="1018"/>
                  <a:pt x="3178" y="1019"/>
                </a:cubicBezTo>
                <a:cubicBezTo>
                  <a:pt x="3175" y="1016"/>
                  <a:pt x="3173" y="1010"/>
                  <a:pt x="3173" y="1001"/>
                </a:cubicBezTo>
                <a:cubicBezTo>
                  <a:pt x="3173" y="993"/>
                  <a:pt x="3175" y="987"/>
                  <a:pt x="3178" y="984"/>
                </a:cubicBezTo>
                <a:cubicBezTo>
                  <a:pt x="3211" y="982"/>
                  <a:pt x="3232" y="976"/>
                  <a:pt x="3242" y="966"/>
                </a:cubicBezTo>
                <a:cubicBezTo>
                  <a:pt x="3251" y="955"/>
                  <a:pt x="3256" y="928"/>
                  <a:pt x="3256" y="885"/>
                </a:cubicBezTo>
                <a:lnTo>
                  <a:pt x="3256" y="423"/>
                </a:lnTo>
                <a:cubicBezTo>
                  <a:pt x="3256" y="393"/>
                  <a:pt x="3252" y="374"/>
                  <a:pt x="3244" y="366"/>
                </a:cubicBezTo>
                <a:cubicBezTo>
                  <a:pt x="3236" y="358"/>
                  <a:pt x="3216" y="352"/>
                  <a:pt x="3185" y="350"/>
                </a:cubicBezTo>
                <a:cubicBezTo>
                  <a:pt x="3181" y="338"/>
                  <a:pt x="3181" y="328"/>
                  <a:pt x="3184" y="319"/>
                </a:cubicBezTo>
                <a:cubicBezTo>
                  <a:pt x="3240" y="312"/>
                  <a:pt x="3286" y="302"/>
                  <a:pt x="3320" y="288"/>
                </a:cubicBezTo>
                <a:cubicBezTo>
                  <a:pt x="3325" y="288"/>
                  <a:pt x="3330" y="291"/>
                  <a:pt x="3332" y="296"/>
                </a:cubicBezTo>
                <a:cubicBezTo>
                  <a:pt x="3339" y="309"/>
                  <a:pt x="3342" y="333"/>
                  <a:pt x="3342" y="368"/>
                </a:cubicBezTo>
                <a:moveTo>
                  <a:pt x="3919" y="408"/>
                </a:moveTo>
                <a:cubicBezTo>
                  <a:pt x="3907" y="422"/>
                  <a:pt x="3901" y="438"/>
                  <a:pt x="3902" y="455"/>
                </a:cubicBezTo>
                <a:lnTo>
                  <a:pt x="3902" y="652"/>
                </a:lnTo>
                <a:cubicBezTo>
                  <a:pt x="3902" y="666"/>
                  <a:pt x="3902" y="676"/>
                  <a:pt x="3903" y="683"/>
                </a:cubicBezTo>
                <a:cubicBezTo>
                  <a:pt x="3905" y="690"/>
                  <a:pt x="3907" y="695"/>
                  <a:pt x="3911" y="700"/>
                </a:cubicBezTo>
                <a:cubicBezTo>
                  <a:pt x="3914" y="704"/>
                  <a:pt x="3919" y="710"/>
                  <a:pt x="3928" y="717"/>
                </a:cubicBezTo>
                <a:cubicBezTo>
                  <a:pt x="3937" y="725"/>
                  <a:pt x="3949" y="732"/>
                  <a:pt x="3963" y="735"/>
                </a:cubicBezTo>
                <a:cubicBezTo>
                  <a:pt x="3978" y="739"/>
                  <a:pt x="3991" y="740"/>
                  <a:pt x="4004" y="740"/>
                </a:cubicBezTo>
                <a:cubicBezTo>
                  <a:pt x="4033" y="740"/>
                  <a:pt x="4058" y="734"/>
                  <a:pt x="4078" y="722"/>
                </a:cubicBezTo>
                <a:cubicBezTo>
                  <a:pt x="4099" y="710"/>
                  <a:pt x="4115" y="694"/>
                  <a:pt x="4126" y="673"/>
                </a:cubicBezTo>
                <a:cubicBezTo>
                  <a:pt x="4137" y="653"/>
                  <a:pt x="4145" y="632"/>
                  <a:pt x="4149" y="611"/>
                </a:cubicBezTo>
                <a:cubicBezTo>
                  <a:pt x="4154" y="589"/>
                  <a:pt x="4157" y="565"/>
                  <a:pt x="4157" y="541"/>
                </a:cubicBezTo>
                <a:cubicBezTo>
                  <a:pt x="4157" y="482"/>
                  <a:pt x="4144" y="434"/>
                  <a:pt x="4119" y="398"/>
                </a:cubicBezTo>
                <a:cubicBezTo>
                  <a:pt x="4094" y="360"/>
                  <a:pt x="4064" y="341"/>
                  <a:pt x="4028" y="341"/>
                </a:cubicBezTo>
                <a:cubicBezTo>
                  <a:pt x="4012" y="341"/>
                  <a:pt x="3994" y="348"/>
                  <a:pt x="3972" y="361"/>
                </a:cubicBezTo>
                <a:cubicBezTo>
                  <a:pt x="3950" y="374"/>
                  <a:pt x="3933" y="390"/>
                  <a:pt x="3919" y="408"/>
                </a:cubicBezTo>
                <a:moveTo>
                  <a:pt x="3902" y="368"/>
                </a:moveTo>
                <a:cubicBezTo>
                  <a:pt x="3902" y="372"/>
                  <a:pt x="3903" y="374"/>
                  <a:pt x="3904" y="374"/>
                </a:cubicBezTo>
                <a:cubicBezTo>
                  <a:pt x="3907" y="375"/>
                  <a:pt x="3909" y="374"/>
                  <a:pt x="3911" y="372"/>
                </a:cubicBezTo>
                <a:cubicBezTo>
                  <a:pt x="3956" y="318"/>
                  <a:pt x="4005" y="291"/>
                  <a:pt x="4059" y="291"/>
                </a:cubicBezTo>
                <a:cubicBezTo>
                  <a:pt x="4113" y="291"/>
                  <a:pt x="4158" y="313"/>
                  <a:pt x="4195" y="357"/>
                </a:cubicBezTo>
                <a:cubicBezTo>
                  <a:pt x="4231" y="401"/>
                  <a:pt x="4250" y="453"/>
                  <a:pt x="4250" y="512"/>
                </a:cubicBezTo>
                <a:cubicBezTo>
                  <a:pt x="4250" y="597"/>
                  <a:pt x="4223" y="665"/>
                  <a:pt x="4170" y="716"/>
                </a:cubicBezTo>
                <a:cubicBezTo>
                  <a:pt x="4128" y="757"/>
                  <a:pt x="4075" y="777"/>
                  <a:pt x="4011" y="777"/>
                </a:cubicBezTo>
                <a:cubicBezTo>
                  <a:pt x="3975" y="777"/>
                  <a:pt x="3944" y="771"/>
                  <a:pt x="3917" y="760"/>
                </a:cubicBezTo>
                <a:cubicBezTo>
                  <a:pt x="3911" y="758"/>
                  <a:pt x="3907" y="757"/>
                  <a:pt x="3904" y="758"/>
                </a:cubicBezTo>
                <a:cubicBezTo>
                  <a:pt x="3903" y="758"/>
                  <a:pt x="3902" y="762"/>
                  <a:pt x="3902" y="769"/>
                </a:cubicBezTo>
                <a:lnTo>
                  <a:pt x="3902" y="885"/>
                </a:lnTo>
                <a:cubicBezTo>
                  <a:pt x="3902" y="928"/>
                  <a:pt x="3906" y="955"/>
                  <a:pt x="3916" y="964"/>
                </a:cubicBezTo>
                <a:cubicBezTo>
                  <a:pt x="3925" y="975"/>
                  <a:pt x="3950" y="981"/>
                  <a:pt x="3990" y="984"/>
                </a:cubicBezTo>
                <a:cubicBezTo>
                  <a:pt x="3994" y="987"/>
                  <a:pt x="3996" y="993"/>
                  <a:pt x="3996" y="1001"/>
                </a:cubicBezTo>
                <a:cubicBezTo>
                  <a:pt x="3996" y="1010"/>
                  <a:pt x="3994" y="1016"/>
                  <a:pt x="3990" y="1019"/>
                </a:cubicBezTo>
                <a:cubicBezTo>
                  <a:pt x="3928" y="1018"/>
                  <a:pt x="3884" y="1017"/>
                  <a:pt x="3859" y="1017"/>
                </a:cubicBezTo>
                <a:cubicBezTo>
                  <a:pt x="3840" y="1017"/>
                  <a:pt x="3799" y="1018"/>
                  <a:pt x="3738" y="1019"/>
                </a:cubicBezTo>
                <a:cubicBezTo>
                  <a:pt x="3735" y="1016"/>
                  <a:pt x="3733" y="1010"/>
                  <a:pt x="3733" y="1001"/>
                </a:cubicBezTo>
                <a:cubicBezTo>
                  <a:pt x="3733" y="993"/>
                  <a:pt x="3735" y="987"/>
                  <a:pt x="3738" y="984"/>
                </a:cubicBezTo>
                <a:cubicBezTo>
                  <a:pt x="3771" y="982"/>
                  <a:pt x="3793" y="976"/>
                  <a:pt x="3802" y="966"/>
                </a:cubicBezTo>
                <a:cubicBezTo>
                  <a:pt x="3811" y="955"/>
                  <a:pt x="3816" y="928"/>
                  <a:pt x="3816" y="885"/>
                </a:cubicBezTo>
                <a:lnTo>
                  <a:pt x="3816" y="423"/>
                </a:lnTo>
                <a:cubicBezTo>
                  <a:pt x="3816" y="393"/>
                  <a:pt x="3812" y="374"/>
                  <a:pt x="3804" y="366"/>
                </a:cubicBezTo>
                <a:cubicBezTo>
                  <a:pt x="3796" y="358"/>
                  <a:pt x="3776" y="352"/>
                  <a:pt x="3745" y="350"/>
                </a:cubicBezTo>
                <a:cubicBezTo>
                  <a:pt x="3741" y="338"/>
                  <a:pt x="3741" y="328"/>
                  <a:pt x="3744" y="319"/>
                </a:cubicBezTo>
                <a:cubicBezTo>
                  <a:pt x="3800" y="312"/>
                  <a:pt x="3846" y="302"/>
                  <a:pt x="3880" y="288"/>
                </a:cubicBezTo>
                <a:cubicBezTo>
                  <a:pt x="3886" y="288"/>
                  <a:pt x="3890" y="291"/>
                  <a:pt x="3892" y="296"/>
                </a:cubicBezTo>
                <a:cubicBezTo>
                  <a:pt x="3899" y="309"/>
                  <a:pt x="3902" y="333"/>
                  <a:pt x="3902" y="368"/>
                </a:cubicBezTo>
                <a:moveTo>
                  <a:pt x="4386" y="118"/>
                </a:moveTo>
                <a:cubicBezTo>
                  <a:pt x="4386" y="105"/>
                  <a:pt x="4392" y="93"/>
                  <a:pt x="4405" y="82"/>
                </a:cubicBezTo>
                <a:cubicBezTo>
                  <a:pt x="4418" y="72"/>
                  <a:pt x="4431" y="66"/>
                  <a:pt x="4444" y="66"/>
                </a:cubicBezTo>
                <a:cubicBezTo>
                  <a:pt x="4457" y="66"/>
                  <a:pt x="4469" y="72"/>
                  <a:pt x="4479" y="84"/>
                </a:cubicBezTo>
                <a:cubicBezTo>
                  <a:pt x="4490" y="96"/>
                  <a:pt x="4495" y="109"/>
                  <a:pt x="4495" y="122"/>
                </a:cubicBezTo>
                <a:cubicBezTo>
                  <a:pt x="4495" y="135"/>
                  <a:pt x="4489" y="147"/>
                  <a:pt x="4478" y="158"/>
                </a:cubicBezTo>
                <a:cubicBezTo>
                  <a:pt x="4466" y="170"/>
                  <a:pt x="4454" y="175"/>
                  <a:pt x="4439" y="175"/>
                </a:cubicBezTo>
                <a:cubicBezTo>
                  <a:pt x="4426" y="175"/>
                  <a:pt x="4414" y="169"/>
                  <a:pt x="4402" y="157"/>
                </a:cubicBezTo>
                <a:cubicBezTo>
                  <a:pt x="4392" y="144"/>
                  <a:pt x="4386" y="132"/>
                  <a:pt x="4386" y="118"/>
                </a:cubicBezTo>
                <a:moveTo>
                  <a:pt x="4485" y="634"/>
                </a:moveTo>
                <a:cubicBezTo>
                  <a:pt x="4485" y="677"/>
                  <a:pt x="4489" y="704"/>
                  <a:pt x="4498" y="715"/>
                </a:cubicBezTo>
                <a:cubicBezTo>
                  <a:pt x="4507" y="724"/>
                  <a:pt x="4529" y="731"/>
                  <a:pt x="4564" y="733"/>
                </a:cubicBezTo>
                <a:cubicBezTo>
                  <a:pt x="4567" y="736"/>
                  <a:pt x="4569" y="743"/>
                  <a:pt x="4569" y="751"/>
                </a:cubicBezTo>
                <a:cubicBezTo>
                  <a:pt x="4569" y="760"/>
                  <a:pt x="4567" y="765"/>
                  <a:pt x="4564" y="769"/>
                </a:cubicBezTo>
                <a:cubicBezTo>
                  <a:pt x="4502" y="767"/>
                  <a:pt x="4462" y="766"/>
                  <a:pt x="4444" y="766"/>
                </a:cubicBezTo>
                <a:cubicBezTo>
                  <a:pt x="4423" y="766"/>
                  <a:pt x="4383" y="767"/>
                  <a:pt x="4321" y="769"/>
                </a:cubicBezTo>
                <a:cubicBezTo>
                  <a:pt x="4319" y="765"/>
                  <a:pt x="4318" y="760"/>
                  <a:pt x="4318" y="751"/>
                </a:cubicBezTo>
                <a:cubicBezTo>
                  <a:pt x="4318" y="743"/>
                  <a:pt x="4319" y="736"/>
                  <a:pt x="4321" y="733"/>
                </a:cubicBezTo>
                <a:cubicBezTo>
                  <a:pt x="4356" y="730"/>
                  <a:pt x="4378" y="723"/>
                  <a:pt x="4386" y="713"/>
                </a:cubicBezTo>
                <a:cubicBezTo>
                  <a:pt x="4395" y="704"/>
                  <a:pt x="4400" y="677"/>
                  <a:pt x="4400" y="634"/>
                </a:cubicBezTo>
                <a:lnTo>
                  <a:pt x="4400" y="423"/>
                </a:lnTo>
                <a:cubicBezTo>
                  <a:pt x="4400" y="393"/>
                  <a:pt x="4396" y="374"/>
                  <a:pt x="4388" y="366"/>
                </a:cubicBezTo>
                <a:cubicBezTo>
                  <a:pt x="4379" y="358"/>
                  <a:pt x="4360" y="352"/>
                  <a:pt x="4330" y="350"/>
                </a:cubicBezTo>
                <a:cubicBezTo>
                  <a:pt x="4326" y="338"/>
                  <a:pt x="4325" y="328"/>
                  <a:pt x="4328" y="319"/>
                </a:cubicBezTo>
                <a:cubicBezTo>
                  <a:pt x="4394" y="311"/>
                  <a:pt x="4444" y="300"/>
                  <a:pt x="4476" y="288"/>
                </a:cubicBezTo>
                <a:cubicBezTo>
                  <a:pt x="4485" y="288"/>
                  <a:pt x="4490" y="290"/>
                  <a:pt x="4490" y="295"/>
                </a:cubicBezTo>
                <a:cubicBezTo>
                  <a:pt x="4490" y="297"/>
                  <a:pt x="4490" y="300"/>
                  <a:pt x="4489" y="304"/>
                </a:cubicBezTo>
                <a:cubicBezTo>
                  <a:pt x="4489" y="307"/>
                  <a:pt x="4489" y="313"/>
                  <a:pt x="4488" y="323"/>
                </a:cubicBezTo>
                <a:cubicBezTo>
                  <a:pt x="4488" y="333"/>
                  <a:pt x="4487" y="343"/>
                  <a:pt x="4487" y="352"/>
                </a:cubicBezTo>
                <a:cubicBezTo>
                  <a:pt x="4487" y="362"/>
                  <a:pt x="4486" y="372"/>
                  <a:pt x="4485" y="384"/>
                </a:cubicBezTo>
                <a:lnTo>
                  <a:pt x="4485" y="419"/>
                </a:lnTo>
                <a:lnTo>
                  <a:pt x="4485" y="634"/>
                </a:lnTo>
                <a:moveTo>
                  <a:pt x="4781" y="379"/>
                </a:moveTo>
                <a:cubicBezTo>
                  <a:pt x="4833" y="321"/>
                  <a:pt x="4893" y="291"/>
                  <a:pt x="4959" y="291"/>
                </a:cubicBezTo>
                <a:cubicBezTo>
                  <a:pt x="4999" y="291"/>
                  <a:pt x="5029" y="304"/>
                  <a:pt x="5048" y="328"/>
                </a:cubicBezTo>
                <a:cubicBezTo>
                  <a:pt x="5068" y="354"/>
                  <a:pt x="5077" y="402"/>
                  <a:pt x="5077" y="472"/>
                </a:cubicBezTo>
                <a:lnTo>
                  <a:pt x="5077" y="634"/>
                </a:lnTo>
                <a:cubicBezTo>
                  <a:pt x="5077" y="676"/>
                  <a:pt x="5081" y="703"/>
                  <a:pt x="5090" y="713"/>
                </a:cubicBezTo>
                <a:cubicBezTo>
                  <a:pt x="5098" y="723"/>
                  <a:pt x="5118" y="730"/>
                  <a:pt x="5150" y="733"/>
                </a:cubicBezTo>
                <a:cubicBezTo>
                  <a:pt x="5152" y="735"/>
                  <a:pt x="5153" y="741"/>
                  <a:pt x="5153" y="750"/>
                </a:cubicBezTo>
                <a:cubicBezTo>
                  <a:pt x="5153" y="758"/>
                  <a:pt x="5152" y="765"/>
                  <a:pt x="5150" y="769"/>
                </a:cubicBezTo>
                <a:cubicBezTo>
                  <a:pt x="5088" y="767"/>
                  <a:pt x="5049" y="766"/>
                  <a:pt x="5035" y="766"/>
                </a:cubicBezTo>
                <a:cubicBezTo>
                  <a:pt x="5021" y="766"/>
                  <a:pt x="4985" y="767"/>
                  <a:pt x="4924" y="769"/>
                </a:cubicBezTo>
                <a:cubicBezTo>
                  <a:pt x="4922" y="765"/>
                  <a:pt x="4921" y="760"/>
                  <a:pt x="4921" y="751"/>
                </a:cubicBezTo>
                <a:cubicBezTo>
                  <a:pt x="4921" y="743"/>
                  <a:pt x="4922" y="736"/>
                  <a:pt x="4924" y="733"/>
                </a:cubicBezTo>
                <a:cubicBezTo>
                  <a:pt x="4954" y="730"/>
                  <a:pt x="4972" y="723"/>
                  <a:pt x="4980" y="713"/>
                </a:cubicBezTo>
                <a:cubicBezTo>
                  <a:pt x="4987" y="703"/>
                  <a:pt x="4992" y="676"/>
                  <a:pt x="4992" y="634"/>
                </a:cubicBezTo>
                <a:lnTo>
                  <a:pt x="4992" y="470"/>
                </a:lnTo>
                <a:cubicBezTo>
                  <a:pt x="4992" y="432"/>
                  <a:pt x="4987" y="404"/>
                  <a:pt x="4980" y="387"/>
                </a:cubicBezTo>
                <a:cubicBezTo>
                  <a:pt x="4965" y="361"/>
                  <a:pt x="4947" y="348"/>
                  <a:pt x="4922" y="348"/>
                </a:cubicBezTo>
                <a:cubicBezTo>
                  <a:pt x="4878" y="348"/>
                  <a:pt x="4834" y="369"/>
                  <a:pt x="4790" y="411"/>
                </a:cubicBezTo>
                <a:cubicBezTo>
                  <a:pt x="4778" y="425"/>
                  <a:pt x="4772" y="440"/>
                  <a:pt x="4772" y="456"/>
                </a:cubicBezTo>
                <a:lnTo>
                  <a:pt x="4772" y="634"/>
                </a:lnTo>
                <a:cubicBezTo>
                  <a:pt x="4772" y="676"/>
                  <a:pt x="4775" y="703"/>
                  <a:pt x="4781" y="713"/>
                </a:cubicBezTo>
                <a:cubicBezTo>
                  <a:pt x="4789" y="723"/>
                  <a:pt x="4807" y="730"/>
                  <a:pt x="4836" y="733"/>
                </a:cubicBezTo>
                <a:cubicBezTo>
                  <a:pt x="4839" y="736"/>
                  <a:pt x="4841" y="743"/>
                  <a:pt x="4841" y="751"/>
                </a:cubicBezTo>
                <a:cubicBezTo>
                  <a:pt x="4841" y="760"/>
                  <a:pt x="4839" y="765"/>
                  <a:pt x="4836" y="769"/>
                </a:cubicBezTo>
                <a:cubicBezTo>
                  <a:pt x="4775" y="767"/>
                  <a:pt x="4739" y="766"/>
                  <a:pt x="4729" y="766"/>
                </a:cubicBezTo>
                <a:cubicBezTo>
                  <a:pt x="4709" y="766"/>
                  <a:pt x="4669" y="767"/>
                  <a:pt x="4610" y="769"/>
                </a:cubicBezTo>
                <a:cubicBezTo>
                  <a:pt x="4607" y="765"/>
                  <a:pt x="4605" y="760"/>
                  <a:pt x="4605" y="751"/>
                </a:cubicBezTo>
                <a:cubicBezTo>
                  <a:pt x="4605" y="743"/>
                  <a:pt x="4607" y="736"/>
                  <a:pt x="4610" y="733"/>
                </a:cubicBezTo>
                <a:cubicBezTo>
                  <a:pt x="4643" y="730"/>
                  <a:pt x="4664" y="723"/>
                  <a:pt x="4672" y="713"/>
                </a:cubicBezTo>
                <a:cubicBezTo>
                  <a:pt x="4681" y="704"/>
                  <a:pt x="4686" y="677"/>
                  <a:pt x="4686" y="634"/>
                </a:cubicBezTo>
                <a:lnTo>
                  <a:pt x="4686" y="423"/>
                </a:lnTo>
                <a:cubicBezTo>
                  <a:pt x="4686" y="393"/>
                  <a:pt x="4682" y="374"/>
                  <a:pt x="4674" y="366"/>
                </a:cubicBezTo>
                <a:cubicBezTo>
                  <a:pt x="4665" y="358"/>
                  <a:pt x="4646" y="352"/>
                  <a:pt x="4615" y="350"/>
                </a:cubicBezTo>
                <a:cubicBezTo>
                  <a:pt x="4611" y="338"/>
                  <a:pt x="4610" y="328"/>
                  <a:pt x="4612" y="319"/>
                </a:cubicBezTo>
                <a:cubicBezTo>
                  <a:pt x="4669" y="312"/>
                  <a:pt x="4715" y="302"/>
                  <a:pt x="4749" y="288"/>
                </a:cubicBezTo>
                <a:cubicBezTo>
                  <a:pt x="4755" y="288"/>
                  <a:pt x="4760" y="291"/>
                  <a:pt x="4763" y="296"/>
                </a:cubicBezTo>
                <a:cubicBezTo>
                  <a:pt x="4768" y="309"/>
                  <a:pt x="4772" y="337"/>
                  <a:pt x="4772" y="379"/>
                </a:cubicBezTo>
                <a:cubicBezTo>
                  <a:pt x="4772" y="388"/>
                  <a:pt x="4775" y="388"/>
                  <a:pt x="4781" y="379"/>
                </a:cubicBezTo>
                <a:moveTo>
                  <a:pt x="5512" y="465"/>
                </a:moveTo>
                <a:cubicBezTo>
                  <a:pt x="5512" y="420"/>
                  <a:pt x="5503" y="386"/>
                  <a:pt x="5485" y="361"/>
                </a:cubicBezTo>
                <a:cubicBezTo>
                  <a:pt x="5467" y="337"/>
                  <a:pt x="5441" y="324"/>
                  <a:pt x="5407" y="324"/>
                </a:cubicBezTo>
                <a:cubicBezTo>
                  <a:pt x="5350" y="324"/>
                  <a:pt x="5321" y="363"/>
                  <a:pt x="5321" y="439"/>
                </a:cubicBezTo>
                <a:cubicBezTo>
                  <a:pt x="5321" y="460"/>
                  <a:pt x="5322" y="477"/>
                  <a:pt x="5324" y="492"/>
                </a:cubicBezTo>
                <a:cubicBezTo>
                  <a:pt x="5326" y="507"/>
                  <a:pt x="5330" y="522"/>
                  <a:pt x="5337" y="537"/>
                </a:cubicBezTo>
                <a:cubicBezTo>
                  <a:pt x="5344" y="553"/>
                  <a:pt x="5354" y="565"/>
                  <a:pt x="5368" y="573"/>
                </a:cubicBezTo>
                <a:cubicBezTo>
                  <a:pt x="5382" y="581"/>
                  <a:pt x="5400" y="585"/>
                  <a:pt x="5422" y="585"/>
                </a:cubicBezTo>
                <a:cubicBezTo>
                  <a:pt x="5482" y="585"/>
                  <a:pt x="5512" y="545"/>
                  <a:pt x="5512" y="465"/>
                </a:cubicBezTo>
                <a:moveTo>
                  <a:pt x="5310" y="777"/>
                </a:moveTo>
                <a:cubicBezTo>
                  <a:pt x="5287" y="803"/>
                  <a:pt x="5276" y="837"/>
                  <a:pt x="5276" y="879"/>
                </a:cubicBezTo>
                <a:cubicBezTo>
                  <a:pt x="5276" y="911"/>
                  <a:pt x="5291" y="937"/>
                  <a:pt x="5321" y="956"/>
                </a:cubicBezTo>
                <a:cubicBezTo>
                  <a:pt x="5352" y="974"/>
                  <a:pt x="5381" y="984"/>
                  <a:pt x="5407" y="984"/>
                </a:cubicBezTo>
                <a:cubicBezTo>
                  <a:pt x="5440" y="984"/>
                  <a:pt x="5473" y="979"/>
                  <a:pt x="5505" y="970"/>
                </a:cubicBezTo>
                <a:cubicBezTo>
                  <a:pt x="5537" y="961"/>
                  <a:pt x="5564" y="947"/>
                  <a:pt x="5586" y="929"/>
                </a:cubicBezTo>
                <a:cubicBezTo>
                  <a:pt x="5608" y="911"/>
                  <a:pt x="5619" y="889"/>
                  <a:pt x="5619" y="864"/>
                </a:cubicBezTo>
                <a:cubicBezTo>
                  <a:pt x="5619" y="850"/>
                  <a:pt x="5614" y="839"/>
                  <a:pt x="5606" y="830"/>
                </a:cubicBezTo>
                <a:cubicBezTo>
                  <a:pt x="5598" y="821"/>
                  <a:pt x="5584" y="810"/>
                  <a:pt x="5564" y="797"/>
                </a:cubicBezTo>
                <a:cubicBezTo>
                  <a:pt x="5542" y="784"/>
                  <a:pt x="5498" y="779"/>
                  <a:pt x="5433" y="780"/>
                </a:cubicBezTo>
                <a:cubicBezTo>
                  <a:pt x="5428" y="780"/>
                  <a:pt x="5417" y="780"/>
                  <a:pt x="5400" y="781"/>
                </a:cubicBezTo>
                <a:cubicBezTo>
                  <a:pt x="5382" y="781"/>
                  <a:pt x="5366" y="782"/>
                  <a:pt x="5353" y="782"/>
                </a:cubicBezTo>
                <a:cubicBezTo>
                  <a:pt x="5337" y="782"/>
                  <a:pt x="5323" y="780"/>
                  <a:pt x="5310" y="777"/>
                </a:cubicBezTo>
                <a:moveTo>
                  <a:pt x="5647" y="348"/>
                </a:moveTo>
                <a:cubicBezTo>
                  <a:pt x="5634" y="348"/>
                  <a:pt x="5624" y="341"/>
                  <a:pt x="5617" y="328"/>
                </a:cubicBezTo>
                <a:cubicBezTo>
                  <a:pt x="5612" y="319"/>
                  <a:pt x="5604" y="315"/>
                  <a:pt x="5595" y="315"/>
                </a:cubicBezTo>
                <a:cubicBezTo>
                  <a:pt x="5589" y="315"/>
                  <a:pt x="5581" y="318"/>
                  <a:pt x="5572" y="324"/>
                </a:cubicBezTo>
                <a:cubicBezTo>
                  <a:pt x="5563" y="330"/>
                  <a:pt x="5557" y="336"/>
                  <a:pt x="5553" y="341"/>
                </a:cubicBezTo>
                <a:cubicBezTo>
                  <a:pt x="5583" y="373"/>
                  <a:pt x="5599" y="410"/>
                  <a:pt x="5599" y="453"/>
                </a:cubicBezTo>
                <a:cubicBezTo>
                  <a:pt x="5599" y="504"/>
                  <a:pt x="5581" y="544"/>
                  <a:pt x="5545" y="574"/>
                </a:cubicBezTo>
                <a:cubicBezTo>
                  <a:pt x="5509" y="604"/>
                  <a:pt x="5466" y="619"/>
                  <a:pt x="5415" y="619"/>
                </a:cubicBezTo>
                <a:cubicBezTo>
                  <a:pt x="5376" y="619"/>
                  <a:pt x="5344" y="612"/>
                  <a:pt x="5318" y="596"/>
                </a:cubicBezTo>
                <a:cubicBezTo>
                  <a:pt x="5304" y="614"/>
                  <a:pt x="5298" y="635"/>
                  <a:pt x="5298" y="658"/>
                </a:cubicBezTo>
                <a:cubicBezTo>
                  <a:pt x="5298" y="680"/>
                  <a:pt x="5305" y="696"/>
                  <a:pt x="5319" y="706"/>
                </a:cubicBezTo>
                <a:cubicBezTo>
                  <a:pt x="5333" y="716"/>
                  <a:pt x="5349" y="721"/>
                  <a:pt x="5368" y="721"/>
                </a:cubicBezTo>
                <a:lnTo>
                  <a:pt x="5400" y="718"/>
                </a:lnTo>
                <a:cubicBezTo>
                  <a:pt x="5428" y="715"/>
                  <a:pt x="5452" y="713"/>
                  <a:pt x="5472" y="713"/>
                </a:cubicBezTo>
                <a:cubicBezTo>
                  <a:pt x="5548" y="713"/>
                  <a:pt x="5602" y="725"/>
                  <a:pt x="5631" y="749"/>
                </a:cubicBezTo>
                <a:cubicBezTo>
                  <a:pt x="5662" y="775"/>
                  <a:pt x="5677" y="804"/>
                  <a:pt x="5677" y="836"/>
                </a:cubicBezTo>
                <a:cubicBezTo>
                  <a:pt x="5677" y="873"/>
                  <a:pt x="5662" y="907"/>
                  <a:pt x="5631" y="936"/>
                </a:cubicBezTo>
                <a:cubicBezTo>
                  <a:pt x="5601" y="966"/>
                  <a:pt x="5563" y="987"/>
                  <a:pt x="5517" y="1001"/>
                </a:cubicBezTo>
                <a:cubicBezTo>
                  <a:pt x="5471" y="1016"/>
                  <a:pt x="5423" y="1023"/>
                  <a:pt x="5374" y="1023"/>
                </a:cubicBezTo>
                <a:cubicBezTo>
                  <a:pt x="5326" y="1023"/>
                  <a:pt x="5285" y="1013"/>
                  <a:pt x="5252" y="994"/>
                </a:cubicBezTo>
                <a:cubicBezTo>
                  <a:pt x="5218" y="975"/>
                  <a:pt x="5201" y="944"/>
                  <a:pt x="5201" y="901"/>
                </a:cubicBezTo>
                <a:cubicBezTo>
                  <a:pt x="5201" y="848"/>
                  <a:pt x="5231" y="805"/>
                  <a:pt x="5291" y="770"/>
                </a:cubicBezTo>
                <a:cubicBezTo>
                  <a:pt x="5257" y="753"/>
                  <a:pt x="5241" y="724"/>
                  <a:pt x="5241" y="685"/>
                </a:cubicBezTo>
                <a:cubicBezTo>
                  <a:pt x="5241" y="667"/>
                  <a:pt x="5244" y="647"/>
                  <a:pt x="5253" y="627"/>
                </a:cubicBezTo>
                <a:cubicBezTo>
                  <a:pt x="5262" y="605"/>
                  <a:pt x="5274" y="589"/>
                  <a:pt x="5288" y="576"/>
                </a:cubicBezTo>
                <a:cubicBezTo>
                  <a:pt x="5251" y="541"/>
                  <a:pt x="5232" y="500"/>
                  <a:pt x="5232" y="455"/>
                </a:cubicBezTo>
                <a:cubicBezTo>
                  <a:pt x="5232" y="407"/>
                  <a:pt x="5250" y="368"/>
                  <a:pt x="5287" y="338"/>
                </a:cubicBezTo>
                <a:cubicBezTo>
                  <a:pt x="5324" y="307"/>
                  <a:pt x="5367" y="291"/>
                  <a:pt x="5417" y="291"/>
                </a:cubicBezTo>
                <a:cubicBezTo>
                  <a:pt x="5461" y="291"/>
                  <a:pt x="5499" y="302"/>
                  <a:pt x="5529" y="322"/>
                </a:cubicBezTo>
                <a:cubicBezTo>
                  <a:pt x="5542" y="304"/>
                  <a:pt x="5559" y="291"/>
                  <a:pt x="5581" y="281"/>
                </a:cubicBezTo>
                <a:cubicBezTo>
                  <a:pt x="5603" y="272"/>
                  <a:pt x="5622" y="267"/>
                  <a:pt x="5638" y="267"/>
                </a:cubicBezTo>
                <a:cubicBezTo>
                  <a:pt x="5652" y="267"/>
                  <a:pt x="5663" y="270"/>
                  <a:pt x="5672" y="278"/>
                </a:cubicBezTo>
                <a:cubicBezTo>
                  <a:pt x="5682" y="285"/>
                  <a:pt x="5687" y="295"/>
                  <a:pt x="5687" y="306"/>
                </a:cubicBezTo>
                <a:cubicBezTo>
                  <a:pt x="5687" y="318"/>
                  <a:pt x="5683" y="327"/>
                  <a:pt x="5675" y="335"/>
                </a:cubicBezTo>
                <a:cubicBezTo>
                  <a:pt x="5667" y="344"/>
                  <a:pt x="5657" y="348"/>
                  <a:pt x="5647" y="348"/>
                </a:cubicBezTo>
                <a:moveTo>
                  <a:pt x="6295" y="514"/>
                </a:moveTo>
                <a:lnTo>
                  <a:pt x="6209" y="537"/>
                </a:lnTo>
                <a:cubicBezTo>
                  <a:pt x="6141" y="554"/>
                  <a:pt x="6107" y="594"/>
                  <a:pt x="6107" y="656"/>
                </a:cubicBezTo>
                <a:cubicBezTo>
                  <a:pt x="6107" y="676"/>
                  <a:pt x="6113" y="694"/>
                  <a:pt x="6126" y="710"/>
                </a:cubicBezTo>
                <a:cubicBezTo>
                  <a:pt x="6140" y="725"/>
                  <a:pt x="6160" y="733"/>
                  <a:pt x="6185" y="733"/>
                </a:cubicBezTo>
                <a:cubicBezTo>
                  <a:pt x="6210" y="733"/>
                  <a:pt x="6242" y="717"/>
                  <a:pt x="6279" y="685"/>
                </a:cubicBezTo>
                <a:cubicBezTo>
                  <a:pt x="6290" y="679"/>
                  <a:pt x="6295" y="670"/>
                  <a:pt x="6295" y="658"/>
                </a:cubicBezTo>
                <a:lnTo>
                  <a:pt x="6295" y="514"/>
                </a:lnTo>
                <a:moveTo>
                  <a:pt x="6293" y="715"/>
                </a:moveTo>
                <a:lnTo>
                  <a:pt x="6272" y="732"/>
                </a:lnTo>
                <a:cubicBezTo>
                  <a:pt x="6247" y="750"/>
                  <a:pt x="6227" y="762"/>
                  <a:pt x="6212" y="767"/>
                </a:cubicBezTo>
                <a:cubicBezTo>
                  <a:pt x="6197" y="774"/>
                  <a:pt x="6178" y="777"/>
                  <a:pt x="6153" y="777"/>
                </a:cubicBezTo>
                <a:cubicBezTo>
                  <a:pt x="6112" y="777"/>
                  <a:pt x="6079" y="768"/>
                  <a:pt x="6054" y="749"/>
                </a:cubicBezTo>
                <a:cubicBezTo>
                  <a:pt x="6030" y="730"/>
                  <a:pt x="6017" y="701"/>
                  <a:pt x="6017" y="660"/>
                </a:cubicBezTo>
                <a:cubicBezTo>
                  <a:pt x="6017" y="624"/>
                  <a:pt x="6033" y="592"/>
                  <a:pt x="6066" y="565"/>
                </a:cubicBezTo>
                <a:cubicBezTo>
                  <a:pt x="6099" y="538"/>
                  <a:pt x="6142" y="517"/>
                  <a:pt x="6196" y="503"/>
                </a:cubicBezTo>
                <a:lnTo>
                  <a:pt x="6289" y="480"/>
                </a:lnTo>
                <a:cubicBezTo>
                  <a:pt x="6293" y="479"/>
                  <a:pt x="6295" y="475"/>
                  <a:pt x="6295" y="467"/>
                </a:cubicBezTo>
                <a:cubicBezTo>
                  <a:pt x="6295" y="374"/>
                  <a:pt x="6266" y="327"/>
                  <a:pt x="6207" y="327"/>
                </a:cubicBezTo>
                <a:cubicBezTo>
                  <a:pt x="6183" y="327"/>
                  <a:pt x="6162" y="331"/>
                  <a:pt x="6145" y="339"/>
                </a:cubicBezTo>
                <a:cubicBezTo>
                  <a:pt x="6126" y="346"/>
                  <a:pt x="6118" y="357"/>
                  <a:pt x="6118" y="372"/>
                </a:cubicBezTo>
                <a:cubicBezTo>
                  <a:pt x="6118" y="383"/>
                  <a:pt x="6118" y="390"/>
                  <a:pt x="6120" y="394"/>
                </a:cubicBezTo>
                <a:cubicBezTo>
                  <a:pt x="6122" y="398"/>
                  <a:pt x="6123" y="405"/>
                  <a:pt x="6123" y="414"/>
                </a:cubicBezTo>
                <a:cubicBezTo>
                  <a:pt x="6123" y="422"/>
                  <a:pt x="6118" y="430"/>
                  <a:pt x="6109" y="438"/>
                </a:cubicBezTo>
                <a:cubicBezTo>
                  <a:pt x="6101" y="445"/>
                  <a:pt x="6089" y="449"/>
                  <a:pt x="6075" y="449"/>
                </a:cubicBezTo>
                <a:cubicBezTo>
                  <a:pt x="6049" y="449"/>
                  <a:pt x="6037" y="437"/>
                  <a:pt x="6038" y="411"/>
                </a:cubicBezTo>
                <a:cubicBezTo>
                  <a:pt x="6038" y="382"/>
                  <a:pt x="6057" y="355"/>
                  <a:pt x="6094" y="329"/>
                </a:cubicBezTo>
                <a:cubicBezTo>
                  <a:pt x="6132" y="304"/>
                  <a:pt x="6173" y="291"/>
                  <a:pt x="6217" y="291"/>
                </a:cubicBezTo>
                <a:cubicBezTo>
                  <a:pt x="6325" y="291"/>
                  <a:pt x="6379" y="352"/>
                  <a:pt x="6379" y="474"/>
                </a:cubicBezTo>
                <a:lnTo>
                  <a:pt x="6379" y="635"/>
                </a:lnTo>
                <a:cubicBezTo>
                  <a:pt x="6379" y="656"/>
                  <a:pt x="6380" y="672"/>
                  <a:pt x="6381" y="683"/>
                </a:cubicBezTo>
                <a:cubicBezTo>
                  <a:pt x="6382" y="694"/>
                  <a:pt x="6386" y="704"/>
                  <a:pt x="6393" y="713"/>
                </a:cubicBezTo>
                <a:cubicBezTo>
                  <a:pt x="6399" y="723"/>
                  <a:pt x="6409" y="727"/>
                  <a:pt x="6422" y="727"/>
                </a:cubicBezTo>
                <a:cubicBezTo>
                  <a:pt x="6431" y="727"/>
                  <a:pt x="6439" y="724"/>
                  <a:pt x="6446" y="718"/>
                </a:cubicBezTo>
                <a:cubicBezTo>
                  <a:pt x="6452" y="713"/>
                  <a:pt x="6456" y="710"/>
                  <a:pt x="6457" y="710"/>
                </a:cubicBezTo>
                <a:cubicBezTo>
                  <a:pt x="6458" y="710"/>
                  <a:pt x="6461" y="712"/>
                  <a:pt x="6464" y="717"/>
                </a:cubicBezTo>
                <a:cubicBezTo>
                  <a:pt x="6468" y="721"/>
                  <a:pt x="6470" y="725"/>
                  <a:pt x="6470" y="728"/>
                </a:cubicBezTo>
                <a:cubicBezTo>
                  <a:pt x="6470" y="731"/>
                  <a:pt x="6466" y="735"/>
                  <a:pt x="6459" y="743"/>
                </a:cubicBezTo>
                <a:cubicBezTo>
                  <a:pt x="6452" y="750"/>
                  <a:pt x="6440" y="758"/>
                  <a:pt x="6425" y="766"/>
                </a:cubicBezTo>
                <a:cubicBezTo>
                  <a:pt x="6410" y="773"/>
                  <a:pt x="6394" y="777"/>
                  <a:pt x="6378" y="777"/>
                </a:cubicBezTo>
                <a:cubicBezTo>
                  <a:pt x="6335" y="777"/>
                  <a:pt x="6307" y="756"/>
                  <a:pt x="6295" y="715"/>
                </a:cubicBezTo>
                <a:lnTo>
                  <a:pt x="6293" y="715"/>
                </a:lnTo>
                <a:moveTo>
                  <a:pt x="6788" y="302"/>
                </a:moveTo>
                <a:lnTo>
                  <a:pt x="6838" y="302"/>
                </a:lnTo>
                <a:cubicBezTo>
                  <a:pt x="6838" y="280"/>
                  <a:pt x="6838" y="260"/>
                  <a:pt x="6837" y="245"/>
                </a:cubicBezTo>
                <a:cubicBezTo>
                  <a:pt x="6837" y="229"/>
                  <a:pt x="6837" y="217"/>
                  <a:pt x="6836" y="209"/>
                </a:cubicBezTo>
                <a:cubicBezTo>
                  <a:pt x="6836" y="202"/>
                  <a:pt x="6835" y="196"/>
                  <a:pt x="6835" y="192"/>
                </a:cubicBezTo>
                <a:lnTo>
                  <a:pt x="6835" y="182"/>
                </a:lnTo>
                <a:lnTo>
                  <a:pt x="6835" y="176"/>
                </a:lnTo>
                <a:cubicBezTo>
                  <a:pt x="6835" y="174"/>
                  <a:pt x="6836" y="172"/>
                  <a:pt x="6838" y="170"/>
                </a:cubicBezTo>
                <a:cubicBezTo>
                  <a:pt x="6841" y="168"/>
                  <a:pt x="6845" y="166"/>
                  <a:pt x="6848" y="165"/>
                </a:cubicBezTo>
                <a:cubicBezTo>
                  <a:pt x="6851" y="164"/>
                  <a:pt x="6856" y="162"/>
                  <a:pt x="6862" y="160"/>
                </a:cubicBezTo>
                <a:cubicBezTo>
                  <a:pt x="6867" y="159"/>
                  <a:pt x="6872" y="157"/>
                  <a:pt x="6876" y="155"/>
                </a:cubicBezTo>
                <a:cubicBezTo>
                  <a:pt x="6880" y="154"/>
                  <a:pt x="6886" y="151"/>
                  <a:pt x="6892" y="148"/>
                </a:cubicBezTo>
                <a:cubicBezTo>
                  <a:pt x="6899" y="145"/>
                  <a:pt x="6904" y="142"/>
                  <a:pt x="6908" y="140"/>
                </a:cubicBezTo>
                <a:cubicBezTo>
                  <a:pt x="6913" y="137"/>
                  <a:pt x="6917" y="136"/>
                  <a:pt x="6919" y="136"/>
                </a:cubicBezTo>
                <a:cubicBezTo>
                  <a:pt x="6925" y="136"/>
                  <a:pt x="6928" y="139"/>
                  <a:pt x="6928" y="146"/>
                </a:cubicBezTo>
                <a:cubicBezTo>
                  <a:pt x="6924" y="175"/>
                  <a:pt x="6923" y="213"/>
                  <a:pt x="6923" y="259"/>
                </a:cubicBezTo>
                <a:lnTo>
                  <a:pt x="6923" y="302"/>
                </a:lnTo>
                <a:lnTo>
                  <a:pt x="7054" y="302"/>
                </a:lnTo>
                <a:cubicBezTo>
                  <a:pt x="7059" y="302"/>
                  <a:pt x="7062" y="304"/>
                  <a:pt x="7062" y="308"/>
                </a:cubicBezTo>
                <a:lnTo>
                  <a:pt x="7062" y="330"/>
                </a:lnTo>
                <a:cubicBezTo>
                  <a:pt x="7062" y="340"/>
                  <a:pt x="7053" y="345"/>
                  <a:pt x="7035" y="344"/>
                </a:cubicBezTo>
                <a:lnTo>
                  <a:pt x="6923" y="344"/>
                </a:lnTo>
                <a:lnTo>
                  <a:pt x="6923" y="618"/>
                </a:lnTo>
                <a:cubicBezTo>
                  <a:pt x="6923" y="653"/>
                  <a:pt x="6925" y="679"/>
                  <a:pt x="6930" y="694"/>
                </a:cubicBezTo>
                <a:cubicBezTo>
                  <a:pt x="6936" y="709"/>
                  <a:pt x="6945" y="717"/>
                  <a:pt x="6960" y="717"/>
                </a:cubicBezTo>
                <a:cubicBezTo>
                  <a:pt x="6992" y="717"/>
                  <a:pt x="7021" y="707"/>
                  <a:pt x="7048" y="687"/>
                </a:cubicBezTo>
                <a:cubicBezTo>
                  <a:pt x="7059" y="687"/>
                  <a:pt x="7065" y="694"/>
                  <a:pt x="7067" y="705"/>
                </a:cubicBezTo>
                <a:cubicBezTo>
                  <a:pt x="7025" y="753"/>
                  <a:pt x="6976" y="777"/>
                  <a:pt x="6922" y="777"/>
                </a:cubicBezTo>
                <a:cubicBezTo>
                  <a:pt x="6866" y="777"/>
                  <a:pt x="6838" y="741"/>
                  <a:pt x="6838" y="669"/>
                </a:cubicBezTo>
                <a:lnTo>
                  <a:pt x="6838" y="344"/>
                </a:lnTo>
                <a:lnTo>
                  <a:pt x="6774" y="344"/>
                </a:lnTo>
                <a:cubicBezTo>
                  <a:pt x="6770" y="344"/>
                  <a:pt x="6769" y="342"/>
                  <a:pt x="6769" y="338"/>
                </a:cubicBezTo>
                <a:lnTo>
                  <a:pt x="6769" y="323"/>
                </a:lnTo>
                <a:cubicBezTo>
                  <a:pt x="6769" y="309"/>
                  <a:pt x="6775" y="302"/>
                  <a:pt x="6788" y="302"/>
                </a:cubicBezTo>
                <a:moveTo>
                  <a:pt x="7179" y="118"/>
                </a:moveTo>
                <a:cubicBezTo>
                  <a:pt x="7179" y="105"/>
                  <a:pt x="7185" y="93"/>
                  <a:pt x="7198" y="82"/>
                </a:cubicBezTo>
                <a:cubicBezTo>
                  <a:pt x="7210" y="72"/>
                  <a:pt x="7224" y="66"/>
                  <a:pt x="7237" y="66"/>
                </a:cubicBezTo>
                <a:cubicBezTo>
                  <a:pt x="7250" y="66"/>
                  <a:pt x="7262" y="72"/>
                  <a:pt x="7272" y="84"/>
                </a:cubicBezTo>
                <a:cubicBezTo>
                  <a:pt x="7283" y="96"/>
                  <a:pt x="7288" y="109"/>
                  <a:pt x="7288" y="122"/>
                </a:cubicBezTo>
                <a:cubicBezTo>
                  <a:pt x="7288" y="135"/>
                  <a:pt x="7282" y="147"/>
                  <a:pt x="7271" y="158"/>
                </a:cubicBezTo>
                <a:cubicBezTo>
                  <a:pt x="7259" y="170"/>
                  <a:pt x="7247" y="175"/>
                  <a:pt x="7232" y="175"/>
                </a:cubicBezTo>
                <a:cubicBezTo>
                  <a:pt x="7219" y="175"/>
                  <a:pt x="7206" y="169"/>
                  <a:pt x="7195" y="157"/>
                </a:cubicBezTo>
                <a:cubicBezTo>
                  <a:pt x="7184" y="144"/>
                  <a:pt x="7179" y="132"/>
                  <a:pt x="7179" y="118"/>
                </a:cubicBezTo>
                <a:moveTo>
                  <a:pt x="7278" y="634"/>
                </a:moveTo>
                <a:cubicBezTo>
                  <a:pt x="7278" y="677"/>
                  <a:pt x="7282" y="704"/>
                  <a:pt x="7291" y="715"/>
                </a:cubicBezTo>
                <a:cubicBezTo>
                  <a:pt x="7299" y="724"/>
                  <a:pt x="7321" y="731"/>
                  <a:pt x="7357" y="733"/>
                </a:cubicBezTo>
                <a:cubicBezTo>
                  <a:pt x="7360" y="736"/>
                  <a:pt x="7362" y="743"/>
                  <a:pt x="7362" y="751"/>
                </a:cubicBezTo>
                <a:cubicBezTo>
                  <a:pt x="7362" y="760"/>
                  <a:pt x="7360" y="765"/>
                  <a:pt x="7357" y="769"/>
                </a:cubicBezTo>
                <a:cubicBezTo>
                  <a:pt x="7295" y="767"/>
                  <a:pt x="7254" y="766"/>
                  <a:pt x="7237" y="766"/>
                </a:cubicBezTo>
                <a:cubicBezTo>
                  <a:pt x="7216" y="766"/>
                  <a:pt x="7176" y="767"/>
                  <a:pt x="7114" y="769"/>
                </a:cubicBezTo>
                <a:cubicBezTo>
                  <a:pt x="7112" y="765"/>
                  <a:pt x="7111" y="760"/>
                  <a:pt x="7111" y="751"/>
                </a:cubicBezTo>
                <a:cubicBezTo>
                  <a:pt x="7111" y="743"/>
                  <a:pt x="7112" y="736"/>
                  <a:pt x="7114" y="733"/>
                </a:cubicBezTo>
                <a:cubicBezTo>
                  <a:pt x="7149" y="730"/>
                  <a:pt x="7171" y="723"/>
                  <a:pt x="7179" y="713"/>
                </a:cubicBezTo>
                <a:cubicBezTo>
                  <a:pt x="7188" y="704"/>
                  <a:pt x="7193" y="677"/>
                  <a:pt x="7193" y="634"/>
                </a:cubicBezTo>
                <a:lnTo>
                  <a:pt x="7193" y="423"/>
                </a:lnTo>
                <a:cubicBezTo>
                  <a:pt x="7193" y="393"/>
                  <a:pt x="7188" y="374"/>
                  <a:pt x="7180" y="366"/>
                </a:cubicBezTo>
                <a:cubicBezTo>
                  <a:pt x="7172" y="358"/>
                  <a:pt x="7153" y="352"/>
                  <a:pt x="7123" y="350"/>
                </a:cubicBezTo>
                <a:cubicBezTo>
                  <a:pt x="7119" y="338"/>
                  <a:pt x="7118" y="328"/>
                  <a:pt x="7120" y="319"/>
                </a:cubicBezTo>
                <a:cubicBezTo>
                  <a:pt x="7187" y="311"/>
                  <a:pt x="7237" y="300"/>
                  <a:pt x="7269" y="288"/>
                </a:cubicBezTo>
                <a:cubicBezTo>
                  <a:pt x="7278" y="288"/>
                  <a:pt x="7283" y="290"/>
                  <a:pt x="7283" y="295"/>
                </a:cubicBezTo>
                <a:cubicBezTo>
                  <a:pt x="7283" y="297"/>
                  <a:pt x="7283" y="300"/>
                  <a:pt x="7282" y="304"/>
                </a:cubicBezTo>
                <a:cubicBezTo>
                  <a:pt x="7282" y="307"/>
                  <a:pt x="7281" y="313"/>
                  <a:pt x="7281" y="323"/>
                </a:cubicBezTo>
                <a:cubicBezTo>
                  <a:pt x="7281" y="333"/>
                  <a:pt x="7280" y="343"/>
                  <a:pt x="7280" y="352"/>
                </a:cubicBezTo>
                <a:cubicBezTo>
                  <a:pt x="7280" y="362"/>
                  <a:pt x="7279" y="372"/>
                  <a:pt x="7278" y="384"/>
                </a:cubicBezTo>
                <a:lnTo>
                  <a:pt x="7278" y="419"/>
                </a:lnTo>
                <a:lnTo>
                  <a:pt x="7278" y="634"/>
                </a:lnTo>
                <a:moveTo>
                  <a:pt x="7477" y="634"/>
                </a:moveTo>
                <a:lnTo>
                  <a:pt x="7477" y="162"/>
                </a:lnTo>
                <a:cubicBezTo>
                  <a:pt x="7477" y="138"/>
                  <a:pt x="7476" y="121"/>
                  <a:pt x="7475" y="109"/>
                </a:cubicBezTo>
                <a:cubicBezTo>
                  <a:pt x="7474" y="98"/>
                  <a:pt x="7469" y="89"/>
                  <a:pt x="7461" y="84"/>
                </a:cubicBezTo>
                <a:cubicBezTo>
                  <a:pt x="7454" y="79"/>
                  <a:pt x="7448" y="76"/>
                  <a:pt x="7443" y="76"/>
                </a:cubicBezTo>
                <a:cubicBezTo>
                  <a:pt x="7439" y="75"/>
                  <a:pt x="7427" y="74"/>
                  <a:pt x="7407" y="72"/>
                </a:cubicBezTo>
                <a:cubicBezTo>
                  <a:pt x="7399" y="64"/>
                  <a:pt x="7397" y="54"/>
                  <a:pt x="7401" y="40"/>
                </a:cubicBezTo>
                <a:cubicBezTo>
                  <a:pt x="7466" y="36"/>
                  <a:pt x="7516" y="26"/>
                  <a:pt x="7553" y="11"/>
                </a:cubicBezTo>
                <a:cubicBezTo>
                  <a:pt x="7563" y="11"/>
                  <a:pt x="7568" y="15"/>
                  <a:pt x="7568" y="22"/>
                </a:cubicBezTo>
                <a:cubicBezTo>
                  <a:pt x="7564" y="51"/>
                  <a:pt x="7563" y="89"/>
                  <a:pt x="7563" y="136"/>
                </a:cubicBezTo>
                <a:lnTo>
                  <a:pt x="7563" y="634"/>
                </a:lnTo>
                <a:cubicBezTo>
                  <a:pt x="7563" y="677"/>
                  <a:pt x="7567" y="704"/>
                  <a:pt x="7576" y="715"/>
                </a:cubicBezTo>
                <a:cubicBezTo>
                  <a:pt x="7585" y="725"/>
                  <a:pt x="7607" y="732"/>
                  <a:pt x="7641" y="733"/>
                </a:cubicBezTo>
                <a:cubicBezTo>
                  <a:pt x="7644" y="736"/>
                  <a:pt x="7645" y="743"/>
                  <a:pt x="7645" y="751"/>
                </a:cubicBezTo>
                <a:cubicBezTo>
                  <a:pt x="7645" y="760"/>
                  <a:pt x="7644" y="765"/>
                  <a:pt x="7641" y="769"/>
                </a:cubicBezTo>
                <a:cubicBezTo>
                  <a:pt x="7579" y="767"/>
                  <a:pt x="7539" y="766"/>
                  <a:pt x="7520" y="766"/>
                </a:cubicBezTo>
                <a:cubicBezTo>
                  <a:pt x="7500" y="766"/>
                  <a:pt x="7460" y="767"/>
                  <a:pt x="7399" y="769"/>
                </a:cubicBezTo>
                <a:cubicBezTo>
                  <a:pt x="7395" y="765"/>
                  <a:pt x="7394" y="760"/>
                  <a:pt x="7394" y="751"/>
                </a:cubicBezTo>
                <a:cubicBezTo>
                  <a:pt x="7394" y="743"/>
                  <a:pt x="7396" y="736"/>
                  <a:pt x="7399" y="733"/>
                </a:cubicBezTo>
                <a:cubicBezTo>
                  <a:pt x="7433" y="732"/>
                  <a:pt x="7455" y="725"/>
                  <a:pt x="7464" y="715"/>
                </a:cubicBezTo>
                <a:cubicBezTo>
                  <a:pt x="7473" y="704"/>
                  <a:pt x="7477" y="677"/>
                  <a:pt x="7477" y="634"/>
                </a:cubicBezTo>
                <a:moveTo>
                  <a:pt x="7989" y="458"/>
                </a:moveTo>
                <a:cubicBezTo>
                  <a:pt x="8000" y="458"/>
                  <a:pt x="8005" y="453"/>
                  <a:pt x="8005" y="443"/>
                </a:cubicBezTo>
                <a:cubicBezTo>
                  <a:pt x="8005" y="401"/>
                  <a:pt x="7996" y="372"/>
                  <a:pt x="7978" y="355"/>
                </a:cubicBezTo>
                <a:cubicBezTo>
                  <a:pt x="7961" y="338"/>
                  <a:pt x="7940" y="329"/>
                  <a:pt x="7915" y="329"/>
                </a:cubicBezTo>
                <a:cubicBezTo>
                  <a:pt x="7905" y="329"/>
                  <a:pt x="7896" y="330"/>
                  <a:pt x="7887" y="333"/>
                </a:cubicBezTo>
                <a:cubicBezTo>
                  <a:pt x="7877" y="335"/>
                  <a:pt x="7866" y="341"/>
                  <a:pt x="7852" y="349"/>
                </a:cubicBezTo>
                <a:cubicBezTo>
                  <a:pt x="7839" y="356"/>
                  <a:pt x="7827" y="370"/>
                  <a:pt x="7817" y="389"/>
                </a:cubicBezTo>
                <a:cubicBezTo>
                  <a:pt x="7806" y="409"/>
                  <a:pt x="7798" y="433"/>
                  <a:pt x="7794" y="461"/>
                </a:cubicBezTo>
                <a:lnTo>
                  <a:pt x="7989" y="458"/>
                </a:lnTo>
                <a:moveTo>
                  <a:pt x="8099" y="683"/>
                </a:moveTo>
                <a:cubicBezTo>
                  <a:pt x="8051" y="746"/>
                  <a:pt x="7990" y="777"/>
                  <a:pt x="7915" y="777"/>
                </a:cubicBezTo>
                <a:cubicBezTo>
                  <a:pt x="7844" y="777"/>
                  <a:pt x="7789" y="754"/>
                  <a:pt x="7749" y="707"/>
                </a:cubicBezTo>
                <a:cubicBezTo>
                  <a:pt x="7716" y="668"/>
                  <a:pt x="7699" y="615"/>
                  <a:pt x="7699" y="547"/>
                </a:cubicBezTo>
                <a:cubicBezTo>
                  <a:pt x="7699" y="471"/>
                  <a:pt x="7722" y="410"/>
                  <a:pt x="7768" y="363"/>
                </a:cubicBezTo>
                <a:cubicBezTo>
                  <a:pt x="7813" y="317"/>
                  <a:pt x="7862" y="294"/>
                  <a:pt x="7915" y="294"/>
                </a:cubicBezTo>
                <a:cubicBezTo>
                  <a:pt x="8037" y="294"/>
                  <a:pt x="8098" y="356"/>
                  <a:pt x="8098" y="481"/>
                </a:cubicBezTo>
                <a:cubicBezTo>
                  <a:pt x="8098" y="493"/>
                  <a:pt x="8091" y="499"/>
                  <a:pt x="8077" y="499"/>
                </a:cubicBezTo>
                <a:lnTo>
                  <a:pt x="7790" y="498"/>
                </a:lnTo>
                <a:cubicBezTo>
                  <a:pt x="7790" y="559"/>
                  <a:pt x="7801" y="608"/>
                  <a:pt x="7824" y="646"/>
                </a:cubicBezTo>
                <a:cubicBezTo>
                  <a:pt x="7856" y="698"/>
                  <a:pt x="7895" y="723"/>
                  <a:pt x="7943" y="723"/>
                </a:cubicBezTo>
                <a:cubicBezTo>
                  <a:pt x="7973" y="723"/>
                  <a:pt x="7997" y="719"/>
                  <a:pt x="8016" y="711"/>
                </a:cubicBezTo>
                <a:cubicBezTo>
                  <a:pt x="8036" y="702"/>
                  <a:pt x="8056" y="687"/>
                  <a:pt x="8076" y="666"/>
                </a:cubicBezTo>
                <a:cubicBezTo>
                  <a:pt x="8089" y="667"/>
                  <a:pt x="8097" y="672"/>
                  <a:pt x="8099" y="683"/>
                </a:cubicBezTo>
                <a:moveTo>
                  <a:pt x="379" y="1687"/>
                </a:moveTo>
                <a:cubicBezTo>
                  <a:pt x="354" y="1689"/>
                  <a:pt x="339" y="1695"/>
                  <a:pt x="335" y="1706"/>
                </a:cubicBezTo>
                <a:cubicBezTo>
                  <a:pt x="331" y="1716"/>
                  <a:pt x="335" y="1734"/>
                  <a:pt x="346" y="1759"/>
                </a:cubicBezTo>
                <a:lnTo>
                  <a:pt x="433" y="1982"/>
                </a:lnTo>
                <a:cubicBezTo>
                  <a:pt x="438" y="1995"/>
                  <a:pt x="442" y="2004"/>
                  <a:pt x="444" y="2007"/>
                </a:cubicBezTo>
                <a:cubicBezTo>
                  <a:pt x="447" y="2009"/>
                  <a:pt x="449" y="2009"/>
                  <a:pt x="451" y="2005"/>
                </a:cubicBezTo>
                <a:cubicBezTo>
                  <a:pt x="454" y="2002"/>
                  <a:pt x="458" y="1994"/>
                  <a:pt x="462" y="1981"/>
                </a:cubicBezTo>
                <a:lnTo>
                  <a:pt x="538" y="1789"/>
                </a:lnTo>
                <a:lnTo>
                  <a:pt x="532" y="1772"/>
                </a:lnTo>
                <a:cubicBezTo>
                  <a:pt x="530" y="1769"/>
                  <a:pt x="529" y="1766"/>
                  <a:pt x="527" y="1762"/>
                </a:cubicBezTo>
                <a:cubicBezTo>
                  <a:pt x="522" y="1748"/>
                  <a:pt x="518" y="1738"/>
                  <a:pt x="515" y="1733"/>
                </a:cubicBezTo>
                <a:cubicBezTo>
                  <a:pt x="512" y="1726"/>
                  <a:pt x="507" y="1719"/>
                  <a:pt x="502" y="1712"/>
                </a:cubicBezTo>
                <a:cubicBezTo>
                  <a:pt x="496" y="1704"/>
                  <a:pt x="488" y="1698"/>
                  <a:pt x="480" y="1695"/>
                </a:cubicBezTo>
                <a:cubicBezTo>
                  <a:pt x="471" y="1692"/>
                  <a:pt x="461" y="1689"/>
                  <a:pt x="449" y="1687"/>
                </a:cubicBezTo>
                <a:cubicBezTo>
                  <a:pt x="447" y="1685"/>
                  <a:pt x="445" y="1680"/>
                  <a:pt x="445" y="1671"/>
                </a:cubicBezTo>
                <a:cubicBezTo>
                  <a:pt x="445" y="1662"/>
                  <a:pt x="447" y="1656"/>
                  <a:pt x="449" y="1652"/>
                </a:cubicBezTo>
                <a:cubicBezTo>
                  <a:pt x="503" y="1654"/>
                  <a:pt x="535" y="1654"/>
                  <a:pt x="544" y="1654"/>
                </a:cubicBezTo>
                <a:cubicBezTo>
                  <a:pt x="563" y="1654"/>
                  <a:pt x="599" y="1654"/>
                  <a:pt x="652" y="1652"/>
                </a:cubicBezTo>
                <a:cubicBezTo>
                  <a:pt x="655" y="1655"/>
                  <a:pt x="657" y="1661"/>
                  <a:pt x="657" y="1670"/>
                </a:cubicBezTo>
                <a:cubicBezTo>
                  <a:pt x="657" y="1679"/>
                  <a:pt x="655" y="1685"/>
                  <a:pt x="652" y="1687"/>
                </a:cubicBezTo>
                <a:cubicBezTo>
                  <a:pt x="624" y="1690"/>
                  <a:pt x="608" y="1695"/>
                  <a:pt x="603" y="1703"/>
                </a:cubicBezTo>
                <a:cubicBezTo>
                  <a:pt x="599" y="1711"/>
                  <a:pt x="602" y="1728"/>
                  <a:pt x="613" y="1753"/>
                </a:cubicBezTo>
                <a:lnTo>
                  <a:pt x="706" y="1991"/>
                </a:lnTo>
                <a:cubicBezTo>
                  <a:pt x="711" y="2003"/>
                  <a:pt x="715" y="2010"/>
                  <a:pt x="717" y="2010"/>
                </a:cubicBezTo>
                <a:cubicBezTo>
                  <a:pt x="719" y="2011"/>
                  <a:pt x="721" y="2009"/>
                  <a:pt x="723" y="2003"/>
                </a:cubicBezTo>
                <a:cubicBezTo>
                  <a:pt x="723" y="2002"/>
                  <a:pt x="726" y="1997"/>
                  <a:pt x="730" y="1986"/>
                </a:cubicBezTo>
                <a:lnTo>
                  <a:pt x="821" y="1761"/>
                </a:lnTo>
                <a:cubicBezTo>
                  <a:pt x="825" y="1752"/>
                  <a:pt x="827" y="1745"/>
                  <a:pt x="828" y="1740"/>
                </a:cubicBezTo>
                <a:cubicBezTo>
                  <a:pt x="830" y="1734"/>
                  <a:pt x="831" y="1728"/>
                  <a:pt x="831" y="1720"/>
                </a:cubicBezTo>
                <a:cubicBezTo>
                  <a:pt x="831" y="1713"/>
                  <a:pt x="829" y="1708"/>
                  <a:pt x="825" y="1704"/>
                </a:cubicBezTo>
                <a:cubicBezTo>
                  <a:pt x="820" y="1700"/>
                  <a:pt x="814" y="1697"/>
                  <a:pt x="804" y="1693"/>
                </a:cubicBezTo>
                <a:cubicBezTo>
                  <a:pt x="794" y="1690"/>
                  <a:pt x="781" y="1688"/>
                  <a:pt x="766" y="1687"/>
                </a:cubicBezTo>
                <a:cubicBezTo>
                  <a:pt x="763" y="1685"/>
                  <a:pt x="761" y="1680"/>
                  <a:pt x="761" y="1671"/>
                </a:cubicBezTo>
                <a:cubicBezTo>
                  <a:pt x="761" y="1662"/>
                  <a:pt x="763" y="1656"/>
                  <a:pt x="766" y="1652"/>
                </a:cubicBezTo>
                <a:cubicBezTo>
                  <a:pt x="820" y="1654"/>
                  <a:pt x="857" y="1654"/>
                  <a:pt x="879" y="1654"/>
                </a:cubicBezTo>
                <a:cubicBezTo>
                  <a:pt x="893" y="1654"/>
                  <a:pt x="918" y="1654"/>
                  <a:pt x="954" y="1652"/>
                </a:cubicBezTo>
                <a:cubicBezTo>
                  <a:pt x="957" y="1655"/>
                  <a:pt x="959" y="1661"/>
                  <a:pt x="959" y="1670"/>
                </a:cubicBezTo>
                <a:cubicBezTo>
                  <a:pt x="959" y="1679"/>
                  <a:pt x="957" y="1685"/>
                  <a:pt x="954" y="1687"/>
                </a:cubicBezTo>
                <a:cubicBezTo>
                  <a:pt x="929" y="1689"/>
                  <a:pt x="910" y="1696"/>
                  <a:pt x="897" y="1709"/>
                </a:cubicBezTo>
                <a:cubicBezTo>
                  <a:pt x="884" y="1721"/>
                  <a:pt x="872" y="1740"/>
                  <a:pt x="863" y="1766"/>
                </a:cubicBezTo>
                <a:lnTo>
                  <a:pt x="722" y="2108"/>
                </a:lnTo>
                <a:cubicBezTo>
                  <a:pt x="716" y="2123"/>
                  <a:pt x="707" y="2131"/>
                  <a:pt x="696" y="2131"/>
                </a:cubicBezTo>
                <a:cubicBezTo>
                  <a:pt x="685" y="2131"/>
                  <a:pt x="677" y="2124"/>
                  <a:pt x="670" y="2109"/>
                </a:cubicBezTo>
                <a:lnTo>
                  <a:pt x="559" y="1841"/>
                </a:lnTo>
                <a:lnTo>
                  <a:pt x="450" y="2107"/>
                </a:lnTo>
                <a:cubicBezTo>
                  <a:pt x="443" y="2123"/>
                  <a:pt x="434" y="2131"/>
                  <a:pt x="424" y="2131"/>
                </a:cubicBezTo>
                <a:cubicBezTo>
                  <a:pt x="413" y="2131"/>
                  <a:pt x="404" y="2124"/>
                  <a:pt x="399" y="2109"/>
                </a:cubicBezTo>
                <a:lnTo>
                  <a:pt x="257" y="1759"/>
                </a:lnTo>
                <a:cubicBezTo>
                  <a:pt x="245" y="1731"/>
                  <a:pt x="234" y="1713"/>
                  <a:pt x="224" y="1704"/>
                </a:cubicBezTo>
                <a:cubicBezTo>
                  <a:pt x="214" y="1695"/>
                  <a:pt x="196" y="1690"/>
                  <a:pt x="171" y="1687"/>
                </a:cubicBezTo>
                <a:cubicBezTo>
                  <a:pt x="168" y="1685"/>
                  <a:pt x="166" y="1680"/>
                  <a:pt x="165" y="1671"/>
                </a:cubicBezTo>
                <a:cubicBezTo>
                  <a:pt x="165" y="1662"/>
                  <a:pt x="167" y="1656"/>
                  <a:pt x="171" y="1652"/>
                </a:cubicBezTo>
                <a:cubicBezTo>
                  <a:pt x="209" y="1654"/>
                  <a:pt x="240" y="1654"/>
                  <a:pt x="267" y="1654"/>
                </a:cubicBezTo>
                <a:cubicBezTo>
                  <a:pt x="288" y="1654"/>
                  <a:pt x="325" y="1654"/>
                  <a:pt x="379" y="1652"/>
                </a:cubicBezTo>
                <a:cubicBezTo>
                  <a:pt x="382" y="1655"/>
                  <a:pt x="384" y="1661"/>
                  <a:pt x="384" y="1670"/>
                </a:cubicBezTo>
                <a:cubicBezTo>
                  <a:pt x="384" y="1679"/>
                  <a:pt x="382" y="1685"/>
                  <a:pt x="379" y="1687"/>
                </a:cubicBezTo>
                <a:moveTo>
                  <a:pt x="1062" y="1469"/>
                </a:moveTo>
                <a:cubicBezTo>
                  <a:pt x="1062" y="1457"/>
                  <a:pt x="1068" y="1445"/>
                  <a:pt x="1081" y="1434"/>
                </a:cubicBezTo>
                <a:cubicBezTo>
                  <a:pt x="1094" y="1424"/>
                  <a:pt x="1107" y="1418"/>
                  <a:pt x="1120" y="1418"/>
                </a:cubicBezTo>
                <a:cubicBezTo>
                  <a:pt x="1133" y="1418"/>
                  <a:pt x="1145" y="1424"/>
                  <a:pt x="1155" y="1436"/>
                </a:cubicBezTo>
                <a:cubicBezTo>
                  <a:pt x="1166" y="1448"/>
                  <a:pt x="1171" y="1461"/>
                  <a:pt x="1171" y="1474"/>
                </a:cubicBezTo>
                <a:cubicBezTo>
                  <a:pt x="1171" y="1487"/>
                  <a:pt x="1165" y="1498"/>
                  <a:pt x="1154" y="1510"/>
                </a:cubicBezTo>
                <a:cubicBezTo>
                  <a:pt x="1143" y="1521"/>
                  <a:pt x="1130" y="1527"/>
                  <a:pt x="1115" y="1527"/>
                </a:cubicBezTo>
                <a:cubicBezTo>
                  <a:pt x="1102" y="1527"/>
                  <a:pt x="1090" y="1521"/>
                  <a:pt x="1078" y="1509"/>
                </a:cubicBezTo>
                <a:cubicBezTo>
                  <a:pt x="1068" y="1496"/>
                  <a:pt x="1062" y="1483"/>
                  <a:pt x="1062" y="1469"/>
                </a:cubicBezTo>
                <a:moveTo>
                  <a:pt x="1161" y="1986"/>
                </a:moveTo>
                <a:cubicBezTo>
                  <a:pt x="1161" y="2029"/>
                  <a:pt x="1165" y="2056"/>
                  <a:pt x="1174" y="2067"/>
                </a:cubicBezTo>
                <a:cubicBezTo>
                  <a:pt x="1183" y="2076"/>
                  <a:pt x="1205" y="2082"/>
                  <a:pt x="1240" y="2085"/>
                </a:cubicBezTo>
                <a:cubicBezTo>
                  <a:pt x="1243" y="2088"/>
                  <a:pt x="1245" y="2094"/>
                  <a:pt x="1245" y="2103"/>
                </a:cubicBezTo>
                <a:cubicBezTo>
                  <a:pt x="1245" y="2112"/>
                  <a:pt x="1243" y="2117"/>
                  <a:pt x="1240" y="2120"/>
                </a:cubicBezTo>
                <a:cubicBezTo>
                  <a:pt x="1178" y="2119"/>
                  <a:pt x="1138" y="2118"/>
                  <a:pt x="1120" y="2118"/>
                </a:cubicBezTo>
                <a:cubicBezTo>
                  <a:pt x="1099" y="2118"/>
                  <a:pt x="1059" y="2119"/>
                  <a:pt x="998" y="2120"/>
                </a:cubicBezTo>
                <a:cubicBezTo>
                  <a:pt x="995" y="2117"/>
                  <a:pt x="994" y="2112"/>
                  <a:pt x="994" y="2103"/>
                </a:cubicBezTo>
                <a:cubicBezTo>
                  <a:pt x="994" y="2094"/>
                  <a:pt x="995" y="2088"/>
                  <a:pt x="998" y="2085"/>
                </a:cubicBezTo>
                <a:cubicBezTo>
                  <a:pt x="1032" y="2082"/>
                  <a:pt x="1054" y="2075"/>
                  <a:pt x="1062" y="2065"/>
                </a:cubicBezTo>
                <a:cubicBezTo>
                  <a:pt x="1071" y="2056"/>
                  <a:pt x="1076" y="2029"/>
                  <a:pt x="1076" y="1986"/>
                </a:cubicBezTo>
                <a:lnTo>
                  <a:pt x="1076" y="1775"/>
                </a:lnTo>
                <a:cubicBezTo>
                  <a:pt x="1076" y="1745"/>
                  <a:pt x="1072" y="1726"/>
                  <a:pt x="1064" y="1718"/>
                </a:cubicBezTo>
                <a:cubicBezTo>
                  <a:pt x="1055" y="1710"/>
                  <a:pt x="1036" y="1704"/>
                  <a:pt x="1006" y="1702"/>
                </a:cubicBezTo>
                <a:cubicBezTo>
                  <a:pt x="1002" y="1690"/>
                  <a:pt x="1001" y="1680"/>
                  <a:pt x="1004" y="1671"/>
                </a:cubicBezTo>
                <a:cubicBezTo>
                  <a:pt x="1070" y="1662"/>
                  <a:pt x="1120" y="1652"/>
                  <a:pt x="1152" y="1640"/>
                </a:cubicBezTo>
                <a:cubicBezTo>
                  <a:pt x="1161" y="1640"/>
                  <a:pt x="1166" y="1642"/>
                  <a:pt x="1166" y="1647"/>
                </a:cubicBezTo>
                <a:cubicBezTo>
                  <a:pt x="1166" y="1649"/>
                  <a:pt x="1166" y="1652"/>
                  <a:pt x="1165" y="1655"/>
                </a:cubicBezTo>
                <a:cubicBezTo>
                  <a:pt x="1165" y="1659"/>
                  <a:pt x="1165" y="1665"/>
                  <a:pt x="1164" y="1675"/>
                </a:cubicBezTo>
                <a:cubicBezTo>
                  <a:pt x="1164" y="1685"/>
                  <a:pt x="1163" y="1695"/>
                  <a:pt x="1163" y="1704"/>
                </a:cubicBezTo>
                <a:cubicBezTo>
                  <a:pt x="1163" y="1714"/>
                  <a:pt x="1162" y="1724"/>
                  <a:pt x="1161" y="1736"/>
                </a:cubicBezTo>
                <a:lnTo>
                  <a:pt x="1161" y="1770"/>
                </a:lnTo>
                <a:lnTo>
                  <a:pt x="1161" y="1986"/>
                </a:lnTo>
                <a:moveTo>
                  <a:pt x="1304" y="1654"/>
                </a:moveTo>
                <a:lnTo>
                  <a:pt x="1355" y="1654"/>
                </a:lnTo>
                <a:cubicBezTo>
                  <a:pt x="1355" y="1632"/>
                  <a:pt x="1354" y="1612"/>
                  <a:pt x="1353" y="1597"/>
                </a:cubicBezTo>
                <a:cubicBezTo>
                  <a:pt x="1353" y="1580"/>
                  <a:pt x="1353" y="1569"/>
                  <a:pt x="1352" y="1561"/>
                </a:cubicBezTo>
                <a:cubicBezTo>
                  <a:pt x="1352" y="1554"/>
                  <a:pt x="1351" y="1548"/>
                  <a:pt x="1351" y="1544"/>
                </a:cubicBezTo>
                <a:lnTo>
                  <a:pt x="1351" y="1534"/>
                </a:lnTo>
                <a:lnTo>
                  <a:pt x="1351" y="1528"/>
                </a:lnTo>
                <a:cubicBezTo>
                  <a:pt x="1351" y="1526"/>
                  <a:pt x="1352" y="1524"/>
                  <a:pt x="1355" y="1522"/>
                </a:cubicBezTo>
                <a:cubicBezTo>
                  <a:pt x="1358" y="1520"/>
                  <a:pt x="1361" y="1518"/>
                  <a:pt x="1364" y="1517"/>
                </a:cubicBezTo>
                <a:cubicBezTo>
                  <a:pt x="1367" y="1516"/>
                  <a:pt x="1372" y="1514"/>
                  <a:pt x="1378" y="1512"/>
                </a:cubicBezTo>
                <a:cubicBezTo>
                  <a:pt x="1383" y="1511"/>
                  <a:pt x="1388" y="1509"/>
                  <a:pt x="1392" y="1507"/>
                </a:cubicBezTo>
                <a:cubicBezTo>
                  <a:pt x="1396" y="1506"/>
                  <a:pt x="1402" y="1503"/>
                  <a:pt x="1408" y="1500"/>
                </a:cubicBezTo>
                <a:cubicBezTo>
                  <a:pt x="1415" y="1497"/>
                  <a:pt x="1420" y="1494"/>
                  <a:pt x="1424" y="1491"/>
                </a:cubicBezTo>
                <a:cubicBezTo>
                  <a:pt x="1429" y="1489"/>
                  <a:pt x="1433" y="1488"/>
                  <a:pt x="1435" y="1488"/>
                </a:cubicBezTo>
                <a:cubicBezTo>
                  <a:pt x="1441" y="1488"/>
                  <a:pt x="1444" y="1491"/>
                  <a:pt x="1444" y="1498"/>
                </a:cubicBezTo>
                <a:cubicBezTo>
                  <a:pt x="1441" y="1527"/>
                  <a:pt x="1439" y="1565"/>
                  <a:pt x="1439" y="1611"/>
                </a:cubicBezTo>
                <a:lnTo>
                  <a:pt x="1439" y="1654"/>
                </a:lnTo>
                <a:lnTo>
                  <a:pt x="1570" y="1654"/>
                </a:lnTo>
                <a:cubicBezTo>
                  <a:pt x="1575" y="1654"/>
                  <a:pt x="1578" y="1656"/>
                  <a:pt x="1578" y="1660"/>
                </a:cubicBezTo>
                <a:lnTo>
                  <a:pt x="1578" y="1682"/>
                </a:lnTo>
                <a:cubicBezTo>
                  <a:pt x="1578" y="1692"/>
                  <a:pt x="1569" y="1697"/>
                  <a:pt x="1552" y="1696"/>
                </a:cubicBezTo>
                <a:lnTo>
                  <a:pt x="1439" y="1696"/>
                </a:lnTo>
                <a:lnTo>
                  <a:pt x="1439" y="1970"/>
                </a:lnTo>
                <a:cubicBezTo>
                  <a:pt x="1439" y="2005"/>
                  <a:pt x="1441" y="2030"/>
                  <a:pt x="1446" y="2046"/>
                </a:cubicBezTo>
                <a:cubicBezTo>
                  <a:pt x="1452" y="2061"/>
                  <a:pt x="1462" y="2069"/>
                  <a:pt x="1476" y="2069"/>
                </a:cubicBezTo>
                <a:cubicBezTo>
                  <a:pt x="1508" y="2069"/>
                  <a:pt x="1537" y="2059"/>
                  <a:pt x="1564" y="2038"/>
                </a:cubicBezTo>
                <a:cubicBezTo>
                  <a:pt x="1575" y="2039"/>
                  <a:pt x="1582" y="2045"/>
                  <a:pt x="1583" y="2057"/>
                </a:cubicBezTo>
                <a:cubicBezTo>
                  <a:pt x="1541" y="2105"/>
                  <a:pt x="1492" y="2129"/>
                  <a:pt x="1438" y="2129"/>
                </a:cubicBezTo>
                <a:cubicBezTo>
                  <a:pt x="1382" y="2129"/>
                  <a:pt x="1355" y="2093"/>
                  <a:pt x="1355" y="2021"/>
                </a:cubicBezTo>
                <a:lnTo>
                  <a:pt x="1355" y="1696"/>
                </a:lnTo>
                <a:lnTo>
                  <a:pt x="1290" y="1696"/>
                </a:lnTo>
                <a:cubicBezTo>
                  <a:pt x="1286" y="1696"/>
                  <a:pt x="1285" y="1694"/>
                  <a:pt x="1285" y="1690"/>
                </a:cubicBezTo>
                <a:lnTo>
                  <a:pt x="1285" y="1675"/>
                </a:lnTo>
                <a:cubicBezTo>
                  <a:pt x="1285" y="1661"/>
                  <a:pt x="1291" y="1654"/>
                  <a:pt x="1304" y="1654"/>
                </a:cubicBezTo>
                <a:moveTo>
                  <a:pt x="1779" y="1808"/>
                </a:moveTo>
                <a:lnTo>
                  <a:pt x="1779" y="1986"/>
                </a:lnTo>
                <a:cubicBezTo>
                  <a:pt x="1779" y="2017"/>
                  <a:pt x="1781" y="2039"/>
                  <a:pt x="1784" y="2052"/>
                </a:cubicBezTo>
                <a:cubicBezTo>
                  <a:pt x="1788" y="2064"/>
                  <a:pt x="1794" y="2072"/>
                  <a:pt x="1802" y="2076"/>
                </a:cubicBezTo>
                <a:cubicBezTo>
                  <a:pt x="1809" y="2081"/>
                  <a:pt x="1824" y="2083"/>
                  <a:pt x="1843" y="2085"/>
                </a:cubicBezTo>
                <a:cubicBezTo>
                  <a:pt x="1846" y="2088"/>
                  <a:pt x="1848" y="2094"/>
                  <a:pt x="1848" y="2103"/>
                </a:cubicBezTo>
                <a:cubicBezTo>
                  <a:pt x="1849" y="2112"/>
                  <a:pt x="1847" y="2117"/>
                  <a:pt x="1843" y="2120"/>
                </a:cubicBezTo>
                <a:cubicBezTo>
                  <a:pt x="1783" y="2119"/>
                  <a:pt x="1747" y="2118"/>
                  <a:pt x="1737" y="2118"/>
                </a:cubicBezTo>
                <a:cubicBezTo>
                  <a:pt x="1717" y="2118"/>
                  <a:pt x="1677" y="2119"/>
                  <a:pt x="1618" y="2120"/>
                </a:cubicBezTo>
                <a:cubicBezTo>
                  <a:pt x="1615" y="2117"/>
                  <a:pt x="1613" y="2112"/>
                  <a:pt x="1613" y="2103"/>
                </a:cubicBezTo>
                <a:cubicBezTo>
                  <a:pt x="1613" y="2094"/>
                  <a:pt x="1615" y="2088"/>
                  <a:pt x="1618" y="2085"/>
                </a:cubicBezTo>
                <a:cubicBezTo>
                  <a:pt x="1636" y="2083"/>
                  <a:pt x="1649" y="2082"/>
                  <a:pt x="1656" y="2080"/>
                </a:cubicBezTo>
                <a:cubicBezTo>
                  <a:pt x="1664" y="2079"/>
                  <a:pt x="1671" y="2075"/>
                  <a:pt x="1678" y="2068"/>
                </a:cubicBezTo>
                <a:cubicBezTo>
                  <a:pt x="1685" y="2060"/>
                  <a:pt x="1690" y="2051"/>
                  <a:pt x="1691" y="2040"/>
                </a:cubicBezTo>
                <a:cubicBezTo>
                  <a:pt x="1693" y="2027"/>
                  <a:pt x="1694" y="2010"/>
                  <a:pt x="1694" y="1986"/>
                </a:cubicBezTo>
                <a:lnTo>
                  <a:pt x="1694" y="1513"/>
                </a:lnTo>
                <a:cubicBezTo>
                  <a:pt x="1694" y="1490"/>
                  <a:pt x="1693" y="1472"/>
                  <a:pt x="1691" y="1461"/>
                </a:cubicBezTo>
                <a:cubicBezTo>
                  <a:pt x="1690" y="1450"/>
                  <a:pt x="1686" y="1441"/>
                  <a:pt x="1678" y="1436"/>
                </a:cubicBezTo>
                <a:cubicBezTo>
                  <a:pt x="1671" y="1431"/>
                  <a:pt x="1664" y="1428"/>
                  <a:pt x="1660" y="1428"/>
                </a:cubicBezTo>
                <a:cubicBezTo>
                  <a:pt x="1655" y="1427"/>
                  <a:pt x="1644" y="1426"/>
                  <a:pt x="1624" y="1424"/>
                </a:cubicBezTo>
                <a:cubicBezTo>
                  <a:pt x="1616" y="1416"/>
                  <a:pt x="1614" y="1405"/>
                  <a:pt x="1618" y="1392"/>
                </a:cubicBezTo>
                <a:cubicBezTo>
                  <a:pt x="1682" y="1387"/>
                  <a:pt x="1733" y="1378"/>
                  <a:pt x="1770" y="1363"/>
                </a:cubicBezTo>
                <a:cubicBezTo>
                  <a:pt x="1779" y="1363"/>
                  <a:pt x="1784" y="1367"/>
                  <a:pt x="1783" y="1374"/>
                </a:cubicBezTo>
                <a:cubicBezTo>
                  <a:pt x="1781" y="1403"/>
                  <a:pt x="1779" y="1441"/>
                  <a:pt x="1779" y="1488"/>
                </a:cubicBezTo>
                <a:lnTo>
                  <a:pt x="1778" y="1731"/>
                </a:lnTo>
                <a:cubicBezTo>
                  <a:pt x="1779" y="1739"/>
                  <a:pt x="1782" y="1739"/>
                  <a:pt x="1788" y="1731"/>
                </a:cubicBezTo>
                <a:cubicBezTo>
                  <a:pt x="1841" y="1673"/>
                  <a:pt x="1902" y="1643"/>
                  <a:pt x="1973" y="1643"/>
                </a:cubicBezTo>
                <a:cubicBezTo>
                  <a:pt x="2014" y="1643"/>
                  <a:pt x="2044" y="1655"/>
                  <a:pt x="2062" y="1680"/>
                </a:cubicBezTo>
                <a:cubicBezTo>
                  <a:pt x="2082" y="1705"/>
                  <a:pt x="2092" y="1753"/>
                  <a:pt x="2092" y="1824"/>
                </a:cubicBezTo>
                <a:lnTo>
                  <a:pt x="2092" y="1986"/>
                </a:lnTo>
                <a:cubicBezTo>
                  <a:pt x="2092" y="2028"/>
                  <a:pt x="2096" y="2055"/>
                  <a:pt x="2104" y="2065"/>
                </a:cubicBezTo>
                <a:cubicBezTo>
                  <a:pt x="2112" y="2075"/>
                  <a:pt x="2132" y="2082"/>
                  <a:pt x="2164" y="2085"/>
                </a:cubicBezTo>
                <a:cubicBezTo>
                  <a:pt x="2167" y="2087"/>
                  <a:pt x="2169" y="2093"/>
                  <a:pt x="2169" y="2102"/>
                </a:cubicBezTo>
                <a:cubicBezTo>
                  <a:pt x="2169" y="2110"/>
                  <a:pt x="2167" y="2116"/>
                  <a:pt x="2164" y="2120"/>
                </a:cubicBezTo>
                <a:cubicBezTo>
                  <a:pt x="2102" y="2119"/>
                  <a:pt x="2064" y="2118"/>
                  <a:pt x="2050" y="2118"/>
                </a:cubicBezTo>
                <a:cubicBezTo>
                  <a:pt x="2037" y="2118"/>
                  <a:pt x="2000" y="2119"/>
                  <a:pt x="1939" y="2120"/>
                </a:cubicBezTo>
                <a:cubicBezTo>
                  <a:pt x="1936" y="2117"/>
                  <a:pt x="1935" y="2112"/>
                  <a:pt x="1935" y="2103"/>
                </a:cubicBezTo>
                <a:cubicBezTo>
                  <a:pt x="1935" y="2094"/>
                  <a:pt x="1936" y="2088"/>
                  <a:pt x="1939" y="2085"/>
                </a:cubicBezTo>
                <a:cubicBezTo>
                  <a:pt x="1969" y="2082"/>
                  <a:pt x="1988" y="2075"/>
                  <a:pt x="1995" y="2065"/>
                </a:cubicBezTo>
                <a:cubicBezTo>
                  <a:pt x="2002" y="2055"/>
                  <a:pt x="2006" y="2028"/>
                  <a:pt x="2006" y="1986"/>
                </a:cubicBezTo>
                <a:lnTo>
                  <a:pt x="2006" y="1822"/>
                </a:lnTo>
                <a:cubicBezTo>
                  <a:pt x="2006" y="1784"/>
                  <a:pt x="2002" y="1756"/>
                  <a:pt x="1994" y="1739"/>
                </a:cubicBezTo>
                <a:cubicBezTo>
                  <a:pt x="1980" y="1713"/>
                  <a:pt x="1961" y="1699"/>
                  <a:pt x="1936" y="1699"/>
                </a:cubicBezTo>
                <a:cubicBezTo>
                  <a:pt x="1887" y="1699"/>
                  <a:pt x="1841" y="1721"/>
                  <a:pt x="1798" y="1763"/>
                </a:cubicBezTo>
                <a:cubicBezTo>
                  <a:pt x="1786" y="1776"/>
                  <a:pt x="1779" y="1791"/>
                  <a:pt x="1779" y="1808"/>
                </a:cubicBezTo>
                <a:moveTo>
                  <a:pt x="2584" y="1813"/>
                </a:moveTo>
                <a:lnTo>
                  <a:pt x="2780" y="1810"/>
                </a:lnTo>
                <a:cubicBezTo>
                  <a:pt x="2791" y="1810"/>
                  <a:pt x="2796" y="1805"/>
                  <a:pt x="2796" y="1795"/>
                </a:cubicBezTo>
                <a:cubicBezTo>
                  <a:pt x="2796" y="1753"/>
                  <a:pt x="2787" y="1724"/>
                  <a:pt x="2769" y="1707"/>
                </a:cubicBezTo>
                <a:cubicBezTo>
                  <a:pt x="2752" y="1690"/>
                  <a:pt x="2731" y="1681"/>
                  <a:pt x="2706" y="1681"/>
                </a:cubicBezTo>
                <a:cubicBezTo>
                  <a:pt x="2696" y="1681"/>
                  <a:pt x="2687" y="1682"/>
                  <a:pt x="2677" y="1685"/>
                </a:cubicBezTo>
                <a:cubicBezTo>
                  <a:pt x="2668" y="1687"/>
                  <a:pt x="2657" y="1693"/>
                  <a:pt x="2643" y="1701"/>
                </a:cubicBezTo>
                <a:cubicBezTo>
                  <a:pt x="2630" y="1708"/>
                  <a:pt x="2618" y="1721"/>
                  <a:pt x="2608" y="1741"/>
                </a:cubicBezTo>
                <a:cubicBezTo>
                  <a:pt x="2597" y="1761"/>
                  <a:pt x="2589" y="1785"/>
                  <a:pt x="2584" y="1813"/>
                </a:cubicBezTo>
                <a:moveTo>
                  <a:pt x="2867" y="2018"/>
                </a:moveTo>
                <a:cubicBezTo>
                  <a:pt x="2880" y="2019"/>
                  <a:pt x="2888" y="2024"/>
                  <a:pt x="2890" y="2035"/>
                </a:cubicBezTo>
                <a:cubicBezTo>
                  <a:pt x="2842" y="2098"/>
                  <a:pt x="2780" y="2129"/>
                  <a:pt x="2706" y="2129"/>
                </a:cubicBezTo>
                <a:cubicBezTo>
                  <a:pt x="2635" y="2129"/>
                  <a:pt x="2579" y="2106"/>
                  <a:pt x="2540" y="2059"/>
                </a:cubicBezTo>
                <a:cubicBezTo>
                  <a:pt x="2507" y="2020"/>
                  <a:pt x="2490" y="1967"/>
                  <a:pt x="2490" y="1899"/>
                </a:cubicBezTo>
                <a:cubicBezTo>
                  <a:pt x="2490" y="1823"/>
                  <a:pt x="2513" y="1762"/>
                  <a:pt x="2559" y="1715"/>
                </a:cubicBezTo>
                <a:cubicBezTo>
                  <a:pt x="2604" y="1669"/>
                  <a:pt x="2653" y="1646"/>
                  <a:pt x="2706" y="1646"/>
                </a:cubicBezTo>
                <a:cubicBezTo>
                  <a:pt x="2828" y="1646"/>
                  <a:pt x="2889" y="1708"/>
                  <a:pt x="2889" y="1833"/>
                </a:cubicBezTo>
                <a:cubicBezTo>
                  <a:pt x="2889" y="1845"/>
                  <a:pt x="2882" y="1851"/>
                  <a:pt x="2868" y="1851"/>
                </a:cubicBezTo>
                <a:lnTo>
                  <a:pt x="2581" y="1850"/>
                </a:lnTo>
                <a:cubicBezTo>
                  <a:pt x="2581" y="1911"/>
                  <a:pt x="2592" y="1960"/>
                  <a:pt x="2615" y="1998"/>
                </a:cubicBezTo>
                <a:cubicBezTo>
                  <a:pt x="2647" y="2049"/>
                  <a:pt x="2686" y="2075"/>
                  <a:pt x="2734" y="2075"/>
                </a:cubicBezTo>
                <a:cubicBezTo>
                  <a:pt x="2764" y="2075"/>
                  <a:pt x="2788" y="2071"/>
                  <a:pt x="2807" y="2063"/>
                </a:cubicBezTo>
                <a:cubicBezTo>
                  <a:pt x="2827" y="2054"/>
                  <a:pt x="2847" y="2039"/>
                  <a:pt x="2867" y="2018"/>
                </a:cubicBezTo>
                <a:moveTo>
                  <a:pt x="3119" y="1731"/>
                </a:moveTo>
                <a:cubicBezTo>
                  <a:pt x="3119" y="1740"/>
                  <a:pt x="3122" y="1740"/>
                  <a:pt x="3127" y="1734"/>
                </a:cubicBezTo>
                <a:cubicBezTo>
                  <a:pt x="3127" y="1732"/>
                  <a:pt x="3128" y="1731"/>
                  <a:pt x="3129" y="1731"/>
                </a:cubicBezTo>
                <a:cubicBezTo>
                  <a:pt x="3185" y="1673"/>
                  <a:pt x="3239" y="1643"/>
                  <a:pt x="3293" y="1643"/>
                </a:cubicBezTo>
                <a:cubicBezTo>
                  <a:pt x="3321" y="1643"/>
                  <a:pt x="3345" y="1651"/>
                  <a:pt x="3364" y="1666"/>
                </a:cubicBezTo>
                <a:cubicBezTo>
                  <a:pt x="3384" y="1681"/>
                  <a:pt x="3396" y="1700"/>
                  <a:pt x="3402" y="1723"/>
                </a:cubicBezTo>
                <a:cubicBezTo>
                  <a:pt x="3404" y="1729"/>
                  <a:pt x="3407" y="1729"/>
                  <a:pt x="3413" y="1723"/>
                </a:cubicBezTo>
                <a:cubicBezTo>
                  <a:pt x="3431" y="1704"/>
                  <a:pt x="3450" y="1688"/>
                  <a:pt x="3472" y="1676"/>
                </a:cubicBezTo>
                <a:cubicBezTo>
                  <a:pt x="3494" y="1664"/>
                  <a:pt x="3514" y="1655"/>
                  <a:pt x="3533" y="1651"/>
                </a:cubicBezTo>
                <a:cubicBezTo>
                  <a:pt x="3553" y="1646"/>
                  <a:pt x="3572" y="1643"/>
                  <a:pt x="3592" y="1643"/>
                </a:cubicBezTo>
                <a:cubicBezTo>
                  <a:pt x="3636" y="1643"/>
                  <a:pt x="3665" y="1658"/>
                  <a:pt x="3680" y="1687"/>
                </a:cubicBezTo>
                <a:cubicBezTo>
                  <a:pt x="3695" y="1717"/>
                  <a:pt x="3703" y="1759"/>
                  <a:pt x="3703" y="1816"/>
                </a:cubicBezTo>
                <a:lnTo>
                  <a:pt x="3703" y="1986"/>
                </a:lnTo>
                <a:cubicBezTo>
                  <a:pt x="3703" y="2029"/>
                  <a:pt x="3707" y="2056"/>
                  <a:pt x="3714" y="2067"/>
                </a:cubicBezTo>
                <a:cubicBezTo>
                  <a:pt x="3722" y="2076"/>
                  <a:pt x="3742" y="2082"/>
                  <a:pt x="3773" y="2085"/>
                </a:cubicBezTo>
                <a:cubicBezTo>
                  <a:pt x="3775" y="2087"/>
                  <a:pt x="3777" y="2093"/>
                  <a:pt x="3777" y="2102"/>
                </a:cubicBezTo>
                <a:cubicBezTo>
                  <a:pt x="3777" y="2110"/>
                  <a:pt x="3775" y="2116"/>
                  <a:pt x="3773" y="2120"/>
                </a:cubicBezTo>
                <a:cubicBezTo>
                  <a:pt x="3711" y="2119"/>
                  <a:pt x="3674" y="2118"/>
                  <a:pt x="3662" y="2118"/>
                </a:cubicBezTo>
                <a:cubicBezTo>
                  <a:pt x="3648" y="2118"/>
                  <a:pt x="3611" y="2119"/>
                  <a:pt x="3550" y="2120"/>
                </a:cubicBezTo>
                <a:cubicBezTo>
                  <a:pt x="3548" y="2116"/>
                  <a:pt x="3547" y="2110"/>
                  <a:pt x="3547" y="2102"/>
                </a:cubicBezTo>
                <a:cubicBezTo>
                  <a:pt x="3547" y="2093"/>
                  <a:pt x="3548" y="2087"/>
                  <a:pt x="3550" y="2085"/>
                </a:cubicBezTo>
                <a:cubicBezTo>
                  <a:pt x="3580" y="2082"/>
                  <a:pt x="3599" y="2076"/>
                  <a:pt x="3607" y="2065"/>
                </a:cubicBezTo>
                <a:cubicBezTo>
                  <a:pt x="3614" y="2055"/>
                  <a:pt x="3618" y="2028"/>
                  <a:pt x="3618" y="1986"/>
                </a:cubicBezTo>
                <a:lnTo>
                  <a:pt x="3618" y="1796"/>
                </a:lnTo>
                <a:cubicBezTo>
                  <a:pt x="3618" y="1761"/>
                  <a:pt x="3612" y="1736"/>
                  <a:pt x="3602" y="1721"/>
                </a:cubicBezTo>
                <a:cubicBezTo>
                  <a:pt x="3591" y="1707"/>
                  <a:pt x="3575" y="1699"/>
                  <a:pt x="3554" y="1699"/>
                </a:cubicBezTo>
                <a:cubicBezTo>
                  <a:pt x="3502" y="1699"/>
                  <a:pt x="3454" y="1723"/>
                  <a:pt x="3411" y="1770"/>
                </a:cubicBezTo>
                <a:lnTo>
                  <a:pt x="3411" y="1814"/>
                </a:lnTo>
                <a:lnTo>
                  <a:pt x="3411" y="1986"/>
                </a:lnTo>
                <a:cubicBezTo>
                  <a:pt x="3411" y="2029"/>
                  <a:pt x="3414" y="2056"/>
                  <a:pt x="3422" y="2067"/>
                </a:cubicBezTo>
                <a:cubicBezTo>
                  <a:pt x="3429" y="2076"/>
                  <a:pt x="3447" y="2082"/>
                  <a:pt x="3476" y="2085"/>
                </a:cubicBezTo>
                <a:cubicBezTo>
                  <a:pt x="3478" y="2087"/>
                  <a:pt x="3479" y="2093"/>
                  <a:pt x="3479" y="2102"/>
                </a:cubicBezTo>
                <a:cubicBezTo>
                  <a:pt x="3479" y="2111"/>
                  <a:pt x="3478" y="2117"/>
                  <a:pt x="3476" y="2120"/>
                </a:cubicBezTo>
                <a:cubicBezTo>
                  <a:pt x="3413" y="2119"/>
                  <a:pt x="3378" y="2118"/>
                  <a:pt x="3369" y="2118"/>
                </a:cubicBezTo>
                <a:cubicBezTo>
                  <a:pt x="3356" y="2118"/>
                  <a:pt x="3319" y="2119"/>
                  <a:pt x="3259" y="2120"/>
                </a:cubicBezTo>
                <a:cubicBezTo>
                  <a:pt x="3256" y="2117"/>
                  <a:pt x="3254" y="2112"/>
                  <a:pt x="3254" y="2103"/>
                </a:cubicBezTo>
                <a:cubicBezTo>
                  <a:pt x="3254" y="2094"/>
                  <a:pt x="3256" y="2088"/>
                  <a:pt x="3259" y="2085"/>
                </a:cubicBezTo>
                <a:cubicBezTo>
                  <a:pt x="3289" y="2082"/>
                  <a:pt x="3308" y="2076"/>
                  <a:pt x="3315" y="2067"/>
                </a:cubicBezTo>
                <a:cubicBezTo>
                  <a:pt x="3323" y="2056"/>
                  <a:pt x="3326" y="2029"/>
                  <a:pt x="3326" y="1986"/>
                </a:cubicBezTo>
                <a:lnTo>
                  <a:pt x="3326" y="1797"/>
                </a:lnTo>
                <a:cubicBezTo>
                  <a:pt x="3326" y="1732"/>
                  <a:pt x="3302" y="1699"/>
                  <a:pt x="3254" y="1699"/>
                </a:cubicBezTo>
                <a:cubicBezTo>
                  <a:pt x="3220" y="1699"/>
                  <a:pt x="3181" y="1721"/>
                  <a:pt x="3138" y="1763"/>
                </a:cubicBezTo>
                <a:cubicBezTo>
                  <a:pt x="3126" y="1776"/>
                  <a:pt x="3119" y="1791"/>
                  <a:pt x="3119" y="1808"/>
                </a:cubicBezTo>
                <a:lnTo>
                  <a:pt x="3119" y="1986"/>
                </a:lnTo>
                <a:cubicBezTo>
                  <a:pt x="3119" y="2016"/>
                  <a:pt x="3121" y="2038"/>
                  <a:pt x="3124" y="2051"/>
                </a:cubicBezTo>
                <a:cubicBezTo>
                  <a:pt x="3128" y="2063"/>
                  <a:pt x="3134" y="2071"/>
                  <a:pt x="3141" y="2075"/>
                </a:cubicBezTo>
                <a:cubicBezTo>
                  <a:pt x="3149" y="2079"/>
                  <a:pt x="3164" y="2082"/>
                  <a:pt x="3184" y="2085"/>
                </a:cubicBezTo>
                <a:cubicBezTo>
                  <a:pt x="3187" y="2088"/>
                  <a:pt x="3189" y="2094"/>
                  <a:pt x="3189" y="2103"/>
                </a:cubicBezTo>
                <a:cubicBezTo>
                  <a:pt x="3189" y="2112"/>
                  <a:pt x="3187" y="2117"/>
                  <a:pt x="3184" y="2120"/>
                </a:cubicBezTo>
                <a:cubicBezTo>
                  <a:pt x="3124" y="2119"/>
                  <a:pt x="3088" y="2118"/>
                  <a:pt x="3077" y="2118"/>
                </a:cubicBezTo>
                <a:cubicBezTo>
                  <a:pt x="3058" y="2118"/>
                  <a:pt x="3019" y="2119"/>
                  <a:pt x="2960" y="2120"/>
                </a:cubicBezTo>
                <a:cubicBezTo>
                  <a:pt x="2957" y="2117"/>
                  <a:pt x="2955" y="2112"/>
                  <a:pt x="2955" y="2103"/>
                </a:cubicBezTo>
                <a:cubicBezTo>
                  <a:pt x="2955" y="2094"/>
                  <a:pt x="2957" y="2088"/>
                  <a:pt x="2960" y="2085"/>
                </a:cubicBezTo>
                <a:cubicBezTo>
                  <a:pt x="2992" y="2082"/>
                  <a:pt x="3012" y="2076"/>
                  <a:pt x="3020" y="2065"/>
                </a:cubicBezTo>
                <a:cubicBezTo>
                  <a:pt x="3029" y="2055"/>
                  <a:pt x="3034" y="2028"/>
                  <a:pt x="3034" y="1986"/>
                </a:cubicBezTo>
                <a:lnTo>
                  <a:pt x="3034" y="1775"/>
                </a:lnTo>
                <a:cubicBezTo>
                  <a:pt x="3034" y="1745"/>
                  <a:pt x="3030" y="1726"/>
                  <a:pt x="3022" y="1718"/>
                </a:cubicBezTo>
                <a:cubicBezTo>
                  <a:pt x="3013" y="1710"/>
                  <a:pt x="2994" y="1704"/>
                  <a:pt x="2963" y="1702"/>
                </a:cubicBezTo>
                <a:cubicBezTo>
                  <a:pt x="2959" y="1690"/>
                  <a:pt x="2958" y="1680"/>
                  <a:pt x="2962" y="1671"/>
                </a:cubicBezTo>
                <a:cubicBezTo>
                  <a:pt x="3018" y="1664"/>
                  <a:pt x="3063" y="1654"/>
                  <a:pt x="3097" y="1640"/>
                </a:cubicBezTo>
                <a:cubicBezTo>
                  <a:pt x="3103" y="1640"/>
                  <a:pt x="3108" y="1643"/>
                  <a:pt x="3111" y="1648"/>
                </a:cubicBezTo>
                <a:cubicBezTo>
                  <a:pt x="3116" y="1661"/>
                  <a:pt x="3119" y="1689"/>
                  <a:pt x="3119" y="1731"/>
                </a:cubicBezTo>
                <a:moveTo>
                  <a:pt x="3975" y="1759"/>
                </a:moveTo>
                <a:cubicBezTo>
                  <a:pt x="3963" y="1774"/>
                  <a:pt x="3957" y="1790"/>
                  <a:pt x="3958" y="1807"/>
                </a:cubicBezTo>
                <a:lnTo>
                  <a:pt x="3958" y="2004"/>
                </a:lnTo>
                <a:cubicBezTo>
                  <a:pt x="3958" y="2018"/>
                  <a:pt x="3958" y="2028"/>
                  <a:pt x="3959" y="2035"/>
                </a:cubicBezTo>
                <a:cubicBezTo>
                  <a:pt x="3961" y="2041"/>
                  <a:pt x="3963" y="2047"/>
                  <a:pt x="3967" y="2052"/>
                </a:cubicBezTo>
                <a:cubicBezTo>
                  <a:pt x="3970" y="2056"/>
                  <a:pt x="3975" y="2062"/>
                  <a:pt x="3984" y="2069"/>
                </a:cubicBezTo>
                <a:cubicBezTo>
                  <a:pt x="3993" y="2077"/>
                  <a:pt x="4005" y="2083"/>
                  <a:pt x="4019" y="2087"/>
                </a:cubicBezTo>
                <a:cubicBezTo>
                  <a:pt x="4034" y="2091"/>
                  <a:pt x="4047" y="2092"/>
                  <a:pt x="4060" y="2092"/>
                </a:cubicBezTo>
                <a:cubicBezTo>
                  <a:pt x="4089" y="2092"/>
                  <a:pt x="4114" y="2086"/>
                  <a:pt x="4134" y="2074"/>
                </a:cubicBezTo>
                <a:cubicBezTo>
                  <a:pt x="4155" y="2062"/>
                  <a:pt x="4171" y="2045"/>
                  <a:pt x="4182" y="2025"/>
                </a:cubicBezTo>
                <a:cubicBezTo>
                  <a:pt x="4193" y="2005"/>
                  <a:pt x="4201" y="1984"/>
                  <a:pt x="4205" y="1963"/>
                </a:cubicBezTo>
                <a:cubicBezTo>
                  <a:pt x="4210" y="1941"/>
                  <a:pt x="4213" y="1917"/>
                  <a:pt x="4213" y="1893"/>
                </a:cubicBezTo>
                <a:cubicBezTo>
                  <a:pt x="4213" y="1834"/>
                  <a:pt x="4200" y="1786"/>
                  <a:pt x="4175" y="1750"/>
                </a:cubicBezTo>
                <a:cubicBezTo>
                  <a:pt x="4150" y="1712"/>
                  <a:pt x="4120" y="1693"/>
                  <a:pt x="4084" y="1693"/>
                </a:cubicBezTo>
                <a:cubicBezTo>
                  <a:pt x="4068" y="1693"/>
                  <a:pt x="4050" y="1700"/>
                  <a:pt x="4028" y="1713"/>
                </a:cubicBezTo>
                <a:cubicBezTo>
                  <a:pt x="4006" y="1726"/>
                  <a:pt x="3989" y="1742"/>
                  <a:pt x="3975" y="1759"/>
                </a:cubicBezTo>
                <a:moveTo>
                  <a:pt x="3958" y="1720"/>
                </a:moveTo>
                <a:cubicBezTo>
                  <a:pt x="3958" y="1724"/>
                  <a:pt x="3959" y="1726"/>
                  <a:pt x="3960" y="1726"/>
                </a:cubicBezTo>
                <a:cubicBezTo>
                  <a:pt x="3963" y="1727"/>
                  <a:pt x="3965" y="1726"/>
                  <a:pt x="3967" y="1724"/>
                </a:cubicBezTo>
                <a:cubicBezTo>
                  <a:pt x="4012" y="1670"/>
                  <a:pt x="4061" y="1643"/>
                  <a:pt x="4115" y="1643"/>
                </a:cubicBezTo>
                <a:cubicBezTo>
                  <a:pt x="4169" y="1643"/>
                  <a:pt x="4214" y="1665"/>
                  <a:pt x="4251" y="1709"/>
                </a:cubicBezTo>
                <a:cubicBezTo>
                  <a:pt x="4287" y="1753"/>
                  <a:pt x="4306" y="1805"/>
                  <a:pt x="4306" y="1863"/>
                </a:cubicBezTo>
                <a:cubicBezTo>
                  <a:pt x="4306" y="1948"/>
                  <a:pt x="4279" y="2016"/>
                  <a:pt x="4226" y="2068"/>
                </a:cubicBezTo>
                <a:cubicBezTo>
                  <a:pt x="4184" y="2109"/>
                  <a:pt x="4131" y="2129"/>
                  <a:pt x="4067" y="2129"/>
                </a:cubicBezTo>
                <a:cubicBezTo>
                  <a:pt x="4031" y="2129"/>
                  <a:pt x="4000" y="2123"/>
                  <a:pt x="3973" y="2112"/>
                </a:cubicBezTo>
                <a:cubicBezTo>
                  <a:pt x="3967" y="2109"/>
                  <a:pt x="3963" y="2109"/>
                  <a:pt x="3960" y="2109"/>
                </a:cubicBezTo>
                <a:cubicBezTo>
                  <a:pt x="3959" y="2110"/>
                  <a:pt x="3958" y="2114"/>
                  <a:pt x="3958" y="2120"/>
                </a:cubicBezTo>
                <a:lnTo>
                  <a:pt x="3958" y="2237"/>
                </a:lnTo>
                <a:cubicBezTo>
                  <a:pt x="3958" y="2280"/>
                  <a:pt x="3962" y="2306"/>
                  <a:pt x="3971" y="2316"/>
                </a:cubicBezTo>
                <a:cubicBezTo>
                  <a:pt x="3981" y="2327"/>
                  <a:pt x="4006" y="2333"/>
                  <a:pt x="4046" y="2336"/>
                </a:cubicBezTo>
                <a:cubicBezTo>
                  <a:pt x="4050" y="2339"/>
                  <a:pt x="4052" y="2345"/>
                  <a:pt x="4052" y="2353"/>
                </a:cubicBezTo>
                <a:cubicBezTo>
                  <a:pt x="4052" y="2362"/>
                  <a:pt x="4050" y="2368"/>
                  <a:pt x="4046" y="2371"/>
                </a:cubicBezTo>
                <a:cubicBezTo>
                  <a:pt x="3984" y="2369"/>
                  <a:pt x="3940" y="2369"/>
                  <a:pt x="3915" y="2369"/>
                </a:cubicBezTo>
                <a:cubicBezTo>
                  <a:pt x="3896" y="2369"/>
                  <a:pt x="3855" y="2369"/>
                  <a:pt x="3794" y="2371"/>
                </a:cubicBezTo>
                <a:cubicBezTo>
                  <a:pt x="3791" y="2368"/>
                  <a:pt x="3789" y="2362"/>
                  <a:pt x="3789" y="2353"/>
                </a:cubicBezTo>
                <a:cubicBezTo>
                  <a:pt x="3789" y="2345"/>
                  <a:pt x="3791" y="2339"/>
                  <a:pt x="3794" y="2336"/>
                </a:cubicBezTo>
                <a:cubicBezTo>
                  <a:pt x="3827" y="2334"/>
                  <a:pt x="3849" y="2328"/>
                  <a:pt x="3858" y="2317"/>
                </a:cubicBezTo>
                <a:cubicBezTo>
                  <a:pt x="3867" y="2307"/>
                  <a:pt x="3872" y="2280"/>
                  <a:pt x="3872" y="2237"/>
                </a:cubicBezTo>
                <a:lnTo>
                  <a:pt x="3872" y="1775"/>
                </a:lnTo>
                <a:cubicBezTo>
                  <a:pt x="3872" y="1745"/>
                  <a:pt x="3868" y="1726"/>
                  <a:pt x="3860" y="1718"/>
                </a:cubicBezTo>
                <a:cubicBezTo>
                  <a:pt x="3852" y="1710"/>
                  <a:pt x="3832" y="1704"/>
                  <a:pt x="3801" y="1702"/>
                </a:cubicBezTo>
                <a:cubicBezTo>
                  <a:pt x="3797" y="1690"/>
                  <a:pt x="3797" y="1680"/>
                  <a:pt x="3800" y="1671"/>
                </a:cubicBezTo>
                <a:cubicBezTo>
                  <a:pt x="3856" y="1664"/>
                  <a:pt x="3902" y="1654"/>
                  <a:pt x="3936" y="1640"/>
                </a:cubicBezTo>
                <a:cubicBezTo>
                  <a:pt x="3942" y="1640"/>
                  <a:pt x="3946" y="1643"/>
                  <a:pt x="3948" y="1648"/>
                </a:cubicBezTo>
                <a:cubicBezTo>
                  <a:pt x="3955" y="1661"/>
                  <a:pt x="3958" y="1685"/>
                  <a:pt x="3958" y="1720"/>
                </a:cubicBezTo>
                <a:moveTo>
                  <a:pt x="4392" y="1654"/>
                </a:moveTo>
                <a:lnTo>
                  <a:pt x="4442" y="1654"/>
                </a:lnTo>
                <a:cubicBezTo>
                  <a:pt x="4442" y="1632"/>
                  <a:pt x="4442" y="1612"/>
                  <a:pt x="4441" y="1597"/>
                </a:cubicBezTo>
                <a:cubicBezTo>
                  <a:pt x="4441" y="1580"/>
                  <a:pt x="4440" y="1569"/>
                  <a:pt x="4440" y="1561"/>
                </a:cubicBezTo>
                <a:cubicBezTo>
                  <a:pt x="4440" y="1554"/>
                  <a:pt x="4439" y="1548"/>
                  <a:pt x="4439" y="1544"/>
                </a:cubicBezTo>
                <a:lnTo>
                  <a:pt x="4439" y="1534"/>
                </a:lnTo>
                <a:lnTo>
                  <a:pt x="4439" y="1528"/>
                </a:lnTo>
                <a:cubicBezTo>
                  <a:pt x="4439" y="1526"/>
                  <a:pt x="4440" y="1524"/>
                  <a:pt x="4442" y="1522"/>
                </a:cubicBezTo>
                <a:cubicBezTo>
                  <a:pt x="4445" y="1520"/>
                  <a:pt x="4449" y="1518"/>
                  <a:pt x="4452" y="1517"/>
                </a:cubicBezTo>
                <a:cubicBezTo>
                  <a:pt x="4455" y="1516"/>
                  <a:pt x="4460" y="1514"/>
                  <a:pt x="4466" y="1512"/>
                </a:cubicBezTo>
                <a:cubicBezTo>
                  <a:pt x="4471" y="1511"/>
                  <a:pt x="4476" y="1509"/>
                  <a:pt x="4480" y="1507"/>
                </a:cubicBezTo>
                <a:cubicBezTo>
                  <a:pt x="4484" y="1506"/>
                  <a:pt x="4489" y="1503"/>
                  <a:pt x="4496" y="1500"/>
                </a:cubicBezTo>
                <a:cubicBezTo>
                  <a:pt x="4503" y="1497"/>
                  <a:pt x="4508" y="1494"/>
                  <a:pt x="4512" y="1491"/>
                </a:cubicBezTo>
                <a:cubicBezTo>
                  <a:pt x="4517" y="1489"/>
                  <a:pt x="4521" y="1488"/>
                  <a:pt x="4523" y="1488"/>
                </a:cubicBezTo>
                <a:cubicBezTo>
                  <a:pt x="4529" y="1488"/>
                  <a:pt x="4532" y="1491"/>
                  <a:pt x="4532" y="1498"/>
                </a:cubicBezTo>
                <a:cubicBezTo>
                  <a:pt x="4528" y="1527"/>
                  <a:pt x="4527" y="1565"/>
                  <a:pt x="4527" y="1611"/>
                </a:cubicBezTo>
                <a:lnTo>
                  <a:pt x="4527" y="1654"/>
                </a:lnTo>
                <a:lnTo>
                  <a:pt x="4658" y="1654"/>
                </a:lnTo>
                <a:cubicBezTo>
                  <a:pt x="4663" y="1654"/>
                  <a:pt x="4666" y="1656"/>
                  <a:pt x="4666" y="1660"/>
                </a:cubicBezTo>
                <a:lnTo>
                  <a:pt x="4666" y="1682"/>
                </a:lnTo>
                <a:cubicBezTo>
                  <a:pt x="4666" y="1692"/>
                  <a:pt x="4657" y="1697"/>
                  <a:pt x="4639" y="1696"/>
                </a:cubicBezTo>
                <a:lnTo>
                  <a:pt x="4527" y="1696"/>
                </a:lnTo>
                <a:lnTo>
                  <a:pt x="4527" y="1970"/>
                </a:lnTo>
                <a:cubicBezTo>
                  <a:pt x="4527" y="2005"/>
                  <a:pt x="4529" y="2030"/>
                  <a:pt x="4534" y="2046"/>
                </a:cubicBezTo>
                <a:cubicBezTo>
                  <a:pt x="4540" y="2061"/>
                  <a:pt x="4549" y="2069"/>
                  <a:pt x="4563" y="2069"/>
                </a:cubicBezTo>
                <a:cubicBezTo>
                  <a:pt x="4596" y="2069"/>
                  <a:pt x="4625" y="2059"/>
                  <a:pt x="4652" y="2038"/>
                </a:cubicBezTo>
                <a:cubicBezTo>
                  <a:pt x="4663" y="2039"/>
                  <a:pt x="4669" y="2045"/>
                  <a:pt x="4671" y="2057"/>
                </a:cubicBezTo>
                <a:cubicBezTo>
                  <a:pt x="4629" y="2105"/>
                  <a:pt x="4580" y="2129"/>
                  <a:pt x="4526" y="2129"/>
                </a:cubicBezTo>
                <a:cubicBezTo>
                  <a:pt x="4470" y="2129"/>
                  <a:pt x="4442" y="2093"/>
                  <a:pt x="4442" y="2021"/>
                </a:cubicBezTo>
                <a:lnTo>
                  <a:pt x="4442" y="1696"/>
                </a:lnTo>
                <a:lnTo>
                  <a:pt x="4377" y="1696"/>
                </a:lnTo>
                <a:cubicBezTo>
                  <a:pt x="4374" y="1696"/>
                  <a:pt x="4373" y="1694"/>
                  <a:pt x="4373" y="1690"/>
                </a:cubicBezTo>
                <a:lnTo>
                  <a:pt x="4373" y="1675"/>
                </a:lnTo>
                <a:cubicBezTo>
                  <a:pt x="4373" y="1661"/>
                  <a:pt x="4379" y="1654"/>
                  <a:pt x="4392" y="1654"/>
                </a:cubicBezTo>
                <a:moveTo>
                  <a:pt x="4907" y="2292"/>
                </a:moveTo>
                <a:cubicBezTo>
                  <a:pt x="4878" y="2343"/>
                  <a:pt x="4843" y="2369"/>
                  <a:pt x="4803" y="2369"/>
                </a:cubicBezTo>
                <a:cubicBezTo>
                  <a:pt x="4788" y="2369"/>
                  <a:pt x="4776" y="2365"/>
                  <a:pt x="4766" y="2357"/>
                </a:cubicBezTo>
                <a:cubicBezTo>
                  <a:pt x="4756" y="2349"/>
                  <a:pt x="4751" y="2340"/>
                  <a:pt x="4751" y="2328"/>
                </a:cubicBezTo>
                <a:cubicBezTo>
                  <a:pt x="4751" y="2319"/>
                  <a:pt x="4756" y="2309"/>
                  <a:pt x="4765" y="2298"/>
                </a:cubicBezTo>
                <a:cubicBezTo>
                  <a:pt x="4774" y="2287"/>
                  <a:pt x="4785" y="2282"/>
                  <a:pt x="4799" y="2282"/>
                </a:cubicBezTo>
                <a:cubicBezTo>
                  <a:pt x="4802" y="2282"/>
                  <a:pt x="4807" y="2282"/>
                  <a:pt x="4813" y="2283"/>
                </a:cubicBezTo>
                <a:cubicBezTo>
                  <a:pt x="4819" y="2285"/>
                  <a:pt x="4825" y="2286"/>
                  <a:pt x="4830" y="2286"/>
                </a:cubicBezTo>
                <a:cubicBezTo>
                  <a:pt x="4855" y="2286"/>
                  <a:pt x="4873" y="2275"/>
                  <a:pt x="4885" y="2254"/>
                </a:cubicBezTo>
                <a:cubicBezTo>
                  <a:pt x="4902" y="2219"/>
                  <a:pt x="4916" y="2186"/>
                  <a:pt x="4926" y="2155"/>
                </a:cubicBezTo>
                <a:cubicBezTo>
                  <a:pt x="4935" y="2130"/>
                  <a:pt x="4930" y="2097"/>
                  <a:pt x="4912" y="2053"/>
                </a:cubicBezTo>
                <a:lnTo>
                  <a:pt x="4789" y="1768"/>
                </a:lnTo>
                <a:cubicBezTo>
                  <a:pt x="4779" y="1744"/>
                  <a:pt x="4770" y="1726"/>
                  <a:pt x="4764" y="1717"/>
                </a:cubicBezTo>
                <a:cubicBezTo>
                  <a:pt x="4757" y="1707"/>
                  <a:pt x="4749" y="1700"/>
                  <a:pt x="4742" y="1696"/>
                </a:cubicBezTo>
                <a:cubicBezTo>
                  <a:pt x="4733" y="1692"/>
                  <a:pt x="4721" y="1689"/>
                  <a:pt x="4704" y="1687"/>
                </a:cubicBezTo>
                <a:cubicBezTo>
                  <a:pt x="4701" y="1685"/>
                  <a:pt x="4700" y="1680"/>
                  <a:pt x="4700" y="1671"/>
                </a:cubicBezTo>
                <a:cubicBezTo>
                  <a:pt x="4700" y="1662"/>
                  <a:pt x="4701" y="1656"/>
                  <a:pt x="4704" y="1652"/>
                </a:cubicBezTo>
                <a:cubicBezTo>
                  <a:pt x="4733" y="1654"/>
                  <a:pt x="4762" y="1654"/>
                  <a:pt x="4792" y="1654"/>
                </a:cubicBezTo>
                <a:cubicBezTo>
                  <a:pt x="4819" y="1654"/>
                  <a:pt x="4860" y="1654"/>
                  <a:pt x="4914" y="1652"/>
                </a:cubicBezTo>
                <a:cubicBezTo>
                  <a:pt x="4917" y="1655"/>
                  <a:pt x="4918" y="1661"/>
                  <a:pt x="4918" y="1670"/>
                </a:cubicBezTo>
                <a:cubicBezTo>
                  <a:pt x="4918" y="1679"/>
                  <a:pt x="4917" y="1685"/>
                  <a:pt x="4914" y="1687"/>
                </a:cubicBezTo>
                <a:cubicBezTo>
                  <a:pt x="4901" y="1689"/>
                  <a:pt x="4891" y="1691"/>
                  <a:pt x="4883" y="1693"/>
                </a:cubicBezTo>
                <a:cubicBezTo>
                  <a:pt x="4876" y="1695"/>
                  <a:pt x="4871" y="1698"/>
                  <a:pt x="4868" y="1701"/>
                </a:cubicBezTo>
                <a:cubicBezTo>
                  <a:pt x="4864" y="1703"/>
                  <a:pt x="4863" y="1708"/>
                  <a:pt x="4863" y="1714"/>
                </a:cubicBezTo>
                <a:cubicBezTo>
                  <a:pt x="4863" y="1720"/>
                  <a:pt x="4865" y="1725"/>
                  <a:pt x="4866" y="1730"/>
                </a:cubicBezTo>
                <a:cubicBezTo>
                  <a:pt x="4868" y="1734"/>
                  <a:pt x="4871" y="1742"/>
                  <a:pt x="4876" y="1752"/>
                </a:cubicBezTo>
                <a:cubicBezTo>
                  <a:pt x="4877" y="1755"/>
                  <a:pt x="4878" y="1757"/>
                  <a:pt x="4879" y="1758"/>
                </a:cubicBezTo>
                <a:lnTo>
                  <a:pt x="4974" y="1982"/>
                </a:lnTo>
                <a:cubicBezTo>
                  <a:pt x="4976" y="1988"/>
                  <a:pt x="4978" y="1992"/>
                  <a:pt x="4980" y="1994"/>
                </a:cubicBezTo>
                <a:cubicBezTo>
                  <a:pt x="4983" y="1997"/>
                  <a:pt x="4984" y="1998"/>
                  <a:pt x="4987" y="1998"/>
                </a:cubicBezTo>
                <a:cubicBezTo>
                  <a:pt x="4989" y="1998"/>
                  <a:pt x="4992" y="1997"/>
                  <a:pt x="4994" y="1994"/>
                </a:cubicBezTo>
                <a:cubicBezTo>
                  <a:pt x="4996" y="1992"/>
                  <a:pt x="4998" y="1988"/>
                  <a:pt x="5000" y="1983"/>
                </a:cubicBezTo>
                <a:lnTo>
                  <a:pt x="5107" y="1736"/>
                </a:lnTo>
                <a:cubicBezTo>
                  <a:pt x="5115" y="1719"/>
                  <a:pt x="5114" y="1707"/>
                  <a:pt x="5104" y="1701"/>
                </a:cubicBezTo>
                <a:cubicBezTo>
                  <a:pt x="5093" y="1694"/>
                  <a:pt x="5077" y="1690"/>
                  <a:pt x="5055" y="1687"/>
                </a:cubicBezTo>
                <a:cubicBezTo>
                  <a:pt x="5051" y="1685"/>
                  <a:pt x="5050" y="1680"/>
                  <a:pt x="5050" y="1671"/>
                </a:cubicBezTo>
                <a:cubicBezTo>
                  <a:pt x="5050" y="1662"/>
                  <a:pt x="5051" y="1656"/>
                  <a:pt x="5055" y="1652"/>
                </a:cubicBezTo>
                <a:cubicBezTo>
                  <a:pt x="5109" y="1654"/>
                  <a:pt x="5142" y="1654"/>
                  <a:pt x="5154" y="1654"/>
                </a:cubicBezTo>
                <a:cubicBezTo>
                  <a:pt x="5169" y="1654"/>
                  <a:pt x="5195" y="1654"/>
                  <a:pt x="5231" y="1652"/>
                </a:cubicBezTo>
                <a:cubicBezTo>
                  <a:pt x="5234" y="1655"/>
                  <a:pt x="5236" y="1661"/>
                  <a:pt x="5236" y="1670"/>
                </a:cubicBezTo>
                <a:cubicBezTo>
                  <a:pt x="5236" y="1679"/>
                  <a:pt x="5234" y="1685"/>
                  <a:pt x="5231" y="1687"/>
                </a:cubicBezTo>
                <a:cubicBezTo>
                  <a:pt x="5212" y="1689"/>
                  <a:pt x="5195" y="1697"/>
                  <a:pt x="5180" y="1710"/>
                </a:cubicBezTo>
                <a:cubicBezTo>
                  <a:pt x="5164" y="1725"/>
                  <a:pt x="5152" y="1740"/>
                  <a:pt x="5143" y="1757"/>
                </a:cubicBezTo>
                <a:cubicBezTo>
                  <a:pt x="5096" y="1853"/>
                  <a:pt x="5033" y="2001"/>
                  <a:pt x="4952" y="2199"/>
                </a:cubicBezTo>
                <a:cubicBezTo>
                  <a:pt x="4936" y="2235"/>
                  <a:pt x="4921" y="2265"/>
                  <a:pt x="4907" y="2292"/>
                </a:cubicBezTo>
                <a:moveTo>
                  <a:pt x="5564" y="1969"/>
                </a:moveTo>
                <a:cubicBezTo>
                  <a:pt x="5568" y="1966"/>
                  <a:pt x="5574" y="1964"/>
                  <a:pt x="5581" y="1964"/>
                </a:cubicBezTo>
                <a:cubicBezTo>
                  <a:pt x="5589" y="1964"/>
                  <a:pt x="5595" y="1965"/>
                  <a:pt x="5598" y="1967"/>
                </a:cubicBezTo>
                <a:cubicBezTo>
                  <a:pt x="5611" y="2019"/>
                  <a:pt x="5624" y="2053"/>
                  <a:pt x="5640" y="2068"/>
                </a:cubicBezTo>
                <a:cubicBezTo>
                  <a:pt x="5656" y="2085"/>
                  <a:pt x="5682" y="2094"/>
                  <a:pt x="5717" y="2094"/>
                </a:cubicBezTo>
                <a:cubicBezTo>
                  <a:pt x="5741" y="2094"/>
                  <a:pt x="5762" y="2087"/>
                  <a:pt x="5781" y="2074"/>
                </a:cubicBezTo>
                <a:cubicBezTo>
                  <a:pt x="5799" y="2061"/>
                  <a:pt x="5809" y="2042"/>
                  <a:pt x="5809" y="2018"/>
                </a:cubicBezTo>
                <a:cubicBezTo>
                  <a:pt x="5809" y="1994"/>
                  <a:pt x="5802" y="1975"/>
                  <a:pt x="5787" y="1960"/>
                </a:cubicBezTo>
                <a:cubicBezTo>
                  <a:pt x="5772" y="1945"/>
                  <a:pt x="5743" y="1929"/>
                  <a:pt x="5699" y="1911"/>
                </a:cubicBezTo>
                <a:cubicBezTo>
                  <a:pt x="5655" y="1893"/>
                  <a:pt x="5625" y="1874"/>
                  <a:pt x="5607" y="1854"/>
                </a:cubicBezTo>
                <a:cubicBezTo>
                  <a:pt x="5589" y="1833"/>
                  <a:pt x="5580" y="1803"/>
                  <a:pt x="5580" y="1764"/>
                </a:cubicBezTo>
                <a:cubicBezTo>
                  <a:pt x="5580" y="1730"/>
                  <a:pt x="5595" y="1702"/>
                  <a:pt x="5625" y="1679"/>
                </a:cubicBezTo>
                <a:cubicBezTo>
                  <a:pt x="5655" y="1655"/>
                  <a:pt x="5691" y="1643"/>
                  <a:pt x="5733" y="1643"/>
                </a:cubicBezTo>
                <a:cubicBezTo>
                  <a:pt x="5749" y="1643"/>
                  <a:pt x="5766" y="1644"/>
                  <a:pt x="5783" y="1647"/>
                </a:cubicBezTo>
                <a:cubicBezTo>
                  <a:pt x="5800" y="1649"/>
                  <a:pt x="5818" y="1653"/>
                  <a:pt x="5837" y="1657"/>
                </a:cubicBezTo>
                <a:cubicBezTo>
                  <a:pt x="5857" y="1661"/>
                  <a:pt x="5869" y="1663"/>
                  <a:pt x="5874" y="1664"/>
                </a:cubicBezTo>
                <a:cubicBezTo>
                  <a:pt x="5874" y="1673"/>
                  <a:pt x="5873" y="1691"/>
                  <a:pt x="5870" y="1718"/>
                </a:cubicBezTo>
                <a:cubicBezTo>
                  <a:pt x="5868" y="1744"/>
                  <a:pt x="5868" y="1764"/>
                  <a:pt x="5868" y="1778"/>
                </a:cubicBezTo>
                <a:cubicBezTo>
                  <a:pt x="5864" y="1782"/>
                  <a:pt x="5858" y="1784"/>
                  <a:pt x="5851" y="1784"/>
                </a:cubicBezTo>
                <a:cubicBezTo>
                  <a:pt x="5842" y="1784"/>
                  <a:pt x="5836" y="1782"/>
                  <a:pt x="5833" y="1779"/>
                </a:cubicBezTo>
                <a:cubicBezTo>
                  <a:pt x="5829" y="1758"/>
                  <a:pt x="5823" y="1740"/>
                  <a:pt x="5815" y="1726"/>
                </a:cubicBezTo>
                <a:cubicBezTo>
                  <a:pt x="5807" y="1712"/>
                  <a:pt x="5797" y="1701"/>
                  <a:pt x="5786" y="1695"/>
                </a:cubicBezTo>
                <a:cubicBezTo>
                  <a:pt x="5774" y="1688"/>
                  <a:pt x="5764" y="1684"/>
                  <a:pt x="5756" y="1682"/>
                </a:cubicBezTo>
                <a:cubicBezTo>
                  <a:pt x="5748" y="1680"/>
                  <a:pt x="5740" y="1679"/>
                  <a:pt x="5733" y="1679"/>
                </a:cubicBezTo>
                <a:cubicBezTo>
                  <a:pt x="5713" y="1679"/>
                  <a:pt x="5695" y="1685"/>
                  <a:pt x="5679" y="1698"/>
                </a:cubicBezTo>
                <a:cubicBezTo>
                  <a:pt x="5664" y="1710"/>
                  <a:pt x="5656" y="1727"/>
                  <a:pt x="5656" y="1748"/>
                </a:cubicBezTo>
                <a:cubicBezTo>
                  <a:pt x="5656" y="1760"/>
                  <a:pt x="5658" y="1770"/>
                  <a:pt x="5662" y="1780"/>
                </a:cubicBezTo>
                <a:cubicBezTo>
                  <a:pt x="5666" y="1789"/>
                  <a:pt x="5671" y="1797"/>
                  <a:pt x="5676" y="1802"/>
                </a:cubicBezTo>
                <a:cubicBezTo>
                  <a:pt x="5680" y="1808"/>
                  <a:pt x="5688" y="1814"/>
                  <a:pt x="5699" y="1821"/>
                </a:cubicBezTo>
                <a:cubicBezTo>
                  <a:pt x="5710" y="1826"/>
                  <a:pt x="5720" y="1831"/>
                  <a:pt x="5727" y="1834"/>
                </a:cubicBezTo>
                <a:cubicBezTo>
                  <a:pt x="5735" y="1837"/>
                  <a:pt x="5748" y="1842"/>
                  <a:pt x="5765" y="1849"/>
                </a:cubicBezTo>
                <a:cubicBezTo>
                  <a:pt x="5849" y="1881"/>
                  <a:pt x="5891" y="1928"/>
                  <a:pt x="5891" y="1992"/>
                </a:cubicBezTo>
                <a:cubicBezTo>
                  <a:pt x="5891" y="2017"/>
                  <a:pt x="5885" y="2040"/>
                  <a:pt x="5873" y="2059"/>
                </a:cubicBezTo>
                <a:cubicBezTo>
                  <a:pt x="5861" y="2078"/>
                  <a:pt x="5846" y="2092"/>
                  <a:pt x="5827" y="2102"/>
                </a:cubicBezTo>
                <a:cubicBezTo>
                  <a:pt x="5808" y="2111"/>
                  <a:pt x="5790" y="2118"/>
                  <a:pt x="5772" y="2122"/>
                </a:cubicBezTo>
                <a:cubicBezTo>
                  <a:pt x="5754" y="2127"/>
                  <a:pt x="5737" y="2129"/>
                  <a:pt x="5720" y="2129"/>
                </a:cubicBezTo>
                <a:cubicBezTo>
                  <a:pt x="5684" y="2129"/>
                  <a:pt x="5651" y="2125"/>
                  <a:pt x="5620" y="2117"/>
                </a:cubicBezTo>
                <a:cubicBezTo>
                  <a:pt x="5616" y="2115"/>
                  <a:pt x="5609" y="2114"/>
                  <a:pt x="5600" y="2114"/>
                </a:cubicBezTo>
                <a:cubicBezTo>
                  <a:pt x="5592" y="2114"/>
                  <a:pt x="5583" y="2116"/>
                  <a:pt x="5573" y="2118"/>
                </a:cubicBezTo>
                <a:cubicBezTo>
                  <a:pt x="5572" y="2081"/>
                  <a:pt x="5569" y="2031"/>
                  <a:pt x="5564" y="1969"/>
                </a:cubicBezTo>
                <a:moveTo>
                  <a:pt x="6123" y="1759"/>
                </a:moveTo>
                <a:cubicBezTo>
                  <a:pt x="6111" y="1774"/>
                  <a:pt x="6105" y="1790"/>
                  <a:pt x="6106" y="1807"/>
                </a:cubicBezTo>
                <a:lnTo>
                  <a:pt x="6106" y="2004"/>
                </a:lnTo>
                <a:cubicBezTo>
                  <a:pt x="6106" y="2018"/>
                  <a:pt x="6106" y="2028"/>
                  <a:pt x="6107" y="2035"/>
                </a:cubicBezTo>
                <a:cubicBezTo>
                  <a:pt x="6109" y="2041"/>
                  <a:pt x="6111" y="2047"/>
                  <a:pt x="6115" y="2052"/>
                </a:cubicBezTo>
                <a:cubicBezTo>
                  <a:pt x="6118" y="2056"/>
                  <a:pt x="6123" y="2062"/>
                  <a:pt x="6132" y="2069"/>
                </a:cubicBezTo>
                <a:cubicBezTo>
                  <a:pt x="6141" y="2077"/>
                  <a:pt x="6152" y="2083"/>
                  <a:pt x="6167" y="2087"/>
                </a:cubicBezTo>
                <a:cubicBezTo>
                  <a:pt x="6182" y="2091"/>
                  <a:pt x="6195" y="2092"/>
                  <a:pt x="6208" y="2092"/>
                </a:cubicBezTo>
                <a:cubicBezTo>
                  <a:pt x="6237" y="2092"/>
                  <a:pt x="6262" y="2086"/>
                  <a:pt x="6282" y="2074"/>
                </a:cubicBezTo>
                <a:cubicBezTo>
                  <a:pt x="6303" y="2062"/>
                  <a:pt x="6319" y="2045"/>
                  <a:pt x="6330" y="2025"/>
                </a:cubicBezTo>
                <a:cubicBezTo>
                  <a:pt x="6341" y="2005"/>
                  <a:pt x="6349" y="1984"/>
                  <a:pt x="6353" y="1963"/>
                </a:cubicBezTo>
                <a:cubicBezTo>
                  <a:pt x="6358" y="1941"/>
                  <a:pt x="6361" y="1917"/>
                  <a:pt x="6361" y="1893"/>
                </a:cubicBezTo>
                <a:cubicBezTo>
                  <a:pt x="6361" y="1834"/>
                  <a:pt x="6348" y="1786"/>
                  <a:pt x="6323" y="1750"/>
                </a:cubicBezTo>
                <a:cubicBezTo>
                  <a:pt x="6298" y="1712"/>
                  <a:pt x="6268" y="1693"/>
                  <a:pt x="6232" y="1693"/>
                </a:cubicBezTo>
                <a:cubicBezTo>
                  <a:pt x="6216" y="1693"/>
                  <a:pt x="6198" y="1700"/>
                  <a:pt x="6176" y="1713"/>
                </a:cubicBezTo>
                <a:cubicBezTo>
                  <a:pt x="6154" y="1726"/>
                  <a:pt x="6137" y="1742"/>
                  <a:pt x="6123" y="1759"/>
                </a:cubicBezTo>
                <a:moveTo>
                  <a:pt x="6106" y="1720"/>
                </a:moveTo>
                <a:cubicBezTo>
                  <a:pt x="6106" y="1724"/>
                  <a:pt x="6107" y="1726"/>
                  <a:pt x="6108" y="1726"/>
                </a:cubicBezTo>
                <a:cubicBezTo>
                  <a:pt x="6111" y="1727"/>
                  <a:pt x="6113" y="1726"/>
                  <a:pt x="6115" y="1724"/>
                </a:cubicBezTo>
                <a:cubicBezTo>
                  <a:pt x="6160" y="1670"/>
                  <a:pt x="6209" y="1643"/>
                  <a:pt x="6263" y="1643"/>
                </a:cubicBezTo>
                <a:cubicBezTo>
                  <a:pt x="6316" y="1643"/>
                  <a:pt x="6362" y="1665"/>
                  <a:pt x="6398" y="1709"/>
                </a:cubicBezTo>
                <a:cubicBezTo>
                  <a:pt x="6435" y="1753"/>
                  <a:pt x="6454" y="1805"/>
                  <a:pt x="6454" y="1863"/>
                </a:cubicBezTo>
                <a:cubicBezTo>
                  <a:pt x="6454" y="1948"/>
                  <a:pt x="6427" y="2016"/>
                  <a:pt x="6374" y="2068"/>
                </a:cubicBezTo>
                <a:cubicBezTo>
                  <a:pt x="6331" y="2109"/>
                  <a:pt x="6279" y="2129"/>
                  <a:pt x="6215" y="2129"/>
                </a:cubicBezTo>
                <a:cubicBezTo>
                  <a:pt x="6179" y="2129"/>
                  <a:pt x="6148" y="2123"/>
                  <a:pt x="6121" y="2112"/>
                </a:cubicBezTo>
                <a:cubicBezTo>
                  <a:pt x="6115" y="2109"/>
                  <a:pt x="6111" y="2109"/>
                  <a:pt x="6108" y="2109"/>
                </a:cubicBezTo>
                <a:cubicBezTo>
                  <a:pt x="6107" y="2110"/>
                  <a:pt x="6106" y="2114"/>
                  <a:pt x="6106" y="2120"/>
                </a:cubicBezTo>
                <a:lnTo>
                  <a:pt x="6106" y="2237"/>
                </a:lnTo>
                <a:cubicBezTo>
                  <a:pt x="6106" y="2280"/>
                  <a:pt x="6110" y="2306"/>
                  <a:pt x="6119" y="2316"/>
                </a:cubicBezTo>
                <a:cubicBezTo>
                  <a:pt x="6129" y="2327"/>
                  <a:pt x="6154" y="2333"/>
                  <a:pt x="6194" y="2336"/>
                </a:cubicBezTo>
                <a:cubicBezTo>
                  <a:pt x="6198" y="2339"/>
                  <a:pt x="6200" y="2345"/>
                  <a:pt x="6200" y="2353"/>
                </a:cubicBezTo>
                <a:cubicBezTo>
                  <a:pt x="6200" y="2362"/>
                  <a:pt x="6198" y="2368"/>
                  <a:pt x="6194" y="2371"/>
                </a:cubicBezTo>
                <a:cubicBezTo>
                  <a:pt x="6132" y="2369"/>
                  <a:pt x="6088" y="2369"/>
                  <a:pt x="6063" y="2369"/>
                </a:cubicBezTo>
                <a:cubicBezTo>
                  <a:pt x="6044" y="2369"/>
                  <a:pt x="6003" y="2369"/>
                  <a:pt x="5942" y="2371"/>
                </a:cubicBezTo>
                <a:cubicBezTo>
                  <a:pt x="5939" y="2368"/>
                  <a:pt x="5937" y="2362"/>
                  <a:pt x="5937" y="2353"/>
                </a:cubicBezTo>
                <a:cubicBezTo>
                  <a:pt x="5937" y="2345"/>
                  <a:pt x="5939" y="2339"/>
                  <a:pt x="5942" y="2336"/>
                </a:cubicBezTo>
                <a:cubicBezTo>
                  <a:pt x="5975" y="2334"/>
                  <a:pt x="5996" y="2328"/>
                  <a:pt x="6006" y="2317"/>
                </a:cubicBezTo>
                <a:cubicBezTo>
                  <a:pt x="6015" y="2307"/>
                  <a:pt x="6020" y="2280"/>
                  <a:pt x="6020" y="2237"/>
                </a:cubicBezTo>
                <a:lnTo>
                  <a:pt x="6020" y="1775"/>
                </a:lnTo>
                <a:cubicBezTo>
                  <a:pt x="6020" y="1745"/>
                  <a:pt x="6016" y="1726"/>
                  <a:pt x="6008" y="1718"/>
                </a:cubicBezTo>
                <a:cubicBezTo>
                  <a:pt x="6000" y="1710"/>
                  <a:pt x="5980" y="1704"/>
                  <a:pt x="5949" y="1702"/>
                </a:cubicBezTo>
                <a:cubicBezTo>
                  <a:pt x="5945" y="1690"/>
                  <a:pt x="5945" y="1680"/>
                  <a:pt x="5948" y="1671"/>
                </a:cubicBezTo>
                <a:cubicBezTo>
                  <a:pt x="6004" y="1664"/>
                  <a:pt x="6050" y="1654"/>
                  <a:pt x="6084" y="1640"/>
                </a:cubicBezTo>
                <a:cubicBezTo>
                  <a:pt x="6089" y="1640"/>
                  <a:pt x="6094" y="1643"/>
                  <a:pt x="6096" y="1648"/>
                </a:cubicBezTo>
                <a:cubicBezTo>
                  <a:pt x="6103" y="1661"/>
                  <a:pt x="6106" y="1685"/>
                  <a:pt x="6106" y="1720"/>
                </a:cubicBezTo>
                <a:moveTo>
                  <a:pt x="6816" y="1866"/>
                </a:moveTo>
                <a:lnTo>
                  <a:pt x="6730" y="1889"/>
                </a:lnTo>
                <a:cubicBezTo>
                  <a:pt x="6662" y="1906"/>
                  <a:pt x="6628" y="1946"/>
                  <a:pt x="6628" y="2008"/>
                </a:cubicBezTo>
                <a:cubicBezTo>
                  <a:pt x="6628" y="2027"/>
                  <a:pt x="6634" y="2045"/>
                  <a:pt x="6647" y="2062"/>
                </a:cubicBezTo>
                <a:cubicBezTo>
                  <a:pt x="6661" y="2077"/>
                  <a:pt x="6681" y="2085"/>
                  <a:pt x="6706" y="2085"/>
                </a:cubicBezTo>
                <a:cubicBezTo>
                  <a:pt x="6731" y="2085"/>
                  <a:pt x="6763" y="2069"/>
                  <a:pt x="6800" y="2037"/>
                </a:cubicBezTo>
                <a:cubicBezTo>
                  <a:pt x="6811" y="2031"/>
                  <a:pt x="6816" y="2022"/>
                  <a:pt x="6816" y="2010"/>
                </a:cubicBezTo>
                <a:lnTo>
                  <a:pt x="6816" y="1866"/>
                </a:lnTo>
                <a:moveTo>
                  <a:pt x="6814" y="2067"/>
                </a:moveTo>
                <a:lnTo>
                  <a:pt x="6793" y="2084"/>
                </a:lnTo>
                <a:cubicBezTo>
                  <a:pt x="6768" y="2102"/>
                  <a:pt x="6748" y="2114"/>
                  <a:pt x="6733" y="2119"/>
                </a:cubicBezTo>
                <a:cubicBezTo>
                  <a:pt x="6718" y="2126"/>
                  <a:pt x="6699" y="2129"/>
                  <a:pt x="6674" y="2129"/>
                </a:cubicBezTo>
                <a:cubicBezTo>
                  <a:pt x="6633" y="2129"/>
                  <a:pt x="6600" y="2120"/>
                  <a:pt x="6575" y="2101"/>
                </a:cubicBezTo>
                <a:cubicBezTo>
                  <a:pt x="6551" y="2082"/>
                  <a:pt x="6538" y="2053"/>
                  <a:pt x="6538" y="2012"/>
                </a:cubicBezTo>
                <a:cubicBezTo>
                  <a:pt x="6538" y="1976"/>
                  <a:pt x="6554" y="1944"/>
                  <a:pt x="6587" y="1917"/>
                </a:cubicBezTo>
                <a:cubicBezTo>
                  <a:pt x="6620" y="1890"/>
                  <a:pt x="6663" y="1869"/>
                  <a:pt x="6717" y="1855"/>
                </a:cubicBezTo>
                <a:lnTo>
                  <a:pt x="6810" y="1832"/>
                </a:lnTo>
                <a:cubicBezTo>
                  <a:pt x="6814" y="1831"/>
                  <a:pt x="6816" y="1827"/>
                  <a:pt x="6816" y="1819"/>
                </a:cubicBezTo>
                <a:cubicBezTo>
                  <a:pt x="6816" y="1726"/>
                  <a:pt x="6787" y="1679"/>
                  <a:pt x="6728" y="1679"/>
                </a:cubicBezTo>
                <a:cubicBezTo>
                  <a:pt x="6704" y="1679"/>
                  <a:pt x="6683" y="1683"/>
                  <a:pt x="6666" y="1691"/>
                </a:cubicBezTo>
                <a:cubicBezTo>
                  <a:pt x="6647" y="1698"/>
                  <a:pt x="6639" y="1709"/>
                  <a:pt x="6639" y="1724"/>
                </a:cubicBezTo>
                <a:cubicBezTo>
                  <a:pt x="6639" y="1735"/>
                  <a:pt x="6639" y="1742"/>
                  <a:pt x="6641" y="1746"/>
                </a:cubicBezTo>
                <a:cubicBezTo>
                  <a:pt x="6643" y="1750"/>
                  <a:pt x="6644" y="1757"/>
                  <a:pt x="6644" y="1766"/>
                </a:cubicBezTo>
                <a:cubicBezTo>
                  <a:pt x="6644" y="1774"/>
                  <a:pt x="6639" y="1782"/>
                  <a:pt x="6630" y="1790"/>
                </a:cubicBezTo>
                <a:cubicBezTo>
                  <a:pt x="6622" y="1797"/>
                  <a:pt x="6610" y="1801"/>
                  <a:pt x="6596" y="1801"/>
                </a:cubicBezTo>
                <a:cubicBezTo>
                  <a:pt x="6570" y="1801"/>
                  <a:pt x="6558" y="1788"/>
                  <a:pt x="6559" y="1763"/>
                </a:cubicBezTo>
                <a:cubicBezTo>
                  <a:pt x="6559" y="1734"/>
                  <a:pt x="6578" y="1707"/>
                  <a:pt x="6615" y="1681"/>
                </a:cubicBezTo>
                <a:cubicBezTo>
                  <a:pt x="6653" y="1656"/>
                  <a:pt x="6694" y="1643"/>
                  <a:pt x="6738" y="1643"/>
                </a:cubicBezTo>
                <a:cubicBezTo>
                  <a:pt x="6846" y="1643"/>
                  <a:pt x="6900" y="1704"/>
                  <a:pt x="6900" y="1826"/>
                </a:cubicBezTo>
                <a:lnTo>
                  <a:pt x="6900" y="1987"/>
                </a:lnTo>
                <a:cubicBezTo>
                  <a:pt x="6900" y="2008"/>
                  <a:pt x="6901" y="2023"/>
                  <a:pt x="6902" y="2035"/>
                </a:cubicBezTo>
                <a:cubicBezTo>
                  <a:pt x="6903" y="2045"/>
                  <a:pt x="6907" y="2056"/>
                  <a:pt x="6914" y="2065"/>
                </a:cubicBezTo>
                <a:cubicBezTo>
                  <a:pt x="6920" y="2075"/>
                  <a:pt x="6930" y="2079"/>
                  <a:pt x="6943" y="2079"/>
                </a:cubicBezTo>
                <a:cubicBezTo>
                  <a:pt x="6952" y="2079"/>
                  <a:pt x="6960" y="2076"/>
                  <a:pt x="6967" y="2070"/>
                </a:cubicBezTo>
                <a:cubicBezTo>
                  <a:pt x="6973" y="2065"/>
                  <a:pt x="6977" y="2062"/>
                  <a:pt x="6978" y="2062"/>
                </a:cubicBezTo>
                <a:cubicBezTo>
                  <a:pt x="6979" y="2062"/>
                  <a:pt x="6982" y="2064"/>
                  <a:pt x="6985" y="2069"/>
                </a:cubicBezTo>
                <a:cubicBezTo>
                  <a:pt x="6989" y="2073"/>
                  <a:pt x="6991" y="2077"/>
                  <a:pt x="6991" y="2080"/>
                </a:cubicBezTo>
                <a:cubicBezTo>
                  <a:pt x="6991" y="2082"/>
                  <a:pt x="6987" y="2087"/>
                  <a:pt x="6980" y="2095"/>
                </a:cubicBezTo>
                <a:cubicBezTo>
                  <a:pt x="6973" y="2102"/>
                  <a:pt x="6961" y="2110"/>
                  <a:pt x="6946" y="2118"/>
                </a:cubicBezTo>
                <a:cubicBezTo>
                  <a:pt x="6931" y="2125"/>
                  <a:pt x="6915" y="2129"/>
                  <a:pt x="6899" y="2129"/>
                </a:cubicBezTo>
                <a:cubicBezTo>
                  <a:pt x="6856" y="2129"/>
                  <a:pt x="6828" y="2108"/>
                  <a:pt x="6816" y="2067"/>
                </a:cubicBezTo>
                <a:lnTo>
                  <a:pt x="6814" y="2067"/>
                </a:lnTo>
                <a:moveTo>
                  <a:pt x="7423" y="2020"/>
                </a:moveTo>
                <a:cubicBezTo>
                  <a:pt x="7398" y="2062"/>
                  <a:pt x="7371" y="2090"/>
                  <a:pt x="7342" y="2106"/>
                </a:cubicBezTo>
                <a:cubicBezTo>
                  <a:pt x="7314" y="2121"/>
                  <a:pt x="7283" y="2129"/>
                  <a:pt x="7247" y="2129"/>
                </a:cubicBezTo>
                <a:cubicBezTo>
                  <a:pt x="7180" y="2129"/>
                  <a:pt x="7127" y="2108"/>
                  <a:pt x="7089" y="2065"/>
                </a:cubicBezTo>
                <a:cubicBezTo>
                  <a:pt x="7051" y="2022"/>
                  <a:pt x="7033" y="1965"/>
                  <a:pt x="7033" y="1893"/>
                </a:cubicBezTo>
                <a:cubicBezTo>
                  <a:pt x="7033" y="1820"/>
                  <a:pt x="7055" y="1761"/>
                  <a:pt x="7100" y="1714"/>
                </a:cubicBezTo>
                <a:cubicBezTo>
                  <a:pt x="7146" y="1667"/>
                  <a:pt x="7197" y="1643"/>
                  <a:pt x="7254" y="1643"/>
                </a:cubicBezTo>
                <a:cubicBezTo>
                  <a:pt x="7306" y="1643"/>
                  <a:pt x="7346" y="1653"/>
                  <a:pt x="7375" y="1673"/>
                </a:cubicBezTo>
                <a:cubicBezTo>
                  <a:pt x="7405" y="1692"/>
                  <a:pt x="7419" y="1716"/>
                  <a:pt x="7419" y="1746"/>
                </a:cubicBezTo>
                <a:cubicBezTo>
                  <a:pt x="7419" y="1761"/>
                  <a:pt x="7414" y="1773"/>
                  <a:pt x="7402" y="1781"/>
                </a:cubicBezTo>
                <a:cubicBezTo>
                  <a:pt x="7392" y="1790"/>
                  <a:pt x="7380" y="1794"/>
                  <a:pt x="7367" y="1794"/>
                </a:cubicBezTo>
                <a:cubicBezTo>
                  <a:pt x="7342" y="1794"/>
                  <a:pt x="7328" y="1781"/>
                  <a:pt x="7325" y="1755"/>
                </a:cubicBezTo>
                <a:cubicBezTo>
                  <a:pt x="7324" y="1739"/>
                  <a:pt x="7322" y="1727"/>
                  <a:pt x="7318" y="1718"/>
                </a:cubicBezTo>
                <a:cubicBezTo>
                  <a:pt x="7314" y="1709"/>
                  <a:pt x="7307" y="1700"/>
                  <a:pt x="7296" y="1692"/>
                </a:cubicBezTo>
                <a:cubicBezTo>
                  <a:pt x="7284" y="1683"/>
                  <a:pt x="7268" y="1679"/>
                  <a:pt x="7248" y="1679"/>
                </a:cubicBezTo>
                <a:cubicBezTo>
                  <a:pt x="7212" y="1679"/>
                  <a:pt x="7183" y="1696"/>
                  <a:pt x="7160" y="1730"/>
                </a:cubicBezTo>
                <a:cubicBezTo>
                  <a:pt x="7137" y="1764"/>
                  <a:pt x="7126" y="1811"/>
                  <a:pt x="7126" y="1870"/>
                </a:cubicBezTo>
                <a:cubicBezTo>
                  <a:pt x="7126" y="1932"/>
                  <a:pt x="7139" y="1982"/>
                  <a:pt x="7167" y="2019"/>
                </a:cubicBezTo>
                <a:cubicBezTo>
                  <a:pt x="7196" y="2056"/>
                  <a:pt x="7230" y="2075"/>
                  <a:pt x="7270" y="2075"/>
                </a:cubicBezTo>
                <a:cubicBezTo>
                  <a:pt x="7320" y="2075"/>
                  <a:pt x="7363" y="2052"/>
                  <a:pt x="7400" y="2004"/>
                </a:cubicBezTo>
                <a:cubicBezTo>
                  <a:pt x="7411" y="2006"/>
                  <a:pt x="7419" y="2011"/>
                  <a:pt x="7423" y="2020"/>
                </a:cubicBezTo>
                <a:moveTo>
                  <a:pt x="7589" y="1813"/>
                </a:moveTo>
                <a:lnTo>
                  <a:pt x="7785" y="1810"/>
                </a:lnTo>
                <a:cubicBezTo>
                  <a:pt x="7795" y="1810"/>
                  <a:pt x="7801" y="1805"/>
                  <a:pt x="7801" y="1795"/>
                </a:cubicBezTo>
                <a:cubicBezTo>
                  <a:pt x="7801" y="1753"/>
                  <a:pt x="7791" y="1724"/>
                  <a:pt x="7774" y="1707"/>
                </a:cubicBezTo>
                <a:cubicBezTo>
                  <a:pt x="7757" y="1690"/>
                  <a:pt x="7735" y="1681"/>
                  <a:pt x="7710" y="1681"/>
                </a:cubicBezTo>
                <a:cubicBezTo>
                  <a:pt x="7701" y="1681"/>
                  <a:pt x="7692" y="1682"/>
                  <a:pt x="7682" y="1685"/>
                </a:cubicBezTo>
                <a:cubicBezTo>
                  <a:pt x="7673" y="1687"/>
                  <a:pt x="7661" y="1693"/>
                  <a:pt x="7648" y="1701"/>
                </a:cubicBezTo>
                <a:cubicBezTo>
                  <a:pt x="7634" y="1708"/>
                  <a:pt x="7623" y="1721"/>
                  <a:pt x="7612" y="1741"/>
                </a:cubicBezTo>
                <a:cubicBezTo>
                  <a:pt x="7601" y="1761"/>
                  <a:pt x="7594" y="1785"/>
                  <a:pt x="7589" y="1813"/>
                </a:cubicBezTo>
                <a:moveTo>
                  <a:pt x="7872" y="2018"/>
                </a:moveTo>
                <a:cubicBezTo>
                  <a:pt x="7884" y="2019"/>
                  <a:pt x="7892" y="2024"/>
                  <a:pt x="7895" y="2035"/>
                </a:cubicBezTo>
                <a:cubicBezTo>
                  <a:pt x="7846" y="2098"/>
                  <a:pt x="7785" y="2129"/>
                  <a:pt x="7710" y="2129"/>
                </a:cubicBezTo>
                <a:cubicBezTo>
                  <a:pt x="7639" y="2129"/>
                  <a:pt x="7584" y="2106"/>
                  <a:pt x="7545" y="2059"/>
                </a:cubicBezTo>
                <a:cubicBezTo>
                  <a:pt x="7511" y="2020"/>
                  <a:pt x="7495" y="1967"/>
                  <a:pt x="7495" y="1899"/>
                </a:cubicBezTo>
                <a:cubicBezTo>
                  <a:pt x="7495" y="1823"/>
                  <a:pt x="7517" y="1762"/>
                  <a:pt x="7563" y="1715"/>
                </a:cubicBezTo>
                <a:cubicBezTo>
                  <a:pt x="7609" y="1669"/>
                  <a:pt x="7658" y="1646"/>
                  <a:pt x="7710" y="1646"/>
                </a:cubicBezTo>
                <a:cubicBezTo>
                  <a:pt x="7832" y="1646"/>
                  <a:pt x="7894" y="1708"/>
                  <a:pt x="7894" y="1833"/>
                </a:cubicBezTo>
                <a:cubicBezTo>
                  <a:pt x="7894" y="1845"/>
                  <a:pt x="7887" y="1851"/>
                  <a:pt x="7873" y="1851"/>
                </a:cubicBezTo>
                <a:lnTo>
                  <a:pt x="7585" y="1850"/>
                </a:lnTo>
                <a:cubicBezTo>
                  <a:pt x="7585" y="1911"/>
                  <a:pt x="7596" y="1960"/>
                  <a:pt x="7619" y="1998"/>
                </a:cubicBezTo>
                <a:cubicBezTo>
                  <a:pt x="7651" y="2049"/>
                  <a:pt x="7691" y="2075"/>
                  <a:pt x="7738" y="2075"/>
                </a:cubicBezTo>
                <a:cubicBezTo>
                  <a:pt x="7768" y="2075"/>
                  <a:pt x="7793" y="2071"/>
                  <a:pt x="7812" y="2063"/>
                </a:cubicBezTo>
                <a:cubicBezTo>
                  <a:pt x="7831" y="2054"/>
                  <a:pt x="7851" y="2039"/>
                  <a:pt x="7872" y="2018"/>
                </a:cubicBezTo>
                <a:moveTo>
                  <a:pt x="12740" y="613"/>
                </a:moveTo>
                <a:cubicBezTo>
                  <a:pt x="12740" y="517"/>
                  <a:pt x="12761" y="426"/>
                  <a:pt x="12803" y="339"/>
                </a:cubicBezTo>
                <a:cubicBezTo>
                  <a:pt x="12846" y="253"/>
                  <a:pt x="12901" y="180"/>
                  <a:pt x="12969" y="121"/>
                </a:cubicBezTo>
                <a:cubicBezTo>
                  <a:pt x="12980" y="122"/>
                  <a:pt x="12988" y="129"/>
                  <a:pt x="12992" y="141"/>
                </a:cubicBezTo>
                <a:cubicBezTo>
                  <a:pt x="12883" y="263"/>
                  <a:pt x="12829" y="420"/>
                  <a:pt x="12829" y="613"/>
                </a:cubicBezTo>
                <a:cubicBezTo>
                  <a:pt x="12829" y="806"/>
                  <a:pt x="12883" y="964"/>
                  <a:pt x="12992" y="1088"/>
                </a:cubicBezTo>
                <a:cubicBezTo>
                  <a:pt x="12988" y="1098"/>
                  <a:pt x="12980" y="1104"/>
                  <a:pt x="12969" y="1106"/>
                </a:cubicBezTo>
                <a:cubicBezTo>
                  <a:pt x="12926" y="1070"/>
                  <a:pt x="12889" y="1029"/>
                  <a:pt x="12858" y="984"/>
                </a:cubicBezTo>
                <a:cubicBezTo>
                  <a:pt x="12828" y="939"/>
                  <a:pt x="12806" y="899"/>
                  <a:pt x="12791" y="864"/>
                </a:cubicBezTo>
                <a:cubicBezTo>
                  <a:pt x="12776" y="828"/>
                  <a:pt x="12765" y="791"/>
                  <a:pt x="12756" y="751"/>
                </a:cubicBezTo>
                <a:cubicBezTo>
                  <a:pt x="12746" y="712"/>
                  <a:pt x="12742" y="684"/>
                  <a:pt x="12741" y="666"/>
                </a:cubicBezTo>
                <a:cubicBezTo>
                  <a:pt x="12740" y="648"/>
                  <a:pt x="12740" y="630"/>
                  <a:pt x="12740" y="613"/>
                </a:cubicBezTo>
                <a:moveTo>
                  <a:pt x="13197" y="538"/>
                </a:moveTo>
                <a:lnTo>
                  <a:pt x="13197" y="809"/>
                </a:lnTo>
                <a:cubicBezTo>
                  <a:pt x="13224" y="843"/>
                  <a:pt x="13250" y="860"/>
                  <a:pt x="13274" y="860"/>
                </a:cubicBezTo>
                <a:cubicBezTo>
                  <a:pt x="13323" y="860"/>
                  <a:pt x="13361" y="840"/>
                  <a:pt x="13387" y="800"/>
                </a:cubicBezTo>
                <a:cubicBezTo>
                  <a:pt x="13413" y="761"/>
                  <a:pt x="13427" y="708"/>
                  <a:pt x="13427" y="644"/>
                </a:cubicBezTo>
                <a:cubicBezTo>
                  <a:pt x="13427" y="592"/>
                  <a:pt x="13415" y="548"/>
                  <a:pt x="13391" y="513"/>
                </a:cubicBezTo>
                <a:cubicBezTo>
                  <a:pt x="13368" y="477"/>
                  <a:pt x="13340" y="459"/>
                  <a:pt x="13307" y="459"/>
                </a:cubicBezTo>
                <a:cubicBezTo>
                  <a:pt x="13271" y="459"/>
                  <a:pt x="13241" y="471"/>
                  <a:pt x="13215" y="493"/>
                </a:cubicBezTo>
                <a:cubicBezTo>
                  <a:pt x="13203" y="505"/>
                  <a:pt x="13197" y="520"/>
                  <a:pt x="13197" y="538"/>
                </a:cubicBezTo>
                <a:moveTo>
                  <a:pt x="13208" y="460"/>
                </a:moveTo>
                <a:cubicBezTo>
                  <a:pt x="13243" y="428"/>
                  <a:pt x="13283" y="411"/>
                  <a:pt x="13327" y="411"/>
                </a:cubicBezTo>
                <a:cubicBezTo>
                  <a:pt x="13377" y="411"/>
                  <a:pt x="13422" y="431"/>
                  <a:pt x="13461" y="471"/>
                </a:cubicBezTo>
                <a:cubicBezTo>
                  <a:pt x="13500" y="510"/>
                  <a:pt x="13520" y="561"/>
                  <a:pt x="13520" y="624"/>
                </a:cubicBezTo>
                <a:cubicBezTo>
                  <a:pt x="13520" y="705"/>
                  <a:pt x="13495" y="771"/>
                  <a:pt x="13445" y="821"/>
                </a:cubicBezTo>
                <a:cubicBezTo>
                  <a:pt x="13395" y="872"/>
                  <a:pt x="13340" y="897"/>
                  <a:pt x="13281" y="897"/>
                </a:cubicBezTo>
                <a:cubicBezTo>
                  <a:pt x="13238" y="897"/>
                  <a:pt x="13207" y="888"/>
                  <a:pt x="13186" y="870"/>
                </a:cubicBezTo>
                <a:cubicBezTo>
                  <a:pt x="13180" y="865"/>
                  <a:pt x="13175" y="863"/>
                  <a:pt x="13171" y="863"/>
                </a:cubicBezTo>
                <a:cubicBezTo>
                  <a:pt x="13167" y="863"/>
                  <a:pt x="13162" y="866"/>
                  <a:pt x="13156" y="873"/>
                </a:cubicBezTo>
                <a:cubicBezTo>
                  <a:pt x="13154" y="876"/>
                  <a:pt x="13150" y="880"/>
                  <a:pt x="13146" y="884"/>
                </a:cubicBezTo>
                <a:cubicBezTo>
                  <a:pt x="13143" y="887"/>
                  <a:pt x="13140" y="889"/>
                  <a:pt x="13138" y="891"/>
                </a:cubicBezTo>
                <a:cubicBezTo>
                  <a:pt x="13136" y="892"/>
                  <a:pt x="13134" y="895"/>
                  <a:pt x="13130" y="899"/>
                </a:cubicBezTo>
                <a:cubicBezTo>
                  <a:pt x="13121" y="899"/>
                  <a:pt x="13113" y="895"/>
                  <a:pt x="13107" y="886"/>
                </a:cubicBezTo>
                <a:cubicBezTo>
                  <a:pt x="13110" y="872"/>
                  <a:pt x="13111" y="847"/>
                  <a:pt x="13111" y="809"/>
                </a:cubicBezTo>
                <a:lnTo>
                  <a:pt x="13111" y="281"/>
                </a:lnTo>
                <a:cubicBezTo>
                  <a:pt x="13111" y="258"/>
                  <a:pt x="13110" y="240"/>
                  <a:pt x="13108" y="229"/>
                </a:cubicBezTo>
                <a:cubicBezTo>
                  <a:pt x="13107" y="218"/>
                  <a:pt x="13103" y="209"/>
                  <a:pt x="13095" y="204"/>
                </a:cubicBezTo>
                <a:cubicBezTo>
                  <a:pt x="13088" y="199"/>
                  <a:pt x="13082" y="196"/>
                  <a:pt x="13077" y="196"/>
                </a:cubicBezTo>
                <a:cubicBezTo>
                  <a:pt x="13072" y="195"/>
                  <a:pt x="13061" y="194"/>
                  <a:pt x="13042" y="192"/>
                </a:cubicBezTo>
                <a:cubicBezTo>
                  <a:pt x="13034" y="184"/>
                  <a:pt x="13032" y="173"/>
                  <a:pt x="13035" y="160"/>
                </a:cubicBezTo>
                <a:cubicBezTo>
                  <a:pt x="13099" y="155"/>
                  <a:pt x="13149" y="146"/>
                  <a:pt x="13187" y="131"/>
                </a:cubicBezTo>
                <a:cubicBezTo>
                  <a:pt x="13196" y="131"/>
                  <a:pt x="13200" y="135"/>
                  <a:pt x="13200" y="142"/>
                </a:cubicBezTo>
                <a:cubicBezTo>
                  <a:pt x="13198" y="171"/>
                  <a:pt x="13197" y="209"/>
                  <a:pt x="13197" y="256"/>
                </a:cubicBezTo>
                <a:lnTo>
                  <a:pt x="13197" y="454"/>
                </a:lnTo>
                <a:cubicBezTo>
                  <a:pt x="13197" y="464"/>
                  <a:pt x="13200" y="466"/>
                  <a:pt x="13208" y="460"/>
                </a:cubicBezTo>
                <a:moveTo>
                  <a:pt x="13827" y="613"/>
                </a:moveTo>
                <a:cubicBezTo>
                  <a:pt x="13827" y="710"/>
                  <a:pt x="13806" y="802"/>
                  <a:pt x="13763" y="888"/>
                </a:cubicBezTo>
                <a:cubicBezTo>
                  <a:pt x="13721" y="975"/>
                  <a:pt x="13666" y="1048"/>
                  <a:pt x="13598" y="1106"/>
                </a:cubicBezTo>
                <a:cubicBezTo>
                  <a:pt x="13588" y="1105"/>
                  <a:pt x="13580" y="1099"/>
                  <a:pt x="13576" y="1087"/>
                </a:cubicBezTo>
                <a:cubicBezTo>
                  <a:pt x="13684" y="964"/>
                  <a:pt x="13738" y="806"/>
                  <a:pt x="13738" y="613"/>
                </a:cubicBezTo>
                <a:cubicBezTo>
                  <a:pt x="13738" y="422"/>
                  <a:pt x="13684" y="263"/>
                  <a:pt x="13576" y="138"/>
                </a:cubicBezTo>
                <a:cubicBezTo>
                  <a:pt x="13579" y="129"/>
                  <a:pt x="13587" y="122"/>
                  <a:pt x="13598" y="120"/>
                </a:cubicBezTo>
                <a:cubicBezTo>
                  <a:pt x="13640" y="157"/>
                  <a:pt x="13677" y="198"/>
                  <a:pt x="13707" y="242"/>
                </a:cubicBezTo>
                <a:cubicBezTo>
                  <a:pt x="13738" y="287"/>
                  <a:pt x="13761" y="328"/>
                  <a:pt x="13776" y="363"/>
                </a:cubicBezTo>
                <a:cubicBezTo>
                  <a:pt x="13791" y="399"/>
                  <a:pt x="13803" y="436"/>
                  <a:pt x="13811" y="476"/>
                </a:cubicBezTo>
                <a:cubicBezTo>
                  <a:pt x="13820" y="515"/>
                  <a:pt x="13825" y="544"/>
                  <a:pt x="13826" y="562"/>
                </a:cubicBezTo>
                <a:cubicBezTo>
                  <a:pt x="13826" y="579"/>
                  <a:pt x="13827" y="596"/>
                  <a:pt x="13827" y="613"/>
                </a:cubicBezTo>
                <a:moveTo>
                  <a:pt x="14572" y="203"/>
                </a:moveTo>
                <a:cubicBezTo>
                  <a:pt x="14581" y="253"/>
                  <a:pt x="14588" y="300"/>
                  <a:pt x="14591" y="343"/>
                </a:cubicBezTo>
                <a:cubicBezTo>
                  <a:pt x="14585" y="347"/>
                  <a:pt x="14574" y="349"/>
                  <a:pt x="14556" y="349"/>
                </a:cubicBezTo>
                <a:cubicBezTo>
                  <a:pt x="14552" y="338"/>
                  <a:pt x="14549" y="329"/>
                  <a:pt x="14545" y="319"/>
                </a:cubicBezTo>
                <a:cubicBezTo>
                  <a:pt x="14541" y="311"/>
                  <a:pt x="14537" y="301"/>
                  <a:pt x="14533" y="291"/>
                </a:cubicBezTo>
                <a:cubicBezTo>
                  <a:pt x="14528" y="281"/>
                  <a:pt x="14522" y="272"/>
                  <a:pt x="14517" y="264"/>
                </a:cubicBezTo>
                <a:cubicBezTo>
                  <a:pt x="14511" y="257"/>
                  <a:pt x="14504" y="250"/>
                  <a:pt x="14496" y="244"/>
                </a:cubicBezTo>
                <a:cubicBezTo>
                  <a:pt x="14488" y="236"/>
                  <a:pt x="14479" y="231"/>
                  <a:pt x="14469" y="226"/>
                </a:cubicBezTo>
                <a:cubicBezTo>
                  <a:pt x="14460" y="222"/>
                  <a:pt x="14449" y="218"/>
                  <a:pt x="14436" y="215"/>
                </a:cubicBezTo>
                <a:cubicBezTo>
                  <a:pt x="14424" y="212"/>
                  <a:pt x="14410" y="211"/>
                  <a:pt x="14395" y="211"/>
                </a:cubicBezTo>
                <a:cubicBezTo>
                  <a:pt x="14364" y="211"/>
                  <a:pt x="14337" y="223"/>
                  <a:pt x="14312" y="248"/>
                </a:cubicBezTo>
                <a:cubicBezTo>
                  <a:pt x="14288" y="274"/>
                  <a:pt x="14277" y="302"/>
                  <a:pt x="14277" y="332"/>
                </a:cubicBezTo>
                <a:cubicBezTo>
                  <a:pt x="14277" y="349"/>
                  <a:pt x="14280" y="365"/>
                  <a:pt x="14288" y="381"/>
                </a:cubicBezTo>
                <a:cubicBezTo>
                  <a:pt x="14296" y="395"/>
                  <a:pt x="14305" y="408"/>
                  <a:pt x="14316" y="417"/>
                </a:cubicBezTo>
                <a:cubicBezTo>
                  <a:pt x="14326" y="427"/>
                  <a:pt x="14340" y="437"/>
                  <a:pt x="14358" y="447"/>
                </a:cubicBezTo>
                <a:cubicBezTo>
                  <a:pt x="14375" y="456"/>
                  <a:pt x="14389" y="464"/>
                  <a:pt x="14400" y="469"/>
                </a:cubicBezTo>
                <a:cubicBezTo>
                  <a:pt x="14413" y="474"/>
                  <a:pt x="14427" y="479"/>
                  <a:pt x="14444" y="486"/>
                </a:cubicBezTo>
                <a:cubicBezTo>
                  <a:pt x="14462" y="493"/>
                  <a:pt x="14473" y="497"/>
                  <a:pt x="14477" y="499"/>
                </a:cubicBezTo>
                <a:cubicBezTo>
                  <a:pt x="14498" y="508"/>
                  <a:pt x="14516" y="518"/>
                  <a:pt x="14533" y="529"/>
                </a:cubicBezTo>
                <a:cubicBezTo>
                  <a:pt x="14550" y="538"/>
                  <a:pt x="14565" y="551"/>
                  <a:pt x="14579" y="567"/>
                </a:cubicBezTo>
                <a:cubicBezTo>
                  <a:pt x="14594" y="581"/>
                  <a:pt x="14605" y="599"/>
                  <a:pt x="14612" y="619"/>
                </a:cubicBezTo>
                <a:cubicBezTo>
                  <a:pt x="14620" y="640"/>
                  <a:pt x="14624" y="662"/>
                  <a:pt x="14624" y="687"/>
                </a:cubicBezTo>
                <a:cubicBezTo>
                  <a:pt x="14624" y="721"/>
                  <a:pt x="14615" y="754"/>
                  <a:pt x="14596" y="786"/>
                </a:cubicBezTo>
                <a:cubicBezTo>
                  <a:pt x="14578" y="817"/>
                  <a:pt x="14554" y="842"/>
                  <a:pt x="14523" y="862"/>
                </a:cubicBezTo>
                <a:cubicBezTo>
                  <a:pt x="14485" y="885"/>
                  <a:pt x="14441" y="897"/>
                  <a:pt x="14389" y="897"/>
                </a:cubicBezTo>
                <a:cubicBezTo>
                  <a:pt x="14355" y="897"/>
                  <a:pt x="14319" y="893"/>
                  <a:pt x="14282" y="885"/>
                </a:cubicBezTo>
                <a:cubicBezTo>
                  <a:pt x="14244" y="876"/>
                  <a:pt x="14215" y="871"/>
                  <a:pt x="14195" y="871"/>
                </a:cubicBezTo>
                <a:cubicBezTo>
                  <a:pt x="14184" y="827"/>
                  <a:pt x="14177" y="772"/>
                  <a:pt x="14174" y="707"/>
                </a:cubicBezTo>
                <a:cubicBezTo>
                  <a:pt x="14185" y="702"/>
                  <a:pt x="14197" y="701"/>
                  <a:pt x="14209" y="705"/>
                </a:cubicBezTo>
                <a:cubicBezTo>
                  <a:pt x="14232" y="807"/>
                  <a:pt x="14295" y="858"/>
                  <a:pt x="14399" y="858"/>
                </a:cubicBezTo>
                <a:cubicBezTo>
                  <a:pt x="14442" y="858"/>
                  <a:pt x="14475" y="847"/>
                  <a:pt x="14498" y="824"/>
                </a:cubicBezTo>
                <a:cubicBezTo>
                  <a:pt x="14522" y="801"/>
                  <a:pt x="14534" y="768"/>
                  <a:pt x="14534" y="724"/>
                </a:cubicBezTo>
                <a:cubicBezTo>
                  <a:pt x="14534" y="705"/>
                  <a:pt x="14530" y="687"/>
                  <a:pt x="14524" y="671"/>
                </a:cubicBezTo>
                <a:cubicBezTo>
                  <a:pt x="14518" y="654"/>
                  <a:pt x="14511" y="641"/>
                  <a:pt x="14503" y="631"/>
                </a:cubicBezTo>
                <a:cubicBezTo>
                  <a:pt x="14496" y="621"/>
                  <a:pt x="14485" y="611"/>
                  <a:pt x="14470" y="602"/>
                </a:cubicBezTo>
                <a:cubicBezTo>
                  <a:pt x="14455" y="593"/>
                  <a:pt x="14443" y="587"/>
                  <a:pt x="14433" y="583"/>
                </a:cubicBezTo>
                <a:cubicBezTo>
                  <a:pt x="14424" y="578"/>
                  <a:pt x="14410" y="572"/>
                  <a:pt x="14392" y="565"/>
                </a:cubicBezTo>
                <a:cubicBezTo>
                  <a:pt x="14374" y="558"/>
                  <a:pt x="14362" y="553"/>
                  <a:pt x="14356" y="551"/>
                </a:cubicBezTo>
                <a:cubicBezTo>
                  <a:pt x="14325" y="537"/>
                  <a:pt x="14298" y="523"/>
                  <a:pt x="14277" y="508"/>
                </a:cubicBezTo>
                <a:cubicBezTo>
                  <a:pt x="14255" y="493"/>
                  <a:pt x="14237" y="472"/>
                  <a:pt x="14222" y="447"/>
                </a:cubicBezTo>
                <a:cubicBezTo>
                  <a:pt x="14207" y="422"/>
                  <a:pt x="14200" y="393"/>
                  <a:pt x="14200" y="361"/>
                </a:cubicBezTo>
                <a:cubicBezTo>
                  <a:pt x="14200" y="306"/>
                  <a:pt x="14220" y="261"/>
                  <a:pt x="14260" y="226"/>
                </a:cubicBezTo>
                <a:cubicBezTo>
                  <a:pt x="14300" y="192"/>
                  <a:pt x="14349" y="174"/>
                  <a:pt x="14405" y="174"/>
                </a:cubicBezTo>
                <a:cubicBezTo>
                  <a:pt x="14447" y="174"/>
                  <a:pt x="14482" y="179"/>
                  <a:pt x="14512" y="188"/>
                </a:cubicBezTo>
                <a:cubicBezTo>
                  <a:pt x="14542" y="198"/>
                  <a:pt x="14562" y="203"/>
                  <a:pt x="14572" y="203"/>
                </a:cubicBezTo>
                <a:moveTo>
                  <a:pt x="14888" y="455"/>
                </a:moveTo>
                <a:cubicBezTo>
                  <a:pt x="14863" y="457"/>
                  <a:pt x="14848" y="463"/>
                  <a:pt x="14844" y="474"/>
                </a:cubicBezTo>
                <a:cubicBezTo>
                  <a:pt x="14840" y="484"/>
                  <a:pt x="14844" y="502"/>
                  <a:pt x="14855" y="527"/>
                </a:cubicBezTo>
                <a:lnTo>
                  <a:pt x="14942" y="750"/>
                </a:lnTo>
                <a:cubicBezTo>
                  <a:pt x="14947" y="763"/>
                  <a:pt x="14951" y="772"/>
                  <a:pt x="14953" y="775"/>
                </a:cubicBezTo>
                <a:cubicBezTo>
                  <a:pt x="14956" y="777"/>
                  <a:pt x="14958" y="777"/>
                  <a:pt x="14961" y="773"/>
                </a:cubicBezTo>
                <a:cubicBezTo>
                  <a:pt x="14963" y="770"/>
                  <a:pt x="14967" y="762"/>
                  <a:pt x="14972" y="749"/>
                </a:cubicBezTo>
                <a:lnTo>
                  <a:pt x="15047" y="557"/>
                </a:lnTo>
                <a:lnTo>
                  <a:pt x="15041" y="540"/>
                </a:lnTo>
                <a:cubicBezTo>
                  <a:pt x="15039" y="537"/>
                  <a:pt x="15038" y="534"/>
                  <a:pt x="15036" y="530"/>
                </a:cubicBezTo>
                <a:cubicBezTo>
                  <a:pt x="15032" y="516"/>
                  <a:pt x="15027" y="506"/>
                  <a:pt x="15024" y="501"/>
                </a:cubicBezTo>
                <a:cubicBezTo>
                  <a:pt x="15021" y="494"/>
                  <a:pt x="15016" y="487"/>
                  <a:pt x="15011" y="480"/>
                </a:cubicBezTo>
                <a:cubicBezTo>
                  <a:pt x="15005" y="472"/>
                  <a:pt x="14998" y="466"/>
                  <a:pt x="14989" y="463"/>
                </a:cubicBezTo>
                <a:cubicBezTo>
                  <a:pt x="14980" y="460"/>
                  <a:pt x="14970" y="457"/>
                  <a:pt x="14958" y="455"/>
                </a:cubicBezTo>
                <a:cubicBezTo>
                  <a:pt x="14956" y="453"/>
                  <a:pt x="14954" y="448"/>
                  <a:pt x="14954" y="439"/>
                </a:cubicBezTo>
                <a:cubicBezTo>
                  <a:pt x="14954" y="430"/>
                  <a:pt x="14956" y="424"/>
                  <a:pt x="14958" y="420"/>
                </a:cubicBezTo>
                <a:cubicBezTo>
                  <a:pt x="15012" y="422"/>
                  <a:pt x="15044" y="422"/>
                  <a:pt x="15054" y="422"/>
                </a:cubicBezTo>
                <a:cubicBezTo>
                  <a:pt x="15072" y="422"/>
                  <a:pt x="15108" y="422"/>
                  <a:pt x="15161" y="420"/>
                </a:cubicBezTo>
                <a:cubicBezTo>
                  <a:pt x="15164" y="423"/>
                  <a:pt x="15166" y="429"/>
                  <a:pt x="15166" y="438"/>
                </a:cubicBezTo>
                <a:cubicBezTo>
                  <a:pt x="15166" y="447"/>
                  <a:pt x="15164" y="453"/>
                  <a:pt x="15161" y="455"/>
                </a:cubicBezTo>
                <a:cubicBezTo>
                  <a:pt x="15133" y="458"/>
                  <a:pt x="15117" y="463"/>
                  <a:pt x="15112" y="471"/>
                </a:cubicBezTo>
                <a:cubicBezTo>
                  <a:pt x="15108" y="479"/>
                  <a:pt x="15111" y="496"/>
                  <a:pt x="15122" y="521"/>
                </a:cubicBezTo>
                <a:lnTo>
                  <a:pt x="15215" y="759"/>
                </a:lnTo>
                <a:cubicBezTo>
                  <a:pt x="15220" y="771"/>
                  <a:pt x="15224" y="778"/>
                  <a:pt x="15226" y="778"/>
                </a:cubicBezTo>
                <a:cubicBezTo>
                  <a:pt x="15228" y="779"/>
                  <a:pt x="15230" y="777"/>
                  <a:pt x="15232" y="771"/>
                </a:cubicBezTo>
                <a:cubicBezTo>
                  <a:pt x="15232" y="770"/>
                  <a:pt x="15235" y="765"/>
                  <a:pt x="15240" y="754"/>
                </a:cubicBezTo>
                <a:lnTo>
                  <a:pt x="15330" y="529"/>
                </a:lnTo>
                <a:cubicBezTo>
                  <a:pt x="15334" y="520"/>
                  <a:pt x="15337" y="513"/>
                  <a:pt x="15337" y="508"/>
                </a:cubicBezTo>
                <a:cubicBezTo>
                  <a:pt x="15339" y="502"/>
                  <a:pt x="15340" y="496"/>
                  <a:pt x="15340" y="488"/>
                </a:cubicBezTo>
                <a:cubicBezTo>
                  <a:pt x="15340" y="481"/>
                  <a:pt x="15338" y="476"/>
                  <a:pt x="15334" y="472"/>
                </a:cubicBezTo>
                <a:cubicBezTo>
                  <a:pt x="15329" y="468"/>
                  <a:pt x="15323" y="465"/>
                  <a:pt x="15313" y="461"/>
                </a:cubicBezTo>
                <a:cubicBezTo>
                  <a:pt x="15303" y="458"/>
                  <a:pt x="15290" y="456"/>
                  <a:pt x="15275" y="455"/>
                </a:cubicBezTo>
                <a:cubicBezTo>
                  <a:pt x="15272" y="453"/>
                  <a:pt x="15270" y="448"/>
                  <a:pt x="15270" y="439"/>
                </a:cubicBezTo>
                <a:cubicBezTo>
                  <a:pt x="15270" y="430"/>
                  <a:pt x="15272" y="424"/>
                  <a:pt x="15275" y="420"/>
                </a:cubicBezTo>
                <a:cubicBezTo>
                  <a:pt x="15329" y="422"/>
                  <a:pt x="15366" y="422"/>
                  <a:pt x="15388" y="422"/>
                </a:cubicBezTo>
                <a:cubicBezTo>
                  <a:pt x="15402" y="422"/>
                  <a:pt x="15427" y="422"/>
                  <a:pt x="15463" y="420"/>
                </a:cubicBezTo>
                <a:cubicBezTo>
                  <a:pt x="15467" y="423"/>
                  <a:pt x="15468" y="429"/>
                  <a:pt x="15468" y="438"/>
                </a:cubicBezTo>
                <a:cubicBezTo>
                  <a:pt x="15468" y="447"/>
                  <a:pt x="15467" y="453"/>
                  <a:pt x="15463" y="455"/>
                </a:cubicBezTo>
                <a:cubicBezTo>
                  <a:pt x="15438" y="457"/>
                  <a:pt x="15419" y="464"/>
                  <a:pt x="15406" y="477"/>
                </a:cubicBezTo>
                <a:cubicBezTo>
                  <a:pt x="15393" y="490"/>
                  <a:pt x="15381" y="508"/>
                  <a:pt x="15372" y="534"/>
                </a:cubicBezTo>
                <a:lnTo>
                  <a:pt x="15231" y="876"/>
                </a:lnTo>
                <a:cubicBezTo>
                  <a:pt x="15225" y="892"/>
                  <a:pt x="15217" y="899"/>
                  <a:pt x="15205" y="899"/>
                </a:cubicBezTo>
                <a:cubicBezTo>
                  <a:pt x="15195" y="899"/>
                  <a:pt x="15186" y="892"/>
                  <a:pt x="15180" y="877"/>
                </a:cubicBezTo>
                <a:lnTo>
                  <a:pt x="15068" y="609"/>
                </a:lnTo>
                <a:lnTo>
                  <a:pt x="14959" y="875"/>
                </a:lnTo>
                <a:cubicBezTo>
                  <a:pt x="14952" y="891"/>
                  <a:pt x="14943" y="899"/>
                  <a:pt x="14934" y="899"/>
                </a:cubicBezTo>
                <a:cubicBezTo>
                  <a:pt x="14922" y="899"/>
                  <a:pt x="14913" y="892"/>
                  <a:pt x="14908" y="877"/>
                </a:cubicBezTo>
                <a:lnTo>
                  <a:pt x="14766" y="527"/>
                </a:lnTo>
                <a:cubicBezTo>
                  <a:pt x="14754" y="499"/>
                  <a:pt x="14743" y="481"/>
                  <a:pt x="14733" y="472"/>
                </a:cubicBezTo>
                <a:cubicBezTo>
                  <a:pt x="14723" y="464"/>
                  <a:pt x="14705" y="458"/>
                  <a:pt x="14680" y="455"/>
                </a:cubicBezTo>
                <a:cubicBezTo>
                  <a:pt x="14677" y="453"/>
                  <a:pt x="14675" y="448"/>
                  <a:pt x="14674" y="439"/>
                </a:cubicBezTo>
                <a:cubicBezTo>
                  <a:pt x="14674" y="430"/>
                  <a:pt x="14676" y="424"/>
                  <a:pt x="14680" y="420"/>
                </a:cubicBezTo>
                <a:cubicBezTo>
                  <a:pt x="14718" y="422"/>
                  <a:pt x="14749" y="422"/>
                  <a:pt x="14776" y="422"/>
                </a:cubicBezTo>
                <a:cubicBezTo>
                  <a:pt x="14797" y="422"/>
                  <a:pt x="14834" y="422"/>
                  <a:pt x="14888" y="420"/>
                </a:cubicBezTo>
                <a:cubicBezTo>
                  <a:pt x="14891" y="423"/>
                  <a:pt x="14893" y="429"/>
                  <a:pt x="14893" y="438"/>
                </a:cubicBezTo>
                <a:cubicBezTo>
                  <a:pt x="14893" y="447"/>
                  <a:pt x="14891" y="453"/>
                  <a:pt x="14888" y="455"/>
                </a:cubicBezTo>
                <a:moveTo>
                  <a:pt x="15792" y="634"/>
                </a:moveTo>
                <a:lnTo>
                  <a:pt x="15706" y="657"/>
                </a:lnTo>
                <a:cubicBezTo>
                  <a:pt x="15638" y="674"/>
                  <a:pt x="15604" y="714"/>
                  <a:pt x="15604" y="776"/>
                </a:cubicBezTo>
                <a:cubicBezTo>
                  <a:pt x="15604" y="795"/>
                  <a:pt x="15610" y="813"/>
                  <a:pt x="15623" y="830"/>
                </a:cubicBezTo>
                <a:cubicBezTo>
                  <a:pt x="15637" y="845"/>
                  <a:pt x="15657" y="853"/>
                  <a:pt x="15682" y="853"/>
                </a:cubicBezTo>
                <a:cubicBezTo>
                  <a:pt x="15707" y="853"/>
                  <a:pt x="15739" y="837"/>
                  <a:pt x="15776" y="805"/>
                </a:cubicBezTo>
                <a:cubicBezTo>
                  <a:pt x="15787" y="799"/>
                  <a:pt x="15792" y="790"/>
                  <a:pt x="15792" y="778"/>
                </a:cubicBezTo>
                <a:lnTo>
                  <a:pt x="15792" y="634"/>
                </a:lnTo>
                <a:moveTo>
                  <a:pt x="15790" y="835"/>
                </a:moveTo>
                <a:lnTo>
                  <a:pt x="15769" y="852"/>
                </a:lnTo>
                <a:cubicBezTo>
                  <a:pt x="15744" y="870"/>
                  <a:pt x="15724" y="882"/>
                  <a:pt x="15709" y="887"/>
                </a:cubicBezTo>
                <a:cubicBezTo>
                  <a:pt x="15694" y="894"/>
                  <a:pt x="15675" y="897"/>
                  <a:pt x="15650" y="897"/>
                </a:cubicBezTo>
                <a:cubicBezTo>
                  <a:pt x="15609" y="897"/>
                  <a:pt x="15576" y="888"/>
                  <a:pt x="15551" y="869"/>
                </a:cubicBezTo>
                <a:cubicBezTo>
                  <a:pt x="15527" y="850"/>
                  <a:pt x="15514" y="821"/>
                  <a:pt x="15514" y="780"/>
                </a:cubicBezTo>
                <a:cubicBezTo>
                  <a:pt x="15514" y="744"/>
                  <a:pt x="15530" y="712"/>
                  <a:pt x="15563" y="685"/>
                </a:cubicBezTo>
                <a:cubicBezTo>
                  <a:pt x="15596" y="658"/>
                  <a:pt x="15639" y="637"/>
                  <a:pt x="15693" y="623"/>
                </a:cubicBezTo>
                <a:lnTo>
                  <a:pt x="15786" y="600"/>
                </a:lnTo>
                <a:cubicBezTo>
                  <a:pt x="15790" y="599"/>
                  <a:pt x="15792" y="595"/>
                  <a:pt x="15792" y="587"/>
                </a:cubicBezTo>
                <a:cubicBezTo>
                  <a:pt x="15792" y="494"/>
                  <a:pt x="15763" y="447"/>
                  <a:pt x="15704" y="447"/>
                </a:cubicBezTo>
                <a:cubicBezTo>
                  <a:pt x="15680" y="447"/>
                  <a:pt x="15659" y="451"/>
                  <a:pt x="15642" y="459"/>
                </a:cubicBezTo>
                <a:cubicBezTo>
                  <a:pt x="15624" y="466"/>
                  <a:pt x="15615" y="477"/>
                  <a:pt x="15615" y="492"/>
                </a:cubicBezTo>
                <a:cubicBezTo>
                  <a:pt x="15615" y="503"/>
                  <a:pt x="15615" y="510"/>
                  <a:pt x="15617" y="514"/>
                </a:cubicBezTo>
                <a:cubicBezTo>
                  <a:pt x="15619" y="518"/>
                  <a:pt x="15620" y="525"/>
                  <a:pt x="15620" y="534"/>
                </a:cubicBezTo>
                <a:cubicBezTo>
                  <a:pt x="15620" y="542"/>
                  <a:pt x="15615" y="550"/>
                  <a:pt x="15606" y="558"/>
                </a:cubicBezTo>
                <a:cubicBezTo>
                  <a:pt x="15598" y="565"/>
                  <a:pt x="15586" y="569"/>
                  <a:pt x="15572" y="569"/>
                </a:cubicBezTo>
                <a:cubicBezTo>
                  <a:pt x="15546" y="569"/>
                  <a:pt x="15534" y="557"/>
                  <a:pt x="15535" y="531"/>
                </a:cubicBezTo>
                <a:cubicBezTo>
                  <a:pt x="15535" y="502"/>
                  <a:pt x="15554" y="475"/>
                  <a:pt x="15591" y="449"/>
                </a:cubicBezTo>
                <a:cubicBezTo>
                  <a:pt x="15629" y="424"/>
                  <a:pt x="15670" y="411"/>
                  <a:pt x="15714" y="411"/>
                </a:cubicBezTo>
                <a:cubicBezTo>
                  <a:pt x="15822" y="411"/>
                  <a:pt x="15877" y="472"/>
                  <a:pt x="15877" y="594"/>
                </a:cubicBezTo>
                <a:lnTo>
                  <a:pt x="15877" y="755"/>
                </a:lnTo>
                <a:cubicBezTo>
                  <a:pt x="15877" y="776"/>
                  <a:pt x="15877" y="791"/>
                  <a:pt x="15878" y="803"/>
                </a:cubicBezTo>
                <a:cubicBezTo>
                  <a:pt x="15879" y="813"/>
                  <a:pt x="15883" y="824"/>
                  <a:pt x="15890" y="833"/>
                </a:cubicBezTo>
                <a:cubicBezTo>
                  <a:pt x="15896" y="843"/>
                  <a:pt x="15906" y="847"/>
                  <a:pt x="15919" y="847"/>
                </a:cubicBezTo>
                <a:cubicBezTo>
                  <a:pt x="15928" y="847"/>
                  <a:pt x="15936" y="844"/>
                  <a:pt x="15943" y="838"/>
                </a:cubicBezTo>
                <a:cubicBezTo>
                  <a:pt x="15949" y="833"/>
                  <a:pt x="15953" y="830"/>
                  <a:pt x="15954" y="830"/>
                </a:cubicBezTo>
                <a:cubicBezTo>
                  <a:pt x="15955" y="830"/>
                  <a:pt x="15958" y="832"/>
                  <a:pt x="15961" y="837"/>
                </a:cubicBezTo>
                <a:cubicBezTo>
                  <a:pt x="15965" y="841"/>
                  <a:pt x="15967" y="845"/>
                  <a:pt x="15967" y="848"/>
                </a:cubicBezTo>
                <a:cubicBezTo>
                  <a:pt x="15967" y="851"/>
                  <a:pt x="15963" y="855"/>
                  <a:pt x="15956" y="863"/>
                </a:cubicBezTo>
                <a:cubicBezTo>
                  <a:pt x="15949" y="870"/>
                  <a:pt x="15937" y="878"/>
                  <a:pt x="15922" y="886"/>
                </a:cubicBezTo>
                <a:cubicBezTo>
                  <a:pt x="15907" y="893"/>
                  <a:pt x="15891" y="897"/>
                  <a:pt x="15875" y="897"/>
                </a:cubicBezTo>
                <a:cubicBezTo>
                  <a:pt x="15832" y="897"/>
                  <a:pt x="15804" y="876"/>
                  <a:pt x="15792" y="835"/>
                </a:cubicBezTo>
                <a:lnTo>
                  <a:pt x="15790" y="835"/>
                </a:lnTo>
                <a:moveTo>
                  <a:pt x="16158" y="527"/>
                </a:moveTo>
                <a:cubicBezTo>
                  <a:pt x="16146" y="542"/>
                  <a:pt x="16140" y="558"/>
                  <a:pt x="16141" y="575"/>
                </a:cubicBezTo>
                <a:lnTo>
                  <a:pt x="16141" y="772"/>
                </a:lnTo>
                <a:cubicBezTo>
                  <a:pt x="16141" y="786"/>
                  <a:pt x="16141" y="796"/>
                  <a:pt x="16142" y="803"/>
                </a:cubicBezTo>
                <a:cubicBezTo>
                  <a:pt x="16144" y="810"/>
                  <a:pt x="16146" y="815"/>
                  <a:pt x="16149" y="820"/>
                </a:cubicBezTo>
                <a:cubicBezTo>
                  <a:pt x="16152" y="824"/>
                  <a:pt x="16158" y="830"/>
                  <a:pt x="16167" y="837"/>
                </a:cubicBezTo>
                <a:cubicBezTo>
                  <a:pt x="16175" y="845"/>
                  <a:pt x="16187" y="851"/>
                  <a:pt x="16202" y="855"/>
                </a:cubicBezTo>
                <a:cubicBezTo>
                  <a:pt x="16217" y="859"/>
                  <a:pt x="16230" y="860"/>
                  <a:pt x="16242" y="860"/>
                </a:cubicBezTo>
                <a:cubicBezTo>
                  <a:pt x="16272" y="860"/>
                  <a:pt x="16297" y="854"/>
                  <a:pt x="16317" y="842"/>
                </a:cubicBezTo>
                <a:cubicBezTo>
                  <a:pt x="16338" y="830"/>
                  <a:pt x="16354" y="813"/>
                  <a:pt x="16365" y="793"/>
                </a:cubicBezTo>
                <a:cubicBezTo>
                  <a:pt x="16376" y="773"/>
                  <a:pt x="16384" y="752"/>
                  <a:pt x="16388" y="731"/>
                </a:cubicBezTo>
                <a:cubicBezTo>
                  <a:pt x="16393" y="709"/>
                  <a:pt x="16395" y="685"/>
                  <a:pt x="16395" y="661"/>
                </a:cubicBezTo>
                <a:cubicBezTo>
                  <a:pt x="16395" y="602"/>
                  <a:pt x="16383" y="554"/>
                  <a:pt x="16357" y="518"/>
                </a:cubicBezTo>
                <a:cubicBezTo>
                  <a:pt x="16333" y="480"/>
                  <a:pt x="16303" y="461"/>
                  <a:pt x="16267" y="461"/>
                </a:cubicBezTo>
                <a:cubicBezTo>
                  <a:pt x="16251" y="461"/>
                  <a:pt x="16233" y="468"/>
                  <a:pt x="16211" y="481"/>
                </a:cubicBezTo>
                <a:cubicBezTo>
                  <a:pt x="16189" y="494"/>
                  <a:pt x="16172" y="510"/>
                  <a:pt x="16158" y="527"/>
                </a:cubicBezTo>
                <a:moveTo>
                  <a:pt x="16141" y="488"/>
                </a:moveTo>
                <a:cubicBezTo>
                  <a:pt x="16141" y="492"/>
                  <a:pt x="16141" y="494"/>
                  <a:pt x="16143" y="494"/>
                </a:cubicBezTo>
                <a:cubicBezTo>
                  <a:pt x="16146" y="495"/>
                  <a:pt x="16148" y="494"/>
                  <a:pt x="16149" y="492"/>
                </a:cubicBezTo>
                <a:cubicBezTo>
                  <a:pt x="16195" y="438"/>
                  <a:pt x="16244" y="411"/>
                  <a:pt x="16297" y="411"/>
                </a:cubicBezTo>
                <a:cubicBezTo>
                  <a:pt x="16351" y="411"/>
                  <a:pt x="16397" y="433"/>
                  <a:pt x="16433" y="477"/>
                </a:cubicBezTo>
                <a:cubicBezTo>
                  <a:pt x="16470" y="521"/>
                  <a:pt x="16488" y="573"/>
                  <a:pt x="16488" y="631"/>
                </a:cubicBezTo>
                <a:cubicBezTo>
                  <a:pt x="16488" y="717"/>
                  <a:pt x="16462" y="784"/>
                  <a:pt x="16409" y="836"/>
                </a:cubicBezTo>
                <a:cubicBezTo>
                  <a:pt x="16366" y="877"/>
                  <a:pt x="16313" y="897"/>
                  <a:pt x="16250" y="897"/>
                </a:cubicBezTo>
                <a:cubicBezTo>
                  <a:pt x="16214" y="897"/>
                  <a:pt x="16182" y="891"/>
                  <a:pt x="16156" y="880"/>
                </a:cubicBezTo>
                <a:cubicBezTo>
                  <a:pt x="16150" y="877"/>
                  <a:pt x="16146" y="877"/>
                  <a:pt x="16143" y="877"/>
                </a:cubicBezTo>
                <a:cubicBezTo>
                  <a:pt x="16141" y="878"/>
                  <a:pt x="16141" y="882"/>
                  <a:pt x="16141" y="888"/>
                </a:cubicBezTo>
                <a:lnTo>
                  <a:pt x="16141" y="1005"/>
                </a:lnTo>
                <a:cubicBezTo>
                  <a:pt x="16141" y="1048"/>
                  <a:pt x="16145" y="1074"/>
                  <a:pt x="16154" y="1084"/>
                </a:cubicBezTo>
                <a:cubicBezTo>
                  <a:pt x="16164" y="1095"/>
                  <a:pt x="16189" y="1101"/>
                  <a:pt x="16229" y="1104"/>
                </a:cubicBezTo>
                <a:cubicBezTo>
                  <a:pt x="16233" y="1107"/>
                  <a:pt x="16235" y="1113"/>
                  <a:pt x="16235" y="1121"/>
                </a:cubicBezTo>
                <a:cubicBezTo>
                  <a:pt x="16235" y="1130"/>
                  <a:pt x="16233" y="1136"/>
                  <a:pt x="16229" y="1139"/>
                </a:cubicBezTo>
                <a:cubicBezTo>
                  <a:pt x="16167" y="1137"/>
                  <a:pt x="16123" y="1137"/>
                  <a:pt x="16098" y="1137"/>
                </a:cubicBezTo>
                <a:cubicBezTo>
                  <a:pt x="16078" y="1137"/>
                  <a:pt x="16038" y="1137"/>
                  <a:pt x="15977" y="1139"/>
                </a:cubicBezTo>
                <a:cubicBezTo>
                  <a:pt x="15973" y="1136"/>
                  <a:pt x="15972" y="1130"/>
                  <a:pt x="15972" y="1121"/>
                </a:cubicBezTo>
                <a:cubicBezTo>
                  <a:pt x="15972" y="1113"/>
                  <a:pt x="15973" y="1107"/>
                  <a:pt x="15977" y="1104"/>
                </a:cubicBezTo>
                <a:cubicBezTo>
                  <a:pt x="16010" y="1102"/>
                  <a:pt x="16031" y="1096"/>
                  <a:pt x="16040" y="1085"/>
                </a:cubicBezTo>
                <a:cubicBezTo>
                  <a:pt x="16050" y="1075"/>
                  <a:pt x="16055" y="1048"/>
                  <a:pt x="16055" y="1005"/>
                </a:cubicBezTo>
                <a:lnTo>
                  <a:pt x="16055" y="543"/>
                </a:lnTo>
                <a:cubicBezTo>
                  <a:pt x="16055" y="513"/>
                  <a:pt x="16051" y="494"/>
                  <a:pt x="16043" y="486"/>
                </a:cubicBezTo>
                <a:cubicBezTo>
                  <a:pt x="16035" y="478"/>
                  <a:pt x="16015" y="472"/>
                  <a:pt x="15984" y="470"/>
                </a:cubicBezTo>
                <a:cubicBezTo>
                  <a:pt x="15980" y="458"/>
                  <a:pt x="15980" y="448"/>
                  <a:pt x="15983" y="439"/>
                </a:cubicBezTo>
                <a:cubicBezTo>
                  <a:pt x="16039" y="432"/>
                  <a:pt x="16085" y="422"/>
                  <a:pt x="16119" y="408"/>
                </a:cubicBezTo>
                <a:cubicBezTo>
                  <a:pt x="16124" y="408"/>
                  <a:pt x="16129" y="411"/>
                  <a:pt x="16131" y="416"/>
                </a:cubicBezTo>
                <a:cubicBezTo>
                  <a:pt x="16137" y="429"/>
                  <a:pt x="16141" y="453"/>
                  <a:pt x="16141" y="488"/>
                </a:cubicBezTo>
                <a:moveTo>
                  <a:pt x="16718" y="527"/>
                </a:moveTo>
                <a:cubicBezTo>
                  <a:pt x="16706" y="542"/>
                  <a:pt x="16700" y="558"/>
                  <a:pt x="16701" y="575"/>
                </a:cubicBezTo>
                <a:lnTo>
                  <a:pt x="16701" y="772"/>
                </a:lnTo>
                <a:cubicBezTo>
                  <a:pt x="16701" y="786"/>
                  <a:pt x="16701" y="796"/>
                  <a:pt x="16702" y="803"/>
                </a:cubicBezTo>
                <a:cubicBezTo>
                  <a:pt x="16704" y="810"/>
                  <a:pt x="16706" y="815"/>
                  <a:pt x="16710" y="820"/>
                </a:cubicBezTo>
                <a:cubicBezTo>
                  <a:pt x="16713" y="824"/>
                  <a:pt x="16718" y="830"/>
                  <a:pt x="16727" y="837"/>
                </a:cubicBezTo>
                <a:cubicBezTo>
                  <a:pt x="16736" y="845"/>
                  <a:pt x="16747" y="851"/>
                  <a:pt x="16762" y="855"/>
                </a:cubicBezTo>
                <a:cubicBezTo>
                  <a:pt x="16777" y="859"/>
                  <a:pt x="16790" y="860"/>
                  <a:pt x="16803" y="860"/>
                </a:cubicBezTo>
                <a:cubicBezTo>
                  <a:pt x="16832" y="860"/>
                  <a:pt x="16857" y="854"/>
                  <a:pt x="16877" y="842"/>
                </a:cubicBezTo>
                <a:cubicBezTo>
                  <a:pt x="16898" y="830"/>
                  <a:pt x="16914" y="813"/>
                  <a:pt x="16925" y="793"/>
                </a:cubicBezTo>
                <a:cubicBezTo>
                  <a:pt x="16936" y="773"/>
                  <a:pt x="16944" y="752"/>
                  <a:pt x="16948" y="731"/>
                </a:cubicBezTo>
                <a:cubicBezTo>
                  <a:pt x="16953" y="709"/>
                  <a:pt x="16956" y="685"/>
                  <a:pt x="16956" y="661"/>
                </a:cubicBezTo>
                <a:cubicBezTo>
                  <a:pt x="16956" y="602"/>
                  <a:pt x="16943" y="554"/>
                  <a:pt x="16918" y="518"/>
                </a:cubicBezTo>
                <a:cubicBezTo>
                  <a:pt x="16893" y="480"/>
                  <a:pt x="16863" y="461"/>
                  <a:pt x="16827" y="461"/>
                </a:cubicBezTo>
                <a:cubicBezTo>
                  <a:pt x="16811" y="461"/>
                  <a:pt x="16793" y="468"/>
                  <a:pt x="16771" y="481"/>
                </a:cubicBezTo>
                <a:cubicBezTo>
                  <a:pt x="16749" y="494"/>
                  <a:pt x="16732" y="510"/>
                  <a:pt x="16718" y="527"/>
                </a:cubicBezTo>
                <a:moveTo>
                  <a:pt x="16701" y="488"/>
                </a:moveTo>
                <a:cubicBezTo>
                  <a:pt x="16701" y="492"/>
                  <a:pt x="16702" y="494"/>
                  <a:pt x="16703" y="494"/>
                </a:cubicBezTo>
                <a:cubicBezTo>
                  <a:pt x="16706" y="495"/>
                  <a:pt x="16708" y="494"/>
                  <a:pt x="16710" y="492"/>
                </a:cubicBezTo>
                <a:cubicBezTo>
                  <a:pt x="16755" y="438"/>
                  <a:pt x="16804" y="411"/>
                  <a:pt x="16858" y="411"/>
                </a:cubicBezTo>
                <a:cubicBezTo>
                  <a:pt x="16911" y="411"/>
                  <a:pt x="16957" y="433"/>
                  <a:pt x="16993" y="477"/>
                </a:cubicBezTo>
                <a:cubicBezTo>
                  <a:pt x="17030" y="521"/>
                  <a:pt x="17049" y="573"/>
                  <a:pt x="17049" y="631"/>
                </a:cubicBezTo>
                <a:cubicBezTo>
                  <a:pt x="17049" y="717"/>
                  <a:pt x="17022" y="784"/>
                  <a:pt x="16969" y="836"/>
                </a:cubicBezTo>
                <a:cubicBezTo>
                  <a:pt x="16926" y="877"/>
                  <a:pt x="16874" y="897"/>
                  <a:pt x="16810" y="897"/>
                </a:cubicBezTo>
                <a:cubicBezTo>
                  <a:pt x="16774" y="897"/>
                  <a:pt x="16743" y="891"/>
                  <a:pt x="16716" y="880"/>
                </a:cubicBezTo>
                <a:cubicBezTo>
                  <a:pt x="16710" y="877"/>
                  <a:pt x="16706" y="877"/>
                  <a:pt x="16703" y="877"/>
                </a:cubicBezTo>
                <a:cubicBezTo>
                  <a:pt x="16702" y="878"/>
                  <a:pt x="16701" y="882"/>
                  <a:pt x="16701" y="888"/>
                </a:cubicBezTo>
                <a:lnTo>
                  <a:pt x="16701" y="1005"/>
                </a:lnTo>
                <a:cubicBezTo>
                  <a:pt x="16701" y="1048"/>
                  <a:pt x="16705" y="1074"/>
                  <a:pt x="16714" y="1084"/>
                </a:cubicBezTo>
                <a:cubicBezTo>
                  <a:pt x="16724" y="1095"/>
                  <a:pt x="16749" y="1101"/>
                  <a:pt x="16789" y="1104"/>
                </a:cubicBezTo>
                <a:cubicBezTo>
                  <a:pt x="16793" y="1107"/>
                  <a:pt x="16795" y="1113"/>
                  <a:pt x="16795" y="1121"/>
                </a:cubicBezTo>
                <a:cubicBezTo>
                  <a:pt x="16795" y="1130"/>
                  <a:pt x="16793" y="1136"/>
                  <a:pt x="16789" y="1139"/>
                </a:cubicBezTo>
                <a:cubicBezTo>
                  <a:pt x="16727" y="1137"/>
                  <a:pt x="16683" y="1137"/>
                  <a:pt x="16658" y="1137"/>
                </a:cubicBezTo>
                <a:cubicBezTo>
                  <a:pt x="16639" y="1137"/>
                  <a:pt x="16598" y="1137"/>
                  <a:pt x="16537" y="1139"/>
                </a:cubicBezTo>
                <a:cubicBezTo>
                  <a:pt x="16534" y="1136"/>
                  <a:pt x="16532" y="1130"/>
                  <a:pt x="16532" y="1121"/>
                </a:cubicBezTo>
                <a:cubicBezTo>
                  <a:pt x="16532" y="1113"/>
                  <a:pt x="16534" y="1107"/>
                  <a:pt x="16537" y="1104"/>
                </a:cubicBezTo>
                <a:cubicBezTo>
                  <a:pt x="16570" y="1102"/>
                  <a:pt x="16591" y="1096"/>
                  <a:pt x="16601" y="1085"/>
                </a:cubicBezTo>
                <a:cubicBezTo>
                  <a:pt x="16610" y="1075"/>
                  <a:pt x="16615" y="1048"/>
                  <a:pt x="16615" y="1005"/>
                </a:cubicBezTo>
                <a:lnTo>
                  <a:pt x="16615" y="543"/>
                </a:lnTo>
                <a:cubicBezTo>
                  <a:pt x="16615" y="513"/>
                  <a:pt x="16611" y="494"/>
                  <a:pt x="16603" y="486"/>
                </a:cubicBezTo>
                <a:cubicBezTo>
                  <a:pt x="16595" y="478"/>
                  <a:pt x="16575" y="472"/>
                  <a:pt x="16544" y="470"/>
                </a:cubicBezTo>
                <a:cubicBezTo>
                  <a:pt x="16540" y="458"/>
                  <a:pt x="16540" y="448"/>
                  <a:pt x="16543" y="439"/>
                </a:cubicBezTo>
                <a:cubicBezTo>
                  <a:pt x="16599" y="432"/>
                  <a:pt x="16645" y="422"/>
                  <a:pt x="16679" y="408"/>
                </a:cubicBezTo>
                <a:cubicBezTo>
                  <a:pt x="16684" y="408"/>
                  <a:pt x="16689" y="411"/>
                  <a:pt x="16691" y="416"/>
                </a:cubicBezTo>
                <a:cubicBezTo>
                  <a:pt x="16698" y="429"/>
                  <a:pt x="16701" y="453"/>
                  <a:pt x="16701" y="488"/>
                </a:cubicBezTo>
                <a:moveTo>
                  <a:pt x="17185" y="237"/>
                </a:moveTo>
                <a:cubicBezTo>
                  <a:pt x="17185" y="225"/>
                  <a:pt x="17191" y="213"/>
                  <a:pt x="17204" y="202"/>
                </a:cubicBezTo>
                <a:cubicBezTo>
                  <a:pt x="17216" y="192"/>
                  <a:pt x="17230" y="186"/>
                  <a:pt x="17243" y="186"/>
                </a:cubicBezTo>
                <a:cubicBezTo>
                  <a:pt x="17256" y="186"/>
                  <a:pt x="17268" y="192"/>
                  <a:pt x="17278" y="204"/>
                </a:cubicBezTo>
                <a:cubicBezTo>
                  <a:pt x="17289" y="216"/>
                  <a:pt x="17294" y="229"/>
                  <a:pt x="17294" y="242"/>
                </a:cubicBezTo>
                <a:cubicBezTo>
                  <a:pt x="17294" y="255"/>
                  <a:pt x="17288" y="266"/>
                  <a:pt x="17277" y="278"/>
                </a:cubicBezTo>
                <a:cubicBezTo>
                  <a:pt x="17265" y="289"/>
                  <a:pt x="17253" y="295"/>
                  <a:pt x="17238" y="295"/>
                </a:cubicBezTo>
                <a:cubicBezTo>
                  <a:pt x="17225" y="295"/>
                  <a:pt x="17213" y="289"/>
                  <a:pt x="17201" y="277"/>
                </a:cubicBezTo>
                <a:cubicBezTo>
                  <a:pt x="17190" y="264"/>
                  <a:pt x="17185" y="252"/>
                  <a:pt x="17185" y="237"/>
                </a:cubicBezTo>
                <a:moveTo>
                  <a:pt x="17284" y="754"/>
                </a:moveTo>
                <a:cubicBezTo>
                  <a:pt x="17284" y="797"/>
                  <a:pt x="17288" y="824"/>
                  <a:pt x="17297" y="835"/>
                </a:cubicBezTo>
                <a:cubicBezTo>
                  <a:pt x="17306" y="844"/>
                  <a:pt x="17328" y="851"/>
                  <a:pt x="17363" y="853"/>
                </a:cubicBezTo>
                <a:cubicBezTo>
                  <a:pt x="17366" y="856"/>
                  <a:pt x="17368" y="862"/>
                  <a:pt x="17368" y="871"/>
                </a:cubicBezTo>
                <a:cubicBezTo>
                  <a:pt x="17368" y="880"/>
                  <a:pt x="17366" y="885"/>
                  <a:pt x="17363" y="888"/>
                </a:cubicBezTo>
                <a:cubicBezTo>
                  <a:pt x="17301" y="887"/>
                  <a:pt x="17261" y="886"/>
                  <a:pt x="17243" y="886"/>
                </a:cubicBezTo>
                <a:cubicBezTo>
                  <a:pt x="17222" y="886"/>
                  <a:pt x="17182" y="887"/>
                  <a:pt x="17120" y="888"/>
                </a:cubicBezTo>
                <a:cubicBezTo>
                  <a:pt x="17118" y="885"/>
                  <a:pt x="17117" y="880"/>
                  <a:pt x="17117" y="871"/>
                </a:cubicBezTo>
                <a:cubicBezTo>
                  <a:pt x="17117" y="862"/>
                  <a:pt x="17118" y="856"/>
                  <a:pt x="17120" y="853"/>
                </a:cubicBezTo>
                <a:cubicBezTo>
                  <a:pt x="17155" y="850"/>
                  <a:pt x="17177" y="843"/>
                  <a:pt x="17185" y="833"/>
                </a:cubicBezTo>
                <a:cubicBezTo>
                  <a:pt x="17194" y="824"/>
                  <a:pt x="17199" y="797"/>
                  <a:pt x="17199" y="754"/>
                </a:cubicBezTo>
                <a:lnTo>
                  <a:pt x="17199" y="543"/>
                </a:lnTo>
                <a:cubicBezTo>
                  <a:pt x="17199" y="513"/>
                  <a:pt x="17194" y="494"/>
                  <a:pt x="17187" y="486"/>
                </a:cubicBezTo>
                <a:cubicBezTo>
                  <a:pt x="17178" y="478"/>
                  <a:pt x="17159" y="472"/>
                  <a:pt x="17129" y="470"/>
                </a:cubicBezTo>
                <a:cubicBezTo>
                  <a:pt x="17125" y="458"/>
                  <a:pt x="17124" y="448"/>
                  <a:pt x="17127" y="439"/>
                </a:cubicBezTo>
                <a:cubicBezTo>
                  <a:pt x="17193" y="430"/>
                  <a:pt x="17243" y="420"/>
                  <a:pt x="17275" y="408"/>
                </a:cubicBezTo>
                <a:cubicBezTo>
                  <a:pt x="17284" y="408"/>
                  <a:pt x="17289" y="410"/>
                  <a:pt x="17289" y="415"/>
                </a:cubicBezTo>
                <a:cubicBezTo>
                  <a:pt x="17289" y="417"/>
                  <a:pt x="17289" y="420"/>
                  <a:pt x="17288" y="423"/>
                </a:cubicBezTo>
                <a:cubicBezTo>
                  <a:pt x="17288" y="427"/>
                  <a:pt x="17287" y="433"/>
                  <a:pt x="17287" y="443"/>
                </a:cubicBezTo>
                <a:cubicBezTo>
                  <a:pt x="17287" y="453"/>
                  <a:pt x="17286" y="463"/>
                  <a:pt x="17286" y="472"/>
                </a:cubicBezTo>
                <a:cubicBezTo>
                  <a:pt x="17286" y="482"/>
                  <a:pt x="17285" y="492"/>
                  <a:pt x="17284" y="504"/>
                </a:cubicBezTo>
                <a:lnTo>
                  <a:pt x="17284" y="538"/>
                </a:lnTo>
                <a:lnTo>
                  <a:pt x="17284" y="754"/>
                </a:lnTo>
                <a:moveTo>
                  <a:pt x="17580" y="499"/>
                </a:moveTo>
                <a:cubicBezTo>
                  <a:pt x="17632" y="441"/>
                  <a:pt x="17692" y="411"/>
                  <a:pt x="17758" y="411"/>
                </a:cubicBezTo>
                <a:cubicBezTo>
                  <a:pt x="17798" y="411"/>
                  <a:pt x="17828" y="423"/>
                  <a:pt x="17847" y="448"/>
                </a:cubicBezTo>
                <a:cubicBezTo>
                  <a:pt x="17867" y="474"/>
                  <a:pt x="17876" y="522"/>
                  <a:pt x="17876" y="592"/>
                </a:cubicBezTo>
                <a:lnTo>
                  <a:pt x="17876" y="754"/>
                </a:lnTo>
                <a:cubicBezTo>
                  <a:pt x="17876" y="796"/>
                  <a:pt x="17880" y="823"/>
                  <a:pt x="17889" y="833"/>
                </a:cubicBezTo>
                <a:cubicBezTo>
                  <a:pt x="17897" y="843"/>
                  <a:pt x="17917" y="850"/>
                  <a:pt x="17949" y="853"/>
                </a:cubicBezTo>
                <a:cubicBezTo>
                  <a:pt x="17951" y="855"/>
                  <a:pt x="17952" y="861"/>
                  <a:pt x="17952" y="870"/>
                </a:cubicBezTo>
                <a:cubicBezTo>
                  <a:pt x="17952" y="878"/>
                  <a:pt x="17951" y="884"/>
                  <a:pt x="17949" y="888"/>
                </a:cubicBezTo>
                <a:cubicBezTo>
                  <a:pt x="17886" y="887"/>
                  <a:pt x="17848" y="886"/>
                  <a:pt x="17834" y="886"/>
                </a:cubicBezTo>
                <a:cubicBezTo>
                  <a:pt x="17820" y="886"/>
                  <a:pt x="17784" y="887"/>
                  <a:pt x="17723" y="888"/>
                </a:cubicBezTo>
                <a:cubicBezTo>
                  <a:pt x="17721" y="885"/>
                  <a:pt x="17720" y="880"/>
                  <a:pt x="17720" y="871"/>
                </a:cubicBezTo>
                <a:cubicBezTo>
                  <a:pt x="17720" y="862"/>
                  <a:pt x="17721" y="856"/>
                  <a:pt x="17723" y="853"/>
                </a:cubicBezTo>
                <a:cubicBezTo>
                  <a:pt x="17753" y="850"/>
                  <a:pt x="17771" y="843"/>
                  <a:pt x="17778" y="833"/>
                </a:cubicBezTo>
                <a:cubicBezTo>
                  <a:pt x="17786" y="823"/>
                  <a:pt x="17791" y="796"/>
                  <a:pt x="17791" y="754"/>
                </a:cubicBezTo>
                <a:lnTo>
                  <a:pt x="17791" y="590"/>
                </a:lnTo>
                <a:cubicBezTo>
                  <a:pt x="17791" y="552"/>
                  <a:pt x="17786" y="524"/>
                  <a:pt x="17778" y="507"/>
                </a:cubicBezTo>
                <a:cubicBezTo>
                  <a:pt x="17764" y="481"/>
                  <a:pt x="17745" y="467"/>
                  <a:pt x="17721" y="467"/>
                </a:cubicBezTo>
                <a:cubicBezTo>
                  <a:pt x="17677" y="467"/>
                  <a:pt x="17633" y="489"/>
                  <a:pt x="17589" y="531"/>
                </a:cubicBezTo>
                <a:cubicBezTo>
                  <a:pt x="17577" y="545"/>
                  <a:pt x="17570" y="560"/>
                  <a:pt x="17570" y="576"/>
                </a:cubicBezTo>
                <a:lnTo>
                  <a:pt x="17570" y="754"/>
                </a:lnTo>
                <a:cubicBezTo>
                  <a:pt x="17570" y="796"/>
                  <a:pt x="17574" y="823"/>
                  <a:pt x="17580" y="833"/>
                </a:cubicBezTo>
                <a:cubicBezTo>
                  <a:pt x="17588" y="843"/>
                  <a:pt x="17606" y="850"/>
                  <a:pt x="17635" y="853"/>
                </a:cubicBezTo>
                <a:cubicBezTo>
                  <a:pt x="17638" y="856"/>
                  <a:pt x="17640" y="862"/>
                  <a:pt x="17640" y="871"/>
                </a:cubicBezTo>
                <a:cubicBezTo>
                  <a:pt x="17640" y="880"/>
                  <a:pt x="17638" y="885"/>
                  <a:pt x="17635" y="888"/>
                </a:cubicBezTo>
                <a:cubicBezTo>
                  <a:pt x="17574" y="887"/>
                  <a:pt x="17538" y="886"/>
                  <a:pt x="17528" y="886"/>
                </a:cubicBezTo>
                <a:cubicBezTo>
                  <a:pt x="17508" y="886"/>
                  <a:pt x="17468" y="887"/>
                  <a:pt x="17409" y="888"/>
                </a:cubicBezTo>
                <a:cubicBezTo>
                  <a:pt x="17406" y="885"/>
                  <a:pt x="17404" y="880"/>
                  <a:pt x="17404" y="871"/>
                </a:cubicBezTo>
                <a:cubicBezTo>
                  <a:pt x="17404" y="862"/>
                  <a:pt x="17406" y="856"/>
                  <a:pt x="17409" y="853"/>
                </a:cubicBezTo>
                <a:cubicBezTo>
                  <a:pt x="17442" y="850"/>
                  <a:pt x="17463" y="843"/>
                  <a:pt x="17471" y="833"/>
                </a:cubicBezTo>
                <a:cubicBezTo>
                  <a:pt x="17480" y="824"/>
                  <a:pt x="17485" y="797"/>
                  <a:pt x="17485" y="754"/>
                </a:cubicBezTo>
                <a:lnTo>
                  <a:pt x="17485" y="543"/>
                </a:lnTo>
                <a:cubicBezTo>
                  <a:pt x="17485" y="513"/>
                  <a:pt x="17481" y="494"/>
                  <a:pt x="17473" y="486"/>
                </a:cubicBezTo>
                <a:cubicBezTo>
                  <a:pt x="17464" y="478"/>
                  <a:pt x="17445" y="472"/>
                  <a:pt x="17414" y="470"/>
                </a:cubicBezTo>
                <a:cubicBezTo>
                  <a:pt x="17410" y="458"/>
                  <a:pt x="17409" y="448"/>
                  <a:pt x="17411" y="439"/>
                </a:cubicBezTo>
                <a:cubicBezTo>
                  <a:pt x="17468" y="432"/>
                  <a:pt x="17514" y="422"/>
                  <a:pt x="17548" y="408"/>
                </a:cubicBezTo>
                <a:cubicBezTo>
                  <a:pt x="17554" y="408"/>
                  <a:pt x="17559" y="411"/>
                  <a:pt x="17562" y="416"/>
                </a:cubicBezTo>
                <a:cubicBezTo>
                  <a:pt x="17567" y="429"/>
                  <a:pt x="17570" y="457"/>
                  <a:pt x="17570" y="499"/>
                </a:cubicBezTo>
                <a:cubicBezTo>
                  <a:pt x="17570" y="508"/>
                  <a:pt x="17574" y="508"/>
                  <a:pt x="17580" y="499"/>
                </a:cubicBezTo>
                <a:moveTo>
                  <a:pt x="18311" y="585"/>
                </a:moveTo>
                <a:cubicBezTo>
                  <a:pt x="18311" y="540"/>
                  <a:pt x="18302" y="505"/>
                  <a:pt x="18284" y="481"/>
                </a:cubicBezTo>
                <a:cubicBezTo>
                  <a:pt x="18266" y="456"/>
                  <a:pt x="18240" y="444"/>
                  <a:pt x="18206" y="444"/>
                </a:cubicBezTo>
                <a:cubicBezTo>
                  <a:pt x="18148" y="444"/>
                  <a:pt x="18120" y="483"/>
                  <a:pt x="18120" y="559"/>
                </a:cubicBezTo>
                <a:cubicBezTo>
                  <a:pt x="18120" y="580"/>
                  <a:pt x="18121" y="597"/>
                  <a:pt x="18122" y="612"/>
                </a:cubicBezTo>
                <a:cubicBezTo>
                  <a:pt x="18125" y="627"/>
                  <a:pt x="18129" y="642"/>
                  <a:pt x="18136" y="657"/>
                </a:cubicBezTo>
                <a:cubicBezTo>
                  <a:pt x="18142" y="673"/>
                  <a:pt x="18152" y="685"/>
                  <a:pt x="18166" y="693"/>
                </a:cubicBezTo>
                <a:cubicBezTo>
                  <a:pt x="18180" y="701"/>
                  <a:pt x="18198" y="705"/>
                  <a:pt x="18220" y="705"/>
                </a:cubicBezTo>
                <a:cubicBezTo>
                  <a:pt x="18281" y="705"/>
                  <a:pt x="18311" y="665"/>
                  <a:pt x="18311" y="585"/>
                </a:cubicBezTo>
                <a:moveTo>
                  <a:pt x="18109" y="897"/>
                </a:moveTo>
                <a:cubicBezTo>
                  <a:pt x="18086" y="923"/>
                  <a:pt x="18075" y="957"/>
                  <a:pt x="18075" y="999"/>
                </a:cubicBezTo>
                <a:cubicBezTo>
                  <a:pt x="18075" y="1031"/>
                  <a:pt x="18090" y="1057"/>
                  <a:pt x="18120" y="1076"/>
                </a:cubicBezTo>
                <a:cubicBezTo>
                  <a:pt x="18151" y="1094"/>
                  <a:pt x="18179" y="1104"/>
                  <a:pt x="18206" y="1104"/>
                </a:cubicBezTo>
                <a:cubicBezTo>
                  <a:pt x="18239" y="1104"/>
                  <a:pt x="18272" y="1099"/>
                  <a:pt x="18303" y="1090"/>
                </a:cubicBezTo>
                <a:cubicBezTo>
                  <a:pt x="18335" y="1081"/>
                  <a:pt x="18362" y="1067"/>
                  <a:pt x="18384" y="1049"/>
                </a:cubicBezTo>
                <a:cubicBezTo>
                  <a:pt x="18406" y="1031"/>
                  <a:pt x="18417" y="1009"/>
                  <a:pt x="18417" y="984"/>
                </a:cubicBezTo>
                <a:cubicBezTo>
                  <a:pt x="18417" y="970"/>
                  <a:pt x="18413" y="959"/>
                  <a:pt x="18405" y="950"/>
                </a:cubicBezTo>
                <a:cubicBezTo>
                  <a:pt x="18397" y="940"/>
                  <a:pt x="18382" y="929"/>
                  <a:pt x="18362" y="917"/>
                </a:cubicBezTo>
                <a:cubicBezTo>
                  <a:pt x="18340" y="904"/>
                  <a:pt x="18296" y="899"/>
                  <a:pt x="18231" y="899"/>
                </a:cubicBezTo>
                <a:cubicBezTo>
                  <a:pt x="18227" y="899"/>
                  <a:pt x="18216" y="900"/>
                  <a:pt x="18198" y="901"/>
                </a:cubicBezTo>
                <a:cubicBezTo>
                  <a:pt x="18180" y="901"/>
                  <a:pt x="18165" y="902"/>
                  <a:pt x="18152" y="902"/>
                </a:cubicBezTo>
                <a:cubicBezTo>
                  <a:pt x="18136" y="902"/>
                  <a:pt x="18122" y="900"/>
                  <a:pt x="18109" y="897"/>
                </a:cubicBezTo>
                <a:moveTo>
                  <a:pt x="18445" y="467"/>
                </a:moveTo>
                <a:cubicBezTo>
                  <a:pt x="18432" y="467"/>
                  <a:pt x="18422" y="461"/>
                  <a:pt x="18416" y="448"/>
                </a:cubicBezTo>
                <a:cubicBezTo>
                  <a:pt x="18410" y="439"/>
                  <a:pt x="18403" y="434"/>
                  <a:pt x="18394" y="434"/>
                </a:cubicBezTo>
                <a:cubicBezTo>
                  <a:pt x="18387" y="434"/>
                  <a:pt x="18380" y="438"/>
                  <a:pt x="18371" y="444"/>
                </a:cubicBezTo>
                <a:cubicBezTo>
                  <a:pt x="18362" y="450"/>
                  <a:pt x="18355" y="456"/>
                  <a:pt x="18351" y="461"/>
                </a:cubicBezTo>
                <a:cubicBezTo>
                  <a:pt x="18382" y="493"/>
                  <a:pt x="18398" y="530"/>
                  <a:pt x="18398" y="573"/>
                </a:cubicBezTo>
                <a:cubicBezTo>
                  <a:pt x="18398" y="624"/>
                  <a:pt x="18380" y="664"/>
                  <a:pt x="18344" y="694"/>
                </a:cubicBezTo>
                <a:cubicBezTo>
                  <a:pt x="18308" y="724"/>
                  <a:pt x="18265" y="739"/>
                  <a:pt x="18214" y="739"/>
                </a:cubicBezTo>
                <a:cubicBezTo>
                  <a:pt x="18175" y="739"/>
                  <a:pt x="18142" y="732"/>
                  <a:pt x="18116" y="716"/>
                </a:cubicBezTo>
                <a:cubicBezTo>
                  <a:pt x="18103" y="734"/>
                  <a:pt x="18097" y="755"/>
                  <a:pt x="18097" y="778"/>
                </a:cubicBezTo>
                <a:cubicBezTo>
                  <a:pt x="18097" y="800"/>
                  <a:pt x="18103" y="816"/>
                  <a:pt x="18117" y="826"/>
                </a:cubicBezTo>
                <a:cubicBezTo>
                  <a:pt x="18131" y="836"/>
                  <a:pt x="18147" y="841"/>
                  <a:pt x="18166" y="841"/>
                </a:cubicBezTo>
                <a:lnTo>
                  <a:pt x="18198" y="838"/>
                </a:lnTo>
                <a:cubicBezTo>
                  <a:pt x="18227" y="835"/>
                  <a:pt x="18251" y="833"/>
                  <a:pt x="18270" y="833"/>
                </a:cubicBezTo>
                <a:cubicBezTo>
                  <a:pt x="18347" y="833"/>
                  <a:pt x="18400" y="845"/>
                  <a:pt x="18430" y="869"/>
                </a:cubicBezTo>
                <a:cubicBezTo>
                  <a:pt x="18460" y="895"/>
                  <a:pt x="18476" y="924"/>
                  <a:pt x="18476" y="956"/>
                </a:cubicBezTo>
                <a:cubicBezTo>
                  <a:pt x="18476" y="993"/>
                  <a:pt x="18460" y="1027"/>
                  <a:pt x="18430" y="1056"/>
                </a:cubicBezTo>
                <a:cubicBezTo>
                  <a:pt x="18399" y="1085"/>
                  <a:pt x="18361" y="1107"/>
                  <a:pt x="18316" y="1121"/>
                </a:cubicBezTo>
                <a:cubicBezTo>
                  <a:pt x="18270" y="1136"/>
                  <a:pt x="18222" y="1143"/>
                  <a:pt x="18173" y="1143"/>
                </a:cubicBezTo>
                <a:cubicBezTo>
                  <a:pt x="18124" y="1143"/>
                  <a:pt x="18084" y="1133"/>
                  <a:pt x="18050" y="1114"/>
                </a:cubicBezTo>
                <a:cubicBezTo>
                  <a:pt x="18017" y="1095"/>
                  <a:pt x="18000" y="1064"/>
                  <a:pt x="18000" y="1021"/>
                </a:cubicBezTo>
                <a:cubicBezTo>
                  <a:pt x="18000" y="968"/>
                  <a:pt x="18030" y="925"/>
                  <a:pt x="18089" y="890"/>
                </a:cubicBezTo>
                <a:cubicBezTo>
                  <a:pt x="18056" y="873"/>
                  <a:pt x="18039" y="844"/>
                  <a:pt x="18039" y="805"/>
                </a:cubicBezTo>
                <a:cubicBezTo>
                  <a:pt x="18039" y="787"/>
                  <a:pt x="18043" y="767"/>
                  <a:pt x="18051" y="747"/>
                </a:cubicBezTo>
                <a:cubicBezTo>
                  <a:pt x="18060" y="725"/>
                  <a:pt x="18072" y="709"/>
                  <a:pt x="18087" y="696"/>
                </a:cubicBezTo>
                <a:cubicBezTo>
                  <a:pt x="18049" y="661"/>
                  <a:pt x="18031" y="620"/>
                  <a:pt x="18031" y="575"/>
                </a:cubicBezTo>
                <a:cubicBezTo>
                  <a:pt x="18031" y="527"/>
                  <a:pt x="18049" y="488"/>
                  <a:pt x="18086" y="458"/>
                </a:cubicBezTo>
                <a:cubicBezTo>
                  <a:pt x="18122" y="427"/>
                  <a:pt x="18166" y="411"/>
                  <a:pt x="18215" y="411"/>
                </a:cubicBezTo>
                <a:cubicBezTo>
                  <a:pt x="18260" y="411"/>
                  <a:pt x="18298" y="422"/>
                  <a:pt x="18328" y="442"/>
                </a:cubicBezTo>
                <a:cubicBezTo>
                  <a:pt x="18341" y="424"/>
                  <a:pt x="18358" y="411"/>
                  <a:pt x="18379" y="401"/>
                </a:cubicBezTo>
                <a:cubicBezTo>
                  <a:pt x="18401" y="392"/>
                  <a:pt x="18420" y="387"/>
                  <a:pt x="18437" y="387"/>
                </a:cubicBezTo>
                <a:cubicBezTo>
                  <a:pt x="18451" y="387"/>
                  <a:pt x="18462" y="390"/>
                  <a:pt x="18471" y="398"/>
                </a:cubicBezTo>
                <a:cubicBezTo>
                  <a:pt x="18481" y="405"/>
                  <a:pt x="18486" y="415"/>
                  <a:pt x="18486" y="426"/>
                </a:cubicBezTo>
                <a:cubicBezTo>
                  <a:pt x="18486" y="438"/>
                  <a:pt x="18482" y="447"/>
                  <a:pt x="18474" y="455"/>
                </a:cubicBezTo>
                <a:cubicBezTo>
                  <a:pt x="18465" y="464"/>
                  <a:pt x="18456" y="467"/>
                  <a:pt x="18445" y="467"/>
                </a:cubicBezTo>
                <a:moveTo>
                  <a:pt x="19094" y="634"/>
                </a:moveTo>
                <a:lnTo>
                  <a:pt x="19008" y="657"/>
                </a:lnTo>
                <a:cubicBezTo>
                  <a:pt x="18940" y="674"/>
                  <a:pt x="18906" y="714"/>
                  <a:pt x="18906" y="776"/>
                </a:cubicBezTo>
                <a:cubicBezTo>
                  <a:pt x="18906" y="795"/>
                  <a:pt x="18912" y="813"/>
                  <a:pt x="18925" y="830"/>
                </a:cubicBezTo>
                <a:cubicBezTo>
                  <a:pt x="18939" y="845"/>
                  <a:pt x="18958" y="853"/>
                  <a:pt x="18984" y="853"/>
                </a:cubicBezTo>
                <a:cubicBezTo>
                  <a:pt x="19009" y="853"/>
                  <a:pt x="19040" y="837"/>
                  <a:pt x="19078" y="805"/>
                </a:cubicBezTo>
                <a:cubicBezTo>
                  <a:pt x="19089" y="799"/>
                  <a:pt x="19094" y="790"/>
                  <a:pt x="19094" y="778"/>
                </a:cubicBezTo>
                <a:lnTo>
                  <a:pt x="19094" y="634"/>
                </a:lnTo>
                <a:moveTo>
                  <a:pt x="19092" y="835"/>
                </a:moveTo>
                <a:lnTo>
                  <a:pt x="19071" y="852"/>
                </a:lnTo>
                <a:cubicBezTo>
                  <a:pt x="19046" y="870"/>
                  <a:pt x="19026" y="882"/>
                  <a:pt x="19011" y="887"/>
                </a:cubicBezTo>
                <a:cubicBezTo>
                  <a:pt x="18996" y="894"/>
                  <a:pt x="18977" y="897"/>
                  <a:pt x="18952" y="897"/>
                </a:cubicBezTo>
                <a:cubicBezTo>
                  <a:pt x="18911" y="897"/>
                  <a:pt x="18878" y="888"/>
                  <a:pt x="18853" y="869"/>
                </a:cubicBezTo>
                <a:cubicBezTo>
                  <a:pt x="18828" y="850"/>
                  <a:pt x="18816" y="821"/>
                  <a:pt x="18816" y="780"/>
                </a:cubicBezTo>
                <a:cubicBezTo>
                  <a:pt x="18816" y="744"/>
                  <a:pt x="18832" y="712"/>
                  <a:pt x="18865" y="685"/>
                </a:cubicBezTo>
                <a:cubicBezTo>
                  <a:pt x="18898" y="658"/>
                  <a:pt x="18941" y="637"/>
                  <a:pt x="18995" y="623"/>
                </a:cubicBezTo>
                <a:lnTo>
                  <a:pt x="19088" y="600"/>
                </a:lnTo>
                <a:cubicBezTo>
                  <a:pt x="19092" y="599"/>
                  <a:pt x="19094" y="595"/>
                  <a:pt x="19094" y="587"/>
                </a:cubicBezTo>
                <a:cubicBezTo>
                  <a:pt x="19094" y="494"/>
                  <a:pt x="19065" y="447"/>
                  <a:pt x="19006" y="447"/>
                </a:cubicBezTo>
                <a:cubicBezTo>
                  <a:pt x="18982" y="447"/>
                  <a:pt x="18961" y="451"/>
                  <a:pt x="18943" y="459"/>
                </a:cubicBezTo>
                <a:cubicBezTo>
                  <a:pt x="18925" y="466"/>
                  <a:pt x="18917" y="477"/>
                  <a:pt x="18917" y="492"/>
                </a:cubicBezTo>
                <a:cubicBezTo>
                  <a:pt x="18917" y="503"/>
                  <a:pt x="18917" y="510"/>
                  <a:pt x="18919" y="514"/>
                </a:cubicBezTo>
                <a:cubicBezTo>
                  <a:pt x="18921" y="518"/>
                  <a:pt x="18921" y="525"/>
                  <a:pt x="18921" y="534"/>
                </a:cubicBezTo>
                <a:cubicBezTo>
                  <a:pt x="18921" y="542"/>
                  <a:pt x="18917" y="550"/>
                  <a:pt x="18908" y="558"/>
                </a:cubicBezTo>
                <a:cubicBezTo>
                  <a:pt x="18900" y="565"/>
                  <a:pt x="18888" y="569"/>
                  <a:pt x="18874" y="569"/>
                </a:cubicBezTo>
                <a:cubicBezTo>
                  <a:pt x="18848" y="569"/>
                  <a:pt x="18836" y="557"/>
                  <a:pt x="18837" y="531"/>
                </a:cubicBezTo>
                <a:cubicBezTo>
                  <a:pt x="18837" y="502"/>
                  <a:pt x="18856" y="475"/>
                  <a:pt x="18893" y="449"/>
                </a:cubicBezTo>
                <a:cubicBezTo>
                  <a:pt x="18931" y="424"/>
                  <a:pt x="18972" y="411"/>
                  <a:pt x="19016" y="411"/>
                </a:cubicBezTo>
                <a:cubicBezTo>
                  <a:pt x="19124" y="411"/>
                  <a:pt x="19178" y="472"/>
                  <a:pt x="19178" y="594"/>
                </a:cubicBezTo>
                <a:lnTo>
                  <a:pt x="19178" y="755"/>
                </a:lnTo>
                <a:cubicBezTo>
                  <a:pt x="19178" y="776"/>
                  <a:pt x="19179" y="791"/>
                  <a:pt x="19180" y="803"/>
                </a:cubicBezTo>
                <a:cubicBezTo>
                  <a:pt x="19181" y="813"/>
                  <a:pt x="19185" y="824"/>
                  <a:pt x="19192" y="833"/>
                </a:cubicBezTo>
                <a:cubicBezTo>
                  <a:pt x="19198" y="843"/>
                  <a:pt x="19208" y="847"/>
                  <a:pt x="19221" y="847"/>
                </a:cubicBezTo>
                <a:cubicBezTo>
                  <a:pt x="19230" y="847"/>
                  <a:pt x="19238" y="844"/>
                  <a:pt x="19245" y="838"/>
                </a:cubicBezTo>
                <a:cubicBezTo>
                  <a:pt x="19251" y="833"/>
                  <a:pt x="19255" y="830"/>
                  <a:pt x="19256" y="830"/>
                </a:cubicBezTo>
                <a:cubicBezTo>
                  <a:pt x="19257" y="830"/>
                  <a:pt x="19260" y="832"/>
                  <a:pt x="19263" y="837"/>
                </a:cubicBezTo>
                <a:cubicBezTo>
                  <a:pt x="19267" y="841"/>
                  <a:pt x="19269" y="845"/>
                  <a:pt x="19269" y="848"/>
                </a:cubicBezTo>
                <a:cubicBezTo>
                  <a:pt x="19269" y="851"/>
                  <a:pt x="19265" y="855"/>
                  <a:pt x="19258" y="863"/>
                </a:cubicBezTo>
                <a:cubicBezTo>
                  <a:pt x="19251" y="870"/>
                  <a:pt x="19239" y="878"/>
                  <a:pt x="19224" y="886"/>
                </a:cubicBezTo>
                <a:cubicBezTo>
                  <a:pt x="19209" y="893"/>
                  <a:pt x="19193" y="897"/>
                  <a:pt x="19177" y="897"/>
                </a:cubicBezTo>
                <a:cubicBezTo>
                  <a:pt x="19134" y="897"/>
                  <a:pt x="19106" y="876"/>
                  <a:pt x="19094" y="835"/>
                </a:cubicBezTo>
                <a:lnTo>
                  <a:pt x="19092" y="835"/>
                </a:lnTo>
                <a:moveTo>
                  <a:pt x="19587" y="422"/>
                </a:moveTo>
                <a:lnTo>
                  <a:pt x="19637" y="422"/>
                </a:lnTo>
                <a:cubicBezTo>
                  <a:pt x="19637" y="400"/>
                  <a:pt x="19637" y="380"/>
                  <a:pt x="19636" y="365"/>
                </a:cubicBezTo>
                <a:cubicBezTo>
                  <a:pt x="19636" y="348"/>
                  <a:pt x="19635" y="337"/>
                  <a:pt x="19635" y="329"/>
                </a:cubicBezTo>
                <a:cubicBezTo>
                  <a:pt x="19635" y="322"/>
                  <a:pt x="19634" y="316"/>
                  <a:pt x="19634" y="312"/>
                </a:cubicBezTo>
                <a:lnTo>
                  <a:pt x="19634" y="302"/>
                </a:lnTo>
                <a:lnTo>
                  <a:pt x="19634" y="296"/>
                </a:lnTo>
                <a:cubicBezTo>
                  <a:pt x="19634" y="294"/>
                  <a:pt x="19635" y="292"/>
                  <a:pt x="19637" y="290"/>
                </a:cubicBezTo>
                <a:cubicBezTo>
                  <a:pt x="19640" y="288"/>
                  <a:pt x="19644" y="286"/>
                  <a:pt x="19647" y="285"/>
                </a:cubicBezTo>
                <a:cubicBezTo>
                  <a:pt x="19650" y="284"/>
                  <a:pt x="19655" y="282"/>
                  <a:pt x="19661" y="280"/>
                </a:cubicBezTo>
                <a:cubicBezTo>
                  <a:pt x="19666" y="279"/>
                  <a:pt x="19671" y="277"/>
                  <a:pt x="19675" y="275"/>
                </a:cubicBezTo>
                <a:cubicBezTo>
                  <a:pt x="19679" y="274"/>
                  <a:pt x="19684" y="271"/>
                  <a:pt x="19691" y="268"/>
                </a:cubicBezTo>
                <a:cubicBezTo>
                  <a:pt x="19698" y="265"/>
                  <a:pt x="19703" y="262"/>
                  <a:pt x="19707" y="259"/>
                </a:cubicBezTo>
                <a:cubicBezTo>
                  <a:pt x="19712" y="257"/>
                  <a:pt x="19716" y="256"/>
                  <a:pt x="19718" y="256"/>
                </a:cubicBezTo>
                <a:cubicBezTo>
                  <a:pt x="19724" y="256"/>
                  <a:pt x="19727" y="259"/>
                  <a:pt x="19727" y="266"/>
                </a:cubicBezTo>
                <a:cubicBezTo>
                  <a:pt x="19723" y="295"/>
                  <a:pt x="19722" y="333"/>
                  <a:pt x="19722" y="379"/>
                </a:cubicBezTo>
                <a:lnTo>
                  <a:pt x="19722" y="422"/>
                </a:lnTo>
                <a:lnTo>
                  <a:pt x="19853" y="422"/>
                </a:lnTo>
                <a:cubicBezTo>
                  <a:pt x="19858" y="422"/>
                  <a:pt x="19861" y="424"/>
                  <a:pt x="19861" y="428"/>
                </a:cubicBezTo>
                <a:lnTo>
                  <a:pt x="19861" y="450"/>
                </a:lnTo>
                <a:cubicBezTo>
                  <a:pt x="19861" y="460"/>
                  <a:pt x="19852" y="465"/>
                  <a:pt x="19834" y="464"/>
                </a:cubicBezTo>
                <a:lnTo>
                  <a:pt x="19722" y="464"/>
                </a:lnTo>
                <a:lnTo>
                  <a:pt x="19722" y="738"/>
                </a:lnTo>
                <a:cubicBezTo>
                  <a:pt x="19722" y="773"/>
                  <a:pt x="19724" y="799"/>
                  <a:pt x="19729" y="814"/>
                </a:cubicBezTo>
                <a:cubicBezTo>
                  <a:pt x="19735" y="829"/>
                  <a:pt x="19744" y="837"/>
                  <a:pt x="19758" y="837"/>
                </a:cubicBezTo>
                <a:cubicBezTo>
                  <a:pt x="19791" y="837"/>
                  <a:pt x="19820" y="827"/>
                  <a:pt x="19847" y="806"/>
                </a:cubicBezTo>
                <a:cubicBezTo>
                  <a:pt x="19858" y="807"/>
                  <a:pt x="19864" y="813"/>
                  <a:pt x="19866" y="825"/>
                </a:cubicBezTo>
                <a:cubicBezTo>
                  <a:pt x="19824" y="873"/>
                  <a:pt x="19775" y="897"/>
                  <a:pt x="19721" y="897"/>
                </a:cubicBezTo>
                <a:cubicBezTo>
                  <a:pt x="19665" y="897"/>
                  <a:pt x="19637" y="861"/>
                  <a:pt x="19637" y="789"/>
                </a:cubicBezTo>
                <a:lnTo>
                  <a:pt x="19637" y="464"/>
                </a:lnTo>
                <a:lnTo>
                  <a:pt x="19572" y="464"/>
                </a:lnTo>
                <a:cubicBezTo>
                  <a:pt x="19569" y="464"/>
                  <a:pt x="19568" y="462"/>
                  <a:pt x="19568" y="458"/>
                </a:cubicBezTo>
                <a:lnTo>
                  <a:pt x="19568" y="443"/>
                </a:lnTo>
                <a:cubicBezTo>
                  <a:pt x="19568" y="429"/>
                  <a:pt x="19574" y="422"/>
                  <a:pt x="19587" y="422"/>
                </a:cubicBezTo>
                <a:moveTo>
                  <a:pt x="19978" y="237"/>
                </a:moveTo>
                <a:cubicBezTo>
                  <a:pt x="19978" y="225"/>
                  <a:pt x="19984" y="213"/>
                  <a:pt x="19997" y="202"/>
                </a:cubicBezTo>
                <a:cubicBezTo>
                  <a:pt x="20009" y="192"/>
                  <a:pt x="20023" y="186"/>
                  <a:pt x="20036" y="186"/>
                </a:cubicBezTo>
                <a:cubicBezTo>
                  <a:pt x="20049" y="186"/>
                  <a:pt x="20060" y="192"/>
                  <a:pt x="20071" y="204"/>
                </a:cubicBezTo>
                <a:cubicBezTo>
                  <a:pt x="20082" y="216"/>
                  <a:pt x="20087" y="229"/>
                  <a:pt x="20087" y="242"/>
                </a:cubicBezTo>
                <a:cubicBezTo>
                  <a:pt x="20087" y="255"/>
                  <a:pt x="20081" y="266"/>
                  <a:pt x="20070" y="278"/>
                </a:cubicBezTo>
                <a:cubicBezTo>
                  <a:pt x="20058" y="289"/>
                  <a:pt x="20045" y="295"/>
                  <a:pt x="20031" y="295"/>
                </a:cubicBezTo>
                <a:cubicBezTo>
                  <a:pt x="20018" y="295"/>
                  <a:pt x="20005" y="289"/>
                  <a:pt x="19994" y="277"/>
                </a:cubicBezTo>
                <a:cubicBezTo>
                  <a:pt x="19983" y="264"/>
                  <a:pt x="19978" y="252"/>
                  <a:pt x="19978" y="237"/>
                </a:cubicBezTo>
                <a:moveTo>
                  <a:pt x="20077" y="754"/>
                </a:moveTo>
                <a:cubicBezTo>
                  <a:pt x="20077" y="797"/>
                  <a:pt x="20081" y="824"/>
                  <a:pt x="20090" y="835"/>
                </a:cubicBezTo>
                <a:cubicBezTo>
                  <a:pt x="20098" y="844"/>
                  <a:pt x="20120" y="851"/>
                  <a:pt x="20156" y="853"/>
                </a:cubicBezTo>
                <a:cubicBezTo>
                  <a:pt x="20159" y="856"/>
                  <a:pt x="20160" y="862"/>
                  <a:pt x="20160" y="871"/>
                </a:cubicBezTo>
                <a:cubicBezTo>
                  <a:pt x="20160" y="880"/>
                  <a:pt x="20159" y="885"/>
                  <a:pt x="20156" y="888"/>
                </a:cubicBezTo>
                <a:cubicBezTo>
                  <a:pt x="20093" y="887"/>
                  <a:pt x="20053" y="886"/>
                  <a:pt x="20036" y="886"/>
                </a:cubicBezTo>
                <a:cubicBezTo>
                  <a:pt x="20015" y="886"/>
                  <a:pt x="19974" y="887"/>
                  <a:pt x="19913" y="888"/>
                </a:cubicBezTo>
                <a:cubicBezTo>
                  <a:pt x="19911" y="885"/>
                  <a:pt x="19910" y="880"/>
                  <a:pt x="19910" y="871"/>
                </a:cubicBezTo>
                <a:cubicBezTo>
                  <a:pt x="19910" y="862"/>
                  <a:pt x="19911" y="856"/>
                  <a:pt x="19913" y="853"/>
                </a:cubicBezTo>
                <a:cubicBezTo>
                  <a:pt x="19948" y="850"/>
                  <a:pt x="19970" y="843"/>
                  <a:pt x="19978" y="833"/>
                </a:cubicBezTo>
                <a:cubicBezTo>
                  <a:pt x="19987" y="824"/>
                  <a:pt x="19992" y="797"/>
                  <a:pt x="19992" y="754"/>
                </a:cubicBezTo>
                <a:lnTo>
                  <a:pt x="19992" y="543"/>
                </a:lnTo>
                <a:cubicBezTo>
                  <a:pt x="19992" y="513"/>
                  <a:pt x="19987" y="494"/>
                  <a:pt x="19979" y="486"/>
                </a:cubicBezTo>
                <a:cubicBezTo>
                  <a:pt x="19971" y="478"/>
                  <a:pt x="19952" y="472"/>
                  <a:pt x="19922" y="470"/>
                </a:cubicBezTo>
                <a:cubicBezTo>
                  <a:pt x="19918" y="458"/>
                  <a:pt x="19917" y="448"/>
                  <a:pt x="19919" y="439"/>
                </a:cubicBezTo>
                <a:cubicBezTo>
                  <a:pt x="19986" y="430"/>
                  <a:pt x="20036" y="420"/>
                  <a:pt x="20067" y="408"/>
                </a:cubicBezTo>
                <a:cubicBezTo>
                  <a:pt x="20077" y="408"/>
                  <a:pt x="20082" y="410"/>
                  <a:pt x="20082" y="415"/>
                </a:cubicBezTo>
                <a:cubicBezTo>
                  <a:pt x="20082" y="417"/>
                  <a:pt x="20082" y="420"/>
                  <a:pt x="20081" y="423"/>
                </a:cubicBezTo>
                <a:cubicBezTo>
                  <a:pt x="20081" y="427"/>
                  <a:pt x="20080" y="433"/>
                  <a:pt x="20080" y="443"/>
                </a:cubicBezTo>
                <a:cubicBezTo>
                  <a:pt x="20080" y="453"/>
                  <a:pt x="20079" y="463"/>
                  <a:pt x="20079" y="472"/>
                </a:cubicBezTo>
                <a:cubicBezTo>
                  <a:pt x="20079" y="482"/>
                  <a:pt x="20078" y="492"/>
                  <a:pt x="20077" y="504"/>
                </a:cubicBezTo>
                <a:lnTo>
                  <a:pt x="20077" y="538"/>
                </a:lnTo>
                <a:lnTo>
                  <a:pt x="20077" y="754"/>
                </a:lnTo>
                <a:moveTo>
                  <a:pt x="20276" y="754"/>
                </a:moveTo>
                <a:lnTo>
                  <a:pt x="20276" y="281"/>
                </a:lnTo>
                <a:cubicBezTo>
                  <a:pt x="20276" y="258"/>
                  <a:pt x="20275" y="240"/>
                  <a:pt x="20274" y="229"/>
                </a:cubicBezTo>
                <a:cubicBezTo>
                  <a:pt x="20273" y="218"/>
                  <a:pt x="20268" y="209"/>
                  <a:pt x="20260" y="204"/>
                </a:cubicBezTo>
                <a:cubicBezTo>
                  <a:pt x="20253" y="199"/>
                  <a:pt x="20247" y="196"/>
                  <a:pt x="20242" y="196"/>
                </a:cubicBezTo>
                <a:cubicBezTo>
                  <a:pt x="20238" y="195"/>
                  <a:pt x="20226" y="194"/>
                  <a:pt x="20206" y="192"/>
                </a:cubicBezTo>
                <a:cubicBezTo>
                  <a:pt x="20198" y="184"/>
                  <a:pt x="20196" y="173"/>
                  <a:pt x="20200" y="160"/>
                </a:cubicBezTo>
                <a:cubicBezTo>
                  <a:pt x="20265" y="155"/>
                  <a:pt x="20315" y="146"/>
                  <a:pt x="20352" y="131"/>
                </a:cubicBezTo>
                <a:cubicBezTo>
                  <a:pt x="20362" y="131"/>
                  <a:pt x="20367" y="135"/>
                  <a:pt x="20367" y="142"/>
                </a:cubicBezTo>
                <a:cubicBezTo>
                  <a:pt x="20363" y="171"/>
                  <a:pt x="20362" y="209"/>
                  <a:pt x="20362" y="256"/>
                </a:cubicBezTo>
                <a:lnTo>
                  <a:pt x="20362" y="754"/>
                </a:lnTo>
                <a:cubicBezTo>
                  <a:pt x="20362" y="797"/>
                  <a:pt x="20366" y="824"/>
                  <a:pt x="20375" y="835"/>
                </a:cubicBezTo>
                <a:cubicBezTo>
                  <a:pt x="20384" y="845"/>
                  <a:pt x="20406" y="851"/>
                  <a:pt x="20440" y="853"/>
                </a:cubicBezTo>
                <a:cubicBezTo>
                  <a:pt x="20443" y="856"/>
                  <a:pt x="20444" y="862"/>
                  <a:pt x="20444" y="871"/>
                </a:cubicBezTo>
                <a:cubicBezTo>
                  <a:pt x="20444" y="880"/>
                  <a:pt x="20443" y="885"/>
                  <a:pt x="20440" y="888"/>
                </a:cubicBezTo>
                <a:cubicBezTo>
                  <a:pt x="20378" y="887"/>
                  <a:pt x="20338" y="886"/>
                  <a:pt x="20319" y="886"/>
                </a:cubicBezTo>
                <a:cubicBezTo>
                  <a:pt x="20299" y="886"/>
                  <a:pt x="20259" y="887"/>
                  <a:pt x="20198" y="888"/>
                </a:cubicBezTo>
                <a:cubicBezTo>
                  <a:pt x="20194" y="885"/>
                  <a:pt x="20193" y="880"/>
                  <a:pt x="20193" y="871"/>
                </a:cubicBezTo>
                <a:cubicBezTo>
                  <a:pt x="20193" y="862"/>
                  <a:pt x="20194" y="856"/>
                  <a:pt x="20198" y="853"/>
                </a:cubicBezTo>
                <a:cubicBezTo>
                  <a:pt x="20232" y="851"/>
                  <a:pt x="20253" y="845"/>
                  <a:pt x="20263" y="835"/>
                </a:cubicBezTo>
                <a:cubicBezTo>
                  <a:pt x="20272" y="824"/>
                  <a:pt x="20276" y="797"/>
                  <a:pt x="20276" y="754"/>
                </a:cubicBezTo>
                <a:moveTo>
                  <a:pt x="20788" y="578"/>
                </a:moveTo>
                <a:cubicBezTo>
                  <a:pt x="20799" y="578"/>
                  <a:pt x="20804" y="573"/>
                  <a:pt x="20804" y="563"/>
                </a:cubicBezTo>
                <a:cubicBezTo>
                  <a:pt x="20804" y="521"/>
                  <a:pt x="20795" y="492"/>
                  <a:pt x="20777" y="475"/>
                </a:cubicBezTo>
                <a:cubicBezTo>
                  <a:pt x="20760" y="458"/>
                  <a:pt x="20739" y="449"/>
                  <a:pt x="20714" y="449"/>
                </a:cubicBezTo>
                <a:cubicBezTo>
                  <a:pt x="20704" y="449"/>
                  <a:pt x="20695" y="450"/>
                  <a:pt x="20685" y="453"/>
                </a:cubicBezTo>
                <a:cubicBezTo>
                  <a:pt x="20676" y="455"/>
                  <a:pt x="20665" y="461"/>
                  <a:pt x="20651" y="469"/>
                </a:cubicBezTo>
                <a:cubicBezTo>
                  <a:pt x="20638" y="476"/>
                  <a:pt x="20626" y="490"/>
                  <a:pt x="20616" y="509"/>
                </a:cubicBezTo>
                <a:cubicBezTo>
                  <a:pt x="20605" y="529"/>
                  <a:pt x="20597" y="553"/>
                  <a:pt x="20592" y="581"/>
                </a:cubicBezTo>
                <a:lnTo>
                  <a:pt x="20788" y="578"/>
                </a:lnTo>
                <a:moveTo>
                  <a:pt x="20898" y="803"/>
                </a:moveTo>
                <a:cubicBezTo>
                  <a:pt x="20850" y="866"/>
                  <a:pt x="20789" y="897"/>
                  <a:pt x="20714" y="897"/>
                </a:cubicBezTo>
                <a:cubicBezTo>
                  <a:pt x="20643" y="897"/>
                  <a:pt x="20588" y="874"/>
                  <a:pt x="20548" y="827"/>
                </a:cubicBezTo>
                <a:cubicBezTo>
                  <a:pt x="20515" y="788"/>
                  <a:pt x="20498" y="735"/>
                  <a:pt x="20498" y="667"/>
                </a:cubicBezTo>
                <a:cubicBezTo>
                  <a:pt x="20498" y="591"/>
                  <a:pt x="20521" y="530"/>
                  <a:pt x="20567" y="483"/>
                </a:cubicBezTo>
                <a:cubicBezTo>
                  <a:pt x="20612" y="437"/>
                  <a:pt x="20661" y="414"/>
                  <a:pt x="20714" y="414"/>
                </a:cubicBezTo>
                <a:cubicBezTo>
                  <a:pt x="20836" y="414"/>
                  <a:pt x="20897" y="476"/>
                  <a:pt x="20897" y="601"/>
                </a:cubicBezTo>
                <a:cubicBezTo>
                  <a:pt x="20897" y="613"/>
                  <a:pt x="20890" y="619"/>
                  <a:pt x="20876" y="619"/>
                </a:cubicBezTo>
                <a:lnTo>
                  <a:pt x="20589" y="618"/>
                </a:lnTo>
                <a:cubicBezTo>
                  <a:pt x="20589" y="679"/>
                  <a:pt x="20600" y="728"/>
                  <a:pt x="20623" y="766"/>
                </a:cubicBezTo>
                <a:cubicBezTo>
                  <a:pt x="20655" y="817"/>
                  <a:pt x="20694" y="843"/>
                  <a:pt x="20742" y="843"/>
                </a:cubicBezTo>
                <a:cubicBezTo>
                  <a:pt x="20772" y="843"/>
                  <a:pt x="20796" y="839"/>
                  <a:pt x="20815" y="831"/>
                </a:cubicBezTo>
                <a:cubicBezTo>
                  <a:pt x="20835" y="822"/>
                  <a:pt x="20855" y="807"/>
                  <a:pt x="20875" y="786"/>
                </a:cubicBezTo>
                <a:cubicBezTo>
                  <a:pt x="20888" y="787"/>
                  <a:pt x="20896" y="792"/>
                  <a:pt x="20898" y="803"/>
                </a:cubicBezTo>
                <a:moveTo>
                  <a:pt x="13342" y="1807"/>
                </a:moveTo>
                <a:cubicBezTo>
                  <a:pt x="13317" y="1809"/>
                  <a:pt x="13302" y="1815"/>
                  <a:pt x="13298" y="1826"/>
                </a:cubicBezTo>
                <a:cubicBezTo>
                  <a:pt x="13294" y="1836"/>
                  <a:pt x="13297" y="1854"/>
                  <a:pt x="13309" y="1879"/>
                </a:cubicBezTo>
                <a:lnTo>
                  <a:pt x="13396" y="2102"/>
                </a:lnTo>
                <a:cubicBezTo>
                  <a:pt x="13401" y="2115"/>
                  <a:pt x="13405" y="2123"/>
                  <a:pt x="13407" y="2127"/>
                </a:cubicBezTo>
                <a:cubicBezTo>
                  <a:pt x="13409" y="2129"/>
                  <a:pt x="13412" y="2129"/>
                  <a:pt x="13414" y="2125"/>
                </a:cubicBezTo>
                <a:cubicBezTo>
                  <a:pt x="13417" y="2122"/>
                  <a:pt x="13420" y="2114"/>
                  <a:pt x="13425" y="2101"/>
                </a:cubicBezTo>
                <a:lnTo>
                  <a:pt x="13501" y="1909"/>
                </a:lnTo>
                <a:lnTo>
                  <a:pt x="13495" y="1892"/>
                </a:lnTo>
                <a:cubicBezTo>
                  <a:pt x="13493" y="1889"/>
                  <a:pt x="13492" y="1886"/>
                  <a:pt x="13490" y="1882"/>
                </a:cubicBezTo>
                <a:cubicBezTo>
                  <a:pt x="13485" y="1868"/>
                  <a:pt x="13481" y="1858"/>
                  <a:pt x="13478" y="1852"/>
                </a:cubicBezTo>
                <a:cubicBezTo>
                  <a:pt x="13475" y="1846"/>
                  <a:pt x="13470" y="1839"/>
                  <a:pt x="13465" y="1832"/>
                </a:cubicBezTo>
                <a:cubicBezTo>
                  <a:pt x="13459" y="1824"/>
                  <a:pt x="13451" y="1818"/>
                  <a:pt x="13442" y="1814"/>
                </a:cubicBezTo>
                <a:cubicBezTo>
                  <a:pt x="13434" y="1811"/>
                  <a:pt x="13424" y="1809"/>
                  <a:pt x="13412" y="1807"/>
                </a:cubicBezTo>
                <a:cubicBezTo>
                  <a:pt x="13409" y="1805"/>
                  <a:pt x="13408" y="1800"/>
                  <a:pt x="13408" y="1791"/>
                </a:cubicBezTo>
                <a:cubicBezTo>
                  <a:pt x="13408" y="1782"/>
                  <a:pt x="13409" y="1776"/>
                  <a:pt x="13412" y="1772"/>
                </a:cubicBezTo>
                <a:cubicBezTo>
                  <a:pt x="13466" y="1774"/>
                  <a:pt x="13498" y="1774"/>
                  <a:pt x="13507" y="1774"/>
                </a:cubicBezTo>
                <a:cubicBezTo>
                  <a:pt x="13526" y="1774"/>
                  <a:pt x="13562" y="1774"/>
                  <a:pt x="13615" y="1772"/>
                </a:cubicBezTo>
                <a:cubicBezTo>
                  <a:pt x="13618" y="1775"/>
                  <a:pt x="13620" y="1781"/>
                  <a:pt x="13620" y="1790"/>
                </a:cubicBezTo>
                <a:cubicBezTo>
                  <a:pt x="13620" y="1799"/>
                  <a:pt x="13618" y="1805"/>
                  <a:pt x="13615" y="1807"/>
                </a:cubicBezTo>
                <a:cubicBezTo>
                  <a:pt x="13587" y="1810"/>
                  <a:pt x="13571" y="1815"/>
                  <a:pt x="13566" y="1823"/>
                </a:cubicBezTo>
                <a:cubicBezTo>
                  <a:pt x="13562" y="1831"/>
                  <a:pt x="13565" y="1848"/>
                  <a:pt x="13576" y="1873"/>
                </a:cubicBezTo>
                <a:lnTo>
                  <a:pt x="13669" y="2111"/>
                </a:lnTo>
                <a:cubicBezTo>
                  <a:pt x="13674" y="2123"/>
                  <a:pt x="13677" y="2130"/>
                  <a:pt x="13680" y="2130"/>
                </a:cubicBezTo>
                <a:cubicBezTo>
                  <a:pt x="13681" y="2131"/>
                  <a:pt x="13684" y="2129"/>
                  <a:pt x="13686" y="2123"/>
                </a:cubicBezTo>
                <a:cubicBezTo>
                  <a:pt x="13686" y="2122"/>
                  <a:pt x="13688" y="2116"/>
                  <a:pt x="13693" y="2106"/>
                </a:cubicBezTo>
                <a:lnTo>
                  <a:pt x="13784" y="1881"/>
                </a:lnTo>
                <a:cubicBezTo>
                  <a:pt x="13788" y="1872"/>
                  <a:pt x="13790" y="1865"/>
                  <a:pt x="13791" y="1860"/>
                </a:cubicBezTo>
                <a:cubicBezTo>
                  <a:pt x="13793" y="1854"/>
                  <a:pt x="13794" y="1848"/>
                  <a:pt x="13794" y="1840"/>
                </a:cubicBezTo>
                <a:cubicBezTo>
                  <a:pt x="13794" y="1833"/>
                  <a:pt x="13792" y="1828"/>
                  <a:pt x="13788" y="1824"/>
                </a:cubicBezTo>
                <a:cubicBezTo>
                  <a:pt x="13783" y="1820"/>
                  <a:pt x="13777" y="1817"/>
                  <a:pt x="13767" y="1813"/>
                </a:cubicBezTo>
                <a:cubicBezTo>
                  <a:pt x="13757" y="1810"/>
                  <a:pt x="13744" y="1808"/>
                  <a:pt x="13729" y="1807"/>
                </a:cubicBezTo>
                <a:cubicBezTo>
                  <a:pt x="13725" y="1805"/>
                  <a:pt x="13724" y="1800"/>
                  <a:pt x="13724" y="1791"/>
                </a:cubicBezTo>
                <a:cubicBezTo>
                  <a:pt x="13724" y="1782"/>
                  <a:pt x="13725" y="1776"/>
                  <a:pt x="13729" y="1772"/>
                </a:cubicBezTo>
                <a:cubicBezTo>
                  <a:pt x="13783" y="1774"/>
                  <a:pt x="13820" y="1774"/>
                  <a:pt x="13841" y="1774"/>
                </a:cubicBezTo>
                <a:cubicBezTo>
                  <a:pt x="13856" y="1774"/>
                  <a:pt x="13881" y="1774"/>
                  <a:pt x="13917" y="1772"/>
                </a:cubicBezTo>
                <a:cubicBezTo>
                  <a:pt x="13920" y="1775"/>
                  <a:pt x="13922" y="1781"/>
                  <a:pt x="13922" y="1790"/>
                </a:cubicBezTo>
                <a:cubicBezTo>
                  <a:pt x="13922" y="1799"/>
                  <a:pt x="13920" y="1805"/>
                  <a:pt x="13917" y="1807"/>
                </a:cubicBezTo>
                <a:cubicBezTo>
                  <a:pt x="13892" y="1809"/>
                  <a:pt x="13873" y="1816"/>
                  <a:pt x="13860" y="1829"/>
                </a:cubicBezTo>
                <a:cubicBezTo>
                  <a:pt x="13847" y="1841"/>
                  <a:pt x="13835" y="1860"/>
                  <a:pt x="13826" y="1885"/>
                </a:cubicBezTo>
                <a:lnTo>
                  <a:pt x="13685" y="2228"/>
                </a:lnTo>
                <a:cubicBezTo>
                  <a:pt x="13679" y="2243"/>
                  <a:pt x="13670" y="2251"/>
                  <a:pt x="13659" y="2251"/>
                </a:cubicBezTo>
                <a:cubicBezTo>
                  <a:pt x="13648" y="2251"/>
                  <a:pt x="13640" y="2244"/>
                  <a:pt x="13633" y="2229"/>
                </a:cubicBezTo>
                <a:lnTo>
                  <a:pt x="13522" y="1961"/>
                </a:lnTo>
                <a:lnTo>
                  <a:pt x="13413" y="2227"/>
                </a:lnTo>
                <a:cubicBezTo>
                  <a:pt x="13406" y="2243"/>
                  <a:pt x="13397" y="2251"/>
                  <a:pt x="13387" y="2251"/>
                </a:cubicBezTo>
                <a:cubicBezTo>
                  <a:pt x="13376" y="2251"/>
                  <a:pt x="13367" y="2244"/>
                  <a:pt x="13362" y="2229"/>
                </a:cubicBezTo>
                <a:lnTo>
                  <a:pt x="13220" y="1879"/>
                </a:lnTo>
                <a:cubicBezTo>
                  <a:pt x="13208" y="1851"/>
                  <a:pt x="13197" y="1833"/>
                  <a:pt x="13187" y="1824"/>
                </a:cubicBezTo>
                <a:cubicBezTo>
                  <a:pt x="13177" y="1815"/>
                  <a:pt x="13159" y="1810"/>
                  <a:pt x="13134" y="1807"/>
                </a:cubicBezTo>
                <a:cubicBezTo>
                  <a:pt x="13131" y="1805"/>
                  <a:pt x="13129" y="1800"/>
                  <a:pt x="13128" y="1791"/>
                </a:cubicBezTo>
                <a:cubicBezTo>
                  <a:pt x="13128" y="1782"/>
                  <a:pt x="13130" y="1776"/>
                  <a:pt x="13134" y="1772"/>
                </a:cubicBezTo>
                <a:cubicBezTo>
                  <a:pt x="13171" y="1774"/>
                  <a:pt x="13203" y="1774"/>
                  <a:pt x="13230" y="1774"/>
                </a:cubicBezTo>
                <a:cubicBezTo>
                  <a:pt x="13251" y="1774"/>
                  <a:pt x="13288" y="1774"/>
                  <a:pt x="13342" y="1772"/>
                </a:cubicBezTo>
                <a:cubicBezTo>
                  <a:pt x="13345" y="1775"/>
                  <a:pt x="13347" y="1781"/>
                  <a:pt x="13347" y="1790"/>
                </a:cubicBezTo>
                <a:cubicBezTo>
                  <a:pt x="13347" y="1799"/>
                  <a:pt x="13345" y="1805"/>
                  <a:pt x="13342" y="1807"/>
                </a:cubicBezTo>
                <a:moveTo>
                  <a:pt x="14026" y="1589"/>
                </a:moveTo>
                <a:cubicBezTo>
                  <a:pt x="14026" y="1576"/>
                  <a:pt x="14032" y="1565"/>
                  <a:pt x="14044" y="1554"/>
                </a:cubicBezTo>
                <a:cubicBezTo>
                  <a:pt x="14057" y="1543"/>
                  <a:pt x="14070" y="1538"/>
                  <a:pt x="14083" y="1538"/>
                </a:cubicBezTo>
                <a:cubicBezTo>
                  <a:pt x="14096" y="1538"/>
                  <a:pt x="14108" y="1544"/>
                  <a:pt x="14119" y="1556"/>
                </a:cubicBezTo>
                <a:cubicBezTo>
                  <a:pt x="14129" y="1568"/>
                  <a:pt x="14135" y="1580"/>
                  <a:pt x="14135" y="1594"/>
                </a:cubicBezTo>
                <a:cubicBezTo>
                  <a:pt x="14135" y="1606"/>
                  <a:pt x="14129" y="1618"/>
                  <a:pt x="14117" y="1630"/>
                </a:cubicBezTo>
                <a:cubicBezTo>
                  <a:pt x="14106" y="1641"/>
                  <a:pt x="14093" y="1647"/>
                  <a:pt x="14078" y="1647"/>
                </a:cubicBezTo>
                <a:cubicBezTo>
                  <a:pt x="14065" y="1647"/>
                  <a:pt x="14053" y="1641"/>
                  <a:pt x="14042" y="1628"/>
                </a:cubicBezTo>
                <a:cubicBezTo>
                  <a:pt x="14031" y="1616"/>
                  <a:pt x="14026" y="1603"/>
                  <a:pt x="14026" y="1589"/>
                </a:cubicBezTo>
                <a:moveTo>
                  <a:pt x="14125" y="2106"/>
                </a:moveTo>
                <a:cubicBezTo>
                  <a:pt x="14125" y="2149"/>
                  <a:pt x="14129" y="2176"/>
                  <a:pt x="14137" y="2187"/>
                </a:cubicBezTo>
                <a:cubicBezTo>
                  <a:pt x="14146" y="2196"/>
                  <a:pt x="14168" y="2202"/>
                  <a:pt x="14203" y="2205"/>
                </a:cubicBezTo>
                <a:cubicBezTo>
                  <a:pt x="14206" y="2208"/>
                  <a:pt x="14208" y="2214"/>
                  <a:pt x="14208" y="2223"/>
                </a:cubicBezTo>
                <a:cubicBezTo>
                  <a:pt x="14208" y="2231"/>
                  <a:pt x="14206" y="2237"/>
                  <a:pt x="14203" y="2240"/>
                </a:cubicBezTo>
                <a:cubicBezTo>
                  <a:pt x="14141" y="2239"/>
                  <a:pt x="14101" y="2238"/>
                  <a:pt x="14083" y="2238"/>
                </a:cubicBezTo>
                <a:cubicBezTo>
                  <a:pt x="14063" y="2238"/>
                  <a:pt x="14022" y="2239"/>
                  <a:pt x="13961" y="2240"/>
                </a:cubicBezTo>
                <a:cubicBezTo>
                  <a:pt x="13958" y="2237"/>
                  <a:pt x="13957" y="2231"/>
                  <a:pt x="13957" y="2223"/>
                </a:cubicBezTo>
                <a:cubicBezTo>
                  <a:pt x="13957" y="2214"/>
                  <a:pt x="13958" y="2208"/>
                  <a:pt x="13961" y="2205"/>
                </a:cubicBezTo>
                <a:cubicBezTo>
                  <a:pt x="13996" y="2202"/>
                  <a:pt x="14017" y="2195"/>
                  <a:pt x="14026" y="2185"/>
                </a:cubicBezTo>
                <a:cubicBezTo>
                  <a:pt x="14034" y="2175"/>
                  <a:pt x="14039" y="2149"/>
                  <a:pt x="14039" y="2106"/>
                </a:cubicBezTo>
                <a:lnTo>
                  <a:pt x="14039" y="1895"/>
                </a:lnTo>
                <a:cubicBezTo>
                  <a:pt x="14039" y="1865"/>
                  <a:pt x="14035" y="1846"/>
                  <a:pt x="14027" y="1838"/>
                </a:cubicBezTo>
                <a:cubicBezTo>
                  <a:pt x="14019" y="1830"/>
                  <a:pt x="13999" y="1824"/>
                  <a:pt x="13969" y="1822"/>
                </a:cubicBezTo>
                <a:cubicBezTo>
                  <a:pt x="13965" y="1810"/>
                  <a:pt x="13964" y="1800"/>
                  <a:pt x="13967" y="1791"/>
                </a:cubicBezTo>
                <a:cubicBezTo>
                  <a:pt x="14034" y="1782"/>
                  <a:pt x="14083" y="1772"/>
                  <a:pt x="14115" y="1759"/>
                </a:cubicBezTo>
                <a:cubicBezTo>
                  <a:pt x="14125" y="1759"/>
                  <a:pt x="14130" y="1762"/>
                  <a:pt x="14130" y="1767"/>
                </a:cubicBezTo>
                <a:cubicBezTo>
                  <a:pt x="14130" y="1769"/>
                  <a:pt x="14129" y="1772"/>
                  <a:pt x="14128" y="1775"/>
                </a:cubicBezTo>
                <a:cubicBezTo>
                  <a:pt x="14128" y="1779"/>
                  <a:pt x="14128" y="1785"/>
                  <a:pt x="14127" y="1795"/>
                </a:cubicBezTo>
                <a:cubicBezTo>
                  <a:pt x="14127" y="1805"/>
                  <a:pt x="14127" y="1814"/>
                  <a:pt x="14126" y="1824"/>
                </a:cubicBezTo>
                <a:cubicBezTo>
                  <a:pt x="14126" y="1833"/>
                  <a:pt x="14125" y="1844"/>
                  <a:pt x="14125" y="1856"/>
                </a:cubicBezTo>
                <a:lnTo>
                  <a:pt x="14125" y="1890"/>
                </a:lnTo>
                <a:lnTo>
                  <a:pt x="14125" y="2106"/>
                </a:lnTo>
                <a:moveTo>
                  <a:pt x="14267" y="1774"/>
                </a:moveTo>
                <a:lnTo>
                  <a:pt x="14317" y="1774"/>
                </a:lnTo>
                <a:cubicBezTo>
                  <a:pt x="14317" y="1751"/>
                  <a:pt x="14317" y="1732"/>
                  <a:pt x="14316" y="1717"/>
                </a:cubicBezTo>
                <a:cubicBezTo>
                  <a:pt x="14316" y="1700"/>
                  <a:pt x="14316" y="1688"/>
                  <a:pt x="14315" y="1681"/>
                </a:cubicBezTo>
                <a:cubicBezTo>
                  <a:pt x="14315" y="1674"/>
                  <a:pt x="14314" y="1668"/>
                  <a:pt x="14314" y="1664"/>
                </a:cubicBezTo>
                <a:lnTo>
                  <a:pt x="14314" y="1654"/>
                </a:lnTo>
                <a:lnTo>
                  <a:pt x="14314" y="1648"/>
                </a:lnTo>
                <a:cubicBezTo>
                  <a:pt x="14314" y="1646"/>
                  <a:pt x="14315" y="1644"/>
                  <a:pt x="14317" y="1642"/>
                </a:cubicBezTo>
                <a:cubicBezTo>
                  <a:pt x="14321" y="1640"/>
                  <a:pt x="14324" y="1638"/>
                  <a:pt x="14327" y="1637"/>
                </a:cubicBezTo>
                <a:cubicBezTo>
                  <a:pt x="14330" y="1636"/>
                  <a:pt x="14335" y="1634"/>
                  <a:pt x="14341" y="1632"/>
                </a:cubicBezTo>
                <a:cubicBezTo>
                  <a:pt x="14346" y="1631"/>
                  <a:pt x="14351" y="1629"/>
                  <a:pt x="14355" y="1627"/>
                </a:cubicBezTo>
                <a:cubicBezTo>
                  <a:pt x="14359" y="1626"/>
                  <a:pt x="14365" y="1623"/>
                  <a:pt x="14371" y="1620"/>
                </a:cubicBezTo>
                <a:cubicBezTo>
                  <a:pt x="14378" y="1617"/>
                  <a:pt x="14383" y="1614"/>
                  <a:pt x="14387" y="1611"/>
                </a:cubicBezTo>
                <a:cubicBezTo>
                  <a:pt x="14392" y="1609"/>
                  <a:pt x="14396" y="1608"/>
                  <a:pt x="14398" y="1608"/>
                </a:cubicBezTo>
                <a:cubicBezTo>
                  <a:pt x="14404" y="1608"/>
                  <a:pt x="14407" y="1611"/>
                  <a:pt x="14407" y="1617"/>
                </a:cubicBezTo>
                <a:cubicBezTo>
                  <a:pt x="14403" y="1647"/>
                  <a:pt x="14402" y="1685"/>
                  <a:pt x="14402" y="1731"/>
                </a:cubicBezTo>
                <a:lnTo>
                  <a:pt x="14402" y="1774"/>
                </a:lnTo>
                <a:lnTo>
                  <a:pt x="14533" y="1774"/>
                </a:lnTo>
                <a:cubicBezTo>
                  <a:pt x="14538" y="1774"/>
                  <a:pt x="14541" y="1776"/>
                  <a:pt x="14541" y="1780"/>
                </a:cubicBezTo>
                <a:lnTo>
                  <a:pt x="14541" y="1802"/>
                </a:lnTo>
                <a:cubicBezTo>
                  <a:pt x="14541" y="1812"/>
                  <a:pt x="14532" y="1817"/>
                  <a:pt x="14514" y="1816"/>
                </a:cubicBezTo>
                <a:lnTo>
                  <a:pt x="14402" y="1816"/>
                </a:lnTo>
                <a:lnTo>
                  <a:pt x="14402" y="2090"/>
                </a:lnTo>
                <a:cubicBezTo>
                  <a:pt x="14402" y="2125"/>
                  <a:pt x="14404" y="2150"/>
                  <a:pt x="14409" y="2166"/>
                </a:cubicBezTo>
                <a:cubicBezTo>
                  <a:pt x="14415" y="2181"/>
                  <a:pt x="14425" y="2189"/>
                  <a:pt x="14439" y="2189"/>
                </a:cubicBezTo>
                <a:cubicBezTo>
                  <a:pt x="14471" y="2189"/>
                  <a:pt x="14500" y="2179"/>
                  <a:pt x="14527" y="2158"/>
                </a:cubicBezTo>
                <a:cubicBezTo>
                  <a:pt x="14538" y="2159"/>
                  <a:pt x="14544" y="2165"/>
                  <a:pt x="14546" y="2177"/>
                </a:cubicBezTo>
                <a:cubicBezTo>
                  <a:pt x="14504" y="2225"/>
                  <a:pt x="14455" y="2249"/>
                  <a:pt x="14401" y="2249"/>
                </a:cubicBezTo>
                <a:cubicBezTo>
                  <a:pt x="14345" y="2249"/>
                  <a:pt x="14317" y="2213"/>
                  <a:pt x="14317" y="2141"/>
                </a:cubicBezTo>
                <a:lnTo>
                  <a:pt x="14317" y="1816"/>
                </a:lnTo>
                <a:lnTo>
                  <a:pt x="14253" y="1816"/>
                </a:lnTo>
                <a:cubicBezTo>
                  <a:pt x="14249" y="1816"/>
                  <a:pt x="14248" y="1814"/>
                  <a:pt x="14248" y="1810"/>
                </a:cubicBezTo>
                <a:lnTo>
                  <a:pt x="14248" y="1795"/>
                </a:lnTo>
                <a:cubicBezTo>
                  <a:pt x="14248" y="1781"/>
                  <a:pt x="14254" y="1774"/>
                  <a:pt x="14267" y="1774"/>
                </a:cubicBezTo>
                <a:moveTo>
                  <a:pt x="14743" y="1928"/>
                </a:moveTo>
                <a:lnTo>
                  <a:pt x="14743" y="2106"/>
                </a:lnTo>
                <a:cubicBezTo>
                  <a:pt x="14743" y="2137"/>
                  <a:pt x="14744" y="2159"/>
                  <a:pt x="14748" y="2172"/>
                </a:cubicBezTo>
                <a:cubicBezTo>
                  <a:pt x="14752" y="2184"/>
                  <a:pt x="14757" y="2192"/>
                  <a:pt x="14765" y="2196"/>
                </a:cubicBezTo>
                <a:cubicBezTo>
                  <a:pt x="14773" y="2201"/>
                  <a:pt x="14787" y="2203"/>
                  <a:pt x="14806" y="2205"/>
                </a:cubicBezTo>
                <a:cubicBezTo>
                  <a:pt x="14809" y="2208"/>
                  <a:pt x="14811" y="2214"/>
                  <a:pt x="14811" y="2223"/>
                </a:cubicBezTo>
                <a:cubicBezTo>
                  <a:pt x="14812" y="2231"/>
                  <a:pt x="14810" y="2237"/>
                  <a:pt x="14806" y="2240"/>
                </a:cubicBezTo>
                <a:cubicBezTo>
                  <a:pt x="14746" y="2239"/>
                  <a:pt x="14710" y="2238"/>
                  <a:pt x="14700" y="2238"/>
                </a:cubicBezTo>
                <a:cubicBezTo>
                  <a:pt x="14680" y="2238"/>
                  <a:pt x="14641" y="2239"/>
                  <a:pt x="14581" y="2240"/>
                </a:cubicBezTo>
                <a:cubicBezTo>
                  <a:pt x="14578" y="2237"/>
                  <a:pt x="14576" y="2231"/>
                  <a:pt x="14576" y="2223"/>
                </a:cubicBezTo>
                <a:cubicBezTo>
                  <a:pt x="14576" y="2214"/>
                  <a:pt x="14578" y="2208"/>
                  <a:pt x="14581" y="2205"/>
                </a:cubicBezTo>
                <a:cubicBezTo>
                  <a:pt x="14599" y="2203"/>
                  <a:pt x="14612" y="2202"/>
                  <a:pt x="14619" y="2200"/>
                </a:cubicBezTo>
                <a:cubicBezTo>
                  <a:pt x="14627" y="2198"/>
                  <a:pt x="14634" y="2194"/>
                  <a:pt x="14641" y="2188"/>
                </a:cubicBezTo>
                <a:cubicBezTo>
                  <a:pt x="14648" y="2180"/>
                  <a:pt x="14653" y="2171"/>
                  <a:pt x="14655" y="2160"/>
                </a:cubicBezTo>
                <a:cubicBezTo>
                  <a:pt x="14656" y="2147"/>
                  <a:pt x="14657" y="2130"/>
                  <a:pt x="14657" y="2106"/>
                </a:cubicBezTo>
                <a:lnTo>
                  <a:pt x="14657" y="1633"/>
                </a:lnTo>
                <a:cubicBezTo>
                  <a:pt x="14657" y="1610"/>
                  <a:pt x="14656" y="1592"/>
                  <a:pt x="14655" y="1581"/>
                </a:cubicBezTo>
                <a:cubicBezTo>
                  <a:pt x="14654" y="1569"/>
                  <a:pt x="14649" y="1561"/>
                  <a:pt x="14641" y="1556"/>
                </a:cubicBezTo>
                <a:cubicBezTo>
                  <a:pt x="14634" y="1551"/>
                  <a:pt x="14628" y="1548"/>
                  <a:pt x="14623" y="1548"/>
                </a:cubicBezTo>
                <a:cubicBezTo>
                  <a:pt x="14619" y="1547"/>
                  <a:pt x="14607" y="1546"/>
                  <a:pt x="14587" y="1544"/>
                </a:cubicBezTo>
                <a:cubicBezTo>
                  <a:pt x="14579" y="1536"/>
                  <a:pt x="14577" y="1525"/>
                  <a:pt x="14581" y="1512"/>
                </a:cubicBezTo>
                <a:cubicBezTo>
                  <a:pt x="14645" y="1507"/>
                  <a:pt x="14696" y="1498"/>
                  <a:pt x="14733" y="1483"/>
                </a:cubicBezTo>
                <a:cubicBezTo>
                  <a:pt x="14743" y="1483"/>
                  <a:pt x="14747" y="1487"/>
                  <a:pt x="14746" y="1494"/>
                </a:cubicBezTo>
                <a:cubicBezTo>
                  <a:pt x="14744" y="1523"/>
                  <a:pt x="14743" y="1561"/>
                  <a:pt x="14743" y="1608"/>
                </a:cubicBezTo>
                <a:lnTo>
                  <a:pt x="14741" y="1851"/>
                </a:lnTo>
                <a:cubicBezTo>
                  <a:pt x="14742" y="1859"/>
                  <a:pt x="14745" y="1859"/>
                  <a:pt x="14751" y="1851"/>
                </a:cubicBezTo>
                <a:cubicBezTo>
                  <a:pt x="14804" y="1792"/>
                  <a:pt x="14866" y="1763"/>
                  <a:pt x="14936" y="1763"/>
                </a:cubicBezTo>
                <a:cubicBezTo>
                  <a:pt x="14978" y="1763"/>
                  <a:pt x="15007" y="1775"/>
                  <a:pt x="15025" y="1800"/>
                </a:cubicBezTo>
                <a:cubicBezTo>
                  <a:pt x="15045" y="1825"/>
                  <a:pt x="15055" y="1873"/>
                  <a:pt x="15055" y="1944"/>
                </a:cubicBezTo>
                <a:lnTo>
                  <a:pt x="15055" y="2106"/>
                </a:lnTo>
                <a:cubicBezTo>
                  <a:pt x="15055" y="2148"/>
                  <a:pt x="15059" y="2175"/>
                  <a:pt x="15067" y="2185"/>
                </a:cubicBezTo>
                <a:cubicBezTo>
                  <a:pt x="15075" y="2195"/>
                  <a:pt x="15095" y="2202"/>
                  <a:pt x="15127" y="2205"/>
                </a:cubicBezTo>
                <a:cubicBezTo>
                  <a:pt x="15130" y="2207"/>
                  <a:pt x="15132" y="2213"/>
                  <a:pt x="15132" y="2222"/>
                </a:cubicBezTo>
                <a:cubicBezTo>
                  <a:pt x="15132" y="2230"/>
                  <a:pt x="15130" y="2236"/>
                  <a:pt x="15127" y="2240"/>
                </a:cubicBezTo>
                <a:cubicBezTo>
                  <a:pt x="15065" y="2239"/>
                  <a:pt x="15027" y="2238"/>
                  <a:pt x="15013" y="2238"/>
                </a:cubicBezTo>
                <a:cubicBezTo>
                  <a:pt x="15000" y="2238"/>
                  <a:pt x="14963" y="2239"/>
                  <a:pt x="14902" y="2240"/>
                </a:cubicBezTo>
                <a:cubicBezTo>
                  <a:pt x="14899" y="2237"/>
                  <a:pt x="14898" y="2231"/>
                  <a:pt x="14898" y="2223"/>
                </a:cubicBezTo>
                <a:cubicBezTo>
                  <a:pt x="14898" y="2214"/>
                  <a:pt x="14899" y="2208"/>
                  <a:pt x="14902" y="2205"/>
                </a:cubicBezTo>
                <a:cubicBezTo>
                  <a:pt x="14932" y="2202"/>
                  <a:pt x="14951" y="2195"/>
                  <a:pt x="14958" y="2185"/>
                </a:cubicBezTo>
                <a:cubicBezTo>
                  <a:pt x="14965" y="2175"/>
                  <a:pt x="14969" y="2148"/>
                  <a:pt x="14969" y="2106"/>
                </a:cubicBezTo>
                <a:lnTo>
                  <a:pt x="14969" y="1942"/>
                </a:lnTo>
                <a:cubicBezTo>
                  <a:pt x="14969" y="1904"/>
                  <a:pt x="14965" y="1876"/>
                  <a:pt x="14957" y="1859"/>
                </a:cubicBezTo>
                <a:cubicBezTo>
                  <a:pt x="14944" y="1833"/>
                  <a:pt x="14924" y="1819"/>
                  <a:pt x="14899" y="1819"/>
                </a:cubicBezTo>
                <a:cubicBezTo>
                  <a:pt x="14850" y="1819"/>
                  <a:pt x="14804" y="1841"/>
                  <a:pt x="14761" y="1883"/>
                </a:cubicBezTo>
                <a:cubicBezTo>
                  <a:pt x="14749" y="1896"/>
                  <a:pt x="14743" y="1911"/>
                  <a:pt x="14743" y="1928"/>
                </a:cubicBezTo>
                <a:moveTo>
                  <a:pt x="15730" y="1986"/>
                </a:moveTo>
                <a:lnTo>
                  <a:pt x="15644" y="2009"/>
                </a:lnTo>
                <a:cubicBezTo>
                  <a:pt x="15575" y="2026"/>
                  <a:pt x="15541" y="2066"/>
                  <a:pt x="15541" y="2128"/>
                </a:cubicBezTo>
                <a:cubicBezTo>
                  <a:pt x="15541" y="2147"/>
                  <a:pt x="15548" y="2165"/>
                  <a:pt x="15561" y="2182"/>
                </a:cubicBezTo>
                <a:cubicBezTo>
                  <a:pt x="15575" y="2197"/>
                  <a:pt x="15594" y="2205"/>
                  <a:pt x="15620" y="2205"/>
                </a:cubicBezTo>
                <a:cubicBezTo>
                  <a:pt x="15645" y="2205"/>
                  <a:pt x="15676" y="2189"/>
                  <a:pt x="15714" y="2157"/>
                </a:cubicBezTo>
                <a:cubicBezTo>
                  <a:pt x="15724" y="2151"/>
                  <a:pt x="15730" y="2142"/>
                  <a:pt x="15730" y="2130"/>
                </a:cubicBezTo>
                <a:lnTo>
                  <a:pt x="15730" y="1986"/>
                </a:lnTo>
                <a:moveTo>
                  <a:pt x="15730" y="2187"/>
                </a:moveTo>
                <a:lnTo>
                  <a:pt x="15730" y="2187"/>
                </a:lnTo>
                <a:lnTo>
                  <a:pt x="15730" y="2187"/>
                </a:lnTo>
                <a:lnTo>
                  <a:pt x="15727" y="2187"/>
                </a:lnTo>
                <a:lnTo>
                  <a:pt x="15706" y="2204"/>
                </a:lnTo>
                <a:cubicBezTo>
                  <a:pt x="15682" y="2222"/>
                  <a:pt x="15662" y="2234"/>
                  <a:pt x="15646" y="2239"/>
                </a:cubicBezTo>
                <a:cubicBezTo>
                  <a:pt x="15632" y="2246"/>
                  <a:pt x="15612" y="2249"/>
                  <a:pt x="15588" y="2249"/>
                </a:cubicBezTo>
                <a:cubicBezTo>
                  <a:pt x="15547" y="2249"/>
                  <a:pt x="15514" y="2239"/>
                  <a:pt x="15489" y="2221"/>
                </a:cubicBezTo>
                <a:cubicBezTo>
                  <a:pt x="15464" y="2202"/>
                  <a:pt x="15452" y="2172"/>
                  <a:pt x="15452" y="2131"/>
                </a:cubicBezTo>
                <a:cubicBezTo>
                  <a:pt x="15452" y="2096"/>
                  <a:pt x="15468" y="2064"/>
                  <a:pt x="15501" y="2037"/>
                </a:cubicBezTo>
                <a:cubicBezTo>
                  <a:pt x="15533" y="2010"/>
                  <a:pt x="15577" y="1989"/>
                  <a:pt x="15631" y="1975"/>
                </a:cubicBezTo>
                <a:lnTo>
                  <a:pt x="15724" y="1952"/>
                </a:lnTo>
                <a:cubicBezTo>
                  <a:pt x="15728" y="1951"/>
                  <a:pt x="15730" y="1947"/>
                  <a:pt x="15730" y="1939"/>
                </a:cubicBezTo>
                <a:cubicBezTo>
                  <a:pt x="15730" y="1846"/>
                  <a:pt x="15700" y="1799"/>
                  <a:pt x="15642" y="1799"/>
                </a:cubicBezTo>
                <a:cubicBezTo>
                  <a:pt x="15618" y="1799"/>
                  <a:pt x="15597" y="1803"/>
                  <a:pt x="15579" y="1811"/>
                </a:cubicBezTo>
                <a:cubicBezTo>
                  <a:pt x="15561" y="1818"/>
                  <a:pt x="15552" y="1829"/>
                  <a:pt x="15552" y="1844"/>
                </a:cubicBezTo>
                <a:cubicBezTo>
                  <a:pt x="15552" y="1855"/>
                  <a:pt x="15553" y="1862"/>
                  <a:pt x="15555" y="1866"/>
                </a:cubicBezTo>
                <a:cubicBezTo>
                  <a:pt x="15556" y="1870"/>
                  <a:pt x="15557" y="1877"/>
                  <a:pt x="15557" y="1885"/>
                </a:cubicBezTo>
                <a:cubicBezTo>
                  <a:pt x="15557" y="1894"/>
                  <a:pt x="15553" y="1902"/>
                  <a:pt x="15544" y="1910"/>
                </a:cubicBezTo>
                <a:cubicBezTo>
                  <a:pt x="15535" y="1917"/>
                  <a:pt x="15524" y="1921"/>
                  <a:pt x="15509" y="1921"/>
                </a:cubicBezTo>
                <a:cubicBezTo>
                  <a:pt x="15484" y="1921"/>
                  <a:pt x="15472" y="1908"/>
                  <a:pt x="15473" y="1883"/>
                </a:cubicBezTo>
                <a:cubicBezTo>
                  <a:pt x="15473" y="1854"/>
                  <a:pt x="15491" y="1826"/>
                  <a:pt x="15529" y="1801"/>
                </a:cubicBezTo>
                <a:cubicBezTo>
                  <a:pt x="15566" y="1776"/>
                  <a:pt x="15607" y="1763"/>
                  <a:pt x="15651" y="1763"/>
                </a:cubicBezTo>
                <a:cubicBezTo>
                  <a:pt x="15760" y="1763"/>
                  <a:pt x="15814" y="1824"/>
                  <a:pt x="15814" y="1945"/>
                </a:cubicBezTo>
                <a:lnTo>
                  <a:pt x="15814" y="2107"/>
                </a:lnTo>
                <a:cubicBezTo>
                  <a:pt x="15814" y="2127"/>
                  <a:pt x="15814" y="2143"/>
                  <a:pt x="15815" y="2155"/>
                </a:cubicBezTo>
                <a:cubicBezTo>
                  <a:pt x="15817" y="2165"/>
                  <a:pt x="15821" y="2175"/>
                  <a:pt x="15828" y="2185"/>
                </a:cubicBezTo>
                <a:cubicBezTo>
                  <a:pt x="15834" y="2194"/>
                  <a:pt x="15844" y="2199"/>
                  <a:pt x="15857" y="2199"/>
                </a:cubicBezTo>
                <a:cubicBezTo>
                  <a:pt x="15866" y="2199"/>
                  <a:pt x="15873" y="2196"/>
                  <a:pt x="15880" y="2190"/>
                </a:cubicBezTo>
                <a:cubicBezTo>
                  <a:pt x="15887" y="2185"/>
                  <a:pt x="15890" y="2182"/>
                  <a:pt x="15891" y="2182"/>
                </a:cubicBezTo>
                <a:cubicBezTo>
                  <a:pt x="15893" y="2182"/>
                  <a:pt x="15895" y="2184"/>
                  <a:pt x="15899" y="2189"/>
                </a:cubicBezTo>
                <a:cubicBezTo>
                  <a:pt x="15903" y="2193"/>
                  <a:pt x="15905" y="2197"/>
                  <a:pt x="15905" y="2200"/>
                </a:cubicBezTo>
                <a:cubicBezTo>
                  <a:pt x="15905" y="2202"/>
                  <a:pt x="15901" y="2207"/>
                  <a:pt x="15894" y="2215"/>
                </a:cubicBezTo>
                <a:cubicBezTo>
                  <a:pt x="15886" y="2222"/>
                  <a:pt x="15875" y="2230"/>
                  <a:pt x="15859" y="2238"/>
                </a:cubicBezTo>
                <a:cubicBezTo>
                  <a:pt x="15845" y="2245"/>
                  <a:pt x="15829" y="2249"/>
                  <a:pt x="15813" y="2249"/>
                </a:cubicBezTo>
                <a:cubicBezTo>
                  <a:pt x="15769" y="2249"/>
                  <a:pt x="15742" y="2228"/>
                  <a:pt x="15730" y="2187"/>
                </a:cubicBezTo>
                <a:moveTo>
                  <a:pt x="16105" y="1851"/>
                </a:moveTo>
                <a:cubicBezTo>
                  <a:pt x="16157" y="1792"/>
                  <a:pt x="16217" y="1763"/>
                  <a:pt x="16283" y="1763"/>
                </a:cubicBezTo>
                <a:cubicBezTo>
                  <a:pt x="16323" y="1763"/>
                  <a:pt x="16353" y="1775"/>
                  <a:pt x="16372" y="1800"/>
                </a:cubicBezTo>
                <a:cubicBezTo>
                  <a:pt x="16392" y="1826"/>
                  <a:pt x="16401" y="1874"/>
                  <a:pt x="16401" y="1944"/>
                </a:cubicBezTo>
                <a:lnTo>
                  <a:pt x="16401" y="2106"/>
                </a:lnTo>
                <a:cubicBezTo>
                  <a:pt x="16401" y="2148"/>
                  <a:pt x="16405" y="2175"/>
                  <a:pt x="16414" y="2185"/>
                </a:cubicBezTo>
                <a:cubicBezTo>
                  <a:pt x="16422" y="2195"/>
                  <a:pt x="16442" y="2202"/>
                  <a:pt x="16474" y="2205"/>
                </a:cubicBezTo>
                <a:cubicBezTo>
                  <a:pt x="16476" y="2207"/>
                  <a:pt x="16477" y="2213"/>
                  <a:pt x="16477" y="2222"/>
                </a:cubicBezTo>
                <a:cubicBezTo>
                  <a:pt x="16477" y="2230"/>
                  <a:pt x="16476" y="2236"/>
                  <a:pt x="16474" y="2240"/>
                </a:cubicBezTo>
                <a:cubicBezTo>
                  <a:pt x="16412" y="2239"/>
                  <a:pt x="16373" y="2238"/>
                  <a:pt x="16359" y="2238"/>
                </a:cubicBezTo>
                <a:cubicBezTo>
                  <a:pt x="16346" y="2238"/>
                  <a:pt x="16309" y="2239"/>
                  <a:pt x="16249" y="2240"/>
                </a:cubicBezTo>
                <a:cubicBezTo>
                  <a:pt x="16246" y="2237"/>
                  <a:pt x="16245" y="2231"/>
                  <a:pt x="16245" y="2223"/>
                </a:cubicBezTo>
                <a:cubicBezTo>
                  <a:pt x="16245" y="2214"/>
                  <a:pt x="16246" y="2208"/>
                  <a:pt x="16249" y="2205"/>
                </a:cubicBezTo>
                <a:cubicBezTo>
                  <a:pt x="16278" y="2202"/>
                  <a:pt x="16296" y="2195"/>
                  <a:pt x="16304" y="2185"/>
                </a:cubicBezTo>
                <a:cubicBezTo>
                  <a:pt x="16312" y="2175"/>
                  <a:pt x="16316" y="2148"/>
                  <a:pt x="16316" y="2106"/>
                </a:cubicBezTo>
                <a:lnTo>
                  <a:pt x="16316" y="1942"/>
                </a:lnTo>
                <a:cubicBezTo>
                  <a:pt x="16316" y="1904"/>
                  <a:pt x="16312" y="1876"/>
                  <a:pt x="16304" y="1859"/>
                </a:cubicBezTo>
                <a:cubicBezTo>
                  <a:pt x="16290" y="1833"/>
                  <a:pt x="16271" y="1819"/>
                  <a:pt x="16246" y="1819"/>
                </a:cubicBezTo>
                <a:cubicBezTo>
                  <a:pt x="16202" y="1819"/>
                  <a:pt x="16158" y="1841"/>
                  <a:pt x="16114" y="1883"/>
                </a:cubicBezTo>
                <a:cubicBezTo>
                  <a:pt x="16102" y="1897"/>
                  <a:pt x="16096" y="1912"/>
                  <a:pt x="16096" y="1928"/>
                </a:cubicBezTo>
                <a:lnTo>
                  <a:pt x="16096" y="2106"/>
                </a:lnTo>
                <a:cubicBezTo>
                  <a:pt x="16096" y="2148"/>
                  <a:pt x="16099" y="2175"/>
                  <a:pt x="16105" y="2185"/>
                </a:cubicBezTo>
                <a:cubicBezTo>
                  <a:pt x="16113" y="2195"/>
                  <a:pt x="16131" y="2202"/>
                  <a:pt x="16160" y="2205"/>
                </a:cubicBezTo>
                <a:cubicBezTo>
                  <a:pt x="16163" y="2208"/>
                  <a:pt x="16165" y="2214"/>
                  <a:pt x="16165" y="2223"/>
                </a:cubicBezTo>
                <a:cubicBezTo>
                  <a:pt x="16165" y="2231"/>
                  <a:pt x="16163" y="2237"/>
                  <a:pt x="16160" y="2240"/>
                </a:cubicBezTo>
                <a:cubicBezTo>
                  <a:pt x="16099" y="2239"/>
                  <a:pt x="16063" y="2238"/>
                  <a:pt x="16053" y="2238"/>
                </a:cubicBezTo>
                <a:cubicBezTo>
                  <a:pt x="16033" y="2238"/>
                  <a:pt x="15993" y="2239"/>
                  <a:pt x="15934" y="2240"/>
                </a:cubicBezTo>
                <a:cubicBezTo>
                  <a:pt x="15931" y="2237"/>
                  <a:pt x="15929" y="2231"/>
                  <a:pt x="15929" y="2223"/>
                </a:cubicBezTo>
                <a:cubicBezTo>
                  <a:pt x="15929" y="2214"/>
                  <a:pt x="15931" y="2208"/>
                  <a:pt x="15934" y="2205"/>
                </a:cubicBezTo>
                <a:cubicBezTo>
                  <a:pt x="15967" y="2202"/>
                  <a:pt x="15988" y="2195"/>
                  <a:pt x="15996" y="2185"/>
                </a:cubicBezTo>
                <a:cubicBezTo>
                  <a:pt x="16005" y="2175"/>
                  <a:pt x="16010" y="2149"/>
                  <a:pt x="16010" y="2106"/>
                </a:cubicBezTo>
                <a:lnTo>
                  <a:pt x="16010" y="1895"/>
                </a:lnTo>
                <a:cubicBezTo>
                  <a:pt x="16010" y="1865"/>
                  <a:pt x="16006" y="1846"/>
                  <a:pt x="15998" y="1838"/>
                </a:cubicBezTo>
                <a:cubicBezTo>
                  <a:pt x="15989" y="1830"/>
                  <a:pt x="15970" y="1824"/>
                  <a:pt x="15939" y="1822"/>
                </a:cubicBezTo>
                <a:cubicBezTo>
                  <a:pt x="15935" y="1810"/>
                  <a:pt x="15934" y="1800"/>
                  <a:pt x="15936" y="1791"/>
                </a:cubicBezTo>
                <a:cubicBezTo>
                  <a:pt x="15993" y="1784"/>
                  <a:pt x="16039" y="1774"/>
                  <a:pt x="16074" y="1759"/>
                </a:cubicBezTo>
                <a:cubicBezTo>
                  <a:pt x="16079" y="1759"/>
                  <a:pt x="16084" y="1762"/>
                  <a:pt x="16087" y="1768"/>
                </a:cubicBezTo>
                <a:cubicBezTo>
                  <a:pt x="16092" y="1781"/>
                  <a:pt x="16096" y="1809"/>
                  <a:pt x="16096" y="1851"/>
                </a:cubicBezTo>
                <a:cubicBezTo>
                  <a:pt x="16096" y="1859"/>
                  <a:pt x="16099" y="1859"/>
                  <a:pt x="16105" y="1851"/>
                </a:cubicBezTo>
                <a:moveTo>
                  <a:pt x="16535" y="2016"/>
                </a:moveTo>
                <a:cubicBezTo>
                  <a:pt x="16535" y="1945"/>
                  <a:pt x="16555" y="1885"/>
                  <a:pt x="16595" y="1839"/>
                </a:cubicBezTo>
                <a:cubicBezTo>
                  <a:pt x="16638" y="1788"/>
                  <a:pt x="16695" y="1763"/>
                  <a:pt x="16765" y="1763"/>
                </a:cubicBezTo>
                <a:cubicBezTo>
                  <a:pt x="16817" y="1763"/>
                  <a:pt x="16860" y="1776"/>
                  <a:pt x="16896" y="1802"/>
                </a:cubicBezTo>
                <a:cubicBezTo>
                  <a:pt x="16932" y="1828"/>
                  <a:pt x="16957" y="1858"/>
                  <a:pt x="16971" y="1893"/>
                </a:cubicBezTo>
                <a:cubicBezTo>
                  <a:pt x="16985" y="1928"/>
                  <a:pt x="16992" y="1966"/>
                  <a:pt x="16992" y="2007"/>
                </a:cubicBezTo>
                <a:cubicBezTo>
                  <a:pt x="16992" y="2082"/>
                  <a:pt x="16968" y="2142"/>
                  <a:pt x="16922" y="2188"/>
                </a:cubicBezTo>
                <a:cubicBezTo>
                  <a:pt x="16880" y="2229"/>
                  <a:pt x="16827" y="2249"/>
                  <a:pt x="16763" y="2249"/>
                </a:cubicBezTo>
                <a:cubicBezTo>
                  <a:pt x="16690" y="2249"/>
                  <a:pt x="16634" y="2226"/>
                  <a:pt x="16594" y="2179"/>
                </a:cubicBezTo>
                <a:cubicBezTo>
                  <a:pt x="16555" y="2132"/>
                  <a:pt x="16535" y="2078"/>
                  <a:pt x="16535" y="2016"/>
                </a:cubicBezTo>
                <a:moveTo>
                  <a:pt x="16628" y="1991"/>
                </a:moveTo>
                <a:cubicBezTo>
                  <a:pt x="16628" y="2015"/>
                  <a:pt x="16631" y="2038"/>
                  <a:pt x="16637" y="2062"/>
                </a:cubicBezTo>
                <a:cubicBezTo>
                  <a:pt x="16642" y="2086"/>
                  <a:pt x="16651" y="2109"/>
                  <a:pt x="16661" y="2133"/>
                </a:cubicBezTo>
                <a:cubicBezTo>
                  <a:pt x="16672" y="2156"/>
                  <a:pt x="16687" y="2174"/>
                  <a:pt x="16708" y="2189"/>
                </a:cubicBezTo>
                <a:cubicBezTo>
                  <a:pt x="16728" y="2204"/>
                  <a:pt x="16751" y="2211"/>
                  <a:pt x="16777" y="2211"/>
                </a:cubicBezTo>
                <a:cubicBezTo>
                  <a:pt x="16809" y="2211"/>
                  <a:pt x="16837" y="2198"/>
                  <a:pt x="16862" y="2172"/>
                </a:cubicBezTo>
                <a:cubicBezTo>
                  <a:pt x="16886" y="2146"/>
                  <a:pt x="16899" y="2102"/>
                  <a:pt x="16899" y="2041"/>
                </a:cubicBezTo>
                <a:cubicBezTo>
                  <a:pt x="16899" y="1963"/>
                  <a:pt x="16885" y="1904"/>
                  <a:pt x="16858" y="1863"/>
                </a:cubicBezTo>
                <a:cubicBezTo>
                  <a:pt x="16832" y="1822"/>
                  <a:pt x="16795" y="1801"/>
                  <a:pt x="16748" y="1801"/>
                </a:cubicBezTo>
                <a:cubicBezTo>
                  <a:pt x="16668" y="1801"/>
                  <a:pt x="16628" y="1864"/>
                  <a:pt x="16628" y="1991"/>
                </a:cubicBezTo>
                <a:moveTo>
                  <a:pt x="17082" y="1774"/>
                </a:moveTo>
                <a:lnTo>
                  <a:pt x="17132" y="1774"/>
                </a:lnTo>
                <a:cubicBezTo>
                  <a:pt x="17132" y="1751"/>
                  <a:pt x="17131" y="1732"/>
                  <a:pt x="17131" y="1717"/>
                </a:cubicBezTo>
                <a:cubicBezTo>
                  <a:pt x="17131" y="1700"/>
                  <a:pt x="17130" y="1688"/>
                  <a:pt x="17129" y="1681"/>
                </a:cubicBezTo>
                <a:cubicBezTo>
                  <a:pt x="17129" y="1674"/>
                  <a:pt x="17129" y="1668"/>
                  <a:pt x="17128" y="1664"/>
                </a:cubicBezTo>
                <a:lnTo>
                  <a:pt x="17128" y="1654"/>
                </a:lnTo>
                <a:lnTo>
                  <a:pt x="17128" y="1648"/>
                </a:lnTo>
                <a:cubicBezTo>
                  <a:pt x="17128" y="1646"/>
                  <a:pt x="17129" y="1644"/>
                  <a:pt x="17132" y="1642"/>
                </a:cubicBezTo>
                <a:cubicBezTo>
                  <a:pt x="17135" y="1640"/>
                  <a:pt x="17138" y="1638"/>
                  <a:pt x="17142" y="1637"/>
                </a:cubicBezTo>
                <a:cubicBezTo>
                  <a:pt x="17145" y="1636"/>
                  <a:pt x="17149" y="1634"/>
                  <a:pt x="17155" y="1632"/>
                </a:cubicBezTo>
                <a:cubicBezTo>
                  <a:pt x="17161" y="1631"/>
                  <a:pt x="17165" y="1629"/>
                  <a:pt x="17170" y="1627"/>
                </a:cubicBezTo>
                <a:cubicBezTo>
                  <a:pt x="17174" y="1626"/>
                  <a:pt x="17179" y="1623"/>
                  <a:pt x="17186" y="1620"/>
                </a:cubicBezTo>
                <a:cubicBezTo>
                  <a:pt x="17192" y="1617"/>
                  <a:pt x="17197" y="1614"/>
                  <a:pt x="17201" y="1611"/>
                </a:cubicBezTo>
                <a:cubicBezTo>
                  <a:pt x="17206" y="1609"/>
                  <a:pt x="17210" y="1608"/>
                  <a:pt x="17213" y="1608"/>
                </a:cubicBezTo>
                <a:cubicBezTo>
                  <a:pt x="17218" y="1608"/>
                  <a:pt x="17221" y="1611"/>
                  <a:pt x="17221" y="1617"/>
                </a:cubicBezTo>
                <a:cubicBezTo>
                  <a:pt x="17218" y="1647"/>
                  <a:pt x="17216" y="1685"/>
                  <a:pt x="17216" y="1731"/>
                </a:cubicBezTo>
                <a:lnTo>
                  <a:pt x="17216" y="1774"/>
                </a:lnTo>
                <a:lnTo>
                  <a:pt x="17347" y="1774"/>
                </a:lnTo>
                <a:cubicBezTo>
                  <a:pt x="17353" y="1774"/>
                  <a:pt x="17356" y="1776"/>
                  <a:pt x="17356" y="1780"/>
                </a:cubicBezTo>
                <a:lnTo>
                  <a:pt x="17356" y="1802"/>
                </a:lnTo>
                <a:cubicBezTo>
                  <a:pt x="17356" y="1812"/>
                  <a:pt x="17347" y="1817"/>
                  <a:pt x="17329" y="1816"/>
                </a:cubicBezTo>
                <a:lnTo>
                  <a:pt x="17216" y="1816"/>
                </a:lnTo>
                <a:lnTo>
                  <a:pt x="17216" y="2090"/>
                </a:lnTo>
                <a:cubicBezTo>
                  <a:pt x="17216" y="2125"/>
                  <a:pt x="17219" y="2150"/>
                  <a:pt x="17224" y="2166"/>
                </a:cubicBezTo>
                <a:cubicBezTo>
                  <a:pt x="17229" y="2181"/>
                  <a:pt x="17239" y="2189"/>
                  <a:pt x="17253" y="2189"/>
                </a:cubicBezTo>
                <a:cubicBezTo>
                  <a:pt x="17285" y="2189"/>
                  <a:pt x="17315" y="2179"/>
                  <a:pt x="17341" y="2158"/>
                </a:cubicBezTo>
                <a:cubicBezTo>
                  <a:pt x="17352" y="2159"/>
                  <a:pt x="17359" y="2165"/>
                  <a:pt x="17361" y="2177"/>
                </a:cubicBezTo>
                <a:cubicBezTo>
                  <a:pt x="17318" y="2225"/>
                  <a:pt x="17269" y="2249"/>
                  <a:pt x="17215" y="2249"/>
                </a:cubicBezTo>
                <a:cubicBezTo>
                  <a:pt x="17159" y="2249"/>
                  <a:pt x="17132" y="2213"/>
                  <a:pt x="17132" y="2141"/>
                </a:cubicBezTo>
                <a:lnTo>
                  <a:pt x="17132" y="1816"/>
                </a:lnTo>
                <a:lnTo>
                  <a:pt x="17067" y="1816"/>
                </a:lnTo>
                <a:cubicBezTo>
                  <a:pt x="17064" y="1816"/>
                  <a:pt x="17062" y="1814"/>
                  <a:pt x="17062" y="1810"/>
                </a:cubicBezTo>
                <a:lnTo>
                  <a:pt x="17062" y="1795"/>
                </a:lnTo>
                <a:cubicBezTo>
                  <a:pt x="17062" y="1781"/>
                  <a:pt x="17068" y="1774"/>
                  <a:pt x="17082" y="1774"/>
                </a:cubicBezTo>
                <a:moveTo>
                  <a:pt x="17557" y="1928"/>
                </a:moveTo>
                <a:lnTo>
                  <a:pt x="17557" y="2106"/>
                </a:lnTo>
                <a:cubicBezTo>
                  <a:pt x="17557" y="2137"/>
                  <a:pt x="17559" y="2159"/>
                  <a:pt x="17562" y="2172"/>
                </a:cubicBezTo>
                <a:cubicBezTo>
                  <a:pt x="17566" y="2184"/>
                  <a:pt x="17572" y="2192"/>
                  <a:pt x="17579" y="2196"/>
                </a:cubicBezTo>
                <a:cubicBezTo>
                  <a:pt x="17587" y="2201"/>
                  <a:pt x="17601" y="2203"/>
                  <a:pt x="17621" y="2205"/>
                </a:cubicBezTo>
                <a:cubicBezTo>
                  <a:pt x="17624" y="2208"/>
                  <a:pt x="17626" y="2214"/>
                  <a:pt x="17626" y="2223"/>
                </a:cubicBezTo>
                <a:cubicBezTo>
                  <a:pt x="17626" y="2231"/>
                  <a:pt x="17625" y="2237"/>
                  <a:pt x="17621" y="2240"/>
                </a:cubicBezTo>
                <a:cubicBezTo>
                  <a:pt x="17560" y="2239"/>
                  <a:pt x="17525" y="2238"/>
                  <a:pt x="17514" y="2238"/>
                </a:cubicBezTo>
                <a:cubicBezTo>
                  <a:pt x="17495" y="2238"/>
                  <a:pt x="17455" y="2239"/>
                  <a:pt x="17395" y="2240"/>
                </a:cubicBezTo>
                <a:cubicBezTo>
                  <a:pt x="17392" y="2237"/>
                  <a:pt x="17391" y="2231"/>
                  <a:pt x="17391" y="2223"/>
                </a:cubicBezTo>
                <a:cubicBezTo>
                  <a:pt x="17391" y="2214"/>
                  <a:pt x="17392" y="2208"/>
                  <a:pt x="17395" y="2205"/>
                </a:cubicBezTo>
                <a:cubicBezTo>
                  <a:pt x="17413" y="2203"/>
                  <a:pt x="17426" y="2202"/>
                  <a:pt x="17433" y="2200"/>
                </a:cubicBezTo>
                <a:cubicBezTo>
                  <a:pt x="17441" y="2198"/>
                  <a:pt x="17449" y="2194"/>
                  <a:pt x="17455" y="2188"/>
                </a:cubicBezTo>
                <a:cubicBezTo>
                  <a:pt x="17463" y="2180"/>
                  <a:pt x="17467" y="2171"/>
                  <a:pt x="17469" y="2160"/>
                </a:cubicBezTo>
                <a:cubicBezTo>
                  <a:pt x="17470" y="2147"/>
                  <a:pt x="17471" y="2130"/>
                  <a:pt x="17471" y="2106"/>
                </a:cubicBezTo>
                <a:lnTo>
                  <a:pt x="17471" y="1633"/>
                </a:lnTo>
                <a:cubicBezTo>
                  <a:pt x="17471" y="1610"/>
                  <a:pt x="17470" y="1592"/>
                  <a:pt x="17469" y="1581"/>
                </a:cubicBezTo>
                <a:cubicBezTo>
                  <a:pt x="17468" y="1569"/>
                  <a:pt x="17463" y="1561"/>
                  <a:pt x="17455" y="1556"/>
                </a:cubicBezTo>
                <a:cubicBezTo>
                  <a:pt x="17448" y="1551"/>
                  <a:pt x="17442" y="1548"/>
                  <a:pt x="17437" y="1548"/>
                </a:cubicBezTo>
                <a:cubicBezTo>
                  <a:pt x="17433" y="1547"/>
                  <a:pt x="17421" y="1546"/>
                  <a:pt x="17402" y="1544"/>
                </a:cubicBezTo>
                <a:cubicBezTo>
                  <a:pt x="17393" y="1536"/>
                  <a:pt x="17391" y="1525"/>
                  <a:pt x="17395" y="1512"/>
                </a:cubicBezTo>
                <a:cubicBezTo>
                  <a:pt x="17460" y="1507"/>
                  <a:pt x="17510" y="1498"/>
                  <a:pt x="17547" y="1483"/>
                </a:cubicBezTo>
                <a:cubicBezTo>
                  <a:pt x="17557" y="1483"/>
                  <a:pt x="17561" y="1487"/>
                  <a:pt x="17561" y="1494"/>
                </a:cubicBezTo>
                <a:cubicBezTo>
                  <a:pt x="17558" y="1523"/>
                  <a:pt x="17557" y="1561"/>
                  <a:pt x="17557" y="1608"/>
                </a:cubicBezTo>
                <a:lnTo>
                  <a:pt x="17556" y="1851"/>
                </a:lnTo>
                <a:cubicBezTo>
                  <a:pt x="17556" y="1859"/>
                  <a:pt x="17560" y="1859"/>
                  <a:pt x="17566" y="1851"/>
                </a:cubicBezTo>
                <a:cubicBezTo>
                  <a:pt x="17618" y="1792"/>
                  <a:pt x="17680" y="1763"/>
                  <a:pt x="17750" y="1763"/>
                </a:cubicBezTo>
                <a:cubicBezTo>
                  <a:pt x="17792" y="1763"/>
                  <a:pt x="17822" y="1775"/>
                  <a:pt x="17840" y="1800"/>
                </a:cubicBezTo>
                <a:cubicBezTo>
                  <a:pt x="17859" y="1825"/>
                  <a:pt x="17869" y="1873"/>
                  <a:pt x="17869" y="1944"/>
                </a:cubicBezTo>
                <a:lnTo>
                  <a:pt x="17869" y="2106"/>
                </a:lnTo>
                <a:cubicBezTo>
                  <a:pt x="17869" y="2148"/>
                  <a:pt x="17873" y="2175"/>
                  <a:pt x="17881" y="2185"/>
                </a:cubicBezTo>
                <a:cubicBezTo>
                  <a:pt x="17889" y="2195"/>
                  <a:pt x="17909" y="2202"/>
                  <a:pt x="17941" y="2205"/>
                </a:cubicBezTo>
                <a:cubicBezTo>
                  <a:pt x="17944" y="2207"/>
                  <a:pt x="17946" y="2213"/>
                  <a:pt x="17946" y="2222"/>
                </a:cubicBezTo>
                <a:cubicBezTo>
                  <a:pt x="17946" y="2230"/>
                  <a:pt x="17944" y="2236"/>
                  <a:pt x="17941" y="2240"/>
                </a:cubicBezTo>
                <a:cubicBezTo>
                  <a:pt x="17879" y="2239"/>
                  <a:pt x="17841" y="2238"/>
                  <a:pt x="17827" y="2238"/>
                </a:cubicBezTo>
                <a:cubicBezTo>
                  <a:pt x="17814" y="2238"/>
                  <a:pt x="17777" y="2239"/>
                  <a:pt x="17716" y="2240"/>
                </a:cubicBezTo>
                <a:cubicBezTo>
                  <a:pt x="17714" y="2237"/>
                  <a:pt x="17712" y="2231"/>
                  <a:pt x="17712" y="2223"/>
                </a:cubicBezTo>
                <a:cubicBezTo>
                  <a:pt x="17712" y="2214"/>
                  <a:pt x="17714" y="2208"/>
                  <a:pt x="17716" y="2205"/>
                </a:cubicBezTo>
                <a:cubicBezTo>
                  <a:pt x="17746" y="2202"/>
                  <a:pt x="17765" y="2195"/>
                  <a:pt x="17772" y="2185"/>
                </a:cubicBezTo>
                <a:cubicBezTo>
                  <a:pt x="17780" y="2175"/>
                  <a:pt x="17783" y="2148"/>
                  <a:pt x="17783" y="2106"/>
                </a:cubicBezTo>
                <a:lnTo>
                  <a:pt x="17783" y="1942"/>
                </a:lnTo>
                <a:cubicBezTo>
                  <a:pt x="17783" y="1904"/>
                  <a:pt x="17779" y="1876"/>
                  <a:pt x="17771" y="1859"/>
                </a:cubicBezTo>
                <a:cubicBezTo>
                  <a:pt x="17758" y="1833"/>
                  <a:pt x="17739" y="1819"/>
                  <a:pt x="17714" y="1819"/>
                </a:cubicBezTo>
                <a:cubicBezTo>
                  <a:pt x="17665" y="1819"/>
                  <a:pt x="17618" y="1841"/>
                  <a:pt x="17575" y="1883"/>
                </a:cubicBezTo>
                <a:cubicBezTo>
                  <a:pt x="17563" y="1896"/>
                  <a:pt x="17557" y="1911"/>
                  <a:pt x="17557" y="1928"/>
                </a:cubicBezTo>
                <a:moveTo>
                  <a:pt x="18091" y="1933"/>
                </a:moveTo>
                <a:lnTo>
                  <a:pt x="18287" y="1930"/>
                </a:lnTo>
                <a:cubicBezTo>
                  <a:pt x="18297" y="1930"/>
                  <a:pt x="18303" y="1925"/>
                  <a:pt x="18303" y="1915"/>
                </a:cubicBezTo>
                <a:cubicBezTo>
                  <a:pt x="18303" y="1873"/>
                  <a:pt x="18294" y="1844"/>
                  <a:pt x="18276" y="1827"/>
                </a:cubicBezTo>
                <a:cubicBezTo>
                  <a:pt x="18259" y="1810"/>
                  <a:pt x="18237" y="1801"/>
                  <a:pt x="18212" y="1801"/>
                </a:cubicBezTo>
                <a:cubicBezTo>
                  <a:pt x="18203" y="1801"/>
                  <a:pt x="18194" y="1802"/>
                  <a:pt x="18184" y="1805"/>
                </a:cubicBezTo>
                <a:cubicBezTo>
                  <a:pt x="18175" y="1807"/>
                  <a:pt x="18164" y="1813"/>
                  <a:pt x="18150" y="1821"/>
                </a:cubicBezTo>
                <a:cubicBezTo>
                  <a:pt x="18137" y="1828"/>
                  <a:pt x="18125" y="1841"/>
                  <a:pt x="18114" y="1861"/>
                </a:cubicBezTo>
                <a:cubicBezTo>
                  <a:pt x="18104" y="1881"/>
                  <a:pt x="18096" y="1905"/>
                  <a:pt x="18091" y="1933"/>
                </a:cubicBezTo>
                <a:moveTo>
                  <a:pt x="18397" y="2155"/>
                </a:moveTo>
                <a:cubicBezTo>
                  <a:pt x="18349" y="2218"/>
                  <a:pt x="18287" y="2249"/>
                  <a:pt x="18212" y="2249"/>
                </a:cubicBezTo>
                <a:cubicBezTo>
                  <a:pt x="18141" y="2249"/>
                  <a:pt x="18086" y="2226"/>
                  <a:pt x="18047" y="2179"/>
                </a:cubicBezTo>
                <a:cubicBezTo>
                  <a:pt x="18013" y="2140"/>
                  <a:pt x="17997" y="2087"/>
                  <a:pt x="17997" y="2019"/>
                </a:cubicBezTo>
                <a:cubicBezTo>
                  <a:pt x="17997" y="1943"/>
                  <a:pt x="18020" y="1882"/>
                  <a:pt x="18065" y="1835"/>
                </a:cubicBezTo>
                <a:cubicBezTo>
                  <a:pt x="18111" y="1789"/>
                  <a:pt x="18160" y="1766"/>
                  <a:pt x="18212" y="1766"/>
                </a:cubicBezTo>
                <a:cubicBezTo>
                  <a:pt x="18335" y="1766"/>
                  <a:pt x="18396" y="1828"/>
                  <a:pt x="18396" y="1953"/>
                </a:cubicBezTo>
                <a:cubicBezTo>
                  <a:pt x="18396" y="1965"/>
                  <a:pt x="18389" y="1971"/>
                  <a:pt x="18375" y="1971"/>
                </a:cubicBezTo>
                <a:lnTo>
                  <a:pt x="18087" y="1970"/>
                </a:lnTo>
                <a:cubicBezTo>
                  <a:pt x="18087" y="2030"/>
                  <a:pt x="18099" y="2080"/>
                  <a:pt x="18122" y="2118"/>
                </a:cubicBezTo>
                <a:cubicBezTo>
                  <a:pt x="18154" y="2169"/>
                  <a:pt x="18193" y="2195"/>
                  <a:pt x="18240" y="2195"/>
                </a:cubicBezTo>
                <a:cubicBezTo>
                  <a:pt x="18270" y="2195"/>
                  <a:pt x="18295" y="2191"/>
                  <a:pt x="18314" y="2183"/>
                </a:cubicBezTo>
                <a:cubicBezTo>
                  <a:pt x="18333" y="2174"/>
                  <a:pt x="18353" y="2159"/>
                  <a:pt x="18374" y="2138"/>
                </a:cubicBezTo>
                <a:cubicBezTo>
                  <a:pt x="18387" y="2138"/>
                  <a:pt x="18395" y="2144"/>
                  <a:pt x="18397" y="2155"/>
                </a:cubicBezTo>
                <a:moveTo>
                  <a:pt x="18632" y="1851"/>
                </a:moveTo>
                <a:cubicBezTo>
                  <a:pt x="18632" y="1855"/>
                  <a:pt x="18633" y="1857"/>
                  <a:pt x="18634" y="1859"/>
                </a:cubicBezTo>
                <a:cubicBezTo>
                  <a:pt x="18635" y="1859"/>
                  <a:pt x="18638" y="1857"/>
                  <a:pt x="18641" y="1852"/>
                </a:cubicBezTo>
                <a:cubicBezTo>
                  <a:pt x="18656" y="1828"/>
                  <a:pt x="18673" y="1807"/>
                  <a:pt x="18695" y="1790"/>
                </a:cubicBezTo>
                <a:cubicBezTo>
                  <a:pt x="18716" y="1772"/>
                  <a:pt x="18738" y="1763"/>
                  <a:pt x="18761" y="1763"/>
                </a:cubicBezTo>
                <a:cubicBezTo>
                  <a:pt x="18782" y="1763"/>
                  <a:pt x="18798" y="1769"/>
                  <a:pt x="18809" y="1780"/>
                </a:cubicBezTo>
                <a:cubicBezTo>
                  <a:pt x="18820" y="1791"/>
                  <a:pt x="18826" y="1802"/>
                  <a:pt x="18826" y="1814"/>
                </a:cubicBezTo>
                <a:cubicBezTo>
                  <a:pt x="18826" y="1829"/>
                  <a:pt x="18820" y="1841"/>
                  <a:pt x="18810" y="1852"/>
                </a:cubicBezTo>
                <a:cubicBezTo>
                  <a:pt x="18800" y="1864"/>
                  <a:pt x="18788" y="1870"/>
                  <a:pt x="18776" y="1870"/>
                </a:cubicBezTo>
                <a:cubicBezTo>
                  <a:pt x="18771" y="1870"/>
                  <a:pt x="18765" y="1868"/>
                  <a:pt x="18760" y="1866"/>
                </a:cubicBezTo>
                <a:cubicBezTo>
                  <a:pt x="18755" y="1863"/>
                  <a:pt x="18751" y="1860"/>
                  <a:pt x="18749" y="1857"/>
                </a:cubicBezTo>
                <a:cubicBezTo>
                  <a:pt x="18746" y="1855"/>
                  <a:pt x="18743" y="1852"/>
                  <a:pt x="18739" y="1848"/>
                </a:cubicBezTo>
                <a:cubicBezTo>
                  <a:pt x="18735" y="1843"/>
                  <a:pt x="18732" y="1840"/>
                  <a:pt x="18731" y="1838"/>
                </a:cubicBezTo>
                <a:cubicBezTo>
                  <a:pt x="18727" y="1833"/>
                  <a:pt x="18719" y="1830"/>
                  <a:pt x="18708" y="1830"/>
                </a:cubicBezTo>
                <a:cubicBezTo>
                  <a:pt x="18699" y="1830"/>
                  <a:pt x="18683" y="1848"/>
                  <a:pt x="18659" y="1883"/>
                </a:cubicBezTo>
                <a:cubicBezTo>
                  <a:pt x="18641" y="1909"/>
                  <a:pt x="18632" y="1933"/>
                  <a:pt x="18632" y="1955"/>
                </a:cubicBezTo>
                <a:lnTo>
                  <a:pt x="18632" y="2106"/>
                </a:lnTo>
                <a:cubicBezTo>
                  <a:pt x="18632" y="2149"/>
                  <a:pt x="18637" y="2175"/>
                  <a:pt x="18647" y="2185"/>
                </a:cubicBezTo>
                <a:cubicBezTo>
                  <a:pt x="18657" y="2195"/>
                  <a:pt x="18682" y="2202"/>
                  <a:pt x="18722" y="2205"/>
                </a:cubicBezTo>
                <a:cubicBezTo>
                  <a:pt x="18725" y="2208"/>
                  <a:pt x="18727" y="2214"/>
                  <a:pt x="18727" y="2223"/>
                </a:cubicBezTo>
                <a:cubicBezTo>
                  <a:pt x="18727" y="2231"/>
                  <a:pt x="18725" y="2237"/>
                  <a:pt x="18722" y="2240"/>
                </a:cubicBezTo>
                <a:cubicBezTo>
                  <a:pt x="18660" y="2239"/>
                  <a:pt x="18616" y="2238"/>
                  <a:pt x="18591" y="2238"/>
                </a:cubicBezTo>
                <a:cubicBezTo>
                  <a:pt x="18569" y="2238"/>
                  <a:pt x="18528" y="2239"/>
                  <a:pt x="18467" y="2240"/>
                </a:cubicBezTo>
                <a:cubicBezTo>
                  <a:pt x="18464" y="2237"/>
                  <a:pt x="18462" y="2231"/>
                  <a:pt x="18462" y="2223"/>
                </a:cubicBezTo>
                <a:cubicBezTo>
                  <a:pt x="18462" y="2214"/>
                  <a:pt x="18464" y="2208"/>
                  <a:pt x="18467" y="2205"/>
                </a:cubicBezTo>
                <a:cubicBezTo>
                  <a:pt x="18502" y="2202"/>
                  <a:pt x="18524" y="2196"/>
                  <a:pt x="18533" y="2187"/>
                </a:cubicBezTo>
                <a:cubicBezTo>
                  <a:pt x="18542" y="2176"/>
                  <a:pt x="18547" y="2149"/>
                  <a:pt x="18547" y="2106"/>
                </a:cubicBezTo>
                <a:lnTo>
                  <a:pt x="18547" y="1895"/>
                </a:lnTo>
                <a:cubicBezTo>
                  <a:pt x="18547" y="1865"/>
                  <a:pt x="18542" y="1846"/>
                  <a:pt x="18534" y="1838"/>
                </a:cubicBezTo>
                <a:cubicBezTo>
                  <a:pt x="18526" y="1830"/>
                  <a:pt x="18507" y="1824"/>
                  <a:pt x="18477" y="1822"/>
                </a:cubicBezTo>
                <a:cubicBezTo>
                  <a:pt x="18473" y="1810"/>
                  <a:pt x="18472" y="1800"/>
                  <a:pt x="18475" y="1791"/>
                </a:cubicBezTo>
                <a:cubicBezTo>
                  <a:pt x="18531" y="1784"/>
                  <a:pt x="18576" y="1774"/>
                  <a:pt x="18612" y="1759"/>
                </a:cubicBezTo>
                <a:cubicBezTo>
                  <a:pt x="18617" y="1759"/>
                  <a:pt x="18621" y="1762"/>
                  <a:pt x="18624" y="1768"/>
                </a:cubicBezTo>
                <a:cubicBezTo>
                  <a:pt x="18629" y="1781"/>
                  <a:pt x="18632" y="1809"/>
                  <a:pt x="18632" y="1851"/>
                </a:cubicBezTo>
                <a:moveTo>
                  <a:pt x="19157" y="1774"/>
                </a:moveTo>
                <a:lnTo>
                  <a:pt x="19207" y="1774"/>
                </a:lnTo>
                <a:cubicBezTo>
                  <a:pt x="19207" y="1751"/>
                  <a:pt x="19207" y="1732"/>
                  <a:pt x="19206" y="1717"/>
                </a:cubicBezTo>
                <a:cubicBezTo>
                  <a:pt x="19206" y="1700"/>
                  <a:pt x="19205" y="1688"/>
                  <a:pt x="19205" y="1681"/>
                </a:cubicBezTo>
                <a:cubicBezTo>
                  <a:pt x="19205" y="1674"/>
                  <a:pt x="19204" y="1668"/>
                  <a:pt x="19204" y="1664"/>
                </a:cubicBezTo>
                <a:lnTo>
                  <a:pt x="19204" y="1654"/>
                </a:lnTo>
                <a:lnTo>
                  <a:pt x="19204" y="1648"/>
                </a:lnTo>
                <a:cubicBezTo>
                  <a:pt x="19204" y="1646"/>
                  <a:pt x="19205" y="1644"/>
                  <a:pt x="19207" y="1642"/>
                </a:cubicBezTo>
                <a:cubicBezTo>
                  <a:pt x="19210" y="1640"/>
                  <a:pt x="19214" y="1638"/>
                  <a:pt x="19217" y="1637"/>
                </a:cubicBezTo>
                <a:cubicBezTo>
                  <a:pt x="19220" y="1636"/>
                  <a:pt x="19225" y="1634"/>
                  <a:pt x="19230" y="1632"/>
                </a:cubicBezTo>
                <a:cubicBezTo>
                  <a:pt x="19236" y="1631"/>
                  <a:pt x="19241" y="1629"/>
                  <a:pt x="19245" y="1627"/>
                </a:cubicBezTo>
                <a:cubicBezTo>
                  <a:pt x="19249" y="1626"/>
                  <a:pt x="19254" y="1623"/>
                  <a:pt x="19261" y="1620"/>
                </a:cubicBezTo>
                <a:cubicBezTo>
                  <a:pt x="19267" y="1617"/>
                  <a:pt x="19273" y="1614"/>
                  <a:pt x="19277" y="1611"/>
                </a:cubicBezTo>
                <a:cubicBezTo>
                  <a:pt x="19282" y="1609"/>
                  <a:pt x="19286" y="1608"/>
                  <a:pt x="19288" y="1608"/>
                </a:cubicBezTo>
                <a:cubicBezTo>
                  <a:pt x="19293" y="1608"/>
                  <a:pt x="19297" y="1611"/>
                  <a:pt x="19297" y="1617"/>
                </a:cubicBezTo>
                <a:cubicBezTo>
                  <a:pt x="19293" y="1647"/>
                  <a:pt x="19292" y="1685"/>
                  <a:pt x="19292" y="1731"/>
                </a:cubicBezTo>
                <a:lnTo>
                  <a:pt x="19292" y="1774"/>
                </a:lnTo>
                <a:lnTo>
                  <a:pt x="19423" y="1774"/>
                </a:lnTo>
                <a:cubicBezTo>
                  <a:pt x="19428" y="1774"/>
                  <a:pt x="19431" y="1776"/>
                  <a:pt x="19431" y="1780"/>
                </a:cubicBezTo>
                <a:lnTo>
                  <a:pt x="19431" y="1802"/>
                </a:lnTo>
                <a:cubicBezTo>
                  <a:pt x="19431" y="1812"/>
                  <a:pt x="19422" y="1817"/>
                  <a:pt x="19404" y="1816"/>
                </a:cubicBezTo>
                <a:lnTo>
                  <a:pt x="19292" y="1816"/>
                </a:lnTo>
                <a:lnTo>
                  <a:pt x="19292" y="2090"/>
                </a:lnTo>
                <a:cubicBezTo>
                  <a:pt x="19292" y="2125"/>
                  <a:pt x="19294" y="2150"/>
                  <a:pt x="19299" y="2166"/>
                </a:cubicBezTo>
                <a:cubicBezTo>
                  <a:pt x="19304" y="2181"/>
                  <a:pt x="19314" y="2189"/>
                  <a:pt x="19328" y="2189"/>
                </a:cubicBezTo>
                <a:cubicBezTo>
                  <a:pt x="19361" y="2189"/>
                  <a:pt x="19390" y="2179"/>
                  <a:pt x="19416" y="2158"/>
                </a:cubicBezTo>
                <a:cubicBezTo>
                  <a:pt x="19428" y="2159"/>
                  <a:pt x="19434" y="2165"/>
                  <a:pt x="19436" y="2177"/>
                </a:cubicBezTo>
                <a:cubicBezTo>
                  <a:pt x="19394" y="2225"/>
                  <a:pt x="19345" y="2249"/>
                  <a:pt x="19290" y="2249"/>
                </a:cubicBezTo>
                <a:cubicBezTo>
                  <a:pt x="19235" y="2249"/>
                  <a:pt x="19207" y="2213"/>
                  <a:pt x="19207" y="2141"/>
                </a:cubicBezTo>
                <a:lnTo>
                  <a:pt x="19207" y="1816"/>
                </a:lnTo>
                <a:lnTo>
                  <a:pt x="19142" y="1816"/>
                </a:lnTo>
                <a:cubicBezTo>
                  <a:pt x="19139" y="1816"/>
                  <a:pt x="19137" y="1814"/>
                  <a:pt x="19137" y="1810"/>
                </a:cubicBezTo>
                <a:lnTo>
                  <a:pt x="19137" y="1795"/>
                </a:lnTo>
                <a:cubicBezTo>
                  <a:pt x="19137" y="1781"/>
                  <a:pt x="19144" y="1774"/>
                  <a:pt x="19157" y="1774"/>
                </a:cubicBezTo>
                <a:moveTo>
                  <a:pt x="19566" y="1554"/>
                </a:moveTo>
                <a:cubicBezTo>
                  <a:pt x="19579" y="1543"/>
                  <a:pt x="19592" y="1538"/>
                  <a:pt x="19606" y="1538"/>
                </a:cubicBezTo>
                <a:cubicBezTo>
                  <a:pt x="19618" y="1538"/>
                  <a:pt x="19630" y="1544"/>
                  <a:pt x="19641" y="1556"/>
                </a:cubicBezTo>
                <a:cubicBezTo>
                  <a:pt x="19651" y="1568"/>
                  <a:pt x="19657" y="1580"/>
                  <a:pt x="19657" y="1594"/>
                </a:cubicBezTo>
                <a:cubicBezTo>
                  <a:pt x="19657" y="1606"/>
                  <a:pt x="19651" y="1618"/>
                  <a:pt x="19640" y="1630"/>
                </a:cubicBezTo>
                <a:cubicBezTo>
                  <a:pt x="19628" y="1641"/>
                  <a:pt x="19615" y="1647"/>
                  <a:pt x="19601" y="1647"/>
                </a:cubicBezTo>
                <a:cubicBezTo>
                  <a:pt x="19587" y="1647"/>
                  <a:pt x="19575" y="1641"/>
                  <a:pt x="19564" y="1628"/>
                </a:cubicBezTo>
                <a:cubicBezTo>
                  <a:pt x="19553" y="1616"/>
                  <a:pt x="19548" y="1603"/>
                  <a:pt x="19548" y="1589"/>
                </a:cubicBezTo>
                <a:cubicBezTo>
                  <a:pt x="19548" y="1576"/>
                  <a:pt x="19554" y="1565"/>
                  <a:pt x="19566" y="1554"/>
                </a:cubicBezTo>
                <a:moveTo>
                  <a:pt x="19647" y="2106"/>
                </a:moveTo>
                <a:cubicBezTo>
                  <a:pt x="19647" y="2149"/>
                  <a:pt x="19651" y="2176"/>
                  <a:pt x="19659" y="2187"/>
                </a:cubicBezTo>
                <a:cubicBezTo>
                  <a:pt x="19668" y="2196"/>
                  <a:pt x="19690" y="2202"/>
                  <a:pt x="19725" y="2205"/>
                </a:cubicBezTo>
                <a:cubicBezTo>
                  <a:pt x="19729" y="2208"/>
                  <a:pt x="19730" y="2214"/>
                  <a:pt x="19730" y="2223"/>
                </a:cubicBezTo>
                <a:cubicBezTo>
                  <a:pt x="19730" y="2231"/>
                  <a:pt x="19729" y="2237"/>
                  <a:pt x="19725" y="2240"/>
                </a:cubicBezTo>
                <a:cubicBezTo>
                  <a:pt x="19663" y="2239"/>
                  <a:pt x="19623" y="2238"/>
                  <a:pt x="19606" y="2238"/>
                </a:cubicBezTo>
                <a:cubicBezTo>
                  <a:pt x="19585" y="2238"/>
                  <a:pt x="19544" y="2239"/>
                  <a:pt x="19483" y="2240"/>
                </a:cubicBezTo>
                <a:cubicBezTo>
                  <a:pt x="19481" y="2237"/>
                  <a:pt x="19479" y="2231"/>
                  <a:pt x="19479" y="2223"/>
                </a:cubicBezTo>
                <a:cubicBezTo>
                  <a:pt x="19479" y="2214"/>
                  <a:pt x="19481" y="2208"/>
                  <a:pt x="19483" y="2205"/>
                </a:cubicBezTo>
                <a:cubicBezTo>
                  <a:pt x="19518" y="2202"/>
                  <a:pt x="19540" y="2195"/>
                  <a:pt x="19548" y="2185"/>
                </a:cubicBezTo>
                <a:cubicBezTo>
                  <a:pt x="19557" y="2175"/>
                  <a:pt x="19561" y="2149"/>
                  <a:pt x="19561" y="2106"/>
                </a:cubicBezTo>
                <a:lnTo>
                  <a:pt x="19561" y="1895"/>
                </a:lnTo>
                <a:cubicBezTo>
                  <a:pt x="19561" y="1865"/>
                  <a:pt x="19557" y="1846"/>
                  <a:pt x="19549" y="1838"/>
                </a:cubicBezTo>
                <a:cubicBezTo>
                  <a:pt x="19541" y="1830"/>
                  <a:pt x="19522" y="1824"/>
                  <a:pt x="19492" y="1822"/>
                </a:cubicBezTo>
                <a:cubicBezTo>
                  <a:pt x="19487" y="1810"/>
                  <a:pt x="19487" y="1800"/>
                  <a:pt x="19489" y="1791"/>
                </a:cubicBezTo>
                <a:cubicBezTo>
                  <a:pt x="19556" y="1782"/>
                  <a:pt x="19606" y="1772"/>
                  <a:pt x="19637" y="1759"/>
                </a:cubicBezTo>
                <a:cubicBezTo>
                  <a:pt x="19647" y="1759"/>
                  <a:pt x="19652" y="1762"/>
                  <a:pt x="19652" y="1767"/>
                </a:cubicBezTo>
                <a:cubicBezTo>
                  <a:pt x="19652" y="1769"/>
                  <a:pt x="19651" y="1772"/>
                  <a:pt x="19651" y="1775"/>
                </a:cubicBezTo>
                <a:cubicBezTo>
                  <a:pt x="19651" y="1779"/>
                  <a:pt x="19650" y="1785"/>
                  <a:pt x="19650" y="1795"/>
                </a:cubicBezTo>
                <a:cubicBezTo>
                  <a:pt x="19650" y="1805"/>
                  <a:pt x="19649" y="1814"/>
                  <a:pt x="19648" y="1824"/>
                </a:cubicBezTo>
                <a:cubicBezTo>
                  <a:pt x="19648" y="1833"/>
                  <a:pt x="19648" y="1844"/>
                  <a:pt x="19647" y="1856"/>
                </a:cubicBezTo>
                <a:lnTo>
                  <a:pt x="19647" y="1890"/>
                </a:lnTo>
                <a:lnTo>
                  <a:pt x="19647" y="2106"/>
                </a:lnTo>
                <a:moveTo>
                  <a:pt x="19846" y="2106"/>
                </a:moveTo>
                <a:lnTo>
                  <a:pt x="19846" y="1633"/>
                </a:lnTo>
                <a:cubicBezTo>
                  <a:pt x="19846" y="1610"/>
                  <a:pt x="19845" y="1592"/>
                  <a:pt x="19844" y="1581"/>
                </a:cubicBezTo>
                <a:cubicBezTo>
                  <a:pt x="19843" y="1569"/>
                  <a:pt x="19838" y="1561"/>
                  <a:pt x="19830" y="1556"/>
                </a:cubicBezTo>
                <a:cubicBezTo>
                  <a:pt x="19823" y="1551"/>
                  <a:pt x="19817" y="1548"/>
                  <a:pt x="19812" y="1548"/>
                </a:cubicBezTo>
                <a:cubicBezTo>
                  <a:pt x="19808" y="1547"/>
                  <a:pt x="19796" y="1546"/>
                  <a:pt x="19777" y="1544"/>
                </a:cubicBezTo>
                <a:cubicBezTo>
                  <a:pt x="19768" y="1536"/>
                  <a:pt x="19766" y="1525"/>
                  <a:pt x="19770" y="1512"/>
                </a:cubicBezTo>
                <a:cubicBezTo>
                  <a:pt x="19835" y="1507"/>
                  <a:pt x="19885" y="1498"/>
                  <a:pt x="19922" y="1483"/>
                </a:cubicBezTo>
                <a:cubicBezTo>
                  <a:pt x="19932" y="1483"/>
                  <a:pt x="19937" y="1487"/>
                  <a:pt x="19937" y="1494"/>
                </a:cubicBezTo>
                <a:cubicBezTo>
                  <a:pt x="19933" y="1523"/>
                  <a:pt x="19932" y="1561"/>
                  <a:pt x="19932" y="1608"/>
                </a:cubicBezTo>
                <a:lnTo>
                  <a:pt x="19932" y="2106"/>
                </a:lnTo>
                <a:cubicBezTo>
                  <a:pt x="19932" y="2149"/>
                  <a:pt x="19936" y="2176"/>
                  <a:pt x="19945" y="2187"/>
                </a:cubicBezTo>
                <a:cubicBezTo>
                  <a:pt x="19954" y="2197"/>
                  <a:pt x="19976" y="2203"/>
                  <a:pt x="20010" y="2205"/>
                </a:cubicBezTo>
                <a:cubicBezTo>
                  <a:pt x="20013" y="2208"/>
                  <a:pt x="20014" y="2214"/>
                  <a:pt x="20014" y="2223"/>
                </a:cubicBezTo>
                <a:cubicBezTo>
                  <a:pt x="20014" y="2231"/>
                  <a:pt x="20013" y="2237"/>
                  <a:pt x="20010" y="2240"/>
                </a:cubicBezTo>
                <a:cubicBezTo>
                  <a:pt x="19948" y="2239"/>
                  <a:pt x="19908" y="2238"/>
                  <a:pt x="19889" y="2238"/>
                </a:cubicBezTo>
                <a:cubicBezTo>
                  <a:pt x="19870" y="2238"/>
                  <a:pt x="19829" y="2239"/>
                  <a:pt x="19768" y="2240"/>
                </a:cubicBezTo>
                <a:cubicBezTo>
                  <a:pt x="19765" y="2237"/>
                  <a:pt x="19763" y="2231"/>
                  <a:pt x="19763" y="2223"/>
                </a:cubicBezTo>
                <a:cubicBezTo>
                  <a:pt x="19763" y="2214"/>
                  <a:pt x="19765" y="2208"/>
                  <a:pt x="19768" y="2205"/>
                </a:cubicBezTo>
                <a:cubicBezTo>
                  <a:pt x="19802" y="2203"/>
                  <a:pt x="19824" y="2197"/>
                  <a:pt x="19833" y="2187"/>
                </a:cubicBezTo>
                <a:cubicBezTo>
                  <a:pt x="19842" y="2176"/>
                  <a:pt x="19846" y="2149"/>
                  <a:pt x="19846" y="2106"/>
                </a:cubicBezTo>
                <a:moveTo>
                  <a:pt x="20162" y="1933"/>
                </a:moveTo>
                <a:lnTo>
                  <a:pt x="20358" y="1930"/>
                </a:lnTo>
                <a:cubicBezTo>
                  <a:pt x="20369" y="1930"/>
                  <a:pt x="20374" y="1925"/>
                  <a:pt x="20374" y="1915"/>
                </a:cubicBezTo>
                <a:cubicBezTo>
                  <a:pt x="20374" y="1873"/>
                  <a:pt x="20365" y="1844"/>
                  <a:pt x="20347" y="1827"/>
                </a:cubicBezTo>
                <a:cubicBezTo>
                  <a:pt x="20330" y="1810"/>
                  <a:pt x="20309" y="1801"/>
                  <a:pt x="20283" y="1801"/>
                </a:cubicBezTo>
                <a:cubicBezTo>
                  <a:pt x="20274" y="1801"/>
                  <a:pt x="20265" y="1802"/>
                  <a:pt x="20255" y="1805"/>
                </a:cubicBezTo>
                <a:cubicBezTo>
                  <a:pt x="20246" y="1807"/>
                  <a:pt x="20235" y="1813"/>
                  <a:pt x="20221" y="1821"/>
                </a:cubicBezTo>
                <a:cubicBezTo>
                  <a:pt x="20208" y="1828"/>
                  <a:pt x="20196" y="1841"/>
                  <a:pt x="20186" y="1861"/>
                </a:cubicBezTo>
                <a:cubicBezTo>
                  <a:pt x="20175" y="1881"/>
                  <a:pt x="20167" y="1905"/>
                  <a:pt x="20162" y="1933"/>
                </a:cubicBezTo>
                <a:moveTo>
                  <a:pt x="20445" y="2138"/>
                </a:moveTo>
                <a:cubicBezTo>
                  <a:pt x="20458" y="2138"/>
                  <a:pt x="20466" y="2144"/>
                  <a:pt x="20468" y="2155"/>
                </a:cubicBezTo>
                <a:cubicBezTo>
                  <a:pt x="20420" y="2218"/>
                  <a:pt x="20358" y="2249"/>
                  <a:pt x="20283" y="2249"/>
                </a:cubicBezTo>
                <a:cubicBezTo>
                  <a:pt x="20213" y="2249"/>
                  <a:pt x="20157" y="2226"/>
                  <a:pt x="20118" y="2179"/>
                </a:cubicBezTo>
                <a:cubicBezTo>
                  <a:pt x="20085" y="2140"/>
                  <a:pt x="20068" y="2087"/>
                  <a:pt x="20068" y="2019"/>
                </a:cubicBezTo>
                <a:cubicBezTo>
                  <a:pt x="20068" y="1943"/>
                  <a:pt x="20091" y="1882"/>
                  <a:pt x="20137" y="1835"/>
                </a:cubicBezTo>
                <a:cubicBezTo>
                  <a:pt x="20182" y="1789"/>
                  <a:pt x="20231" y="1766"/>
                  <a:pt x="20283" y="1766"/>
                </a:cubicBezTo>
                <a:cubicBezTo>
                  <a:pt x="20406" y="1766"/>
                  <a:pt x="20467" y="1828"/>
                  <a:pt x="20467" y="1953"/>
                </a:cubicBezTo>
                <a:cubicBezTo>
                  <a:pt x="20467" y="1965"/>
                  <a:pt x="20460" y="1971"/>
                  <a:pt x="20446" y="1971"/>
                </a:cubicBezTo>
                <a:lnTo>
                  <a:pt x="20159" y="1970"/>
                </a:lnTo>
                <a:cubicBezTo>
                  <a:pt x="20159" y="2030"/>
                  <a:pt x="20170" y="2080"/>
                  <a:pt x="20193" y="2118"/>
                </a:cubicBezTo>
                <a:cubicBezTo>
                  <a:pt x="20225" y="2169"/>
                  <a:pt x="20264" y="2195"/>
                  <a:pt x="20312" y="2195"/>
                </a:cubicBezTo>
                <a:cubicBezTo>
                  <a:pt x="20342" y="2195"/>
                  <a:pt x="20366" y="2191"/>
                  <a:pt x="20385" y="2183"/>
                </a:cubicBezTo>
                <a:cubicBezTo>
                  <a:pt x="20405" y="2174"/>
                  <a:pt x="20425" y="2159"/>
                  <a:pt x="20445" y="213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523800" y="382320"/>
            <a:ext cx="4434840" cy="1305360"/>
          </a:xfrm>
          <a:custGeom>
            <a:avLst/>
            <a:gdLst/>
            <a:ahLst/>
            <a:rect l="0" t="0" r="r" b="b"/>
            <a:pathLst>
              <a:path w="12319" h="3626">
                <a:moveTo>
                  <a:pt x="12319" y="97"/>
                </a:moveTo>
                <a:lnTo>
                  <a:pt x="12319" y="3626"/>
                </a:lnTo>
                <a:lnTo>
                  <a:pt x="0" y="3626"/>
                </a:lnTo>
                <a:lnTo>
                  <a:pt x="0" y="109"/>
                </a:lnTo>
                <a:cubicBezTo>
                  <a:pt x="0" y="51"/>
                  <a:pt x="31" y="4"/>
                  <a:pt x="70" y="0"/>
                </a:cubicBezTo>
                <a:lnTo>
                  <a:pt x="12249" y="0"/>
                </a:lnTo>
                <a:cubicBezTo>
                  <a:pt x="12286" y="3"/>
                  <a:pt x="12315" y="45"/>
                  <a:pt x="12319" y="97"/>
                </a:cubicBezTo>
                <a:close/>
              </a:path>
            </a:pathLst>
          </a:custGeom>
          <a:solidFill>
            <a:srgbClr val="d5e8d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523800" y="1687680"/>
            <a:ext cx="4434840" cy="201240"/>
          </a:xfrm>
          <a:custGeom>
            <a:avLst/>
            <a:gdLst/>
            <a:ahLst/>
            <a:rect l="0" t="0" r="r" b="b"/>
            <a:pathLst>
              <a:path w="12319" h="559">
                <a:moveTo>
                  <a:pt x="0" y="0"/>
                </a:moveTo>
                <a:lnTo>
                  <a:pt x="12319" y="0"/>
                </a:lnTo>
                <a:lnTo>
                  <a:pt x="12319" y="559"/>
                </a:lnTo>
                <a:lnTo>
                  <a:pt x="0" y="559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523800" y="2850840"/>
            <a:ext cx="4434840" cy="207720"/>
          </a:xfrm>
          <a:custGeom>
            <a:avLst/>
            <a:gdLst/>
            <a:ahLst/>
            <a:rect l="0" t="0" r="r" b="b"/>
            <a:pathLst>
              <a:path w="12319" h="577">
                <a:moveTo>
                  <a:pt x="0" y="0"/>
                </a:moveTo>
                <a:lnTo>
                  <a:pt x="12319" y="0"/>
                </a:lnTo>
                <a:lnTo>
                  <a:pt x="12319" y="577"/>
                </a:lnTo>
                <a:lnTo>
                  <a:pt x="0" y="577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523800" y="1881360"/>
            <a:ext cx="4434840" cy="969480"/>
          </a:xfrm>
          <a:custGeom>
            <a:avLst/>
            <a:gdLst/>
            <a:ahLst/>
            <a:rect l="0" t="0" r="r" b="b"/>
            <a:pathLst>
              <a:path w="12319" h="2693">
                <a:moveTo>
                  <a:pt x="0" y="0"/>
                </a:moveTo>
                <a:lnTo>
                  <a:pt x="12319" y="0"/>
                </a:lnTo>
                <a:lnTo>
                  <a:pt x="12319" y="2693"/>
                </a:lnTo>
                <a:lnTo>
                  <a:pt x="0" y="2693"/>
                </a:lnTo>
                <a:lnTo>
                  <a:pt x="0" y="0"/>
                </a:lnTo>
                <a:close/>
              </a:path>
            </a:pathLst>
          </a:custGeom>
          <a:solidFill>
            <a:srgbClr val="f8ce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523800" y="3057840"/>
            <a:ext cx="4434840" cy="1323720"/>
          </a:xfrm>
          <a:custGeom>
            <a:avLst/>
            <a:gdLst/>
            <a:ahLst/>
            <a:rect l="0" t="0" r="r" b="b"/>
            <a:pathLst>
              <a:path w="12319" h="3677">
                <a:moveTo>
                  <a:pt x="12244" y="3677"/>
                </a:moveTo>
                <a:lnTo>
                  <a:pt x="75" y="3677"/>
                </a:lnTo>
                <a:cubicBezTo>
                  <a:pt x="34" y="3677"/>
                  <a:pt x="0" y="3628"/>
                  <a:pt x="0" y="3568"/>
                </a:cubicBezTo>
                <a:lnTo>
                  <a:pt x="0" y="0"/>
                </a:lnTo>
                <a:lnTo>
                  <a:pt x="12319" y="0"/>
                </a:lnTo>
                <a:lnTo>
                  <a:pt x="12319" y="3579"/>
                </a:lnTo>
                <a:cubicBezTo>
                  <a:pt x="12315" y="3634"/>
                  <a:pt x="12283" y="3677"/>
                  <a:pt x="12244" y="3677"/>
                </a:cubicBezTo>
                <a:close/>
              </a:path>
            </a:pathLst>
          </a:custGeom>
          <a:solidFill>
            <a:srgbClr val="d5e8d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596160" y="460800"/>
            <a:ext cx="928440" cy="1908360"/>
          </a:xfrm>
          <a:custGeom>
            <a:avLst/>
            <a:gdLst/>
            <a:ahLst/>
            <a:rect l="0" t="0" r="r" b="b"/>
            <a:pathLst>
              <a:path w="2579" h="5301">
                <a:moveTo>
                  <a:pt x="2443" y="0"/>
                </a:moveTo>
                <a:cubicBezTo>
                  <a:pt x="2519" y="0"/>
                  <a:pt x="2579" y="28"/>
                  <a:pt x="2579" y="63"/>
                </a:cubicBezTo>
                <a:lnTo>
                  <a:pt x="2579" y="5238"/>
                </a:lnTo>
                <a:cubicBezTo>
                  <a:pt x="2579" y="5273"/>
                  <a:pt x="2519" y="5301"/>
                  <a:pt x="2443" y="5301"/>
                </a:cubicBezTo>
                <a:lnTo>
                  <a:pt x="136" y="5301"/>
                </a:lnTo>
                <a:cubicBezTo>
                  <a:pt x="61" y="5301"/>
                  <a:pt x="0" y="5273"/>
                  <a:pt x="0" y="5238"/>
                </a:cubicBezTo>
                <a:lnTo>
                  <a:pt x="0" y="63"/>
                </a:lnTo>
                <a:cubicBezTo>
                  <a:pt x="0" y="28"/>
                  <a:pt x="61" y="0"/>
                  <a:pt x="136" y="0"/>
                </a:cubicBezTo>
                <a:lnTo>
                  <a:pt x="2443" y="0"/>
                </a:lnTo>
                <a:close/>
              </a:path>
            </a:pathLst>
          </a:custGeom>
          <a:solidFill>
            <a:srgbClr val="dae8fc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596160" y="460800"/>
            <a:ext cx="928440" cy="1908360"/>
          </a:xfrm>
          <a:custGeom>
            <a:avLst/>
            <a:gdLst/>
            <a:ahLst/>
            <a:rect l="0" t="0" r="r" b="b"/>
            <a:pathLst>
              <a:path w="2579" h="5301">
                <a:moveTo>
                  <a:pt x="136" y="0"/>
                </a:moveTo>
                <a:lnTo>
                  <a:pt x="2443" y="0"/>
                </a:lnTo>
                <a:cubicBezTo>
                  <a:pt x="2519" y="0"/>
                  <a:pt x="2579" y="28"/>
                  <a:pt x="2579" y="63"/>
                </a:cubicBezTo>
                <a:lnTo>
                  <a:pt x="2579" y="5238"/>
                </a:lnTo>
                <a:cubicBezTo>
                  <a:pt x="2579" y="5273"/>
                  <a:pt x="2519" y="5301"/>
                  <a:pt x="2443" y="5301"/>
                </a:cubicBezTo>
                <a:lnTo>
                  <a:pt x="136" y="5301"/>
                </a:lnTo>
                <a:cubicBezTo>
                  <a:pt x="61" y="5301"/>
                  <a:pt x="0" y="5273"/>
                  <a:pt x="0" y="5238"/>
                </a:cubicBezTo>
                <a:lnTo>
                  <a:pt x="0" y="63"/>
                </a:lnTo>
                <a:cubicBezTo>
                  <a:pt x="0" y="28"/>
                  <a:pt x="61" y="0"/>
                  <a:pt x="136" y="0"/>
                </a:cubicBezTo>
                <a:close/>
              </a:path>
            </a:pathLst>
          </a:custGeom>
          <a:noFill/>
          <a:ln cap="rnd" w="31680">
            <a:solidFill>
              <a:srgbClr val="6c8ebf"/>
            </a:solidFill>
            <a:round/>
          </a:ln>
        </p:spPr>
        <p:txBody>
          <a:bodyPr lIns="105840" rIns="105840" tIns="60840" bIns="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23800" y="382320"/>
            <a:ext cx="4451400" cy="4009680"/>
          </a:xfrm>
          <a:custGeom>
            <a:avLst/>
            <a:gdLst/>
            <a:ahLst/>
            <a:rect l="0" t="0" r="r" b="b"/>
            <a:pathLst>
              <a:path w="12365" h="11138">
                <a:moveTo>
                  <a:pt x="296" y="0"/>
                </a:moveTo>
                <a:lnTo>
                  <a:pt x="12069" y="0"/>
                </a:lnTo>
                <a:cubicBezTo>
                  <a:pt x="12233" y="0"/>
                  <a:pt x="12365" y="132"/>
                  <a:pt x="12365" y="295"/>
                </a:cubicBezTo>
                <a:lnTo>
                  <a:pt x="12365" y="10842"/>
                </a:lnTo>
                <a:cubicBezTo>
                  <a:pt x="12365" y="11006"/>
                  <a:pt x="12233" y="11138"/>
                  <a:pt x="12069" y="11138"/>
                </a:cubicBezTo>
                <a:lnTo>
                  <a:pt x="296" y="11138"/>
                </a:lnTo>
                <a:cubicBezTo>
                  <a:pt x="132" y="11138"/>
                  <a:pt x="0" y="11006"/>
                  <a:pt x="0" y="10842"/>
                </a:cubicBezTo>
                <a:lnTo>
                  <a:pt x="0" y="295"/>
                </a:lnTo>
                <a:cubicBezTo>
                  <a:pt x="0" y="132"/>
                  <a:pt x="132" y="0"/>
                  <a:pt x="296" y="0"/>
                </a:cubicBezTo>
                <a:close/>
              </a:path>
            </a:pathLst>
          </a:custGeom>
          <a:noFill/>
          <a:ln cap="rnd" w="39600">
            <a:solidFill>
              <a:srgbClr val="000000"/>
            </a:solidFill>
            <a:round/>
          </a:ln>
        </p:spPr>
        <p:txBody>
          <a:bodyPr lIns="109800" rIns="109800" tIns="64800" bIns="64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668520" y="1304640"/>
            <a:ext cx="782640" cy="220680"/>
          </a:xfrm>
          <a:custGeom>
            <a:avLst/>
            <a:gdLst/>
            <a:ahLst/>
            <a:rect l="0" t="0" r="r" b="b"/>
            <a:pathLst>
              <a:path w="2174" h="613">
                <a:moveTo>
                  <a:pt x="301" y="499"/>
                </a:moveTo>
                <a:cubicBezTo>
                  <a:pt x="301" y="533"/>
                  <a:pt x="306" y="555"/>
                  <a:pt x="315" y="564"/>
                </a:cubicBezTo>
                <a:cubicBezTo>
                  <a:pt x="325" y="572"/>
                  <a:pt x="348" y="577"/>
                  <a:pt x="385" y="578"/>
                </a:cubicBezTo>
                <a:cubicBezTo>
                  <a:pt x="387" y="581"/>
                  <a:pt x="388" y="586"/>
                  <a:pt x="388" y="593"/>
                </a:cubicBezTo>
                <a:cubicBezTo>
                  <a:pt x="389" y="600"/>
                  <a:pt x="388" y="604"/>
                  <a:pt x="385" y="606"/>
                </a:cubicBezTo>
                <a:cubicBezTo>
                  <a:pt x="326" y="605"/>
                  <a:pt x="287" y="604"/>
                  <a:pt x="265" y="604"/>
                </a:cubicBezTo>
                <a:cubicBezTo>
                  <a:pt x="240" y="604"/>
                  <a:pt x="200" y="605"/>
                  <a:pt x="144" y="606"/>
                </a:cubicBezTo>
                <a:cubicBezTo>
                  <a:pt x="141" y="604"/>
                  <a:pt x="140" y="600"/>
                  <a:pt x="140" y="593"/>
                </a:cubicBezTo>
                <a:cubicBezTo>
                  <a:pt x="140" y="586"/>
                  <a:pt x="141" y="581"/>
                  <a:pt x="144" y="578"/>
                </a:cubicBezTo>
                <a:cubicBezTo>
                  <a:pt x="179" y="577"/>
                  <a:pt x="202" y="572"/>
                  <a:pt x="212" y="564"/>
                </a:cubicBezTo>
                <a:cubicBezTo>
                  <a:pt x="222" y="555"/>
                  <a:pt x="227" y="533"/>
                  <a:pt x="227" y="499"/>
                </a:cubicBezTo>
                <a:lnTo>
                  <a:pt x="227" y="166"/>
                </a:lnTo>
                <a:cubicBezTo>
                  <a:pt x="227" y="138"/>
                  <a:pt x="224" y="117"/>
                  <a:pt x="218" y="103"/>
                </a:cubicBezTo>
                <a:cubicBezTo>
                  <a:pt x="212" y="88"/>
                  <a:pt x="202" y="81"/>
                  <a:pt x="186" y="81"/>
                </a:cubicBezTo>
                <a:lnTo>
                  <a:pt x="144" y="81"/>
                </a:lnTo>
                <a:cubicBezTo>
                  <a:pt x="114" y="81"/>
                  <a:pt x="90" y="88"/>
                  <a:pt x="70" y="101"/>
                </a:cubicBezTo>
                <a:cubicBezTo>
                  <a:pt x="51" y="115"/>
                  <a:pt x="38" y="138"/>
                  <a:pt x="30" y="171"/>
                </a:cubicBezTo>
                <a:cubicBezTo>
                  <a:pt x="18" y="171"/>
                  <a:pt x="8" y="170"/>
                  <a:pt x="0" y="168"/>
                </a:cubicBezTo>
                <a:cubicBezTo>
                  <a:pt x="12" y="118"/>
                  <a:pt x="19" y="76"/>
                  <a:pt x="22" y="43"/>
                </a:cubicBezTo>
                <a:cubicBezTo>
                  <a:pt x="22" y="40"/>
                  <a:pt x="24" y="39"/>
                  <a:pt x="26" y="39"/>
                </a:cubicBezTo>
                <a:cubicBezTo>
                  <a:pt x="84" y="44"/>
                  <a:pt x="151" y="46"/>
                  <a:pt x="227" y="46"/>
                </a:cubicBezTo>
                <a:lnTo>
                  <a:pt x="301" y="46"/>
                </a:lnTo>
                <a:cubicBezTo>
                  <a:pt x="378" y="46"/>
                  <a:pt x="443" y="44"/>
                  <a:pt x="496" y="39"/>
                </a:cubicBezTo>
                <a:cubicBezTo>
                  <a:pt x="498" y="39"/>
                  <a:pt x="498" y="40"/>
                  <a:pt x="498" y="43"/>
                </a:cubicBezTo>
                <a:cubicBezTo>
                  <a:pt x="498" y="80"/>
                  <a:pt x="502" y="121"/>
                  <a:pt x="509" y="165"/>
                </a:cubicBezTo>
                <a:cubicBezTo>
                  <a:pt x="503" y="168"/>
                  <a:pt x="493" y="169"/>
                  <a:pt x="480" y="169"/>
                </a:cubicBezTo>
                <a:cubicBezTo>
                  <a:pt x="473" y="137"/>
                  <a:pt x="459" y="115"/>
                  <a:pt x="440" y="101"/>
                </a:cubicBezTo>
                <a:cubicBezTo>
                  <a:pt x="420" y="88"/>
                  <a:pt x="393" y="81"/>
                  <a:pt x="360" y="81"/>
                </a:cubicBezTo>
                <a:lnTo>
                  <a:pt x="341" y="81"/>
                </a:lnTo>
                <a:cubicBezTo>
                  <a:pt x="326" y="81"/>
                  <a:pt x="315" y="88"/>
                  <a:pt x="310" y="103"/>
                </a:cubicBezTo>
                <a:cubicBezTo>
                  <a:pt x="304" y="117"/>
                  <a:pt x="301" y="139"/>
                  <a:pt x="301" y="169"/>
                </a:cubicBezTo>
                <a:lnTo>
                  <a:pt x="301" y="499"/>
                </a:lnTo>
                <a:moveTo>
                  <a:pt x="592" y="86"/>
                </a:moveTo>
                <a:cubicBezTo>
                  <a:pt x="592" y="76"/>
                  <a:pt x="597" y="67"/>
                  <a:pt x="607" y="59"/>
                </a:cubicBezTo>
                <a:cubicBezTo>
                  <a:pt x="617" y="50"/>
                  <a:pt x="626" y="45"/>
                  <a:pt x="636" y="45"/>
                </a:cubicBezTo>
                <a:cubicBezTo>
                  <a:pt x="647" y="45"/>
                  <a:pt x="657" y="50"/>
                  <a:pt x="665" y="60"/>
                </a:cubicBezTo>
                <a:cubicBezTo>
                  <a:pt x="673" y="69"/>
                  <a:pt x="678" y="79"/>
                  <a:pt x="678" y="89"/>
                </a:cubicBezTo>
                <a:cubicBezTo>
                  <a:pt x="678" y="99"/>
                  <a:pt x="673" y="109"/>
                  <a:pt x="664" y="117"/>
                </a:cubicBezTo>
                <a:cubicBezTo>
                  <a:pt x="655" y="127"/>
                  <a:pt x="645" y="131"/>
                  <a:pt x="634" y="131"/>
                </a:cubicBezTo>
                <a:cubicBezTo>
                  <a:pt x="623" y="131"/>
                  <a:pt x="613" y="127"/>
                  <a:pt x="604" y="117"/>
                </a:cubicBezTo>
                <a:cubicBezTo>
                  <a:pt x="596" y="108"/>
                  <a:pt x="592" y="97"/>
                  <a:pt x="592" y="86"/>
                </a:cubicBezTo>
                <a:moveTo>
                  <a:pt x="670" y="499"/>
                </a:moveTo>
                <a:cubicBezTo>
                  <a:pt x="670" y="533"/>
                  <a:pt x="673" y="555"/>
                  <a:pt x="680" y="563"/>
                </a:cubicBezTo>
                <a:cubicBezTo>
                  <a:pt x="687" y="571"/>
                  <a:pt x="705" y="576"/>
                  <a:pt x="733" y="578"/>
                </a:cubicBezTo>
                <a:cubicBezTo>
                  <a:pt x="735" y="581"/>
                  <a:pt x="736" y="586"/>
                  <a:pt x="736" y="593"/>
                </a:cubicBezTo>
                <a:cubicBezTo>
                  <a:pt x="736" y="600"/>
                  <a:pt x="735" y="604"/>
                  <a:pt x="733" y="606"/>
                </a:cubicBezTo>
                <a:cubicBezTo>
                  <a:pt x="683" y="605"/>
                  <a:pt x="651" y="604"/>
                  <a:pt x="636" y="604"/>
                </a:cubicBezTo>
                <a:cubicBezTo>
                  <a:pt x="620" y="604"/>
                  <a:pt x="588" y="605"/>
                  <a:pt x="539" y="606"/>
                </a:cubicBezTo>
                <a:cubicBezTo>
                  <a:pt x="537" y="604"/>
                  <a:pt x="536" y="600"/>
                  <a:pt x="536" y="593"/>
                </a:cubicBezTo>
                <a:cubicBezTo>
                  <a:pt x="536" y="586"/>
                  <a:pt x="537" y="581"/>
                  <a:pt x="539" y="578"/>
                </a:cubicBezTo>
                <a:cubicBezTo>
                  <a:pt x="567" y="575"/>
                  <a:pt x="584" y="570"/>
                  <a:pt x="591" y="563"/>
                </a:cubicBezTo>
                <a:cubicBezTo>
                  <a:pt x="598" y="555"/>
                  <a:pt x="602" y="533"/>
                  <a:pt x="602" y="499"/>
                </a:cubicBezTo>
                <a:lnTo>
                  <a:pt x="602" y="330"/>
                </a:lnTo>
                <a:cubicBezTo>
                  <a:pt x="602" y="306"/>
                  <a:pt x="598" y="291"/>
                  <a:pt x="592" y="285"/>
                </a:cubicBezTo>
                <a:cubicBezTo>
                  <a:pt x="585" y="279"/>
                  <a:pt x="570" y="274"/>
                  <a:pt x="546" y="272"/>
                </a:cubicBezTo>
                <a:cubicBezTo>
                  <a:pt x="542" y="262"/>
                  <a:pt x="542" y="254"/>
                  <a:pt x="544" y="247"/>
                </a:cubicBezTo>
                <a:cubicBezTo>
                  <a:pt x="597" y="240"/>
                  <a:pt x="637" y="232"/>
                  <a:pt x="663" y="223"/>
                </a:cubicBezTo>
                <a:cubicBezTo>
                  <a:pt x="670" y="223"/>
                  <a:pt x="674" y="224"/>
                  <a:pt x="674" y="228"/>
                </a:cubicBezTo>
                <a:cubicBezTo>
                  <a:pt x="674" y="229"/>
                  <a:pt x="673" y="232"/>
                  <a:pt x="673" y="235"/>
                </a:cubicBezTo>
                <a:cubicBezTo>
                  <a:pt x="673" y="237"/>
                  <a:pt x="672" y="243"/>
                  <a:pt x="672" y="251"/>
                </a:cubicBezTo>
                <a:cubicBezTo>
                  <a:pt x="672" y="258"/>
                  <a:pt x="671" y="266"/>
                  <a:pt x="670" y="274"/>
                </a:cubicBezTo>
                <a:lnTo>
                  <a:pt x="670" y="300"/>
                </a:lnTo>
                <a:lnTo>
                  <a:pt x="670" y="327"/>
                </a:lnTo>
                <a:lnTo>
                  <a:pt x="670" y="499"/>
                </a:lnTo>
                <a:moveTo>
                  <a:pt x="829" y="499"/>
                </a:moveTo>
                <a:lnTo>
                  <a:pt x="829" y="121"/>
                </a:lnTo>
                <a:cubicBezTo>
                  <a:pt x="829" y="102"/>
                  <a:pt x="829" y="89"/>
                  <a:pt x="828" y="79"/>
                </a:cubicBezTo>
                <a:cubicBezTo>
                  <a:pt x="827" y="71"/>
                  <a:pt x="824" y="64"/>
                  <a:pt x="817" y="60"/>
                </a:cubicBezTo>
                <a:cubicBezTo>
                  <a:pt x="810" y="55"/>
                  <a:pt x="806" y="53"/>
                  <a:pt x="803" y="53"/>
                </a:cubicBezTo>
                <a:cubicBezTo>
                  <a:pt x="799" y="52"/>
                  <a:pt x="790" y="51"/>
                  <a:pt x="774" y="50"/>
                </a:cubicBezTo>
                <a:cubicBezTo>
                  <a:pt x="768" y="44"/>
                  <a:pt x="766" y="35"/>
                  <a:pt x="769" y="24"/>
                </a:cubicBezTo>
                <a:cubicBezTo>
                  <a:pt x="820" y="20"/>
                  <a:pt x="860" y="12"/>
                  <a:pt x="891" y="0"/>
                </a:cubicBezTo>
                <a:cubicBezTo>
                  <a:pt x="898" y="0"/>
                  <a:pt x="902" y="3"/>
                  <a:pt x="902" y="10"/>
                </a:cubicBezTo>
                <a:cubicBezTo>
                  <a:pt x="899" y="33"/>
                  <a:pt x="898" y="63"/>
                  <a:pt x="898" y="100"/>
                </a:cubicBezTo>
                <a:lnTo>
                  <a:pt x="898" y="499"/>
                </a:lnTo>
                <a:cubicBezTo>
                  <a:pt x="898" y="533"/>
                  <a:pt x="902" y="555"/>
                  <a:pt x="909" y="564"/>
                </a:cubicBezTo>
                <a:cubicBezTo>
                  <a:pt x="916" y="572"/>
                  <a:pt x="933" y="577"/>
                  <a:pt x="960" y="578"/>
                </a:cubicBezTo>
                <a:cubicBezTo>
                  <a:pt x="963" y="581"/>
                  <a:pt x="964" y="586"/>
                  <a:pt x="964" y="593"/>
                </a:cubicBezTo>
                <a:cubicBezTo>
                  <a:pt x="964" y="600"/>
                  <a:pt x="963" y="604"/>
                  <a:pt x="960" y="606"/>
                </a:cubicBezTo>
                <a:cubicBezTo>
                  <a:pt x="911" y="605"/>
                  <a:pt x="878" y="604"/>
                  <a:pt x="864" y="604"/>
                </a:cubicBezTo>
                <a:cubicBezTo>
                  <a:pt x="848" y="604"/>
                  <a:pt x="816" y="605"/>
                  <a:pt x="767" y="606"/>
                </a:cubicBezTo>
                <a:cubicBezTo>
                  <a:pt x="765" y="604"/>
                  <a:pt x="763" y="600"/>
                  <a:pt x="763" y="593"/>
                </a:cubicBezTo>
                <a:cubicBezTo>
                  <a:pt x="763" y="586"/>
                  <a:pt x="765" y="581"/>
                  <a:pt x="767" y="578"/>
                </a:cubicBezTo>
                <a:cubicBezTo>
                  <a:pt x="794" y="577"/>
                  <a:pt x="811" y="572"/>
                  <a:pt x="818" y="564"/>
                </a:cubicBezTo>
                <a:cubicBezTo>
                  <a:pt x="826" y="555"/>
                  <a:pt x="829" y="533"/>
                  <a:pt x="829" y="499"/>
                </a:cubicBezTo>
                <a:moveTo>
                  <a:pt x="1239" y="357"/>
                </a:moveTo>
                <a:cubicBezTo>
                  <a:pt x="1247" y="357"/>
                  <a:pt x="1251" y="354"/>
                  <a:pt x="1251" y="346"/>
                </a:cubicBezTo>
                <a:cubicBezTo>
                  <a:pt x="1251" y="313"/>
                  <a:pt x="1244" y="290"/>
                  <a:pt x="1231" y="276"/>
                </a:cubicBezTo>
                <a:cubicBezTo>
                  <a:pt x="1216" y="263"/>
                  <a:pt x="1199" y="256"/>
                  <a:pt x="1179" y="256"/>
                </a:cubicBezTo>
                <a:cubicBezTo>
                  <a:pt x="1172" y="256"/>
                  <a:pt x="1164" y="257"/>
                  <a:pt x="1157" y="258"/>
                </a:cubicBezTo>
                <a:cubicBezTo>
                  <a:pt x="1150" y="260"/>
                  <a:pt x="1141" y="264"/>
                  <a:pt x="1130" y="270"/>
                </a:cubicBezTo>
                <a:cubicBezTo>
                  <a:pt x="1119" y="277"/>
                  <a:pt x="1110" y="288"/>
                  <a:pt x="1101" y="303"/>
                </a:cubicBezTo>
                <a:cubicBezTo>
                  <a:pt x="1093" y="319"/>
                  <a:pt x="1086" y="338"/>
                  <a:pt x="1082" y="360"/>
                </a:cubicBezTo>
                <a:lnTo>
                  <a:pt x="1239" y="357"/>
                </a:lnTo>
                <a:moveTo>
                  <a:pt x="1327" y="537"/>
                </a:moveTo>
                <a:cubicBezTo>
                  <a:pt x="1289" y="588"/>
                  <a:pt x="1239" y="613"/>
                  <a:pt x="1179" y="613"/>
                </a:cubicBezTo>
                <a:cubicBezTo>
                  <a:pt x="1122" y="613"/>
                  <a:pt x="1078" y="595"/>
                  <a:pt x="1047" y="558"/>
                </a:cubicBezTo>
                <a:cubicBezTo>
                  <a:pt x="1020" y="526"/>
                  <a:pt x="1007" y="483"/>
                  <a:pt x="1007" y="429"/>
                </a:cubicBezTo>
                <a:cubicBezTo>
                  <a:pt x="1007" y="368"/>
                  <a:pt x="1025" y="319"/>
                  <a:pt x="1062" y="283"/>
                </a:cubicBezTo>
                <a:cubicBezTo>
                  <a:pt x="1098" y="245"/>
                  <a:pt x="1138" y="226"/>
                  <a:pt x="1179" y="226"/>
                </a:cubicBezTo>
                <a:cubicBezTo>
                  <a:pt x="1277" y="226"/>
                  <a:pt x="1326" y="276"/>
                  <a:pt x="1326" y="377"/>
                </a:cubicBezTo>
                <a:cubicBezTo>
                  <a:pt x="1326" y="387"/>
                  <a:pt x="1320" y="391"/>
                  <a:pt x="1310" y="391"/>
                </a:cubicBezTo>
                <a:lnTo>
                  <a:pt x="1080" y="390"/>
                </a:lnTo>
                <a:cubicBezTo>
                  <a:pt x="1080" y="439"/>
                  <a:pt x="1089" y="478"/>
                  <a:pt x="1107" y="509"/>
                </a:cubicBezTo>
                <a:cubicBezTo>
                  <a:pt x="1132" y="550"/>
                  <a:pt x="1164" y="570"/>
                  <a:pt x="1201" y="570"/>
                </a:cubicBezTo>
                <a:cubicBezTo>
                  <a:pt x="1226" y="570"/>
                  <a:pt x="1246" y="567"/>
                  <a:pt x="1261" y="560"/>
                </a:cubicBezTo>
                <a:cubicBezTo>
                  <a:pt x="1276" y="553"/>
                  <a:pt x="1292" y="541"/>
                  <a:pt x="1309" y="524"/>
                </a:cubicBezTo>
                <a:cubicBezTo>
                  <a:pt x="1319" y="525"/>
                  <a:pt x="1325" y="529"/>
                  <a:pt x="1327" y="537"/>
                </a:cubicBezTo>
                <a:moveTo>
                  <a:pt x="1805" y="360"/>
                </a:moveTo>
                <a:lnTo>
                  <a:pt x="1958" y="360"/>
                </a:lnTo>
                <a:lnTo>
                  <a:pt x="1877" y="124"/>
                </a:lnTo>
                <a:lnTo>
                  <a:pt x="1871" y="124"/>
                </a:lnTo>
                <a:lnTo>
                  <a:pt x="1783" y="347"/>
                </a:lnTo>
                <a:cubicBezTo>
                  <a:pt x="1782" y="350"/>
                  <a:pt x="1782" y="352"/>
                  <a:pt x="1782" y="354"/>
                </a:cubicBezTo>
                <a:cubicBezTo>
                  <a:pt x="1782" y="354"/>
                  <a:pt x="1783" y="355"/>
                  <a:pt x="1784" y="356"/>
                </a:cubicBezTo>
                <a:cubicBezTo>
                  <a:pt x="1785" y="357"/>
                  <a:pt x="1786" y="358"/>
                  <a:pt x="1788" y="358"/>
                </a:cubicBezTo>
                <a:cubicBezTo>
                  <a:pt x="1790" y="358"/>
                  <a:pt x="1793" y="359"/>
                  <a:pt x="1795" y="360"/>
                </a:cubicBezTo>
                <a:lnTo>
                  <a:pt x="1805" y="360"/>
                </a:lnTo>
                <a:moveTo>
                  <a:pt x="1711" y="536"/>
                </a:moveTo>
                <a:cubicBezTo>
                  <a:pt x="1711" y="542"/>
                  <a:pt x="1710" y="547"/>
                  <a:pt x="1708" y="552"/>
                </a:cubicBezTo>
                <a:cubicBezTo>
                  <a:pt x="1707" y="556"/>
                  <a:pt x="1709" y="560"/>
                  <a:pt x="1713" y="563"/>
                </a:cubicBezTo>
                <a:cubicBezTo>
                  <a:pt x="1718" y="565"/>
                  <a:pt x="1722" y="567"/>
                  <a:pt x="1724" y="569"/>
                </a:cubicBezTo>
                <a:cubicBezTo>
                  <a:pt x="1726" y="571"/>
                  <a:pt x="1731" y="572"/>
                  <a:pt x="1737" y="574"/>
                </a:cubicBezTo>
                <a:cubicBezTo>
                  <a:pt x="1745" y="576"/>
                  <a:pt x="1750" y="576"/>
                  <a:pt x="1755" y="576"/>
                </a:cubicBezTo>
                <a:cubicBezTo>
                  <a:pt x="1759" y="576"/>
                  <a:pt x="1764" y="577"/>
                  <a:pt x="1771" y="578"/>
                </a:cubicBezTo>
                <a:cubicBezTo>
                  <a:pt x="1773" y="581"/>
                  <a:pt x="1774" y="586"/>
                  <a:pt x="1774" y="593"/>
                </a:cubicBezTo>
                <a:cubicBezTo>
                  <a:pt x="1774" y="600"/>
                  <a:pt x="1773" y="604"/>
                  <a:pt x="1771" y="606"/>
                </a:cubicBezTo>
                <a:cubicBezTo>
                  <a:pt x="1728" y="605"/>
                  <a:pt x="1691" y="604"/>
                  <a:pt x="1660" y="604"/>
                </a:cubicBezTo>
                <a:cubicBezTo>
                  <a:pt x="1651" y="604"/>
                  <a:pt x="1625" y="605"/>
                  <a:pt x="1583" y="606"/>
                </a:cubicBezTo>
                <a:cubicBezTo>
                  <a:pt x="1580" y="604"/>
                  <a:pt x="1578" y="600"/>
                  <a:pt x="1578" y="593"/>
                </a:cubicBezTo>
                <a:cubicBezTo>
                  <a:pt x="1578" y="586"/>
                  <a:pt x="1580" y="581"/>
                  <a:pt x="1583" y="578"/>
                </a:cubicBezTo>
                <a:cubicBezTo>
                  <a:pt x="1605" y="576"/>
                  <a:pt x="1622" y="571"/>
                  <a:pt x="1635" y="564"/>
                </a:cubicBezTo>
                <a:cubicBezTo>
                  <a:pt x="1648" y="557"/>
                  <a:pt x="1659" y="541"/>
                  <a:pt x="1670" y="516"/>
                </a:cubicBezTo>
                <a:lnTo>
                  <a:pt x="1866" y="53"/>
                </a:lnTo>
                <a:cubicBezTo>
                  <a:pt x="1879" y="53"/>
                  <a:pt x="1895" y="47"/>
                  <a:pt x="1914" y="35"/>
                </a:cubicBezTo>
                <a:lnTo>
                  <a:pt x="2092" y="530"/>
                </a:lnTo>
                <a:cubicBezTo>
                  <a:pt x="2095" y="540"/>
                  <a:pt x="2100" y="549"/>
                  <a:pt x="2105" y="555"/>
                </a:cubicBezTo>
                <a:cubicBezTo>
                  <a:pt x="2109" y="562"/>
                  <a:pt x="2116" y="567"/>
                  <a:pt x="2124" y="570"/>
                </a:cubicBezTo>
                <a:cubicBezTo>
                  <a:pt x="2133" y="573"/>
                  <a:pt x="2139" y="574"/>
                  <a:pt x="2144" y="575"/>
                </a:cubicBezTo>
                <a:cubicBezTo>
                  <a:pt x="2149" y="576"/>
                  <a:pt x="2157" y="577"/>
                  <a:pt x="2169" y="578"/>
                </a:cubicBezTo>
                <a:cubicBezTo>
                  <a:pt x="2172" y="581"/>
                  <a:pt x="2174" y="586"/>
                  <a:pt x="2174" y="593"/>
                </a:cubicBezTo>
                <a:cubicBezTo>
                  <a:pt x="2174" y="600"/>
                  <a:pt x="2172" y="604"/>
                  <a:pt x="2169" y="606"/>
                </a:cubicBezTo>
                <a:cubicBezTo>
                  <a:pt x="2127" y="605"/>
                  <a:pt x="2094" y="604"/>
                  <a:pt x="2072" y="604"/>
                </a:cubicBezTo>
                <a:cubicBezTo>
                  <a:pt x="2038" y="604"/>
                  <a:pt x="2000" y="605"/>
                  <a:pt x="1958" y="606"/>
                </a:cubicBezTo>
                <a:cubicBezTo>
                  <a:pt x="1955" y="604"/>
                  <a:pt x="1954" y="600"/>
                  <a:pt x="1954" y="593"/>
                </a:cubicBezTo>
                <a:cubicBezTo>
                  <a:pt x="1954" y="586"/>
                  <a:pt x="1955" y="581"/>
                  <a:pt x="1958" y="578"/>
                </a:cubicBezTo>
                <a:lnTo>
                  <a:pt x="1971" y="578"/>
                </a:lnTo>
                <a:cubicBezTo>
                  <a:pt x="1977" y="577"/>
                  <a:pt x="1981" y="576"/>
                  <a:pt x="1983" y="576"/>
                </a:cubicBezTo>
                <a:cubicBezTo>
                  <a:pt x="1986" y="576"/>
                  <a:pt x="1990" y="576"/>
                  <a:pt x="1994" y="575"/>
                </a:cubicBezTo>
                <a:cubicBezTo>
                  <a:pt x="1999" y="574"/>
                  <a:pt x="2003" y="574"/>
                  <a:pt x="2005" y="574"/>
                </a:cubicBezTo>
                <a:cubicBezTo>
                  <a:pt x="2008" y="573"/>
                  <a:pt x="2010" y="572"/>
                  <a:pt x="2013" y="571"/>
                </a:cubicBezTo>
                <a:cubicBezTo>
                  <a:pt x="2016" y="570"/>
                  <a:pt x="2018" y="568"/>
                  <a:pt x="2020" y="566"/>
                </a:cubicBezTo>
                <a:cubicBezTo>
                  <a:pt x="2022" y="565"/>
                  <a:pt x="2023" y="563"/>
                  <a:pt x="2024" y="560"/>
                </a:cubicBezTo>
                <a:cubicBezTo>
                  <a:pt x="2024" y="558"/>
                  <a:pt x="2024" y="555"/>
                  <a:pt x="2024" y="553"/>
                </a:cubicBezTo>
                <a:cubicBezTo>
                  <a:pt x="2024" y="550"/>
                  <a:pt x="2023" y="546"/>
                  <a:pt x="2023" y="542"/>
                </a:cubicBezTo>
                <a:lnTo>
                  <a:pt x="1971" y="395"/>
                </a:lnTo>
                <a:lnTo>
                  <a:pt x="1789" y="395"/>
                </a:lnTo>
                <a:cubicBezTo>
                  <a:pt x="1779" y="395"/>
                  <a:pt x="1772" y="396"/>
                  <a:pt x="1768" y="399"/>
                </a:cubicBezTo>
                <a:cubicBezTo>
                  <a:pt x="1764" y="401"/>
                  <a:pt x="1761" y="406"/>
                  <a:pt x="1758" y="411"/>
                </a:cubicBezTo>
                <a:lnTo>
                  <a:pt x="1711" y="53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1584000" y="461160"/>
            <a:ext cx="1420200" cy="1905480"/>
          </a:xfrm>
          <a:custGeom>
            <a:avLst/>
            <a:gdLst/>
            <a:ahLst/>
            <a:rect l="0" t="0" r="r" b="b"/>
            <a:pathLst>
              <a:path w="3945" h="5293">
                <a:moveTo>
                  <a:pt x="136" y="0"/>
                </a:moveTo>
                <a:lnTo>
                  <a:pt x="3809" y="0"/>
                </a:lnTo>
                <a:cubicBezTo>
                  <a:pt x="3884" y="0"/>
                  <a:pt x="3945" y="28"/>
                  <a:pt x="3945" y="63"/>
                </a:cubicBezTo>
                <a:lnTo>
                  <a:pt x="3945" y="5229"/>
                </a:lnTo>
                <a:cubicBezTo>
                  <a:pt x="3945" y="5264"/>
                  <a:pt x="3884" y="5293"/>
                  <a:pt x="3809" y="5293"/>
                </a:cubicBezTo>
                <a:lnTo>
                  <a:pt x="136" y="5293"/>
                </a:lnTo>
                <a:cubicBezTo>
                  <a:pt x="61" y="5293"/>
                  <a:pt x="0" y="5264"/>
                  <a:pt x="0" y="5229"/>
                </a:cubicBezTo>
                <a:lnTo>
                  <a:pt x="0" y="63"/>
                </a:lnTo>
                <a:cubicBezTo>
                  <a:pt x="0" y="28"/>
                  <a:pt x="61" y="0"/>
                  <a:pt x="136" y="0"/>
                </a:cubicBezTo>
                <a:close/>
              </a:path>
            </a:pathLst>
          </a:custGeom>
          <a:solidFill>
            <a:srgbClr val="dae8fc">
              <a:alpha val="4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1584000" y="461160"/>
            <a:ext cx="1420200" cy="1905480"/>
          </a:xfrm>
          <a:custGeom>
            <a:avLst/>
            <a:gdLst/>
            <a:ahLst/>
            <a:rect l="0" t="0" r="r" b="b"/>
            <a:pathLst>
              <a:path w="3945" h="5293">
                <a:moveTo>
                  <a:pt x="136" y="0"/>
                </a:moveTo>
                <a:lnTo>
                  <a:pt x="3809" y="0"/>
                </a:lnTo>
                <a:cubicBezTo>
                  <a:pt x="3884" y="0"/>
                  <a:pt x="3945" y="28"/>
                  <a:pt x="3945" y="63"/>
                </a:cubicBezTo>
                <a:lnTo>
                  <a:pt x="3945" y="5229"/>
                </a:lnTo>
                <a:cubicBezTo>
                  <a:pt x="3945" y="5264"/>
                  <a:pt x="3884" y="5293"/>
                  <a:pt x="3809" y="5293"/>
                </a:cubicBezTo>
                <a:lnTo>
                  <a:pt x="136" y="5293"/>
                </a:lnTo>
                <a:cubicBezTo>
                  <a:pt x="61" y="5293"/>
                  <a:pt x="0" y="5264"/>
                  <a:pt x="0" y="5229"/>
                </a:cubicBezTo>
                <a:lnTo>
                  <a:pt x="0" y="63"/>
                </a:lnTo>
                <a:cubicBezTo>
                  <a:pt x="0" y="28"/>
                  <a:pt x="61" y="0"/>
                  <a:pt x="136" y="0"/>
                </a:cubicBezTo>
                <a:close/>
              </a:path>
            </a:pathLst>
          </a:custGeom>
          <a:noFill/>
          <a:ln cap="rnd" w="30240">
            <a:solidFill>
              <a:srgbClr val="6c8ebf"/>
            </a:solidFill>
            <a:round/>
          </a:ln>
        </p:spPr>
        <p:txBody>
          <a:bodyPr lIns="105120" rIns="105120" tIns="60120" bIns="60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3068280" y="461160"/>
            <a:ext cx="1841760" cy="1905480"/>
          </a:xfrm>
          <a:custGeom>
            <a:avLst/>
            <a:gdLst/>
            <a:ahLst/>
            <a:rect l="0" t="0" r="r" b="b"/>
            <a:pathLst>
              <a:path w="5116" h="5293">
                <a:moveTo>
                  <a:pt x="136" y="0"/>
                </a:moveTo>
                <a:lnTo>
                  <a:pt x="4979" y="0"/>
                </a:lnTo>
                <a:cubicBezTo>
                  <a:pt x="5055" y="0"/>
                  <a:pt x="5116" y="28"/>
                  <a:pt x="5116" y="63"/>
                </a:cubicBezTo>
                <a:lnTo>
                  <a:pt x="5116" y="5229"/>
                </a:lnTo>
                <a:cubicBezTo>
                  <a:pt x="5116" y="5264"/>
                  <a:pt x="5055" y="5293"/>
                  <a:pt x="4979" y="5293"/>
                </a:cubicBezTo>
                <a:lnTo>
                  <a:pt x="136" y="5293"/>
                </a:lnTo>
                <a:cubicBezTo>
                  <a:pt x="61" y="5293"/>
                  <a:pt x="0" y="5264"/>
                  <a:pt x="0" y="5229"/>
                </a:cubicBezTo>
                <a:lnTo>
                  <a:pt x="0" y="63"/>
                </a:lnTo>
                <a:cubicBezTo>
                  <a:pt x="0" y="28"/>
                  <a:pt x="61" y="0"/>
                  <a:pt x="136" y="0"/>
                </a:cubicBezTo>
                <a:close/>
              </a:path>
            </a:pathLst>
          </a:custGeom>
          <a:solidFill>
            <a:srgbClr val="dae8fc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3068280" y="461160"/>
            <a:ext cx="1841760" cy="1905480"/>
          </a:xfrm>
          <a:custGeom>
            <a:avLst/>
            <a:gdLst/>
            <a:ahLst/>
            <a:rect l="0" t="0" r="r" b="b"/>
            <a:pathLst>
              <a:path w="5116" h="5293">
                <a:moveTo>
                  <a:pt x="136" y="0"/>
                </a:moveTo>
                <a:lnTo>
                  <a:pt x="4979" y="0"/>
                </a:lnTo>
                <a:cubicBezTo>
                  <a:pt x="5055" y="0"/>
                  <a:pt x="5116" y="28"/>
                  <a:pt x="5116" y="63"/>
                </a:cubicBezTo>
                <a:lnTo>
                  <a:pt x="5116" y="5229"/>
                </a:lnTo>
                <a:cubicBezTo>
                  <a:pt x="5116" y="5264"/>
                  <a:pt x="5055" y="5293"/>
                  <a:pt x="4979" y="5293"/>
                </a:cubicBezTo>
                <a:lnTo>
                  <a:pt x="136" y="5293"/>
                </a:lnTo>
                <a:cubicBezTo>
                  <a:pt x="61" y="5293"/>
                  <a:pt x="0" y="5264"/>
                  <a:pt x="0" y="5229"/>
                </a:cubicBezTo>
                <a:lnTo>
                  <a:pt x="0" y="63"/>
                </a:lnTo>
                <a:cubicBezTo>
                  <a:pt x="0" y="28"/>
                  <a:pt x="61" y="0"/>
                  <a:pt x="136" y="0"/>
                </a:cubicBezTo>
                <a:close/>
              </a:path>
            </a:pathLst>
          </a:custGeom>
          <a:noFill/>
          <a:ln cap="rnd" w="30960">
            <a:solidFill>
              <a:srgbClr val="6c8ebf"/>
            </a:solidFill>
            <a:round/>
          </a:ln>
        </p:spPr>
        <p:txBody>
          <a:bodyPr lIns="105480" rIns="105480" tIns="60480" bIns="604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606240" y="2431800"/>
            <a:ext cx="1841400" cy="1905120"/>
          </a:xfrm>
          <a:custGeom>
            <a:avLst/>
            <a:gdLst/>
            <a:ahLst/>
            <a:rect l="0" t="0" r="r" b="b"/>
            <a:pathLst>
              <a:path w="5115" h="5292">
                <a:moveTo>
                  <a:pt x="4979" y="0"/>
                </a:moveTo>
                <a:cubicBezTo>
                  <a:pt x="5054" y="0"/>
                  <a:pt x="5115" y="28"/>
                  <a:pt x="5115" y="64"/>
                </a:cubicBezTo>
                <a:lnTo>
                  <a:pt x="5115" y="5228"/>
                </a:lnTo>
                <a:cubicBezTo>
                  <a:pt x="5115" y="5264"/>
                  <a:pt x="5054" y="5292"/>
                  <a:pt x="4979" y="5292"/>
                </a:cubicBezTo>
                <a:lnTo>
                  <a:pt x="136" y="5292"/>
                </a:lnTo>
                <a:cubicBezTo>
                  <a:pt x="60" y="5292"/>
                  <a:pt x="0" y="5264"/>
                  <a:pt x="0" y="5228"/>
                </a:cubicBezTo>
                <a:lnTo>
                  <a:pt x="0" y="64"/>
                </a:lnTo>
                <a:cubicBezTo>
                  <a:pt x="0" y="28"/>
                  <a:pt x="60" y="0"/>
                  <a:pt x="136" y="0"/>
                </a:cubicBezTo>
                <a:lnTo>
                  <a:pt x="4979" y="0"/>
                </a:lnTo>
                <a:close/>
              </a:path>
            </a:pathLst>
          </a:custGeom>
          <a:solidFill>
            <a:srgbClr val="dae8fc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606240" y="2431800"/>
            <a:ext cx="1841400" cy="1905120"/>
          </a:xfrm>
          <a:custGeom>
            <a:avLst/>
            <a:gdLst/>
            <a:ahLst/>
            <a:rect l="0" t="0" r="r" b="b"/>
            <a:pathLst>
              <a:path w="5115" h="5292">
                <a:moveTo>
                  <a:pt x="136" y="0"/>
                </a:moveTo>
                <a:lnTo>
                  <a:pt x="4979" y="0"/>
                </a:lnTo>
                <a:cubicBezTo>
                  <a:pt x="5054" y="0"/>
                  <a:pt x="5115" y="28"/>
                  <a:pt x="5115" y="64"/>
                </a:cubicBezTo>
                <a:lnTo>
                  <a:pt x="5115" y="5228"/>
                </a:lnTo>
                <a:cubicBezTo>
                  <a:pt x="5115" y="5264"/>
                  <a:pt x="5054" y="5292"/>
                  <a:pt x="4979" y="5292"/>
                </a:cubicBezTo>
                <a:lnTo>
                  <a:pt x="136" y="5292"/>
                </a:lnTo>
                <a:cubicBezTo>
                  <a:pt x="60" y="5292"/>
                  <a:pt x="0" y="5264"/>
                  <a:pt x="0" y="5228"/>
                </a:cubicBezTo>
                <a:lnTo>
                  <a:pt x="0" y="64"/>
                </a:lnTo>
                <a:cubicBezTo>
                  <a:pt x="0" y="28"/>
                  <a:pt x="60" y="0"/>
                  <a:pt x="136" y="0"/>
                </a:cubicBezTo>
                <a:close/>
              </a:path>
            </a:pathLst>
          </a:custGeom>
          <a:noFill/>
          <a:ln cap="rnd" w="30960">
            <a:solidFill>
              <a:srgbClr val="6c8ebf"/>
            </a:solidFill>
            <a:round/>
          </a:ln>
        </p:spPr>
        <p:txBody>
          <a:bodyPr lIns="105480" rIns="105480" tIns="60480" bIns="604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1889280" y="1308240"/>
            <a:ext cx="183240" cy="204120"/>
          </a:xfrm>
          <a:custGeom>
            <a:avLst/>
            <a:gdLst/>
            <a:ahLst/>
            <a:rect l="0" t="0" r="r" b="b"/>
            <a:pathLst>
              <a:path w="509" h="567">
                <a:moveTo>
                  <a:pt x="301" y="460"/>
                </a:moveTo>
                <a:cubicBezTo>
                  <a:pt x="301" y="494"/>
                  <a:pt x="305" y="516"/>
                  <a:pt x="315" y="525"/>
                </a:cubicBezTo>
                <a:cubicBezTo>
                  <a:pt x="324" y="533"/>
                  <a:pt x="348" y="538"/>
                  <a:pt x="384" y="538"/>
                </a:cubicBezTo>
                <a:cubicBezTo>
                  <a:pt x="387" y="542"/>
                  <a:pt x="388" y="547"/>
                  <a:pt x="388" y="554"/>
                </a:cubicBezTo>
                <a:cubicBezTo>
                  <a:pt x="389" y="561"/>
                  <a:pt x="387" y="565"/>
                  <a:pt x="384" y="567"/>
                </a:cubicBezTo>
                <a:cubicBezTo>
                  <a:pt x="326" y="566"/>
                  <a:pt x="286" y="565"/>
                  <a:pt x="264" y="565"/>
                </a:cubicBezTo>
                <a:cubicBezTo>
                  <a:pt x="240" y="565"/>
                  <a:pt x="200" y="566"/>
                  <a:pt x="143" y="567"/>
                </a:cubicBezTo>
                <a:cubicBezTo>
                  <a:pt x="141" y="565"/>
                  <a:pt x="140" y="561"/>
                  <a:pt x="140" y="554"/>
                </a:cubicBezTo>
                <a:cubicBezTo>
                  <a:pt x="140" y="547"/>
                  <a:pt x="141" y="542"/>
                  <a:pt x="143" y="538"/>
                </a:cubicBezTo>
                <a:cubicBezTo>
                  <a:pt x="179" y="538"/>
                  <a:pt x="202" y="533"/>
                  <a:pt x="212" y="525"/>
                </a:cubicBezTo>
                <a:cubicBezTo>
                  <a:pt x="222" y="516"/>
                  <a:pt x="226" y="494"/>
                  <a:pt x="226" y="460"/>
                </a:cubicBezTo>
                <a:lnTo>
                  <a:pt x="226" y="127"/>
                </a:lnTo>
                <a:cubicBezTo>
                  <a:pt x="226" y="99"/>
                  <a:pt x="223" y="78"/>
                  <a:pt x="218" y="64"/>
                </a:cubicBezTo>
                <a:cubicBezTo>
                  <a:pt x="212" y="49"/>
                  <a:pt x="201" y="42"/>
                  <a:pt x="186" y="42"/>
                </a:cubicBezTo>
                <a:lnTo>
                  <a:pt x="143" y="42"/>
                </a:lnTo>
                <a:cubicBezTo>
                  <a:pt x="114" y="42"/>
                  <a:pt x="89" y="49"/>
                  <a:pt x="70" y="62"/>
                </a:cubicBezTo>
                <a:cubicBezTo>
                  <a:pt x="51" y="76"/>
                  <a:pt x="37" y="99"/>
                  <a:pt x="29" y="132"/>
                </a:cubicBezTo>
                <a:cubicBezTo>
                  <a:pt x="17" y="132"/>
                  <a:pt x="7" y="131"/>
                  <a:pt x="0" y="128"/>
                </a:cubicBezTo>
                <a:cubicBezTo>
                  <a:pt x="11" y="79"/>
                  <a:pt x="19" y="37"/>
                  <a:pt x="22" y="4"/>
                </a:cubicBezTo>
                <a:cubicBezTo>
                  <a:pt x="22" y="1"/>
                  <a:pt x="23" y="0"/>
                  <a:pt x="26" y="0"/>
                </a:cubicBezTo>
                <a:cubicBezTo>
                  <a:pt x="84" y="5"/>
                  <a:pt x="151" y="7"/>
                  <a:pt x="226" y="7"/>
                </a:cubicBezTo>
                <a:lnTo>
                  <a:pt x="301" y="7"/>
                </a:lnTo>
                <a:cubicBezTo>
                  <a:pt x="378" y="7"/>
                  <a:pt x="442" y="5"/>
                  <a:pt x="496" y="0"/>
                </a:cubicBezTo>
                <a:cubicBezTo>
                  <a:pt x="497" y="0"/>
                  <a:pt x="498" y="1"/>
                  <a:pt x="498" y="4"/>
                </a:cubicBezTo>
                <a:cubicBezTo>
                  <a:pt x="498" y="41"/>
                  <a:pt x="502" y="82"/>
                  <a:pt x="509" y="126"/>
                </a:cubicBezTo>
                <a:cubicBezTo>
                  <a:pt x="502" y="128"/>
                  <a:pt x="493" y="130"/>
                  <a:pt x="480" y="130"/>
                </a:cubicBezTo>
                <a:cubicBezTo>
                  <a:pt x="472" y="98"/>
                  <a:pt x="459" y="76"/>
                  <a:pt x="439" y="62"/>
                </a:cubicBezTo>
                <a:cubicBezTo>
                  <a:pt x="420" y="49"/>
                  <a:pt x="393" y="42"/>
                  <a:pt x="360" y="42"/>
                </a:cubicBezTo>
                <a:lnTo>
                  <a:pt x="340" y="42"/>
                </a:lnTo>
                <a:cubicBezTo>
                  <a:pt x="326" y="42"/>
                  <a:pt x="315" y="49"/>
                  <a:pt x="310" y="64"/>
                </a:cubicBezTo>
                <a:cubicBezTo>
                  <a:pt x="304" y="78"/>
                  <a:pt x="301" y="100"/>
                  <a:pt x="301" y="130"/>
                </a:cubicBezTo>
                <a:lnTo>
                  <a:pt x="301" y="460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2082240" y="1310400"/>
            <a:ext cx="72000" cy="201960"/>
          </a:xfrm>
          <a:custGeom>
            <a:avLst/>
            <a:gdLst/>
            <a:ahLst/>
            <a:rect l="0" t="0" r="r" b="b"/>
            <a:pathLst>
              <a:path w="200" h="561">
                <a:moveTo>
                  <a:pt x="71" y="14"/>
                </a:moveTo>
                <a:cubicBezTo>
                  <a:pt x="80" y="5"/>
                  <a:pt x="90" y="0"/>
                  <a:pt x="100" y="0"/>
                </a:cubicBezTo>
                <a:cubicBezTo>
                  <a:pt x="111" y="0"/>
                  <a:pt x="121" y="5"/>
                  <a:pt x="129" y="15"/>
                </a:cubicBezTo>
                <a:cubicBezTo>
                  <a:pt x="137" y="24"/>
                  <a:pt x="142" y="34"/>
                  <a:pt x="142" y="44"/>
                </a:cubicBezTo>
                <a:cubicBezTo>
                  <a:pt x="142" y="54"/>
                  <a:pt x="137" y="63"/>
                  <a:pt x="128" y="72"/>
                </a:cubicBezTo>
                <a:cubicBezTo>
                  <a:pt x="119" y="82"/>
                  <a:pt x="109" y="86"/>
                  <a:pt x="98" y="86"/>
                </a:cubicBezTo>
                <a:cubicBezTo>
                  <a:pt x="87" y="86"/>
                  <a:pt x="77" y="82"/>
                  <a:pt x="68" y="72"/>
                </a:cubicBezTo>
                <a:cubicBezTo>
                  <a:pt x="60" y="63"/>
                  <a:pt x="56" y="52"/>
                  <a:pt x="56" y="41"/>
                </a:cubicBezTo>
                <a:cubicBezTo>
                  <a:pt x="56" y="31"/>
                  <a:pt x="61" y="22"/>
                  <a:pt x="71" y="14"/>
                </a:cubicBezTo>
                <a:moveTo>
                  <a:pt x="134" y="454"/>
                </a:moveTo>
                <a:cubicBezTo>
                  <a:pt x="134" y="488"/>
                  <a:pt x="137" y="510"/>
                  <a:pt x="144" y="518"/>
                </a:cubicBezTo>
                <a:cubicBezTo>
                  <a:pt x="151" y="526"/>
                  <a:pt x="169" y="531"/>
                  <a:pt x="197" y="532"/>
                </a:cubicBezTo>
                <a:cubicBezTo>
                  <a:pt x="199" y="536"/>
                  <a:pt x="200" y="541"/>
                  <a:pt x="200" y="548"/>
                </a:cubicBezTo>
                <a:cubicBezTo>
                  <a:pt x="200" y="555"/>
                  <a:pt x="199" y="559"/>
                  <a:pt x="197" y="561"/>
                </a:cubicBezTo>
                <a:cubicBezTo>
                  <a:pt x="147" y="560"/>
                  <a:pt x="115" y="559"/>
                  <a:pt x="100" y="559"/>
                </a:cubicBezTo>
                <a:cubicBezTo>
                  <a:pt x="84" y="559"/>
                  <a:pt x="52" y="560"/>
                  <a:pt x="3" y="561"/>
                </a:cubicBezTo>
                <a:cubicBezTo>
                  <a:pt x="1" y="559"/>
                  <a:pt x="0" y="555"/>
                  <a:pt x="0" y="548"/>
                </a:cubicBezTo>
                <a:cubicBezTo>
                  <a:pt x="0" y="541"/>
                  <a:pt x="1" y="536"/>
                  <a:pt x="3" y="532"/>
                </a:cubicBezTo>
                <a:cubicBezTo>
                  <a:pt x="31" y="530"/>
                  <a:pt x="48" y="525"/>
                  <a:pt x="55" y="518"/>
                </a:cubicBezTo>
                <a:cubicBezTo>
                  <a:pt x="62" y="510"/>
                  <a:pt x="66" y="488"/>
                  <a:pt x="66" y="454"/>
                </a:cubicBezTo>
                <a:lnTo>
                  <a:pt x="66" y="285"/>
                </a:lnTo>
                <a:cubicBezTo>
                  <a:pt x="66" y="261"/>
                  <a:pt x="62" y="246"/>
                  <a:pt x="56" y="240"/>
                </a:cubicBezTo>
                <a:cubicBezTo>
                  <a:pt x="49" y="234"/>
                  <a:pt x="34" y="229"/>
                  <a:pt x="10" y="227"/>
                </a:cubicBezTo>
                <a:cubicBezTo>
                  <a:pt x="6" y="217"/>
                  <a:pt x="6" y="209"/>
                  <a:pt x="8" y="202"/>
                </a:cubicBezTo>
                <a:cubicBezTo>
                  <a:pt x="61" y="195"/>
                  <a:pt x="101" y="187"/>
                  <a:pt x="127" y="178"/>
                </a:cubicBezTo>
                <a:cubicBezTo>
                  <a:pt x="134" y="178"/>
                  <a:pt x="138" y="179"/>
                  <a:pt x="138" y="182"/>
                </a:cubicBezTo>
                <a:cubicBezTo>
                  <a:pt x="138" y="184"/>
                  <a:pt x="137" y="187"/>
                  <a:pt x="137" y="190"/>
                </a:cubicBezTo>
                <a:cubicBezTo>
                  <a:pt x="137" y="192"/>
                  <a:pt x="136" y="198"/>
                  <a:pt x="136" y="206"/>
                </a:cubicBezTo>
                <a:cubicBezTo>
                  <a:pt x="136" y="213"/>
                  <a:pt x="135" y="221"/>
                  <a:pt x="134" y="229"/>
                </a:cubicBezTo>
                <a:lnTo>
                  <a:pt x="134" y="255"/>
                </a:lnTo>
                <a:lnTo>
                  <a:pt x="134" y="282"/>
                </a:lnTo>
                <a:lnTo>
                  <a:pt x="134" y="454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2164320" y="1294200"/>
            <a:ext cx="72360" cy="218160"/>
          </a:xfrm>
          <a:custGeom>
            <a:avLst/>
            <a:gdLst/>
            <a:ahLst/>
            <a:rect l="0" t="0" r="r" b="b"/>
            <a:pathLst>
              <a:path w="201" h="606">
                <a:moveTo>
                  <a:pt x="66" y="499"/>
                </a:moveTo>
                <a:lnTo>
                  <a:pt x="66" y="121"/>
                </a:lnTo>
                <a:cubicBezTo>
                  <a:pt x="66" y="102"/>
                  <a:pt x="66" y="89"/>
                  <a:pt x="65" y="79"/>
                </a:cubicBezTo>
                <a:cubicBezTo>
                  <a:pt x="64" y="71"/>
                  <a:pt x="61" y="64"/>
                  <a:pt x="54" y="60"/>
                </a:cubicBezTo>
                <a:cubicBezTo>
                  <a:pt x="47" y="55"/>
                  <a:pt x="42" y="52"/>
                  <a:pt x="39" y="52"/>
                </a:cubicBezTo>
                <a:cubicBezTo>
                  <a:pt x="36" y="52"/>
                  <a:pt x="27" y="51"/>
                  <a:pt x="11" y="50"/>
                </a:cubicBezTo>
                <a:cubicBezTo>
                  <a:pt x="5" y="44"/>
                  <a:pt x="3" y="35"/>
                  <a:pt x="6" y="24"/>
                </a:cubicBezTo>
                <a:cubicBezTo>
                  <a:pt x="57" y="20"/>
                  <a:pt x="97" y="12"/>
                  <a:pt x="128" y="0"/>
                </a:cubicBezTo>
                <a:cubicBezTo>
                  <a:pt x="135" y="0"/>
                  <a:pt x="139" y="3"/>
                  <a:pt x="139" y="10"/>
                </a:cubicBezTo>
                <a:cubicBezTo>
                  <a:pt x="136" y="33"/>
                  <a:pt x="135" y="63"/>
                  <a:pt x="135" y="100"/>
                </a:cubicBezTo>
                <a:lnTo>
                  <a:pt x="135" y="499"/>
                </a:lnTo>
                <a:cubicBezTo>
                  <a:pt x="135" y="533"/>
                  <a:pt x="139" y="555"/>
                  <a:pt x="146" y="564"/>
                </a:cubicBezTo>
                <a:cubicBezTo>
                  <a:pt x="153" y="572"/>
                  <a:pt x="170" y="577"/>
                  <a:pt x="197" y="577"/>
                </a:cubicBezTo>
                <a:cubicBezTo>
                  <a:pt x="200" y="581"/>
                  <a:pt x="201" y="586"/>
                  <a:pt x="201" y="593"/>
                </a:cubicBezTo>
                <a:cubicBezTo>
                  <a:pt x="201" y="600"/>
                  <a:pt x="200" y="604"/>
                  <a:pt x="197" y="606"/>
                </a:cubicBezTo>
                <a:cubicBezTo>
                  <a:pt x="147" y="605"/>
                  <a:pt x="115" y="604"/>
                  <a:pt x="101" y="604"/>
                </a:cubicBezTo>
                <a:cubicBezTo>
                  <a:pt x="85" y="604"/>
                  <a:pt x="53" y="605"/>
                  <a:pt x="4" y="606"/>
                </a:cubicBezTo>
                <a:cubicBezTo>
                  <a:pt x="1" y="604"/>
                  <a:pt x="0" y="600"/>
                  <a:pt x="0" y="593"/>
                </a:cubicBezTo>
                <a:cubicBezTo>
                  <a:pt x="0" y="586"/>
                  <a:pt x="1" y="581"/>
                  <a:pt x="4" y="577"/>
                </a:cubicBezTo>
                <a:cubicBezTo>
                  <a:pt x="31" y="577"/>
                  <a:pt x="48" y="572"/>
                  <a:pt x="55" y="564"/>
                </a:cubicBezTo>
                <a:cubicBezTo>
                  <a:pt x="63" y="555"/>
                  <a:pt x="66" y="533"/>
                  <a:pt x="66" y="499"/>
                </a:cubicBezTo>
                <a:close/>
              </a:path>
            </a:pathLst>
          </a:cu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2252160" y="1375560"/>
            <a:ext cx="115560" cy="139320"/>
          </a:xfrm>
          <a:custGeom>
            <a:avLst/>
            <a:gdLst/>
            <a:ahLst/>
            <a:rect l="0" t="0" r="r" b="b"/>
            <a:pathLst>
              <a:path w="321" h="387">
                <a:moveTo>
                  <a:pt x="233" y="131"/>
                </a:moveTo>
                <a:cubicBezTo>
                  <a:pt x="241" y="131"/>
                  <a:pt x="245" y="128"/>
                  <a:pt x="245" y="120"/>
                </a:cubicBezTo>
                <a:cubicBezTo>
                  <a:pt x="245" y="87"/>
                  <a:pt x="238" y="64"/>
                  <a:pt x="224" y="50"/>
                </a:cubicBezTo>
                <a:cubicBezTo>
                  <a:pt x="210" y="37"/>
                  <a:pt x="193" y="30"/>
                  <a:pt x="173" y="30"/>
                </a:cubicBezTo>
                <a:cubicBezTo>
                  <a:pt x="166" y="30"/>
                  <a:pt x="158" y="31"/>
                  <a:pt x="151" y="32"/>
                </a:cubicBezTo>
                <a:cubicBezTo>
                  <a:pt x="144" y="34"/>
                  <a:pt x="134" y="38"/>
                  <a:pt x="124" y="44"/>
                </a:cubicBezTo>
                <a:cubicBezTo>
                  <a:pt x="113" y="51"/>
                  <a:pt x="103" y="62"/>
                  <a:pt x="95" y="77"/>
                </a:cubicBezTo>
                <a:cubicBezTo>
                  <a:pt x="86" y="93"/>
                  <a:pt x="80" y="112"/>
                  <a:pt x="76" y="134"/>
                </a:cubicBezTo>
                <a:lnTo>
                  <a:pt x="233" y="131"/>
                </a:lnTo>
                <a:moveTo>
                  <a:pt x="321" y="311"/>
                </a:moveTo>
                <a:cubicBezTo>
                  <a:pt x="282" y="362"/>
                  <a:pt x="233" y="387"/>
                  <a:pt x="173" y="387"/>
                </a:cubicBezTo>
                <a:cubicBezTo>
                  <a:pt x="116" y="387"/>
                  <a:pt x="72" y="369"/>
                  <a:pt x="41" y="332"/>
                </a:cubicBezTo>
                <a:cubicBezTo>
                  <a:pt x="14" y="300"/>
                  <a:pt x="0" y="257"/>
                  <a:pt x="0" y="203"/>
                </a:cubicBezTo>
                <a:cubicBezTo>
                  <a:pt x="0" y="142"/>
                  <a:pt x="19" y="93"/>
                  <a:pt x="55" y="57"/>
                </a:cubicBezTo>
                <a:cubicBezTo>
                  <a:pt x="92" y="19"/>
                  <a:pt x="131" y="0"/>
                  <a:pt x="173" y="0"/>
                </a:cubicBezTo>
                <a:cubicBezTo>
                  <a:pt x="271" y="0"/>
                  <a:pt x="320" y="50"/>
                  <a:pt x="320" y="151"/>
                </a:cubicBezTo>
                <a:cubicBezTo>
                  <a:pt x="320" y="161"/>
                  <a:pt x="314" y="165"/>
                  <a:pt x="304" y="165"/>
                </a:cubicBezTo>
                <a:lnTo>
                  <a:pt x="74" y="164"/>
                </a:lnTo>
                <a:cubicBezTo>
                  <a:pt x="74" y="213"/>
                  <a:pt x="83" y="252"/>
                  <a:pt x="101" y="283"/>
                </a:cubicBezTo>
                <a:cubicBezTo>
                  <a:pt x="126" y="324"/>
                  <a:pt x="157" y="344"/>
                  <a:pt x="195" y="344"/>
                </a:cubicBezTo>
                <a:cubicBezTo>
                  <a:pt x="219" y="344"/>
                  <a:pt x="239" y="341"/>
                  <a:pt x="255" y="334"/>
                </a:cubicBezTo>
                <a:cubicBezTo>
                  <a:pt x="270" y="327"/>
                  <a:pt x="286" y="315"/>
                  <a:pt x="303" y="298"/>
                </a:cubicBezTo>
                <a:cubicBezTo>
                  <a:pt x="312" y="299"/>
                  <a:pt x="319" y="303"/>
                  <a:pt x="321" y="311"/>
                </a:cubicBezTo>
                <a:close/>
              </a:path>
            </a:pathLst>
          </a:cu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2462040" y="1310400"/>
            <a:ext cx="166320" cy="201960"/>
          </a:xfrm>
          <a:custGeom>
            <a:avLst/>
            <a:gdLst/>
            <a:ahLst/>
            <a:rect l="0" t="0" r="r" b="b"/>
            <a:pathLst>
              <a:path w="462" h="561">
                <a:moveTo>
                  <a:pt x="153" y="66"/>
                </a:moveTo>
                <a:lnTo>
                  <a:pt x="153" y="242"/>
                </a:lnTo>
                <a:lnTo>
                  <a:pt x="217" y="242"/>
                </a:lnTo>
                <a:cubicBezTo>
                  <a:pt x="299" y="242"/>
                  <a:pt x="341" y="209"/>
                  <a:pt x="341" y="143"/>
                </a:cubicBezTo>
                <a:cubicBezTo>
                  <a:pt x="341" y="104"/>
                  <a:pt x="329" y="74"/>
                  <a:pt x="306" y="56"/>
                </a:cubicBezTo>
                <a:cubicBezTo>
                  <a:pt x="284" y="39"/>
                  <a:pt x="258" y="29"/>
                  <a:pt x="228" y="29"/>
                </a:cubicBezTo>
                <a:cubicBezTo>
                  <a:pt x="204" y="29"/>
                  <a:pt x="186" y="31"/>
                  <a:pt x="175" y="33"/>
                </a:cubicBezTo>
                <a:cubicBezTo>
                  <a:pt x="165" y="36"/>
                  <a:pt x="158" y="39"/>
                  <a:pt x="156" y="44"/>
                </a:cubicBezTo>
                <a:cubicBezTo>
                  <a:pt x="154" y="48"/>
                  <a:pt x="153" y="56"/>
                  <a:pt x="153" y="66"/>
                </a:cubicBezTo>
                <a:moveTo>
                  <a:pt x="153" y="272"/>
                </a:moveTo>
                <a:lnTo>
                  <a:pt x="153" y="475"/>
                </a:lnTo>
                <a:cubicBezTo>
                  <a:pt x="153" y="513"/>
                  <a:pt x="177" y="532"/>
                  <a:pt x="226" y="532"/>
                </a:cubicBezTo>
                <a:cubicBezTo>
                  <a:pt x="286" y="532"/>
                  <a:pt x="327" y="522"/>
                  <a:pt x="348" y="502"/>
                </a:cubicBezTo>
                <a:cubicBezTo>
                  <a:pt x="370" y="482"/>
                  <a:pt x="381" y="453"/>
                  <a:pt x="381" y="416"/>
                </a:cubicBezTo>
                <a:cubicBezTo>
                  <a:pt x="381" y="375"/>
                  <a:pt x="367" y="340"/>
                  <a:pt x="338" y="313"/>
                </a:cubicBezTo>
                <a:cubicBezTo>
                  <a:pt x="310" y="286"/>
                  <a:pt x="269" y="272"/>
                  <a:pt x="213" y="272"/>
                </a:cubicBezTo>
                <a:lnTo>
                  <a:pt x="153" y="272"/>
                </a:lnTo>
                <a:moveTo>
                  <a:pt x="117" y="1"/>
                </a:moveTo>
                <a:cubicBezTo>
                  <a:pt x="129" y="1"/>
                  <a:pt x="147" y="1"/>
                  <a:pt x="172" y="1"/>
                </a:cubicBezTo>
                <a:cubicBezTo>
                  <a:pt x="197" y="1"/>
                  <a:pt x="215" y="0"/>
                  <a:pt x="224" y="0"/>
                </a:cubicBezTo>
                <a:cubicBezTo>
                  <a:pt x="348" y="0"/>
                  <a:pt x="410" y="44"/>
                  <a:pt x="410" y="132"/>
                </a:cubicBezTo>
                <a:cubicBezTo>
                  <a:pt x="410" y="155"/>
                  <a:pt x="402" y="177"/>
                  <a:pt x="386" y="198"/>
                </a:cubicBezTo>
                <a:cubicBezTo>
                  <a:pt x="370" y="219"/>
                  <a:pt x="351" y="235"/>
                  <a:pt x="328" y="246"/>
                </a:cubicBezTo>
                <a:lnTo>
                  <a:pt x="328" y="249"/>
                </a:lnTo>
                <a:cubicBezTo>
                  <a:pt x="368" y="260"/>
                  <a:pt x="401" y="279"/>
                  <a:pt x="425" y="304"/>
                </a:cubicBezTo>
                <a:cubicBezTo>
                  <a:pt x="450" y="329"/>
                  <a:pt x="462" y="361"/>
                  <a:pt x="462" y="400"/>
                </a:cubicBezTo>
                <a:cubicBezTo>
                  <a:pt x="462" y="421"/>
                  <a:pt x="458" y="440"/>
                  <a:pt x="451" y="458"/>
                </a:cubicBezTo>
                <a:cubicBezTo>
                  <a:pt x="444" y="476"/>
                  <a:pt x="433" y="493"/>
                  <a:pt x="418" y="509"/>
                </a:cubicBezTo>
                <a:cubicBezTo>
                  <a:pt x="402" y="525"/>
                  <a:pt x="379" y="537"/>
                  <a:pt x="349" y="547"/>
                </a:cubicBezTo>
                <a:cubicBezTo>
                  <a:pt x="320" y="556"/>
                  <a:pt x="285" y="561"/>
                  <a:pt x="244" y="561"/>
                </a:cubicBezTo>
                <a:cubicBezTo>
                  <a:pt x="215" y="561"/>
                  <a:pt x="188" y="560"/>
                  <a:pt x="166" y="559"/>
                </a:cubicBezTo>
                <a:cubicBezTo>
                  <a:pt x="143" y="559"/>
                  <a:pt x="127" y="559"/>
                  <a:pt x="117" y="559"/>
                </a:cubicBezTo>
                <a:cubicBezTo>
                  <a:pt x="99" y="559"/>
                  <a:pt x="61" y="560"/>
                  <a:pt x="4" y="561"/>
                </a:cubicBezTo>
                <a:cubicBezTo>
                  <a:pt x="2" y="559"/>
                  <a:pt x="0" y="555"/>
                  <a:pt x="0" y="548"/>
                </a:cubicBezTo>
                <a:cubicBezTo>
                  <a:pt x="0" y="541"/>
                  <a:pt x="2" y="536"/>
                  <a:pt x="4" y="532"/>
                </a:cubicBezTo>
                <a:cubicBezTo>
                  <a:pt x="37" y="532"/>
                  <a:pt x="57" y="527"/>
                  <a:pt x="67" y="519"/>
                </a:cubicBezTo>
                <a:cubicBezTo>
                  <a:pt x="75" y="510"/>
                  <a:pt x="80" y="488"/>
                  <a:pt x="80" y="454"/>
                </a:cubicBezTo>
                <a:lnTo>
                  <a:pt x="80" y="107"/>
                </a:lnTo>
                <a:cubicBezTo>
                  <a:pt x="80" y="72"/>
                  <a:pt x="75" y="51"/>
                  <a:pt x="67" y="43"/>
                </a:cubicBezTo>
                <a:cubicBezTo>
                  <a:pt x="57" y="34"/>
                  <a:pt x="37" y="29"/>
                  <a:pt x="4" y="28"/>
                </a:cubicBezTo>
                <a:cubicBezTo>
                  <a:pt x="2" y="26"/>
                  <a:pt x="0" y="22"/>
                  <a:pt x="0" y="15"/>
                </a:cubicBezTo>
                <a:cubicBezTo>
                  <a:pt x="0" y="7"/>
                  <a:pt x="2" y="3"/>
                  <a:pt x="4" y="0"/>
                </a:cubicBezTo>
                <a:cubicBezTo>
                  <a:pt x="62" y="1"/>
                  <a:pt x="100" y="1"/>
                  <a:pt x="117" y="1"/>
                </a:cubicBezTo>
                <a:close/>
              </a:path>
            </a:pathLst>
          </a:cu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3481920" y="2431800"/>
            <a:ext cx="1428120" cy="1905120"/>
          </a:xfrm>
          <a:custGeom>
            <a:avLst/>
            <a:gdLst/>
            <a:ahLst/>
            <a:rect l="0" t="0" r="r" b="b"/>
            <a:pathLst>
              <a:path w="3967" h="5292">
                <a:moveTo>
                  <a:pt x="3830" y="0"/>
                </a:moveTo>
                <a:cubicBezTo>
                  <a:pt x="3906" y="0"/>
                  <a:pt x="3967" y="28"/>
                  <a:pt x="3967" y="64"/>
                </a:cubicBezTo>
                <a:lnTo>
                  <a:pt x="3967" y="5228"/>
                </a:lnTo>
                <a:cubicBezTo>
                  <a:pt x="3967" y="5264"/>
                  <a:pt x="3906" y="5292"/>
                  <a:pt x="3830" y="5292"/>
                </a:cubicBezTo>
                <a:lnTo>
                  <a:pt x="137" y="5292"/>
                </a:lnTo>
                <a:cubicBezTo>
                  <a:pt x="61" y="5292"/>
                  <a:pt x="0" y="5264"/>
                  <a:pt x="0" y="5228"/>
                </a:cubicBezTo>
                <a:lnTo>
                  <a:pt x="0" y="64"/>
                </a:lnTo>
                <a:cubicBezTo>
                  <a:pt x="0" y="28"/>
                  <a:pt x="61" y="0"/>
                  <a:pt x="137" y="0"/>
                </a:cubicBezTo>
                <a:lnTo>
                  <a:pt x="3830" y="0"/>
                </a:lnTo>
                <a:close/>
              </a:path>
            </a:pathLst>
          </a:custGeom>
          <a:solidFill>
            <a:srgbClr val="dae8fc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3481920" y="2431800"/>
            <a:ext cx="1428120" cy="1905120"/>
          </a:xfrm>
          <a:custGeom>
            <a:avLst/>
            <a:gdLst/>
            <a:ahLst/>
            <a:rect l="0" t="0" r="r" b="b"/>
            <a:pathLst>
              <a:path w="3967" h="5292">
                <a:moveTo>
                  <a:pt x="137" y="0"/>
                </a:moveTo>
                <a:lnTo>
                  <a:pt x="3830" y="0"/>
                </a:lnTo>
                <a:cubicBezTo>
                  <a:pt x="3906" y="0"/>
                  <a:pt x="3967" y="28"/>
                  <a:pt x="3967" y="64"/>
                </a:cubicBezTo>
                <a:lnTo>
                  <a:pt x="3967" y="5228"/>
                </a:lnTo>
                <a:cubicBezTo>
                  <a:pt x="3967" y="5264"/>
                  <a:pt x="3906" y="5292"/>
                  <a:pt x="3830" y="5292"/>
                </a:cubicBezTo>
                <a:lnTo>
                  <a:pt x="137" y="5292"/>
                </a:lnTo>
                <a:cubicBezTo>
                  <a:pt x="61" y="5292"/>
                  <a:pt x="0" y="5264"/>
                  <a:pt x="0" y="5228"/>
                </a:cubicBezTo>
                <a:lnTo>
                  <a:pt x="0" y="64"/>
                </a:lnTo>
                <a:cubicBezTo>
                  <a:pt x="0" y="28"/>
                  <a:pt x="61" y="0"/>
                  <a:pt x="137" y="0"/>
                </a:cubicBezTo>
                <a:close/>
              </a:path>
            </a:pathLst>
          </a:custGeom>
          <a:noFill/>
          <a:ln cap="rnd" w="30600">
            <a:solidFill>
              <a:srgbClr val="b85450"/>
            </a:solidFill>
            <a:round/>
          </a:ln>
        </p:spPr>
        <p:txBody>
          <a:bodyPr lIns="105120" rIns="105120" tIns="60120" bIns="60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1138320" y="1294200"/>
            <a:ext cx="3367080" cy="2190960"/>
          </a:xfrm>
          <a:custGeom>
            <a:avLst/>
            <a:gdLst/>
            <a:ahLst/>
            <a:rect l="0" t="0" r="r" b="b"/>
            <a:pathLst>
              <a:path w="9353" h="6086">
                <a:moveTo>
                  <a:pt x="7603" y="5972"/>
                </a:moveTo>
                <a:cubicBezTo>
                  <a:pt x="7603" y="6007"/>
                  <a:pt x="7608" y="6028"/>
                  <a:pt x="7617" y="6037"/>
                </a:cubicBezTo>
                <a:cubicBezTo>
                  <a:pt x="7626" y="6046"/>
                  <a:pt x="7650" y="6050"/>
                  <a:pt x="7686" y="6051"/>
                </a:cubicBezTo>
                <a:cubicBezTo>
                  <a:pt x="7689" y="6054"/>
                  <a:pt x="7690" y="6059"/>
                  <a:pt x="7690" y="6067"/>
                </a:cubicBezTo>
                <a:cubicBezTo>
                  <a:pt x="7691" y="6073"/>
                  <a:pt x="7690" y="6077"/>
                  <a:pt x="7686" y="6079"/>
                </a:cubicBezTo>
                <a:cubicBezTo>
                  <a:pt x="7628" y="6078"/>
                  <a:pt x="7589" y="6078"/>
                  <a:pt x="7567" y="6078"/>
                </a:cubicBezTo>
                <a:cubicBezTo>
                  <a:pt x="7542" y="6078"/>
                  <a:pt x="7502" y="6078"/>
                  <a:pt x="7445" y="6079"/>
                </a:cubicBezTo>
                <a:cubicBezTo>
                  <a:pt x="7443" y="6077"/>
                  <a:pt x="7442" y="6073"/>
                  <a:pt x="7442" y="6067"/>
                </a:cubicBezTo>
                <a:cubicBezTo>
                  <a:pt x="7442" y="6059"/>
                  <a:pt x="7443" y="6054"/>
                  <a:pt x="7445" y="6051"/>
                </a:cubicBezTo>
                <a:cubicBezTo>
                  <a:pt x="7481" y="6050"/>
                  <a:pt x="7504" y="6046"/>
                  <a:pt x="7514" y="6037"/>
                </a:cubicBezTo>
                <a:cubicBezTo>
                  <a:pt x="7524" y="6028"/>
                  <a:pt x="7529" y="6007"/>
                  <a:pt x="7529" y="5972"/>
                </a:cubicBezTo>
                <a:lnTo>
                  <a:pt x="7529" y="5640"/>
                </a:lnTo>
                <a:cubicBezTo>
                  <a:pt x="7529" y="5611"/>
                  <a:pt x="7526" y="5590"/>
                  <a:pt x="7520" y="5576"/>
                </a:cubicBezTo>
                <a:cubicBezTo>
                  <a:pt x="7514" y="5561"/>
                  <a:pt x="7504" y="5554"/>
                  <a:pt x="7488" y="5554"/>
                </a:cubicBezTo>
                <a:lnTo>
                  <a:pt x="7445" y="5554"/>
                </a:lnTo>
                <a:cubicBezTo>
                  <a:pt x="7416" y="5554"/>
                  <a:pt x="7392" y="5561"/>
                  <a:pt x="7372" y="5575"/>
                </a:cubicBezTo>
                <a:cubicBezTo>
                  <a:pt x="7353" y="5588"/>
                  <a:pt x="7340" y="5611"/>
                  <a:pt x="7332" y="5644"/>
                </a:cubicBezTo>
                <a:cubicBezTo>
                  <a:pt x="7319" y="5644"/>
                  <a:pt x="7310" y="5643"/>
                  <a:pt x="7302" y="5641"/>
                </a:cubicBezTo>
                <a:cubicBezTo>
                  <a:pt x="7314" y="5591"/>
                  <a:pt x="7321" y="5550"/>
                  <a:pt x="7324" y="5516"/>
                </a:cubicBezTo>
                <a:cubicBezTo>
                  <a:pt x="7324" y="5514"/>
                  <a:pt x="7325" y="5512"/>
                  <a:pt x="7328" y="5512"/>
                </a:cubicBezTo>
                <a:cubicBezTo>
                  <a:pt x="7386" y="5517"/>
                  <a:pt x="7453" y="5520"/>
                  <a:pt x="7529" y="5520"/>
                </a:cubicBezTo>
                <a:lnTo>
                  <a:pt x="7603" y="5520"/>
                </a:lnTo>
                <a:cubicBezTo>
                  <a:pt x="7680" y="5520"/>
                  <a:pt x="7745" y="5517"/>
                  <a:pt x="7798" y="5512"/>
                </a:cubicBezTo>
                <a:cubicBezTo>
                  <a:pt x="7799" y="5512"/>
                  <a:pt x="7800" y="5514"/>
                  <a:pt x="7800" y="5516"/>
                </a:cubicBezTo>
                <a:cubicBezTo>
                  <a:pt x="7800" y="5554"/>
                  <a:pt x="7804" y="5594"/>
                  <a:pt x="7811" y="5638"/>
                </a:cubicBezTo>
                <a:cubicBezTo>
                  <a:pt x="7805" y="5641"/>
                  <a:pt x="7795" y="5642"/>
                  <a:pt x="7782" y="5642"/>
                </a:cubicBezTo>
                <a:cubicBezTo>
                  <a:pt x="7775" y="5610"/>
                  <a:pt x="7761" y="5588"/>
                  <a:pt x="7742" y="5575"/>
                </a:cubicBezTo>
                <a:cubicBezTo>
                  <a:pt x="7722" y="5561"/>
                  <a:pt x="7695" y="5554"/>
                  <a:pt x="7662" y="5554"/>
                </a:cubicBezTo>
                <a:lnTo>
                  <a:pt x="7642" y="5554"/>
                </a:lnTo>
                <a:cubicBezTo>
                  <a:pt x="7628" y="5554"/>
                  <a:pt x="7617" y="5561"/>
                  <a:pt x="7612" y="5576"/>
                </a:cubicBezTo>
                <a:cubicBezTo>
                  <a:pt x="7606" y="5590"/>
                  <a:pt x="7603" y="5612"/>
                  <a:pt x="7603" y="5642"/>
                </a:cubicBezTo>
                <a:lnTo>
                  <a:pt x="7603" y="5972"/>
                </a:lnTo>
                <a:moveTo>
                  <a:pt x="7894" y="5559"/>
                </a:moveTo>
                <a:cubicBezTo>
                  <a:pt x="7894" y="5549"/>
                  <a:pt x="7899" y="5540"/>
                  <a:pt x="7909" y="5532"/>
                </a:cubicBezTo>
                <a:cubicBezTo>
                  <a:pt x="7918" y="5523"/>
                  <a:pt x="7928" y="5518"/>
                  <a:pt x="7938" y="5518"/>
                </a:cubicBezTo>
                <a:cubicBezTo>
                  <a:pt x="7949" y="5518"/>
                  <a:pt x="7959" y="5523"/>
                  <a:pt x="7967" y="5533"/>
                </a:cubicBezTo>
                <a:cubicBezTo>
                  <a:pt x="7975" y="5542"/>
                  <a:pt x="7980" y="5552"/>
                  <a:pt x="7980" y="5562"/>
                </a:cubicBezTo>
                <a:cubicBezTo>
                  <a:pt x="7980" y="5572"/>
                  <a:pt x="7975" y="5582"/>
                  <a:pt x="7966" y="5591"/>
                </a:cubicBezTo>
                <a:cubicBezTo>
                  <a:pt x="7957" y="5600"/>
                  <a:pt x="7947" y="5604"/>
                  <a:pt x="7935" y="5604"/>
                </a:cubicBezTo>
                <a:cubicBezTo>
                  <a:pt x="7925" y="5604"/>
                  <a:pt x="7915" y="5600"/>
                  <a:pt x="7906" y="5591"/>
                </a:cubicBezTo>
                <a:cubicBezTo>
                  <a:pt x="7898" y="5581"/>
                  <a:pt x="7894" y="5570"/>
                  <a:pt x="7894" y="5559"/>
                </a:cubicBezTo>
                <a:moveTo>
                  <a:pt x="7972" y="5972"/>
                </a:moveTo>
                <a:cubicBezTo>
                  <a:pt x="7972" y="6007"/>
                  <a:pt x="7975" y="6028"/>
                  <a:pt x="7982" y="6036"/>
                </a:cubicBezTo>
                <a:cubicBezTo>
                  <a:pt x="7989" y="6044"/>
                  <a:pt x="8007" y="6049"/>
                  <a:pt x="8035" y="6051"/>
                </a:cubicBezTo>
                <a:cubicBezTo>
                  <a:pt x="8037" y="6054"/>
                  <a:pt x="8038" y="6059"/>
                  <a:pt x="8038" y="6067"/>
                </a:cubicBezTo>
                <a:cubicBezTo>
                  <a:pt x="8038" y="6073"/>
                  <a:pt x="8037" y="6077"/>
                  <a:pt x="8035" y="6079"/>
                </a:cubicBezTo>
                <a:cubicBezTo>
                  <a:pt x="7985" y="6078"/>
                  <a:pt x="7953" y="6078"/>
                  <a:pt x="7938" y="6078"/>
                </a:cubicBezTo>
                <a:cubicBezTo>
                  <a:pt x="7922" y="6078"/>
                  <a:pt x="7890" y="6078"/>
                  <a:pt x="7841" y="6079"/>
                </a:cubicBezTo>
                <a:cubicBezTo>
                  <a:pt x="7839" y="6077"/>
                  <a:pt x="7838" y="6073"/>
                  <a:pt x="7838" y="6067"/>
                </a:cubicBezTo>
                <a:cubicBezTo>
                  <a:pt x="7838" y="6059"/>
                  <a:pt x="7839" y="6054"/>
                  <a:pt x="7841" y="6051"/>
                </a:cubicBezTo>
                <a:cubicBezTo>
                  <a:pt x="7869" y="6048"/>
                  <a:pt x="7886" y="6043"/>
                  <a:pt x="7893" y="6036"/>
                </a:cubicBezTo>
                <a:cubicBezTo>
                  <a:pt x="7900" y="6028"/>
                  <a:pt x="7904" y="6007"/>
                  <a:pt x="7904" y="5972"/>
                </a:cubicBezTo>
                <a:lnTo>
                  <a:pt x="7904" y="5804"/>
                </a:lnTo>
                <a:cubicBezTo>
                  <a:pt x="7904" y="5779"/>
                  <a:pt x="7900" y="5764"/>
                  <a:pt x="7894" y="5758"/>
                </a:cubicBezTo>
                <a:cubicBezTo>
                  <a:pt x="7887" y="5752"/>
                  <a:pt x="7872" y="5747"/>
                  <a:pt x="7847" y="5745"/>
                </a:cubicBezTo>
                <a:cubicBezTo>
                  <a:pt x="7844" y="5735"/>
                  <a:pt x="7844" y="5727"/>
                  <a:pt x="7846" y="5720"/>
                </a:cubicBezTo>
                <a:cubicBezTo>
                  <a:pt x="7899" y="5713"/>
                  <a:pt x="7939" y="5705"/>
                  <a:pt x="7965" y="5696"/>
                </a:cubicBezTo>
                <a:cubicBezTo>
                  <a:pt x="7972" y="5696"/>
                  <a:pt x="7976" y="5698"/>
                  <a:pt x="7976" y="5701"/>
                </a:cubicBezTo>
                <a:cubicBezTo>
                  <a:pt x="7976" y="5703"/>
                  <a:pt x="7975" y="5705"/>
                  <a:pt x="7975" y="5708"/>
                </a:cubicBezTo>
                <a:cubicBezTo>
                  <a:pt x="7975" y="5711"/>
                  <a:pt x="7974" y="5716"/>
                  <a:pt x="7973" y="5724"/>
                </a:cubicBezTo>
                <a:cubicBezTo>
                  <a:pt x="7973" y="5731"/>
                  <a:pt x="7973" y="5739"/>
                  <a:pt x="7972" y="5747"/>
                </a:cubicBezTo>
                <a:lnTo>
                  <a:pt x="7972" y="5773"/>
                </a:lnTo>
                <a:lnTo>
                  <a:pt x="7972" y="5800"/>
                </a:lnTo>
                <a:lnTo>
                  <a:pt x="7972" y="5972"/>
                </a:lnTo>
                <a:moveTo>
                  <a:pt x="8131" y="5594"/>
                </a:moveTo>
                <a:cubicBezTo>
                  <a:pt x="8131" y="5576"/>
                  <a:pt x="8130" y="5562"/>
                  <a:pt x="8130" y="5553"/>
                </a:cubicBezTo>
                <a:cubicBezTo>
                  <a:pt x="8129" y="5544"/>
                  <a:pt x="8125" y="5537"/>
                  <a:pt x="8119" y="5533"/>
                </a:cubicBezTo>
                <a:cubicBezTo>
                  <a:pt x="8112" y="5528"/>
                  <a:pt x="8107" y="5526"/>
                  <a:pt x="8104" y="5526"/>
                </a:cubicBezTo>
                <a:cubicBezTo>
                  <a:pt x="8101" y="5525"/>
                  <a:pt x="8091" y="5524"/>
                  <a:pt x="8076" y="5523"/>
                </a:cubicBezTo>
                <a:cubicBezTo>
                  <a:pt x="8069" y="5517"/>
                  <a:pt x="8068" y="5508"/>
                  <a:pt x="8071" y="5498"/>
                </a:cubicBezTo>
                <a:cubicBezTo>
                  <a:pt x="8121" y="5494"/>
                  <a:pt x="8162" y="5485"/>
                  <a:pt x="8192" y="5473"/>
                </a:cubicBezTo>
                <a:cubicBezTo>
                  <a:pt x="8200" y="5473"/>
                  <a:pt x="8203" y="5477"/>
                  <a:pt x="8203" y="5483"/>
                </a:cubicBezTo>
                <a:cubicBezTo>
                  <a:pt x="8201" y="5506"/>
                  <a:pt x="8200" y="5536"/>
                  <a:pt x="8200" y="5573"/>
                </a:cubicBezTo>
                <a:lnTo>
                  <a:pt x="8200" y="5972"/>
                </a:lnTo>
                <a:cubicBezTo>
                  <a:pt x="8200" y="6007"/>
                  <a:pt x="8203" y="6028"/>
                  <a:pt x="8211" y="6037"/>
                </a:cubicBezTo>
                <a:cubicBezTo>
                  <a:pt x="8218" y="6046"/>
                  <a:pt x="8235" y="6050"/>
                  <a:pt x="8262" y="6051"/>
                </a:cubicBezTo>
                <a:cubicBezTo>
                  <a:pt x="8264" y="6054"/>
                  <a:pt x="8266" y="6059"/>
                  <a:pt x="8266" y="6067"/>
                </a:cubicBezTo>
                <a:cubicBezTo>
                  <a:pt x="8266" y="6073"/>
                  <a:pt x="8264" y="6077"/>
                  <a:pt x="8262" y="6079"/>
                </a:cubicBezTo>
                <a:cubicBezTo>
                  <a:pt x="8212" y="6078"/>
                  <a:pt x="8180" y="6078"/>
                  <a:pt x="8165" y="6078"/>
                </a:cubicBezTo>
                <a:cubicBezTo>
                  <a:pt x="8150" y="6078"/>
                  <a:pt x="8118" y="6078"/>
                  <a:pt x="8069" y="6079"/>
                </a:cubicBezTo>
                <a:cubicBezTo>
                  <a:pt x="8066" y="6077"/>
                  <a:pt x="8065" y="6073"/>
                  <a:pt x="8065" y="6067"/>
                </a:cubicBezTo>
                <a:cubicBezTo>
                  <a:pt x="8065" y="6059"/>
                  <a:pt x="8066" y="6054"/>
                  <a:pt x="8069" y="6051"/>
                </a:cubicBezTo>
                <a:cubicBezTo>
                  <a:pt x="8095" y="6050"/>
                  <a:pt x="8113" y="6046"/>
                  <a:pt x="8120" y="6037"/>
                </a:cubicBezTo>
                <a:cubicBezTo>
                  <a:pt x="8127" y="6028"/>
                  <a:pt x="8131" y="6007"/>
                  <a:pt x="8131" y="5972"/>
                </a:cubicBezTo>
                <a:lnTo>
                  <a:pt x="8131" y="5594"/>
                </a:lnTo>
                <a:moveTo>
                  <a:pt x="8541" y="5830"/>
                </a:moveTo>
                <a:cubicBezTo>
                  <a:pt x="8549" y="5830"/>
                  <a:pt x="8553" y="5827"/>
                  <a:pt x="8553" y="5819"/>
                </a:cubicBezTo>
                <a:cubicBezTo>
                  <a:pt x="8553" y="5786"/>
                  <a:pt x="8546" y="5763"/>
                  <a:pt x="8532" y="5750"/>
                </a:cubicBezTo>
                <a:cubicBezTo>
                  <a:pt x="8518" y="5736"/>
                  <a:pt x="8501" y="5729"/>
                  <a:pt x="8481" y="5729"/>
                </a:cubicBezTo>
                <a:cubicBezTo>
                  <a:pt x="8474" y="5729"/>
                  <a:pt x="8466" y="5730"/>
                  <a:pt x="8459" y="5731"/>
                </a:cubicBezTo>
                <a:cubicBezTo>
                  <a:pt x="8452" y="5733"/>
                  <a:pt x="8442" y="5737"/>
                  <a:pt x="8432" y="5744"/>
                </a:cubicBezTo>
                <a:cubicBezTo>
                  <a:pt x="8421" y="5750"/>
                  <a:pt x="8412" y="5761"/>
                  <a:pt x="8403" y="5777"/>
                </a:cubicBezTo>
                <a:cubicBezTo>
                  <a:pt x="8394" y="5792"/>
                  <a:pt x="8388" y="5811"/>
                  <a:pt x="8384" y="5833"/>
                </a:cubicBezTo>
                <a:lnTo>
                  <a:pt x="8541" y="5830"/>
                </a:lnTo>
                <a:moveTo>
                  <a:pt x="8629" y="6010"/>
                </a:moveTo>
                <a:cubicBezTo>
                  <a:pt x="8590" y="6061"/>
                  <a:pt x="8541" y="6086"/>
                  <a:pt x="8481" y="6086"/>
                </a:cubicBezTo>
                <a:cubicBezTo>
                  <a:pt x="8424" y="6086"/>
                  <a:pt x="8380" y="6068"/>
                  <a:pt x="8349" y="6031"/>
                </a:cubicBezTo>
                <a:cubicBezTo>
                  <a:pt x="8322" y="5999"/>
                  <a:pt x="8308" y="5957"/>
                  <a:pt x="8308" y="5903"/>
                </a:cubicBezTo>
                <a:cubicBezTo>
                  <a:pt x="8308" y="5841"/>
                  <a:pt x="8327" y="5793"/>
                  <a:pt x="8363" y="5756"/>
                </a:cubicBezTo>
                <a:cubicBezTo>
                  <a:pt x="8400" y="5719"/>
                  <a:pt x="8439" y="5700"/>
                  <a:pt x="8481" y="5700"/>
                </a:cubicBezTo>
                <a:cubicBezTo>
                  <a:pt x="8579" y="5700"/>
                  <a:pt x="8628" y="5750"/>
                  <a:pt x="8628" y="5850"/>
                </a:cubicBezTo>
                <a:cubicBezTo>
                  <a:pt x="8628" y="5860"/>
                  <a:pt x="8622" y="5865"/>
                  <a:pt x="8612" y="5865"/>
                </a:cubicBezTo>
                <a:lnTo>
                  <a:pt x="8382" y="5864"/>
                </a:lnTo>
                <a:cubicBezTo>
                  <a:pt x="8382" y="5912"/>
                  <a:pt x="8391" y="5951"/>
                  <a:pt x="8409" y="5982"/>
                </a:cubicBezTo>
                <a:cubicBezTo>
                  <a:pt x="8434" y="6023"/>
                  <a:pt x="8465" y="6043"/>
                  <a:pt x="8503" y="6043"/>
                </a:cubicBezTo>
                <a:cubicBezTo>
                  <a:pt x="8527" y="6043"/>
                  <a:pt x="8547" y="6040"/>
                  <a:pt x="8563" y="6034"/>
                </a:cubicBezTo>
                <a:cubicBezTo>
                  <a:pt x="8578" y="6026"/>
                  <a:pt x="8594" y="6014"/>
                  <a:pt x="8611" y="5997"/>
                </a:cubicBezTo>
                <a:cubicBezTo>
                  <a:pt x="8620" y="5998"/>
                  <a:pt x="8627" y="6002"/>
                  <a:pt x="8629" y="6010"/>
                </a:cubicBezTo>
                <a:moveTo>
                  <a:pt x="9044" y="5585"/>
                </a:moveTo>
                <a:lnTo>
                  <a:pt x="9044" y="5761"/>
                </a:lnTo>
                <a:lnTo>
                  <a:pt x="9108" y="5761"/>
                </a:lnTo>
                <a:cubicBezTo>
                  <a:pt x="9190" y="5761"/>
                  <a:pt x="9231" y="5728"/>
                  <a:pt x="9231" y="5662"/>
                </a:cubicBezTo>
                <a:cubicBezTo>
                  <a:pt x="9231" y="5622"/>
                  <a:pt x="9220" y="5593"/>
                  <a:pt x="9197" y="5575"/>
                </a:cubicBezTo>
                <a:cubicBezTo>
                  <a:pt x="9175" y="5557"/>
                  <a:pt x="9149" y="5548"/>
                  <a:pt x="9119" y="5548"/>
                </a:cubicBezTo>
                <a:cubicBezTo>
                  <a:pt x="9094" y="5548"/>
                  <a:pt x="9077" y="5549"/>
                  <a:pt x="9066" y="5551"/>
                </a:cubicBezTo>
                <a:cubicBezTo>
                  <a:pt x="9056" y="5554"/>
                  <a:pt x="9049" y="5558"/>
                  <a:pt x="9047" y="5562"/>
                </a:cubicBezTo>
                <a:cubicBezTo>
                  <a:pt x="9045" y="5567"/>
                  <a:pt x="9044" y="5574"/>
                  <a:pt x="9044" y="5585"/>
                </a:cubicBezTo>
                <a:moveTo>
                  <a:pt x="9044" y="5790"/>
                </a:moveTo>
                <a:lnTo>
                  <a:pt x="9044" y="5993"/>
                </a:lnTo>
                <a:cubicBezTo>
                  <a:pt x="9044" y="6032"/>
                  <a:pt x="9068" y="6051"/>
                  <a:pt x="9116" y="6051"/>
                </a:cubicBezTo>
                <a:cubicBezTo>
                  <a:pt x="9177" y="6051"/>
                  <a:pt x="9217" y="6041"/>
                  <a:pt x="9239" y="6020"/>
                </a:cubicBezTo>
                <a:cubicBezTo>
                  <a:pt x="9261" y="6000"/>
                  <a:pt x="9272" y="5971"/>
                  <a:pt x="9272" y="5934"/>
                </a:cubicBezTo>
                <a:cubicBezTo>
                  <a:pt x="9272" y="5893"/>
                  <a:pt x="9257" y="5859"/>
                  <a:pt x="9229" y="5832"/>
                </a:cubicBezTo>
                <a:cubicBezTo>
                  <a:pt x="9201" y="5804"/>
                  <a:pt x="9160" y="5790"/>
                  <a:pt x="9104" y="5790"/>
                </a:cubicBezTo>
                <a:lnTo>
                  <a:pt x="9044" y="5790"/>
                </a:lnTo>
                <a:moveTo>
                  <a:pt x="9007" y="5520"/>
                </a:moveTo>
                <a:lnTo>
                  <a:pt x="9063" y="5520"/>
                </a:lnTo>
                <a:cubicBezTo>
                  <a:pt x="9088" y="5519"/>
                  <a:pt x="9105" y="5518"/>
                  <a:pt x="9115" y="5518"/>
                </a:cubicBezTo>
                <a:cubicBezTo>
                  <a:pt x="9239" y="5518"/>
                  <a:pt x="9301" y="5562"/>
                  <a:pt x="9301" y="5651"/>
                </a:cubicBezTo>
                <a:cubicBezTo>
                  <a:pt x="9301" y="5674"/>
                  <a:pt x="9293" y="5696"/>
                  <a:pt x="9277" y="5717"/>
                </a:cubicBezTo>
                <a:cubicBezTo>
                  <a:pt x="9261" y="5737"/>
                  <a:pt x="9242" y="5753"/>
                  <a:pt x="9219" y="5764"/>
                </a:cubicBezTo>
                <a:lnTo>
                  <a:pt x="9219" y="5767"/>
                </a:lnTo>
                <a:cubicBezTo>
                  <a:pt x="9259" y="5778"/>
                  <a:pt x="9291" y="5797"/>
                  <a:pt x="9316" y="5822"/>
                </a:cubicBezTo>
                <a:cubicBezTo>
                  <a:pt x="9340" y="5847"/>
                  <a:pt x="9353" y="5879"/>
                  <a:pt x="9353" y="5919"/>
                </a:cubicBezTo>
                <a:cubicBezTo>
                  <a:pt x="9353" y="5939"/>
                  <a:pt x="9349" y="5958"/>
                  <a:pt x="9342" y="5976"/>
                </a:cubicBezTo>
                <a:cubicBezTo>
                  <a:pt x="9335" y="5994"/>
                  <a:pt x="9324" y="6011"/>
                  <a:pt x="9309" y="6027"/>
                </a:cubicBezTo>
                <a:cubicBezTo>
                  <a:pt x="9293" y="6043"/>
                  <a:pt x="9270" y="6056"/>
                  <a:pt x="9240" y="6065"/>
                </a:cubicBezTo>
                <a:cubicBezTo>
                  <a:pt x="9211" y="6075"/>
                  <a:pt x="9175" y="6079"/>
                  <a:pt x="9135" y="6079"/>
                </a:cubicBezTo>
                <a:cubicBezTo>
                  <a:pt x="9105" y="6079"/>
                  <a:pt x="9079" y="6078"/>
                  <a:pt x="9056" y="6078"/>
                </a:cubicBezTo>
                <a:lnTo>
                  <a:pt x="9007" y="6078"/>
                </a:lnTo>
                <a:cubicBezTo>
                  <a:pt x="8989" y="6078"/>
                  <a:pt x="8952" y="6078"/>
                  <a:pt x="8895" y="6079"/>
                </a:cubicBezTo>
                <a:cubicBezTo>
                  <a:pt x="8892" y="6077"/>
                  <a:pt x="8891" y="6073"/>
                  <a:pt x="8891" y="6067"/>
                </a:cubicBezTo>
                <a:cubicBezTo>
                  <a:pt x="8891" y="6059"/>
                  <a:pt x="8892" y="6054"/>
                  <a:pt x="8895" y="6051"/>
                </a:cubicBezTo>
                <a:cubicBezTo>
                  <a:pt x="8927" y="6050"/>
                  <a:pt x="8948" y="6046"/>
                  <a:pt x="8957" y="6037"/>
                </a:cubicBezTo>
                <a:cubicBezTo>
                  <a:pt x="8966" y="6028"/>
                  <a:pt x="8971" y="6007"/>
                  <a:pt x="8971" y="5972"/>
                </a:cubicBezTo>
                <a:lnTo>
                  <a:pt x="8971" y="5625"/>
                </a:lnTo>
                <a:cubicBezTo>
                  <a:pt x="8971" y="5591"/>
                  <a:pt x="8966" y="5570"/>
                  <a:pt x="8957" y="5561"/>
                </a:cubicBezTo>
                <a:cubicBezTo>
                  <a:pt x="8948" y="5552"/>
                  <a:pt x="8927" y="5547"/>
                  <a:pt x="8895" y="5547"/>
                </a:cubicBezTo>
                <a:cubicBezTo>
                  <a:pt x="8892" y="5544"/>
                  <a:pt x="8891" y="5540"/>
                  <a:pt x="8891" y="5533"/>
                </a:cubicBezTo>
                <a:cubicBezTo>
                  <a:pt x="8891" y="5526"/>
                  <a:pt x="8892" y="5521"/>
                  <a:pt x="8895" y="5518"/>
                </a:cubicBezTo>
                <a:cubicBezTo>
                  <a:pt x="8953" y="5519"/>
                  <a:pt x="8990" y="5520"/>
                  <a:pt x="9007" y="5520"/>
                </a:cubicBezTo>
                <a:moveTo>
                  <a:pt x="7076" y="499"/>
                </a:moveTo>
                <a:cubicBezTo>
                  <a:pt x="7076" y="533"/>
                  <a:pt x="7080" y="555"/>
                  <a:pt x="7089" y="564"/>
                </a:cubicBezTo>
                <a:cubicBezTo>
                  <a:pt x="7099" y="572"/>
                  <a:pt x="7122" y="577"/>
                  <a:pt x="7159" y="577"/>
                </a:cubicBezTo>
                <a:cubicBezTo>
                  <a:pt x="7161" y="581"/>
                  <a:pt x="7163" y="586"/>
                  <a:pt x="7163" y="593"/>
                </a:cubicBezTo>
                <a:cubicBezTo>
                  <a:pt x="7163" y="600"/>
                  <a:pt x="7162" y="604"/>
                  <a:pt x="7159" y="606"/>
                </a:cubicBezTo>
                <a:cubicBezTo>
                  <a:pt x="7101" y="605"/>
                  <a:pt x="7061" y="604"/>
                  <a:pt x="7039" y="604"/>
                </a:cubicBezTo>
                <a:cubicBezTo>
                  <a:pt x="7015" y="604"/>
                  <a:pt x="6974" y="605"/>
                  <a:pt x="6918" y="606"/>
                </a:cubicBezTo>
                <a:cubicBezTo>
                  <a:pt x="6915" y="604"/>
                  <a:pt x="6914" y="600"/>
                  <a:pt x="6914" y="593"/>
                </a:cubicBezTo>
                <a:cubicBezTo>
                  <a:pt x="6914" y="586"/>
                  <a:pt x="6915" y="581"/>
                  <a:pt x="6918" y="577"/>
                </a:cubicBezTo>
                <a:cubicBezTo>
                  <a:pt x="6954" y="577"/>
                  <a:pt x="6977" y="572"/>
                  <a:pt x="6986" y="564"/>
                </a:cubicBezTo>
                <a:cubicBezTo>
                  <a:pt x="6996" y="555"/>
                  <a:pt x="7001" y="533"/>
                  <a:pt x="7001" y="499"/>
                </a:cubicBezTo>
                <a:lnTo>
                  <a:pt x="7001" y="166"/>
                </a:lnTo>
                <a:cubicBezTo>
                  <a:pt x="7001" y="138"/>
                  <a:pt x="6998" y="117"/>
                  <a:pt x="6993" y="103"/>
                </a:cubicBezTo>
                <a:cubicBezTo>
                  <a:pt x="6987" y="88"/>
                  <a:pt x="6976" y="81"/>
                  <a:pt x="6961" y="81"/>
                </a:cubicBezTo>
                <a:lnTo>
                  <a:pt x="6918" y="81"/>
                </a:lnTo>
                <a:cubicBezTo>
                  <a:pt x="6889" y="81"/>
                  <a:pt x="6864" y="88"/>
                  <a:pt x="6845" y="101"/>
                </a:cubicBezTo>
                <a:cubicBezTo>
                  <a:pt x="6826" y="115"/>
                  <a:pt x="6812" y="138"/>
                  <a:pt x="6804" y="171"/>
                </a:cubicBezTo>
                <a:cubicBezTo>
                  <a:pt x="6792" y="171"/>
                  <a:pt x="6782" y="170"/>
                  <a:pt x="6775" y="167"/>
                </a:cubicBezTo>
                <a:cubicBezTo>
                  <a:pt x="6786" y="118"/>
                  <a:pt x="6793" y="76"/>
                  <a:pt x="6797" y="43"/>
                </a:cubicBezTo>
                <a:cubicBezTo>
                  <a:pt x="6797" y="40"/>
                  <a:pt x="6798" y="39"/>
                  <a:pt x="6800" y="39"/>
                </a:cubicBezTo>
                <a:cubicBezTo>
                  <a:pt x="6858" y="44"/>
                  <a:pt x="6925" y="46"/>
                  <a:pt x="7001" y="46"/>
                </a:cubicBezTo>
                <a:lnTo>
                  <a:pt x="7076" y="46"/>
                </a:lnTo>
                <a:cubicBezTo>
                  <a:pt x="7152" y="46"/>
                  <a:pt x="7217" y="44"/>
                  <a:pt x="7270" y="39"/>
                </a:cubicBezTo>
                <a:cubicBezTo>
                  <a:pt x="7272" y="39"/>
                  <a:pt x="7273" y="40"/>
                  <a:pt x="7273" y="43"/>
                </a:cubicBezTo>
                <a:cubicBezTo>
                  <a:pt x="7273" y="80"/>
                  <a:pt x="7276" y="121"/>
                  <a:pt x="7284" y="165"/>
                </a:cubicBezTo>
                <a:cubicBezTo>
                  <a:pt x="7277" y="167"/>
                  <a:pt x="7267" y="169"/>
                  <a:pt x="7254" y="169"/>
                </a:cubicBezTo>
                <a:cubicBezTo>
                  <a:pt x="7247" y="137"/>
                  <a:pt x="7234" y="115"/>
                  <a:pt x="7214" y="101"/>
                </a:cubicBezTo>
                <a:cubicBezTo>
                  <a:pt x="7195" y="88"/>
                  <a:pt x="7168" y="81"/>
                  <a:pt x="7135" y="81"/>
                </a:cubicBezTo>
                <a:lnTo>
                  <a:pt x="7115" y="81"/>
                </a:lnTo>
                <a:cubicBezTo>
                  <a:pt x="7100" y="81"/>
                  <a:pt x="7090" y="88"/>
                  <a:pt x="7084" y="103"/>
                </a:cubicBezTo>
                <a:cubicBezTo>
                  <a:pt x="7079" y="117"/>
                  <a:pt x="7076" y="139"/>
                  <a:pt x="7076" y="169"/>
                </a:cubicBezTo>
                <a:lnTo>
                  <a:pt x="7076" y="499"/>
                </a:lnTo>
                <a:moveTo>
                  <a:pt x="7366" y="86"/>
                </a:moveTo>
                <a:cubicBezTo>
                  <a:pt x="7366" y="76"/>
                  <a:pt x="7371" y="67"/>
                  <a:pt x="7381" y="59"/>
                </a:cubicBezTo>
                <a:cubicBezTo>
                  <a:pt x="7391" y="50"/>
                  <a:pt x="7401" y="45"/>
                  <a:pt x="7410" y="45"/>
                </a:cubicBezTo>
                <a:cubicBezTo>
                  <a:pt x="7422" y="45"/>
                  <a:pt x="7432" y="50"/>
                  <a:pt x="7440" y="60"/>
                </a:cubicBezTo>
                <a:cubicBezTo>
                  <a:pt x="7448" y="69"/>
                  <a:pt x="7452" y="79"/>
                  <a:pt x="7452" y="89"/>
                </a:cubicBezTo>
                <a:cubicBezTo>
                  <a:pt x="7452" y="99"/>
                  <a:pt x="7448" y="108"/>
                  <a:pt x="7439" y="117"/>
                </a:cubicBezTo>
                <a:cubicBezTo>
                  <a:pt x="7429" y="127"/>
                  <a:pt x="7419" y="131"/>
                  <a:pt x="7408" y="131"/>
                </a:cubicBezTo>
                <a:cubicBezTo>
                  <a:pt x="7397" y="131"/>
                  <a:pt x="7388" y="127"/>
                  <a:pt x="7379" y="117"/>
                </a:cubicBezTo>
                <a:cubicBezTo>
                  <a:pt x="7370" y="108"/>
                  <a:pt x="7366" y="97"/>
                  <a:pt x="7366" y="86"/>
                </a:cubicBezTo>
                <a:moveTo>
                  <a:pt x="7445" y="499"/>
                </a:moveTo>
                <a:cubicBezTo>
                  <a:pt x="7445" y="533"/>
                  <a:pt x="7448" y="555"/>
                  <a:pt x="7455" y="563"/>
                </a:cubicBezTo>
                <a:cubicBezTo>
                  <a:pt x="7462" y="571"/>
                  <a:pt x="7479" y="576"/>
                  <a:pt x="7507" y="577"/>
                </a:cubicBezTo>
                <a:cubicBezTo>
                  <a:pt x="7510" y="581"/>
                  <a:pt x="7511" y="586"/>
                  <a:pt x="7511" y="593"/>
                </a:cubicBezTo>
                <a:cubicBezTo>
                  <a:pt x="7511" y="600"/>
                  <a:pt x="7510" y="604"/>
                  <a:pt x="7507" y="606"/>
                </a:cubicBezTo>
                <a:cubicBezTo>
                  <a:pt x="7457" y="605"/>
                  <a:pt x="7425" y="604"/>
                  <a:pt x="7410" y="604"/>
                </a:cubicBezTo>
                <a:cubicBezTo>
                  <a:pt x="7395" y="604"/>
                  <a:pt x="7363" y="605"/>
                  <a:pt x="7314" y="606"/>
                </a:cubicBezTo>
                <a:cubicBezTo>
                  <a:pt x="7311" y="604"/>
                  <a:pt x="7310" y="600"/>
                  <a:pt x="7310" y="593"/>
                </a:cubicBezTo>
                <a:cubicBezTo>
                  <a:pt x="7310" y="586"/>
                  <a:pt x="7311" y="581"/>
                  <a:pt x="7314" y="577"/>
                </a:cubicBezTo>
                <a:cubicBezTo>
                  <a:pt x="7341" y="575"/>
                  <a:pt x="7358" y="570"/>
                  <a:pt x="7365" y="563"/>
                </a:cubicBezTo>
                <a:cubicBezTo>
                  <a:pt x="7373" y="555"/>
                  <a:pt x="7376" y="533"/>
                  <a:pt x="7376" y="499"/>
                </a:cubicBezTo>
                <a:lnTo>
                  <a:pt x="7376" y="330"/>
                </a:lnTo>
                <a:cubicBezTo>
                  <a:pt x="7376" y="306"/>
                  <a:pt x="7373" y="291"/>
                  <a:pt x="7366" y="285"/>
                </a:cubicBezTo>
                <a:cubicBezTo>
                  <a:pt x="7360" y="279"/>
                  <a:pt x="7344" y="274"/>
                  <a:pt x="7320" y="272"/>
                </a:cubicBezTo>
                <a:cubicBezTo>
                  <a:pt x="7317" y="262"/>
                  <a:pt x="7316" y="254"/>
                  <a:pt x="7319" y="247"/>
                </a:cubicBezTo>
                <a:cubicBezTo>
                  <a:pt x="7372" y="240"/>
                  <a:pt x="7411" y="232"/>
                  <a:pt x="7437" y="223"/>
                </a:cubicBezTo>
                <a:cubicBezTo>
                  <a:pt x="7445" y="223"/>
                  <a:pt x="7448" y="224"/>
                  <a:pt x="7448" y="227"/>
                </a:cubicBezTo>
                <a:cubicBezTo>
                  <a:pt x="7448" y="229"/>
                  <a:pt x="7448" y="232"/>
                  <a:pt x="7447" y="235"/>
                </a:cubicBezTo>
                <a:cubicBezTo>
                  <a:pt x="7447" y="237"/>
                  <a:pt x="7447" y="243"/>
                  <a:pt x="7446" y="251"/>
                </a:cubicBezTo>
                <a:cubicBezTo>
                  <a:pt x="7446" y="258"/>
                  <a:pt x="7445" y="266"/>
                  <a:pt x="7445" y="274"/>
                </a:cubicBezTo>
                <a:lnTo>
                  <a:pt x="7445" y="300"/>
                </a:lnTo>
                <a:lnTo>
                  <a:pt x="7445" y="327"/>
                </a:lnTo>
                <a:lnTo>
                  <a:pt x="7445" y="499"/>
                </a:lnTo>
                <a:moveTo>
                  <a:pt x="7604" y="499"/>
                </a:moveTo>
                <a:lnTo>
                  <a:pt x="7604" y="121"/>
                </a:lnTo>
                <a:cubicBezTo>
                  <a:pt x="7604" y="102"/>
                  <a:pt x="7603" y="89"/>
                  <a:pt x="7602" y="79"/>
                </a:cubicBezTo>
                <a:cubicBezTo>
                  <a:pt x="7601" y="71"/>
                  <a:pt x="7598" y="64"/>
                  <a:pt x="7591" y="60"/>
                </a:cubicBezTo>
                <a:cubicBezTo>
                  <a:pt x="7585" y="55"/>
                  <a:pt x="7580" y="52"/>
                  <a:pt x="7577" y="52"/>
                </a:cubicBezTo>
                <a:cubicBezTo>
                  <a:pt x="7573" y="52"/>
                  <a:pt x="7564" y="51"/>
                  <a:pt x="7548" y="50"/>
                </a:cubicBezTo>
                <a:cubicBezTo>
                  <a:pt x="7542" y="44"/>
                  <a:pt x="7540" y="35"/>
                  <a:pt x="7544" y="24"/>
                </a:cubicBezTo>
                <a:cubicBezTo>
                  <a:pt x="7594" y="20"/>
                  <a:pt x="7634" y="12"/>
                  <a:pt x="7665" y="0"/>
                </a:cubicBezTo>
                <a:cubicBezTo>
                  <a:pt x="7672" y="0"/>
                  <a:pt x="7676" y="3"/>
                  <a:pt x="7676" y="10"/>
                </a:cubicBezTo>
                <a:cubicBezTo>
                  <a:pt x="7673" y="33"/>
                  <a:pt x="7672" y="63"/>
                  <a:pt x="7672" y="100"/>
                </a:cubicBezTo>
                <a:lnTo>
                  <a:pt x="7672" y="499"/>
                </a:lnTo>
                <a:cubicBezTo>
                  <a:pt x="7672" y="533"/>
                  <a:pt x="7676" y="555"/>
                  <a:pt x="7683" y="564"/>
                </a:cubicBezTo>
                <a:cubicBezTo>
                  <a:pt x="7690" y="572"/>
                  <a:pt x="7708" y="577"/>
                  <a:pt x="7734" y="577"/>
                </a:cubicBezTo>
                <a:cubicBezTo>
                  <a:pt x="7737" y="581"/>
                  <a:pt x="7738" y="586"/>
                  <a:pt x="7738" y="593"/>
                </a:cubicBezTo>
                <a:cubicBezTo>
                  <a:pt x="7738" y="600"/>
                  <a:pt x="7737" y="604"/>
                  <a:pt x="7734" y="606"/>
                </a:cubicBezTo>
                <a:cubicBezTo>
                  <a:pt x="7685" y="605"/>
                  <a:pt x="7652" y="604"/>
                  <a:pt x="7638" y="604"/>
                </a:cubicBezTo>
                <a:cubicBezTo>
                  <a:pt x="7622" y="604"/>
                  <a:pt x="7590" y="605"/>
                  <a:pt x="7541" y="606"/>
                </a:cubicBezTo>
                <a:cubicBezTo>
                  <a:pt x="7539" y="604"/>
                  <a:pt x="7537" y="600"/>
                  <a:pt x="7537" y="593"/>
                </a:cubicBezTo>
                <a:cubicBezTo>
                  <a:pt x="7537" y="586"/>
                  <a:pt x="7539" y="581"/>
                  <a:pt x="7541" y="577"/>
                </a:cubicBezTo>
                <a:cubicBezTo>
                  <a:pt x="7568" y="577"/>
                  <a:pt x="7585" y="572"/>
                  <a:pt x="7593" y="564"/>
                </a:cubicBezTo>
                <a:cubicBezTo>
                  <a:pt x="7600" y="555"/>
                  <a:pt x="7604" y="533"/>
                  <a:pt x="7604" y="499"/>
                </a:cubicBezTo>
                <a:moveTo>
                  <a:pt x="7857" y="360"/>
                </a:moveTo>
                <a:lnTo>
                  <a:pt x="8013" y="357"/>
                </a:lnTo>
                <a:cubicBezTo>
                  <a:pt x="8021" y="357"/>
                  <a:pt x="8026" y="354"/>
                  <a:pt x="8026" y="346"/>
                </a:cubicBezTo>
                <a:cubicBezTo>
                  <a:pt x="8026" y="313"/>
                  <a:pt x="8019" y="290"/>
                  <a:pt x="8005" y="276"/>
                </a:cubicBezTo>
                <a:cubicBezTo>
                  <a:pt x="7991" y="263"/>
                  <a:pt x="7974" y="256"/>
                  <a:pt x="7954" y="256"/>
                </a:cubicBezTo>
                <a:cubicBezTo>
                  <a:pt x="7946" y="256"/>
                  <a:pt x="7939" y="257"/>
                  <a:pt x="7932" y="258"/>
                </a:cubicBezTo>
                <a:cubicBezTo>
                  <a:pt x="7924" y="260"/>
                  <a:pt x="7915" y="264"/>
                  <a:pt x="7905" y="270"/>
                </a:cubicBezTo>
                <a:cubicBezTo>
                  <a:pt x="7894" y="277"/>
                  <a:pt x="7884" y="288"/>
                  <a:pt x="7875" y="303"/>
                </a:cubicBezTo>
                <a:cubicBezTo>
                  <a:pt x="7867" y="319"/>
                  <a:pt x="7861" y="338"/>
                  <a:pt x="7857" y="360"/>
                </a:cubicBezTo>
                <a:moveTo>
                  <a:pt x="8083" y="524"/>
                </a:moveTo>
                <a:cubicBezTo>
                  <a:pt x="8093" y="525"/>
                  <a:pt x="8099" y="529"/>
                  <a:pt x="8102" y="537"/>
                </a:cubicBezTo>
                <a:cubicBezTo>
                  <a:pt x="8063" y="588"/>
                  <a:pt x="8014" y="613"/>
                  <a:pt x="7954" y="613"/>
                </a:cubicBezTo>
                <a:cubicBezTo>
                  <a:pt x="7896" y="613"/>
                  <a:pt x="7852" y="595"/>
                  <a:pt x="7821" y="558"/>
                </a:cubicBezTo>
                <a:cubicBezTo>
                  <a:pt x="7794" y="526"/>
                  <a:pt x="7781" y="483"/>
                  <a:pt x="7781" y="429"/>
                </a:cubicBezTo>
                <a:cubicBezTo>
                  <a:pt x="7781" y="368"/>
                  <a:pt x="7799" y="319"/>
                  <a:pt x="7836" y="283"/>
                </a:cubicBezTo>
                <a:cubicBezTo>
                  <a:pt x="7873" y="245"/>
                  <a:pt x="7912" y="226"/>
                  <a:pt x="7954" y="226"/>
                </a:cubicBezTo>
                <a:cubicBezTo>
                  <a:pt x="8051" y="226"/>
                  <a:pt x="8100" y="276"/>
                  <a:pt x="8100" y="377"/>
                </a:cubicBezTo>
                <a:cubicBezTo>
                  <a:pt x="8100" y="387"/>
                  <a:pt x="8095" y="391"/>
                  <a:pt x="8084" y="391"/>
                </a:cubicBezTo>
                <a:lnTo>
                  <a:pt x="7854" y="390"/>
                </a:lnTo>
                <a:cubicBezTo>
                  <a:pt x="7854" y="439"/>
                  <a:pt x="7863" y="478"/>
                  <a:pt x="7881" y="509"/>
                </a:cubicBezTo>
                <a:cubicBezTo>
                  <a:pt x="7906" y="550"/>
                  <a:pt x="7938" y="570"/>
                  <a:pt x="7976" y="570"/>
                </a:cubicBezTo>
                <a:cubicBezTo>
                  <a:pt x="8000" y="570"/>
                  <a:pt x="8020" y="567"/>
                  <a:pt x="8036" y="560"/>
                </a:cubicBezTo>
                <a:cubicBezTo>
                  <a:pt x="8051" y="553"/>
                  <a:pt x="8067" y="541"/>
                  <a:pt x="8083" y="524"/>
                </a:cubicBezTo>
                <a:moveTo>
                  <a:pt x="8660" y="613"/>
                </a:moveTo>
                <a:cubicBezTo>
                  <a:pt x="8601" y="613"/>
                  <a:pt x="8550" y="599"/>
                  <a:pt x="8507" y="571"/>
                </a:cubicBezTo>
                <a:cubicBezTo>
                  <a:pt x="8463" y="544"/>
                  <a:pt x="8432" y="509"/>
                  <a:pt x="8412" y="467"/>
                </a:cubicBezTo>
                <a:cubicBezTo>
                  <a:pt x="8393" y="426"/>
                  <a:pt x="8383" y="380"/>
                  <a:pt x="8383" y="331"/>
                </a:cubicBezTo>
                <a:cubicBezTo>
                  <a:pt x="8383" y="238"/>
                  <a:pt x="8414" y="164"/>
                  <a:pt x="8475" y="109"/>
                </a:cubicBezTo>
                <a:cubicBezTo>
                  <a:pt x="8529" y="60"/>
                  <a:pt x="8590" y="35"/>
                  <a:pt x="8661" y="35"/>
                </a:cubicBezTo>
                <a:cubicBezTo>
                  <a:pt x="8702" y="35"/>
                  <a:pt x="8743" y="42"/>
                  <a:pt x="8782" y="55"/>
                </a:cubicBezTo>
                <a:cubicBezTo>
                  <a:pt x="8822" y="67"/>
                  <a:pt x="8845" y="74"/>
                  <a:pt x="8851" y="74"/>
                </a:cubicBezTo>
                <a:cubicBezTo>
                  <a:pt x="8860" y="135"/>
                  <a:pt x="8867" y="179"/>
                  <a:pt x="8870" y="208"/>
                </a:cubicBezTo>
                <a:cubicBezTo>
                  <a:pt x="8858" y="214"/>
                  <a:pt x="8849" y="215"/>
                  <a:pt x="8841" y="213"/>
                </a:cubicBezTo>
                <a:cubicBezTo>
                  <a:pt x="8811" y="116"/>
                  <a:pt x="8748" y="67"/>
                  <a:pt x="8651" y="67"/>
                </a:cubicBezTo>
                <a:cubicBezTo>
                  <a:pt x="8601" y="67"/>
                  <a:pt x="8556" y="93"/>
                  <a:pt x="8514" y="144"/>
                </a:cubicBezTo>
                <a:cubicBezTo>
                  <a:pt x="8497" y="164"/>
                  <a:pt x="8485" y="188"/>
                  <a:pt x="8475" y="218"/>
                </a:cubicBezTo>
                <a:cubicBezTo>
                  <a:pt x="8466" y="246"/>
                  <a:pt x="8461" y="279"/>
                  <a:pt x="8461" y="316"/>
                </a:cubicBezTo>
                <a:cubicBezTo>
                  <a:pt x="8461" y="360"/>
                  <a:pt x="8468" y="401"/>
                  <a:pt x="8482" y="440"/>
                </a:cubicBezTo>
                <a:cubicBezTo>
                  <a:pt x="8496" y="479"/>
                  <a:pt x="8518" y="511"/>
                  <a:pt x="8549" y="538"/>
                </a:cubicBezTo>
                <a:cubicBezTo>
                  <a:pt x="8580" y="565"/>
                  <a:pt x="8617" y="577"/>
                  <a:pt x="8660" y="577"/>
                </a:cubicBezTo>
                <a:cubicBezTo>
                  <a:pt x="8699" y="577"/>
                  <a:pt x="8735" y="570"/>
                  <a:pt x="8766" y="555"/>
                </a:cubicBezTo>
                <a:cubicBezTo>
                  <a:pt x="8798" y="541"/>
                  <a:pt x="8829" y="517"/>
                  <a:pt x="8860" y="483"/>
                </a:cubicBezTo>
                <a:cubicBezTo>
                  <a:pt x="8868" y="483"/>
                  <a:pt x="8875" y="488"/>
                  <a:pt x="8880" y="497"/>
                </a:cubicBezTo>
                <a:cubicBezTo>
                  <a:pt x="8820" y="574"/>
                  <a:pt x="8747" y="613"/>
                  <a:pt x="8660" y="613"/>
                </a:cubicBezTo>
                <a:moveTo>
                  <a:pt x="302" y="5972"/>
                </a:moveTo>
                <a:cubicBezTo>
                  <a:pt x="302" y="6007"/>
                  <a:pt x="306" y="6028"/>
                  <a:pt x="315" y="6037"/>
                </a:cubicBezTo>
                <a:cubicBezTo>
                  <a:pt x="325" y="6046"/>
                  <a:pt x="348" y="6050"/>
                  <a:pt x="385" y="6051"/>
                </a:cubicBezTo>
                <a:cubicBezTo>
                  <a:pt x="387" y="6054"/>
                  <a:pt x="388" y="6059"/>
                  <a:pt x="388" y="6067"/>
                </a:cubicBezTo>
                <a:cubicBezTo>
                  <a:pt x="389" y="6073"/>
                  <a:pt x="388" y="6077"/>
                  <a:pt x="385" y="6079"/>
                </a:cubicBezTo>
                <a:cubicBezTo>
                  <a:pt x="327" y="6078"/>
                  <a:pt x="287" y="6078"/>
                  <a:pt x="265" y="6078"/>
                </a:cubicBezTo>
                <a:cubicBezTo>
                  <a:pt x="240" y="6078"/>
                  <a:pt x="200" y="6078"/>
                  <a:pt x="144" y="6079"/>
                </a:cubicBezTo>
                <a:cubicBezTo>
                  <a:pt x="141" y="6077"/>
                  <a:pt x="140" y="6073"/>
                  <a:pt x="140" y="6067"/>
                </a:cubicBezTo>
                <a:cubicBezTo>
                  <a:pt x="140" y="6059"/>
                  <a:pt x="141" y="6054"/>
                  <a:pt x="144" y="6051"/>
                </a:cubicBezTo>
                <a:cubicBezTo>
                  <a:pt x="179" y="6050"/>
                  <a:pt x="202" y="6046"/>
                  <a:pt x="212" y="6037"/>
                </a:cubicBezTo>
                <a:cubicBezTo>
                  <a:pt x="222" y="6028"/>
                  <a:pt x="227" y="6007"/>
                  <a:pt x="227" y="5972"/>
                </a:cubicBezTo>
                <a:lnTo>
                  <a:pt x="227" y="5640"/>
                </a:lnTo>
                <a:cubicBezTo>
                  <a:pt x="227" y="5611"/>
                  <a:pt x="224" y="5590"/>
                  <a:pt x="218" y="5576"/>
                </a:cubicBezTo>
                <a:cubicBezTo>
                  <a:pt x="212" y="5561"/>
                  <a:pt x="202" y="5554"/>
                  <a:pt x="186" y="5554"/>
                </a:cubicBezTo>
                <a:lnTo>
                  <a:pt x="144" y="5554"/>
                </a:lnTo>
                <a:cubicBezTo>
                  <a:pt x="114" y="5554"/>
                  <a:pt x="90" y="5561"/>
                  <a:pt x="70" y="5575"/>
                </a:cubicBezTo>
                <a:cubicBezTo>
                  <a:pt x="51" y="5588"/>
                  <a:pt x="38" y="5611"/>
                  <a:pt x="30" y="5644"/>
                </a:cubicBezTo>
                <a:cubicBezTo>
                  <a:pt x="18" y="5644"/>
                  <a:pt x="8" y="5643"/>
                  <a:pt x="0" y="5641"/>
                </a:cubicBezTo>
                <a:cubicBezTo>
                  <a:pt x="12" y="5591"/>
                  <a:pt x="19" y="5550"/>
                  <a:pt x="23" y="5516"/>
                </a:cubicBezTo>
                <a:cubicBezTo>
                  <a:pt x="23" y="5514"/>
                  <a:pt x="24" y="5512"/>
                  <a:pt x="26" y="5512"/>
                </a:cubicBezTo>
                <a:cubicBezTo>
                  <a:pt x="84" y="5517"/>
                  <a:pt x="151" y="5520"/>
                  <a:pt x="227" y="5520"/>
                </a:cubicBezTo>
                <a:lnTo>
                  <a:pt x="302" y="5520"/>
                </a:lnTo>
                <a:cubicBezTo>
                  <a:pt x="378" y="5520"/>
                  <a:pt x="443" y="5517"/>
                  <a:pt x="496" y="5512"/>
                </a:cubicBezTo>
                <a:cubicBezTo>
                  <a:pt x="498" y="5512"/>
                  <a:pt x="499" y="5514"/>
                  <a:pt x="499" y="5516"/>
                </a:cubicBezTo>
                <a:cubicBezTo>
                  <a:pt x="499" y="5554"/>
                  <a:pt x="502" y="5594"/>
                  <a:pt x="510" y="5638"/>
                </a:cubicBezTo>
                <a:cubicBezTo>
                  <a:pt x="503" y="5641"/>
                  <a:pt x="493" y="5642"/>
                  <a:pt x="480" y="5642"/>
                </a:cubicBezTo>
                <a:cubicBezTo>
                  <a:pt x="473" y="5610"/>
                  <a:pt x="459" y="5588"/>
                  <a:pt x="440" y="5575"/>
                </a:cubicBezTo>
                <a:cubicBezTo>
                  <a:pt x="420" y="5561"/>
                  <a:pt x="394" y="5554"/>
                  <a:pt x="360" y="5554"/>
                </a:cubicBezTo>
                <a:lnTo>
                  <a:pt x="341" y="5554"/>
                </a:lnTo>
                <a:cubicBezTo>
                  <a:pt x="326" y="5554"/>
                  <a:pt x="316" y="5561"/>
                  <a:pt x="310" y="5576"/>
                </a:cubicBezTo>
                <a:cubicBezTo>
                  <a:pt x="304" y="5590"/>
                  <a:pt x="302" y="5612"/>
                  <a:pt x="302" y="5642"/>
                </a:cubicBezTo>
                <a:lnTo>
                  <a:pt x="302" y="5972"/>
                </a:lnTo>
                <a:moveTo>
                  <a:pt x="592" y="5559"/>
                </a:moveTo>
                <a:cubicBezTo>
                  <a:pt x="592" y="5549"/>
                  <a:pt x="597" y="5540"/>
                  <a:pt x="607" y="5532"/>
                </a:cubicBezTo>
                <a:cubicBezTo>
                  <a:pt x="617" y="5523"/>
                  <a:pt x="626" y="5518"/>
                  <a:pt x="636" y="5518"/>
                </a:cubicBezTo>
                <a:cubicBezTo>
                  <a:pt x="648" y="5518"/>
                  <a:pt x="657" y="5523"/>
                  <a:pt x="666" y="5533"/>
                </a:cubicBezTo>
                <a:cubicBezTo>
                  <a:pt x="674" y="5542"/>
                  <a:pt x="678" y="5552"/>
                  <a:pt x="678" y="5562"/>
                </a:cubicBezTo>
                <a:cubicBezTo>
                  <a:pt x="678" y="5572"/>
                  <a:pt x="673" y="5582"/>
                  <a:pt x="664" y="5591"/>
                </a:cubicBezTo>
                <a:cubicBezTo>
                  <a:pt x="655" y="5600"/>
                  <a:pt x="645" y="5604"/>
                  <a:pt x="634" y="5604"/>
                </a:cubicBezTo>
                <a:cubicBezTo>
                  <a:pt x="623" y="5604"/>
                  <a:pt x="613" y="5600"/>
                  <a:pt x="604" y="5591"/>
                </a:cubicBezTo>
                <a:cubicBezTo>
                  <a:pt x="596" y="5581"/>
                  <a:pt x="592" y="5570"/>
                  <a:pt x="592" y="5559"/>
                </a:cubicBezTo>
                <a:moveTo>
                  <a:pt x="670" y="5972"/>
                </a:moveTo>
                <a:cubicBezTo>
                  <a:pt x="670" y="6007"/>
                  <a:pt x="674" y="6028"/>
                  <a:pt x="680" y="6036"/>
                </a:cubicBezTo>
                <a:cubicBezTo>
                  <a:pt x="688" y="6044"/>
                  <a:pt x="705" y="6049"/>
                  <a:pt x="733" y="6051"/>
                </a:cubicBezTo>
                <a:cubicBezTo>
                  <a:pt x="735" y="6054"/>
                  <a:pt x="737" y="6059"/>
                  <a:pt x="737" y="6067"/>
                </a:cubicBezTo>
                <a:cubicBezTo>
                  <a:pt x="737" y="6073"/>
                  <a:pt x="735" y="6077"/>
                  <a:pt x="733" y="6079"/>
                </a:cubicBezTo>
                <a:cubicBezTo>
                  <a:pt x="683" y="6078"/>
                  <a:pt x="651" y="6078"/>
                  <a:pt x="636" y="6078"/>
                </a:cubicBezTo>
                <a:cubicBezTo>
                  <a:pt x="621" y="6078"/>
                  <a:pt x="588" y="6078"/>
                  <a:pt x="540" y="6079"/>
                </a:cubicBezTo>
                <a:cubicBezTo>
                  <a:pt x="537" y="6077"/>
                  <a:pt x="536" y="6073"/>
                  <a:pt x="536" y="6067"/>
                </a:cubicBezTo>
                <a:cubicBezTo>
                  <a:pt x="536" y="6059"/>
                  <a:pt x="537" y="6054"/>
                  <a:pt x="540" y="6051"/>
                </a:cubicBezTo>
                <a:cubicBezTo>
                  <a:pt x="567" y="6048"/>
                  <a:pt x="584" y="6043"/>
                  <a:pt x="591" y="6036"/>
                </a:cubicBezTo>
                <a:cubicBezTo>
                  <a:pt x="598" y="6028"/>
                  <a:pt x="602" y="6007"/>
                  <a:pt x="602" y="5972"/>
                </a:cubicBezTo>
                <a:lnTo>
                  <a:pt x="602" y="5804"/>
                </a:lnTo>
                <a:cubicBezTo>
                  <a:pt x="602" y="5779"/>
                  <a:pt x="599" y="5764"/>
                  <a:pt x="592" y="5758"/>
                </a:cubicBezTo>
                <a:cubicBezTo>
                  <a:pt x="585" y="5752"/>
                  <a:pt x="570" y="5747"/>
                  <a:pt x="546" y="5745"/>
                </a:cubicBezTo>
                <a:cubicBezTo>
                  <a:pt x="542" y="5735"/>
                  <a:pt x="542" y="5727"/>
                  <a:pt x="544" y="5720"/>
                </a:cubicBezTo>
                <a:cubicBezTo>
                  <a:pt x="597" y="5713"/>
                  <a:pt x="637" y="5705"/>
                  <a:pt x="663" y="5696"/>
                </a:cubicBezTo>
                <a:cubicBezTo>
                  <a:pt x="670" y="5696"/>
                  <a:pt x="674" y="5698"/>
                  <a:pt x="674" y="5701"/>
                </a:cubicBezTo>
                <a:cubicBezTo>
                  <a:pt x="674" y="5703"/>
                  <a:pt x="674" y="5705"/>
                  <a:pt x="673" y="5708"/>
                </a:cubicBezTo>
                <a:cubicBezTo>
                  <a:pt x="673" y="5711"/>
                  <a:pt x="672" y="5716"/>
                  <a:pt x="672" y="5724"/>
                </a:cubicBezTo>
                <a:cubicBezTo>
                  <a:pt x="672" y="5731"/>
                  <a:pt x="671" y="5739"/>
                  <a:pt x="670" y="5747"/>
                </a:cubicBezTo>
                <a:lnTo>
                  <a:pt x="670" y="5773"/>
                </a:lnTo>
                <a:lnTo>
                  <a:pt x="670" y="5800"/>
                </a:lnTo>
                <a:lnTo>
                  <a:pt x="670" y="5972"/>
                </a:lnTo>
                <a:moveTo>
                  <a:pt x="829" y="5594"/>
                </a:moveTo>
                <a:cubicBezTo>
                  <a:pt x="829" y="5576"/>
                  <a:pt x="829" y="5562"/>
                  <a:pt x="828" y="5553"/>
                </a:cubicBezTo>
                <a:cubicBezTo>
                  <a:pt x="827" y="5544"/>
                  <a:pt x="823" y="5537"/>
                  <a:pt x="817" y="5533"/>
                </a:cubicBezTo>
                <a:cubicBezTo>
                  <a:pt x="810" y="5528"/>
                  <a:pt x="805" y="5526"/>
                  <a:pt x="802" y="5526"/>
                </a:cubicBezTo>
                <a:cubicBezTo>
                  <a:pt x="799" y="5525"/>
                  <a:pt x="789" y="5524"/>
                  <a:pt x="774" y="5523"/>
                </a:cubicBezTo>
                <a:cubicBezTo>
                  <a:pt x="767" y="5517"/>
                  <a:pt x="766" y="5508"/>
                  <a:pt x="769" y="5498"/>
                </a:cubicBezTo>
                <a:cubicBezTo>
                  <a:pt x="820" y="5494"/>
                  <a:pt x="860" y="5485"/>
                  <a:pt x="890" y="5473"/>
                </a:cubicBezTo>
                <a:cubicBezTo>
                  <a:pt x="898" y="5473"/>
                  <a:pt x="901" y="5477"/>
                  <a:pt x="901" y="5483"/>
                </a:cubicBezTo>
                <a:cubicBezTo>
                  <a:pt x="899" y="5506"/>
                  <a:pt x="898" y="5536"/>
                  <a:pt x="898" y="5573"/>
                </a:cubicBezTo>
                <a:lnTo>
                  <a:pt x="898" y="5972"/>
                </a:lnTo>
                <a:cubicBezTo>
                  <a:pt x="898" y="6007"/>
                  <a:pt x="901" y="6028"/>
                  <a:pt x="909" y="6037"/>
                </a:cubicBezTo>
                <a:cubicBezTo>
                  <a:pt x="916" y="6046"/>
                  <a:pt x="933" y="6050"/>
                  <a:pt x="960" y="6051"/>
                </a:cubicBezTo>
                <a:cubicBezTo>
                  <a:pt x="963" y="6054"/>
                  <a:pt x="964" y="6059"/>
                  <a:pt x="964" y="6067"/>
                </a:cubicBezTo>
                <a:cubicBezTo>
                  <a:pt x="964" y="6073"/>
                  <a:pt x="963" y="6077"/>
                  <a:pt x="960" y="6079"/>
                </a:cubicBezTo>
                <a:cubicBezTo>
                  <a:pt x="910" y="6078"/>
                  <a:pt x="878" y="6078"/>
                  <a:pt x="864" y="6078"/>
                </a:cubicBezTo>
                <a:cubicBezTo>
                  <a:pt x="848" y="6078"/>
                  <a:pt x="816" y="6078"/>
                  <a:pt x="767" y="6079"/>
                </a:cubicBezTo>
                <a:cubicBezTo>
                  <a:pt x="764" y="6077"/>
                  <a:pt x="763" y="6073"/>
                  <a:pt x="763" y="6067"/>
                </a:cubicBezTo>
                <a:cubicBezTo>
                  <a:pt x="763" y="6059"/>
                  <a:pt x="764" y="6054"/>
                  <a:pt x="767" y="6051"/>
                </a:cubicBezTo>
                <a:cubicBezTo>
                  <a:pt x="794" y="6050"/>
                  <a:pt x="811" y="6046"/>
                  <a:pt x="818" y="6037"/>
                </a:cubicBezTo>
                <a:cubicBezTo>
                  <a:pt x="826" y="6028"/>
                  <a:pt x="829" y="6007"/>
                  <a:pt x="829" y="5972"/>
                </a:cubicBezTo>
                <a:lnTo>
                  <a:pt x="829" y="5594"/>
                </a:lnTo>
                <a:moveTo>
                  <a:pt x="1083" y="5833"/>
                </a:moveTo>
                <a:lnTo>
                  <a:pt x="1239" y="5830"/>
                </a:lnTo>
                <a:cubicBezTo>
                  <a:pt x="1247" y="5830"/>
                  <a:pt x="1251" y="5827"/>
                  <a:pt x="1251" y="5819"/>
                </a:cubicBezTo>
                <a:cubicBezTo>
                  <a:pt x="1251" y="5786"/>
                  <a:pt x="1244" y="5763"/>
                  <a:pt x="1231" y="5750"/>
                </a:cubicBezTo>
                <a:cubicBezTo>
                  <a:pt x="1217" y="5736"/>
                  <a:pt x="1199" y="5729"/>
                  <a:pt x="1179" y="5729"/>
                </a:cubicBezTo>
                <a:cubicBezTo>
                  <a:pt x="1172" y="5729"/>
                  <a:pt x="1165" y="5730"/>
                  <a:pt x="1157" y="5731"/>
                </a:cubicBezTo>
                <a:cubicBezTo>
                  <a:pt x="1150" y="5733"/>
                  <a:pt x="1141" y="5737"/>
                  <a:pt x="1130" y="5744"/>
                </a:cubicBezTo>
                <a:cubicBezTo>
                  <a:pt x="1120" y="5750"/>
                  <a:pt x="1110" y="5761"/>
                  <a:pt x="1101" y="5777"/>
                </a:cubicBezTo>
                <a:cubicBezTo>
                  <a:pt x="1093" y="5792"/>
                  <a:pt x="1087" y="5811"/>
                  <a:pt x="1083" y="5833"/>
                </a:cubicBezTo>
                <a:moveTo>
                  <a:pt x="1327" y="6010"/>
                </a:moveTo>
                <a:cubicBezTo>
                  <a:pt x="1289" y="6061"/>
                  <a:pt x="1240" y="6086"/>
                  <a:pt x="1179" y="6086"/>
                </a:cubicBezTo>
                <a:cubicBezTo>
                  <a:pt x="1122" y="6086"/>
                  <a:pt x="1078" y="6068"/>
                  <a:pt x="1047" y="6031"/>
                </a:cubicBezTo>
                <a:cubicBezTo>
                  <a:pt x="1020" y="5999"/>
                  <a:pt x="1007" y="5957"/>
                  <a:pt x="1007" y="5903"/>
                </a:cubicBezTo>
                <a:cubicBezTo>
                  <a:pt x="1007" y="5841"/>
                  <a:pt x="1025" y="5793"/>
                  <a:pt x="1062" y="5756"/>
                </a:cubicBezTo>
                <a:cubicBezTo>
                  <a:pt x="1098" y="5719"/>
                  <a:pt x="1138" y="5700"/>
                  <a:pt x="1179" y="5700"/>
                </a:cubicBezTo>
                <a:cubicBezTo>
                  <a:pt x="1277" y="5700"/>
                  <a:pt x="1326" y="5750"/>
                  <a:pt x="1326" y="5850"/>
                </a:cubicBezTo>
                <a:cubicBezTo>
                  <a:pt x="1326" y="5860"/>
                  <a:pt x="1321" y="5865"/>
                  <a:pt x="1310" y="5865"/>
                </a:cubicBezTo>
                <a:lnTo>
                  <a:pt x="1080" y="5864"/>
                </a:lnTo>
                <a:cubicBezTo>
                  <a:pt x="1080" y="5912"/>
                  <a:pt x="1089" y="5951"/>
                  <a:pt x="1107" y="5982"/>
                </a:cubicBezTo>
                <a:cubicBezTo>
                  <a:pt x="1132" y="6023"/>
                  <a:pt x="1164" y="6043"/>
                  <a:pt x="1201" y="6043"/>
                </a:cubicBezTo>
                <a:cubicBezTo>
                  <a:pt x="1226" y="6043"/>
                  <a:pt x="1246" y="6040"/>
                  <a:pt x="1261" y="6034"/>
                </a:cubicBezTo>
                <a:cubicBezTo>
                  <a:pt x="1277" y="6026"/>
                  <a:pt x="1292" y="6014"/>
                  <a:pt x="1309" y="5997"/>
                </a:cubicBezTo>
                <a:cubicBezTo>
                  <a:pt x="1319" y="5998"/>
                  <a:pt x="1325" y="6002"/>
                  <a:pt x="1327" y="6010"/>
                </a:cubicBezTo>
                <a:moveTo>
                  <a:pt x="1742" y="6005"/>
                </a:moveTo>
                <a:cubicBezTo>
                  <a:pt x="1742" y="6021"/>
                  <a:pt x="1748" y="6032"/>
                  <a:pt x="1760" y="6040"/>
                </a:cubicBezTo>
                <a:cubicBezTo>
                  <a:pt x="1772" y="6046"/>
                  <a:pt x="1798" y="6050"/>
                  <a:pt x="1837" y="6050"/>
                </a:cubicBezTo>
                <a:cubicBezTo>
                  <a:pt x="1869" y="6050"/>
                  <a:pt x="1898" y="6046"/>
                  <a:pt x="1924" y="6040"/>
                </a:cubicBezTo>
                <a:cubicBezTo>
                  <a:pt x="1949" y="6033"/>
                  <a:pt x="1973" y="6022"/>
                  <a:pt x="1995" y="6007"/>
                </a:cubicBezTo>
                <a:cubicBezTo>
                  <a:pt x="2017" y="5991"/>
                  <a:pt x="2033" y="5969"/>
                  <a:pt x="2045" y="5939"/>
                </a:cubicBezTo>
                <a:cubicBezTo>
                  <a:pt x="2057" y="5910"/>
                  <a:pt x="2063" y="5874"/>
                  <a:pt x="2063" y="5832"/>
                </a:cubicBezTo>
                <a:cubicBezTo>
                  <a:pt x="2063" y="5797"/>
                  <a:pt x="2058" y="5763"/>
                  <a:pt x="2050" y="5731"/>
                </a:cubicBezTo>
                <a:cubicBezTo>
                  <a:pt x="2041" y="5699"/>
                  <a:pt x="2028" y="5668"/>
                  <a:pt x="2009" y="5640"/>
                </a:cubicBezTo>
                <a:cubicBezTo>
                  <a:pt x="1991" y="5611"/>
                  <a:pt x="1965" y="5589"/>
                  <a:pt x="1932" y="5572"/>
                </a:cubicBezTo>
                <a:cubicBezTo>
                  <a:pt x="1898" y="5556"/>
                  <a:pt x="1859" y="5548"/>
                  <a:pt x="1815" y="5548"/>
                </a:cubicBezTo>
                <a:cubicBezTo>
                  <a:pt x="1766" y="5548"/>
                  <a:pt x="1742" y="5562"/>
                  <a:pt x="1742" y="5589"/>
                </a:cubicBezTo>
                <a:lnTo>
                  <a:pt x="1742" y="6005"/>
                </a:lnTo>
                <a:moveTo>
                  <a:pt x="1706" y="5520"/>
                </a:moveTo>
                <a:lnTo>
                  <a:pt x="1768" y="5520"/>
                </a:lnTo>
                <a:cubicBezTo>
                  <a:pt x="1801" y="5519"/>
                  <a:pt x="1827" y="5518"/>
                  <a:pt x="1848" y="5518"/>
                </a:cubicBezTo>
                <a:cubicBezTo>
                  <a:pt x="1931" y="5518"/>
                  <a:pt x="2001" y="5547"/>
                  <a:pt x="2059" y="5604"/>
                </a:cubicBezTo>
                <a:cubicBezTo>
                  <a:pt x="2117" y="5661"/>
                  <a:pt x="2146" y="5730"/>
                  <a:pt x="2146" y="5811"/>
                </a:cubicBezTo>
                <a:cubicBezTo>
                  <a:pt x="2146" y="5862"/>
                  <a:pt x="2137" y="5905"/>
                  <a:pt x="2119" y="5942"/>
                </a:cubicBezTo>
                <a:cubicBezTo>
                  <a:pt x="2102" y="5979"/>
                  <a:pt x="2079" y="6007"/>
                  <a:pt x="2050" y="6026"/>
                </a:cubicBezTo>
                <a:cubicBezTo>
                  <a:pt x="2021" y="6045"/>
                  <a:pt x="1991" y="6059"/>
                  <a:pt x="1960" y="6067"/>
                </a:cubicBezTo>
                <a:cubicBezTo>
                  <a:pt x="1929" y="6075"/>
                  <a:pt x="1897" y="6079"/>
                  <a:pt x="1864" y="6079"/>
                </a:cubicBezTo>
                <a:cubicBezTo>
                  <a:pt x="1829" y="6079"/>
                  <a:pt x="1796" y="6078"/>
                  <a:pt x="1763" y="6078"/>
                </a:cubicBezTo>
                <a:lnTo>
                  <a:pt x="1706" y="6078"/>
                </a:lnTo>
                <a:cubicBezTo>
                  <a:pt x="1688" y="6078"/>
                  <a:pt x="1650" y="6078"/>
                  <a:pt x="1593" y="6079"/>
                </a:cubicBezTo>
                <a:cubicBezTo>
                  <a:pt x="1591" y="6077"/>
                  <a:pt x="1590" y="6073"/>
                  <a:pt x="1590" y="6067"/>
                </a:cubicBezTo>
                <a:cubicBezTo>
                  <a:pt x="1590" y="6059"/>
                  <a:pt x="1591" y="6054"/>
                  <a:pt x="1593" y="6051"/>
                </a:cubicBezTo>
                <a:cubicBezTo>
                  <a:pt x="1626" y="6050"/>
                  <a:pt x="1646" y="6046"/>
                  <a:pt x="1656" y="6037"/>
                </a:cubicBezTo>
                <a:cubicBezTo>
                  <a:pt x="1664" y="6028"/>
                  <a:pt x="1669" y="6007"/>
                  <a:pt x="1669" y="5972"/>
                </a:cubicBezTo>
                <a:lnTo>
                  <a:pt x="1669" y="5625"/>
                </a:lnTo>
                <a:cubicBezTo>
                  <a:pt x="1669" y="5591"/>
                  <a:pt x="1664" y="5570"/>
                  <a:pt x="1656" y="5561"/>
                </a:cubicBezTo>
                <a:cubicBezTo>
                  <a:pt x="1646" y="5552"/>
                  <a:pt x="1626" y="5547"/>
                  <a:pt x="1593" y="5547"/>
                </a:cubicBezTo>
                <a:cubicBezTo>
                  <a:pt x="1591" y="5544"/>
                  <a:pt x="1590" y="5540"/>
                  <a:pt x="1590" y="5533"/>
                </a:cubicBezTo>
                <a:cubicBezTo>
                  <a:pt x="1590" y="5526"/>
                  <a:pt x="1591" y="5521"/>
                  <a:pt x="1593" y="5518"/>
                </a:cubicBezTo>
                <a:cubicBezTo>
                  <a:pt x="1651" y="5519"/>
                  <a:pt x="1689" y="5520"/>
                  <a:pt x="1706" y="552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3306240" y="3296520"/>
            <a:ext cx="154080" cy="148680"/>
          </a:xfrm>
          <a:custGeom>
            <a:avLst/>
            <a:gdLst/>
            <a:ahLst/>
            <a:rect l="0" t="0" r="r" b="b"/>
            <a:pathLst>
              <a:path w="428" h="413">
                <a:moveTo>
                  <a:pt x="87" y="6"/>
                </a:moveTo>
                <a:lnTo>
                  <a:pt x="401" y="162"/>
                </a:lnTo>
                <a:cubicBezTo>
                  <a:pt x="437" y="180"/>
                  <a:pt x="437" y="232"/>
                  <a:pt x="401" y="250"/>
                </a:cubicBezTo>
                <a:lnTo>
                  <a:pt x="87" y="406"/>
                </a:lnTo>
                <a:cubicBezTo>
                  <a:pt x="47" y="427"/>
                  <a:pt x="0" y="397"/>
                  <a:pt x="0" y="352"/>
                </a:cubicBezTo>
                <a:lnTo>
                  <a:pt x="0" y="59"/>
                </a:lnTo>
                <a:cubicBezTo>
                  <a:pt x="0" y="15"/>
                  <a:pt x="47" y="-14"/>
                  <a:pt x="87" y="6"/>
                </a:cubicBezTo>
                <a:close/>
              </a:path>
            </a:pathLst>
          </a:custGeom>
          <a:solidFill>
            <a:srgbClr val="b8545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2204640" y="1662120"/>
            <a:ext cx="1136880" cy="1709280"/>
          </a:xfrm>
          <a:custGeom>
            <a:avLst/>
            <a:gdLst/>
            <a:ahLst/>
            <a:rect l="0" t="0" r="r" b="b"/>
            <a:pathLst>
              <a:path fill="none" w="3158" h="4748">
                <a:moveTo>
                  <a:pt x="0" y="3"/>
                </a:moveTo>
                <a:cubicBezTo>
                  <a:pt x="0" y="3"/>
                  <a:pt x="1040" y="-114"/>
                  <a:pt x="1672" y="1101"/>
                </a:cubicBezTo>
                <a:cubicBezTo>
                  <a:pt x="2303" y="2317"/>
                  <a:pt x="2192" y="3022"/>
                  <a:pt x="2507" y="3923"/>
                </a:cubicBezTo>
                <a:cubicBezTo>
                  <a:pt x="2823" y="4825"/>
                  <a:pt x="3158" y="4746"/>
                  <a:pt x="3158" y="4746"/>
                </a:cubicBezTo>
              </a:path>
            </a:pathLst>
          </a:custGeom>
          <a:ln cap="rnd" w="37080">
            <a:solidFill>
              <a:srgbClr val="b85450"/>
            </a:solidFill>
            <a:round/>
          </a:ln>
        </p:spPr>
        <p:txBody>
          <a:bodyPr lIns="108360" rIns="108360" tIns="63360" bIns="633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5104440" y="376920"/>
            <a:ext cx="4467960" cy="1305360"/>
          </a:xfrm>
          <a:custGeom>
            <a:avLst/>
            <a:gdLst/>
            <a:ahLst/>
            <a:rect l="0" t="0" r="r" b="b"/>
            <a:pathLst>
              <a:path w="12411" h="3626">
                <a:moveTo>
                  <a:pt x="12335" y="0"/>
                </a:moveTo>
                <a:cubicBezTo>
                  <a:pt x="12377" y="0"/>
                  <a:pt x="12411" y="49"/>
                  <a:pt x="12411" y="109"/>
                </a:cubicBezTo>
                <a:lnTo>
                  <a:pt x="12411" y="3626"/>
                </a:lnTo>
                <a:lnTo>
                  <a:pt x="0" y="3626"/>
                </a:lnTo>
                <a:lnTo>
                  <a:pt x="0" y="103"/>
                </a:lnTo>
                <a:cubicBezTo>
                  <a:pt x="3" y="45"/>
                  <a:pt x="36" y="0"/>
                  <a:pt x="76" y="0"/>
                </a:cubicBezTo>
                <a:lnTo>
                  <a:pt x="12335" y="0"/>
                </a:lnTo>
                <a:close/>
              </a:path>
            </a:pathLst>
          </a:custGeom>
          <a:solidFill>
            <a:srgbClr val="d5e8d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5104440" y="1682280"/>
            <a:ext cx="4467960" cy="201240"/>
          </a:xfrm>
          <a:custGeom>
            <a:avLst/>
            <a:gdLst/>
            <a:ahLst/>
            <a:rect l="0" t="0" r="r" b="b"/>
            <a:pathLst>
              <a:path w="12411" h="559">
                <a:moveTo>
                  <a:pt x="12411" y="559"/>
                </a:moveTo>
                <a:lnTo>
                  <a:pt x="0" y="559"/>
                </a:lnTo>
                <a:lnTo>
                  <a:pt x="0" y="0"/>
                </a:lnTo>
                <a:lnTo>
                  <a:pt x="12411" y="0"/>
                </a:lnTo>
                <a:lnTo>
                  <a:pt x="12411" y="559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5104440" y="2845440"/>
            <a:ext cx="4467960" cy="207720"/>
          </a:xfrm>
          <a:custGeom>
            <a:avLst/>
            <a:gdLst/>
            <a:ahLst/>
            <a:rect l="0" t="0" r="r" b="b"/>
            <a:pathLst>
              <a:path w="12411" h="577">
                <a:moveTo>
                  <a:pt x="12411" y="577"/>
                </a:moveTo>
                <a:lnTo>
                  <a:pt x="0" y="577"/>
                </a:lnTo>
                <a:lnTo>
                  <a:pt x="0" y="0"/>
                </a:lnTo>
                <a:lnTo>
                  <a:pt x="12411" y="0"/>
                </a:lnTo>
                <a:lnTo>
                  <a:pt x="12411" y="577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5104440" y="1876320"/>
            <a:ext cx="4467960" cy="969120"/>
          </a:xfrm>
          <a:custGeom>
            <a:avLst/>
            <a:gdLst/>
            <a:ahLst/>
            <a:rect l="0" t="0" r="r" b="b"/>
            <a:pathLst>
              <a:path w="12411" h="2692">
                <a:moveTo>
                  <a:pt x="12411" y="2692"/>
                </a:moveTo>
                <a:lnTo>
                  <a:pt x="0" y="2692"/>
                </a:lnTo>
                <a:lnTo>
                  <a:pt x="0" y="0"/>
                </a:lnTo>
                <a:lnTo>
                  <a:pt x="12411" y="0"/>
                </a:lnTo>
                <a:lnTo>
                  <a:pt x="12411" y="2692"/>
                </a:lnTo>
                <a:close/>
              </a:path>
            </a:pathLst>
          </a:custGeom>
          <a:solidFill>
            <a:srgbClr val="f8ce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5104440" y="3052440"/>
            <a:ext cx="4467960" cy="1323720"/>
          </a:xfrm>
          <a:custGeom>
            <a:avLst/>
            <a:gdLst/>
            <a:ahLst/>
            <a:rect l="0" t="0" r="r" b="b"/>
            <a:pathLst>
              <a:path w="12411" h="3677">
                <a:moveTo>
                  <a:pt x="12411" y="3568"/>
                </a:moveTo>
                <a:cubicBezTo>
                  <a:pt x="12411" y="3628"/>
                  <a:pt x="12377" y="3677"/>
                  <a:pt x="12335" y="3677"/>
                </a:cubicBezTo>
                <a:lnTo>
                  <a:pt x="76" y="3677"/>
                </a:lnTo>
                <a:cubicBezTo>
                  <a:pt x="36" y="3677"/>
                  <a:pt x="3" y="3632"/>
                  <a:pt x="0" y="3574"/>
                </a:cubicBezTo>
                <a:lnTo>
                  <a:pt x="0" y="0"/>
                </a:lnTo>
                <a:lnTo>
                  <a:pt x="12411" y="0"/>
                </a:lnTo>
                <a:lnTo>
                  <a:pt x="12411" y="3568"/>
                </a:lnTo>
                <a:close/>
              </a:path>
            </a:pathLst>
          </a:custGeom>
          <a:solidFill>
            <a:srgbClr val="d5e8d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186880" y="2426400"/>
            <a:ext cx="887400" cy="1905120"/>
          </a:xfrm>
          <a:custGeom>
            <a:avLst/>
            <a:gdLst/>
            <a:ahLst/>
            <a:rect l="0" t="0" r="r" b="b"/>
            <a:pathLst>
              <a:path w="2465" h="5292">
                <a:moveTo>
                  <a:pt x="2329" y="0"/>
                </a:moveTo>
                <a:cubicBezTo>
                  <a:pt x="2404" y="0"/>
                  <a:pt x="2465" y="29"/>
                  <a:pt x="2465" y="64"/>
                </a:cubicBezTo>
                <a:lnTo>
                  <a:pt x="2465" y="5229"/>
                </a:lnTo>
                <a:cubicBezTo>
                  <a:pt x="2465" y="5264"/>
                  <a:pt x="2404" y="5292"/>
                  <a:pt x="2329" y="5292"/>
                </a:cubicBezTo>
                <a:lnTo>
                  <a:pt x="136" y="5292"/>
                </a:lnTo>
                <a:cubicBezTo>
                  <a:pt x="60" y="5292"/>
                  <a:pt x="0" y="5264"/>
                  <a:pt x="0" y="5229"/>
                </a:cubicBezTo>
                <a:lnTo>
                  <a:pt x="0" y="64"/>
                </a:lnTo>
                <a:cubicBezTo>
                  <a:pt x="0" y="29"/>
                  <a:pt x="60" y="0"/>
                  <a:pt x="136" y="0"/>
                </a:cubicBezTo>
                <a:lnTo>
                  <a:pt x="2329" y="0"/>
                </a:lnTo>
                <a:close/>
              </a:path>
            </a:pathLst>
          </a:custGeom>
          <a:solidFill>
            <a:srgbClr val="dae8fc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5186880" y="2426400"/>
            <a:ext cx="887400" cy="1905120"/>
          </a:xfrm>
          <a:custGeom>
            <a:avLst/>
            <a:gdLst/>
            <a:ahLst/>
            <a:rect l="0" t="0" r="r" b="b"/>
            <a:pathLst>
              <a:path w="2465" h="5292">
                <a:moveTo>
                  <a:pt x="136" y="0"/>
                </a:moveTo>
                <a:lnTo>
                  <a:pt x="2329" y="0"/>
                </a:lnTo>
                <a:cubicBezTo>
                  <a:pt x="2404" y="0"/>
                  <a:pt x="2465" y="29"/>
                  <a:pt x="2465" y="64"/>
                </a:cubicBezTo>
                <a:lnTo>
                  <a:pt x="2465" y="5229"/>
                </a:lnTo>
                <a:cubicBezTo>
                  <a:pt x="2465" y="5264"/>
                  <a:pt x="2404" y="5292"/>
                  <a:pt x="2329" y="5292"/>
                </a:cubicBezTo>
                <a:lnTo>
                  <a:pt x="136" y="5292"/>
                </a:lnTo>
                <a:cubicBezTo>
                  <a:pt x="60" y="5292"/>
                  <a:pt x="0" y="5264"/>
                  <a:pt x="0" y="5229"/>
                </a:cubicBezTo>
                <a:lnTo>
                  <a:pt x="0" y="64"/>
                </a:lnTo>
                <a:cubicBezTo>
                  <a:pt x="0" y="29"/>
                  <a:pt x="60" y="0"/>
                  <a:pt x="136" y="0"/>
                </a:cubicBezTo>
                <a:close/>
              </a:path>
            </a:pathLst>
          </a:custGeom>
          <a:noFill/>
          <a:ln cap="rnd" w="30960">
            <a:solidFill>
              <a:srgbClr val="b85450"/>
            </a:solidFill>
            <a:round/>
          </a:ln>
        </p:spPr>
        <p:txBody>
          <a:bodyPr lIns="105480" rIns="105480" tIns="60480" bIns="604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5104440" y="376920"/>
            <a:ext cx="4451400" cy="4009680"/>
          </a:xfrm>
          <a:custGeom>
            <a:avLst/>
            <a:gdLst/>
            <a:ahLst/>
            <a:rect l="0" t="0" r="r" b="b"/>
            <a:pathLst>
              <a:path w="12365" h="11138">
                <a:moveTo>
                  <a:pt x="296" y="0"/>
                </a:moveTo>
                <a:lnTo>
                  <a:pt x="12069" y="0"/>
                </a:lnTo>
                <a:cubicBezTo>
                  <a:pt x="12233" y="0"/>
                  <a:pt x="12365" y="132"/>
                  <a:pt x="12365" y="296"/>
                </a:cubicBezTo>
                <a:lnTo>
                  <a:pt x="12365" y="10842"/>
                </a:lnTo>
                <a:cubicBezTo>
                  <a:pt x="12365" y="11006"/>
                  <a:pt x="12233" y="11138"/>
                  <a:pt x="12069" y="11138"/>
                </a:cubicBezTo>
                <a:lnTo>
                  <a:pt x="296" y="11138"/>
                </a:lnTo>
                <a:cubicBezTo>
                  <a:pt x="132" y="11138"/>
                  <a:pt x="0" y="11006"/>
                  <a:pt x="0" y="10842"/>
                </a:cubicBezTo>
                <a:lnTo>
                  <a:pt x="0" y="296"/>
                </a:lnTo>
                <a:cubicBezTo>
                  <a:pt x="0" y="132"/>
                  <a:pt x="132" y="0"/>
                  <a:pt x="296" y="0"/>
                </a:cubicBezTo>
                <a:close/>
              </a:path>
            </a:pathLst>
          </a:custGeom>
          <a:noFill/>
          <a:ln cap="rnd" w="39600">
            <a:solidFill>
              <a:srgbClr val="000000"/>
            </a:solidFill>
            <a:round/>
          </a:ln>
        </p:spPr>
        <p:txBody>
          <a:bodyPr lIns="109800" rIns="109800" tIns="64800" bIns="64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5238720" y="3262680"/>
            <a:ext cx="782640" cy="220680"/>
          </a:xfrm>
          <a:custGeom>
            <a:avLst/>
            <a:gdLst/>
            <a:ahLst/>
            <a:rect l="0" t="0" r="r" b="b"/>
            <a:pathLst>
              <a:path w="2174" h="613">
                <a:moveTo>
                  <a:pt x="301" y="499"/>
                </a:moveTo>
                <a:cubicBezTo>
                  <a:pt x="301" y="533"/>
                  <a:pt x="305" y="555"/>
                  <a:pt x="314" y="564"/>
                </a:cubicBezTo>
                <a:cubicBezTo>
                  <a:pt x="324" y="572"/>
                  <a:pt x="348" y="577"/>
                  <a:pt x="384" y="577"/>
                </a:cubicBezTo>
                <a:cubicBezTo>
                  <a:pt x="387" y="581"/>
                  <a:pt x="388" y="586"/>
                  <a:pt x="388" y="593"/>
                </a:cubicBezTo>
                <a:cubicBezTo>
                  <a:pt x="389" y="600"/>
                  <a:pt x="387" y="604"/>
                  <a:pt x="384" y="605"/>
                </a:cubicBezTo>
                <a:cubicBezTo>
                  <a:pt x="326" y="604"/>
                  <a:pt x="286" y="604"/>
                  <a:pt x="264" y="604"/>
                </a:cubicBezTo>
                <a:cubicBezTo>
                  <a:pt x="240" y="604"/>
                  <a:pt x="199" y="604"/>
                  <a:pt x="143" y="605"/>
                </a:cubicBezTo>
                <a:cubicBezTo>
                  <a:pt x="141" y="604"/>
                  <a:pt x="140" y="600"/>
                  <a:pt x="140" y="593"/>
                </a:cubicBezTo>
                <a:cubicBezTo>
                  <a:pt x="140" y="586"/>
                  <a:pt x="141" y="581"/>
                  <a:pt x="143" y="577"/>
                </a:cubicBezTo>
                <a:cubicBezTo>
                  <a:pt x="179" y="577"/>
                  <a:pt x="202" y="572"/>
                  <a:pt x="212" y="564"/>
                </a:cubicBezTo>
                <a:cubicBezTo>
                  <a:pt x="221" y="555"/>
                  <a:pt x="226" y="533"/>
                  <a:pt x="226" y="499"/>
                </a:cubicBezTo>
                <a:lnTo>
                  <a:pt x="226" y="166"/>
                </a:lnTo>
                <a:cubicBezTo>
                  <a:pt x="226" y="138"/>
                  <a:pt x="223" y="117"/>
                  <a:pt x="218" y="102"/>
                </a:cubicBezTo>
                <a:cubicBezTo>
                  <a:pt x="212" y="88"/>
                  <a:pt x="201" y="80"/>
                  <a:pt x="186" y="80"/>
                </a:cubicBezTo>
                <a:lnTo>
                  <a:pt x="143" y="80"/>
                </a:lnTo>
                <a:cubicBezTo>
                  <a:pt x="114" y="80"/>
                  <a:pt x="89" y="87"/>
                  <a:pt x="70" y="101"/>
                </a:cubicBezTo>
                <a:cubicBezTo>
                  <a:pt x="51" y="114"/>
                  <a:pt x="37" y="138"/>
                  <a:pt x="29" y="171"/>
                </a:cubicBezTo>
                <a:cubicBezTo>
                  <a:pt x="17" y="171"/>
                  <a:pt x="7" y="170"/>
                  <a:pt x="0" y="167"/>
                </a:cubicBezTo>
                <a:cubicBezTo>
                  <a:pt x="11" y="118"/>
                  <a:pt x="19" y="76"/>
                  <a:pt x="22" y="42"/>
                </a:cubicBezTo>
                <a:cubicBezTo>
                  <a:pt x="22" y="40"/>
                  <a:pt x="23" y="39"/>
                  <a:pt x="26" y="39"/>
                </a:cubicBezTo>
                <a:cubicBezTo>
                  <a:pt x="84" y="44"/>
                  <a:pt x="151" y="46"/>
                  <a:pt x="226" y="46"/>
                </a:cubicBezTo>
                <a:lnTo>
                  <a:pt x="301" y="46"/>
                </a:lnTo>
                <a:cubicBezTo>
                  <a:pt x="378" y="46"/>
                  <a:pt x="442" y="44"/>
                  <a:pt x="496" y="39"/>
                </a:cubicBezTo>
                <a:cubicBezTo>
                  <a:pt x="497" y="39"/>
                  <a:pt x="498" y="40"/>
                  <a:pt x="498" y="42"/>
                </a:cubicBezTo>
                <a:cubicBezTo>
                  <a:pt x="498" y="80"/>
                  <a:pt x="502" y="121"/>
                  <a:pt x="509" y="165"/>
                </a:cubicBezTo>
                <a:cubicBezTo>
                  <a:pt x="502" y="167"/>
                  <a:pt x="493" y="169"/>
                  <a:pt x="480" y="169"/>
                </a:cubicBezTo>
                <a:cubicBezTo>
                  <a:pt x="472" y="137"/>
                  <a:pt x="459" y="114"/>
                  <a:pt x="439" y="101"/>
                </a:cubicBezTo>
                <a:cubicBezTo>
                  <a:pt x="420" y="87"/>
                  <a:pt x="393" y="80"/>
                  <a:pt x="360" y="80"/>
                </a:cubicBezTo>
                <a:lnTo>
                  <a:pt x="340" y="80"/>
                </a:lnTo>
                <a:cubicBezTo>
                  <a:pt x="326" y="80"/>
                  <a:pt x="315" y="88"/>
                  <a:pt x="310" y="102"/>
                </a:cubicBezTo>
                <a:cubicBezTo>
                  <a:pt x="304" y="117"/>
                  <a:pt x="301" y="139"/>
                  <a:pt x="301" y="169"/>
                </a:cubicBezTo>
                <a:lnTo>
                  <a:pt x="301" y="499"/>
                </a:lnTo>
                <a:moveTo>
                  <a:pt x="592" y="85"/>
                </a:moveTo>
                <a:cubicBezTo>
                  <a:pt x="592" y="76"/>
                  <a:pt x="597" y="67"/>
                  <a:pt x="606" y="58"/>
                </a:cubicBezTo>
                <a:cubicBezTo>
                  <a:pt x="616" y="50"/>
                  <a:pt x="626" y="45"/>
                  <a:pt x="636" y="45"/>
                </a:cubicBezTo>
                <a:cubicBezTo>
                  <a:pt x="647" y="45"/>
                  <a:pt x="657" y="50"/>
                  <a:pt x="665" y="60"/>
                </a:cubicBezTo>
                <a:cubicBezTo>
                  <a:pt x="673" y="69"/>
                  <a:pt x="677" y="79"/>
                  <a:pt x="677" y="89"/>
                </a:cubicBezTo>
                <a:cubicBezTo>
                  <a:pt x="677" y="99"/>
                  <a:pt x="673" y="108"/>
                  <a:pt x="664" y="117"/>
                </a:cubicBezTo>
                <a:cubicBezTo>
                  <a:pt x="655" y="126"/>
                  <a:pt x="645" y="131"/>
                  <a:pt x="633" y="131"/>
                </a:cubicBezTo>
                <a:cubicBezTo>
                  <a:pt x="623" y="131"/>
                  <a:pt x="613" y="126"/>
                  <a:pt x="604" y="117"/>
                </a:cubicBezTo>
                <a:cubicBezTo>
                  <a:pt x="596" y="107"/>
                  <a:pt x="592" y="97"/>
                  <a:pt x="592" y="85"/>
                </a:cubicBezTo>
                <a:moveTo>
                  <a:pt x="670" y="499"/>
                </a:moveTo>
                <a:cubicBezTo>
                  <a:pt x="670" y="533"/>
                  <a:pt x="673" y="555"/>
                  <a:pt x="680" y="563"/>
                </a:cubicBezTo>
                <a:cubicBezTo>
                  <a:pt x="687" y="571"/>
                  <a:pt x="705" y="576"/>
                  <a:pt x="732" y="577"/>
                </a:cubicBezTo>
                <a:cubicBezTo>
                  <a:pt x="735" y="581"/>
                  <a:pt x="736" y="586"/>
                  <a:pt x="736" y="593"/>
                </a:cubicBezTo>
                <a:cubicBezTo>
                  <a:pt x="736" y="600"/>
                  <a:pt x="735" y="604"/>
                  <a:pt x="732" y="605"/>
                </a:cubicBezTo>
                <a:cubicBezTo>
                  <a:pt x="683" y="604"/>
                  <a:pt x="650" y="604"/>
                  <a:pt x="636" y="604"/>
                </a:cubicBezTo>
                <a:cubicBezTo>
                  <a:pt x="620" y="604"/>
                  <a:pt x="588" y="604"/>
                  <a:pt x="539" y="605"/>
                </a:cubicBezTo>
                <a:cubicBezTo>
                  <a:pt x="537" y="604"/>
                  <a:pt x="535" y="600"/>
                  <a:pt x="535" y="593"/>
                </a:cubicBezTo>
                <a:cubicBezTo>
                  <a:pt x="535" y="586"/>
                  <a:pt x="537" y="581"/>
                  <a:pt x="539" y="577"/>
                </a:cubicBezTo>
                <a:cubicBezTo>
                  <a:pt x="567" y="575"/>
                  <a:pt x="584" y="570"/>
                  <a:pt x="590" y="563"/>
                </a:cubicBezTo>
                <a:cubicBezTo>
                  <a:pt x="598" y="555"/>
                  <a:pt x="601" y="533"/>
                  <a:pt x="601" y="499"/>
                </a:cubicBezTo>
                <a:lnTo>
                  <a:pt x="601" y="330"/>
                </a:lnTo>
                <a:cubicBezTo>
                  <a:pt x="601" y="306"/>
                  <a:pt x="598" y="291"/>
                  <a:pt x="592" y="285"/>
                </a:cubicBezTo>
                <a:cubicBezTo>
                  <a:pt x="585" y="278"/>
                  <a:pt x="570" y="274"/>
                  <a:pt x="545" y="271"/>
                </a:cubicBezTo>
                <a:cubicBezTo>
                  <a:pt x="542" y="262"/>
                  <a:pt x="542" y="254"/>
                  <a:pt x="544" y="247"/>
                </a:cubicBezTo>
                <a:cubicBezTo>
                  <a:pt x="597" y="239"/>
                  <a:pt x="636" y="232"/>
                  <a:pt x="663" y="222"/>
                </a:cubicBezTo>
                <a:cubicBezTo>
                  <a:pt x="670" y="222"/>
                  <a:pt x="674" y="224"/>
                  <a:pt x="674" y="227"/>
                </a:cubicBezTo>
                <a:cubicBezTo>
                  <a:pt x="674" y="229"/>
                  <a:pt x="673" y="232"/>
                  <a:pt x="672" y="235"/>
                </a:cubicBezTo>
                <a:cubicBezTo>
                  <a:pt x="672" y="237"/>
                  <a:pt x="672" y="243"/>
                  <a:pt x="671" y="251"/>
                </a:cubicBezTo>
                <a:cubicBezTo>
                  <a:pt x="671" y="258"/>
                  <a:pt x="671" y="266"/>
                  <a:pt x="670" y="274"/>
                </a:cubicBezTo>
                <a:lnTo>
                  <a:pt x="670" y="299"/>
                </a:lnTo>
                <a:lnTo>
                  <a:pt x="670" y="326"/>
                </a:lnTo>
                <a:lnTo>
                  <a:pt x="670" y="499"/>
                </a:lnTo>
                <a:moveTo>
                  <a:pt x="829" y="121"/>
                </a:moveTo>
                <a:cubicBezTo>
                  <a:pt x="829" y="102"/>
                  <a:pt x="828" y="88"/>
                  <a:pt x="828" y="79"/>
                </a:cubicBezTo>
                <a:cubicBezTo>
                  <a:pt x="827" y="70"/>
                  <a:pt x="823" y="64"/>
                  <a:pt x="817" y="60"/>
                </a:cubicBezTo>
                <a:cubicBezTo>
                  <a:pt x="810" y="55"/>
                  <a:pt x="805" y="52"/>
                  <a:pt x="802" y="52"/>
                </a:cubicBezTo>
                <a:cubicBezTo>
                  <a:pt x="799" y="52"/>
                  <a:pt x="789" y="51"/>
                  <a:pt x="774" y="50"/>
                </a:cubicBezTo>
                <a:cubicBezTo>
                  <a:pt x="767" y="43"/>
                  <a:pt x="766" y="35"/>
                  <a:pt x="769" y="24"/>
                </a:cubicBezTo>
                <a:cubicBezTo>
                  <a:pt x="820" y="20"/>
                  <a:pt x="860" y="12"/>
                  <a:pt x="890" y="0"/>
                </a:cubicBezTo>
                <a:cubicBezTo>
                  <a:pt x="898" y="0"/>
                  <a:pt x="901" y="3"/>
                  <a:pt x="901" y="9"/>
                </a:cubicBezTo>
                <a:cubicBezTo>
                  <a:pt x="899" y="32"/>
                  <a:pt x="898" y="63"/>
                  <a:pt x="898" y="100"/>
                </a:cubicBezTo>
                <a:lnTo>
                  <a:pt x="898" y="499"/>
                </a:lnTo>
                <a:cubicBezTo>
                  <a:pt x="898" y="533"/>
                  <a:pt x="901" y="555"/>
                  <a:pt x="909" y="564"/>
                </a:cubicBezTo>
                <a:cubicBezTo>
                  <a:pt x="916" y="572"/>
                  <a:pt x="933" y="577"/>
                  <a:pt x="960" y="577"/>
                </a:cubicBezTo>
                <a:cubicBezTo>
                  <a:pt x="962" y="581"/>
                  <a:pt x="964" y="586"/>
                  <a:pt x="964" y="593"/>
                </a:cubicBezTo>
                <a:cubicBezTo>
                  <a:pt x="964" y="600"/>
                  <a:pt x="962" y="604"/>
                  <a:pt x="960" y="605"/>
                </a:cubicBezTo>
                <a:cubicBezTo>
                  <a:pt x="910" y="604"/>
                  <a:pt x="878" y="604"/>
                  <a:pt x="863" y="604"/>
                </a:cubicBezTo>
                <a:cubicBezTo>
                  <a:pt x="848" y="604"/>
                  <a:pt x="816" y="604"/>
                  <a:pt x="767" y="605"/>
                </a:cubicBezTo>
                <a:cubicBezTo>
                  <a:pt x="764" y="604"/>
                  <a:pt x="763" y="600"/>
                  <a:pt x="763" y="593"/>
                </a:cubicBezTo>
                <a:cubicBezTo>
                  <a:pt x="763" y="586"/>
                  <a:pt x="764" y="581"/>
                  <a:pt x="767" y="577"/>
                </a:cubicBezTo>
                <a:cubicBezTo>
                  <a:pt x="794" y="577"/>
                  <a:pt x="811" y="572"/>
                  <a:pt x="818" y="564"/>
                </a:cubicBezTo>
                <a:cubicBezTo>
                  <a:pt x="825" y="555"/>
                  <a:pt x="829" y="533"/>
                  <a:pt x="829" y="499"/>
                </a:cubicBezTo>
                <a:lnTo>
                  <a:pt x="829" y="121"/>
                </a:lnTo>
                <a:moveTo>
                  <a:pt x="1239" y="357"/>
                </a:moveTo>
                <a:cubicBezTo>
                  <a:pt x="1247" y="357"/>
                  <a:pt x="1251" y="353"/>
                  <a:pt x="1251" y="346"/>
                </a:cubicBezTo>
                <a:cubicBezTo>
                  <a:pt x="1251" y="313"/>
                  <a:pt x="1244" y="289"/>
                  <a:pt x="1230" y="276"/>
                </a:cubicBezTo>
                <a:cubicBezTo>
                  <a:pt x="1216" y="262"/>
                  <a:pt x="1199" y="255"/>
                  <a:pt x="1179" y="255"/>
                </a:cubicBezTo>
                <a:cubicBezTo>
                  <a:pt x="1171" y="255"/>
                  <a:pt x="1164" y="256"/>
                  <a:pt x="1157" y="258"/>
                </a:cubicBezTo>
                <a:cubicBezTo>
                  <a:pt x="1149" y="260"/>
                  <a:pt x="1140" y="264"/>
                  <a:pt x="1130" y="270"/>
                </a:cubicBezTo>
                <a:cubicBezTo>
                  <a:pt x="1119" y="277"/>
                  <a:pt x="1109" y="288"/>
                  <a:pt x="1100" y="303"/>
                </a:cubicBezTo>
                <a:cubicBezTo>
                  <a:pt x="1092" y="319"/>
                  <a:pt x="1086" y="337"/>
                  <a:pt x="1082" y="359"/>
                </a:cubicBezTo>
                <a:lnTo>
                  <a:pt x="1239" y="357"/>
                </a:lnTo>
                <a:moveTo>
                  <a:pt x="1327" y="537"/>
                </a:moveTo>
                <a:cubicBezTo>
                  <a:pt x="1288" y="588"/>
                  <a:pt x="1239" y="613"/>
                  <a:pt x="1179" y="613"/>
                </a:cubicBezTo>
                <a:cubicBezTo>
                  <a:pt x="1122" y="613"/>
                  <a:pt x="1077" y="594"/>
                  <a:pt x="1047" y="558"/>
                </a:cubicBezTo>
                <a:cubicBezTo>
                  <a:pt x="1020" y="526"/>
                  <a:pt x="1006" y="483"/>
                  <a:pt x="1006" y="429"/>
                </a:cubicBezTo>
                <a:cubicBezTo>
                  <a:pt x="1006" y="368"/>
                  <a:pt x="1025" y="319"/>
                  <a:pt x="1061" y="282"/>
                </a:cubicBezTo>
                <a:cubicBezTo>
                  <a:pt x="1098" y="245"/>
                  <a:pt x="1137" y="226"/>
                  <a:pt x="1179" y="226"/>
                </a:cubicBezTo>
                <a:cubicBezTo>
                  <a:pt x="1277" y="226"/>
                  <a:pt x="1326" y="276"/>
                  <a:pt x="1326" y="377"/>
                </a:cubicBezTo>
                <a:cubicBezTo>
                  <a:pt x="1326" y="386"/>
                  <a:pt x="1320" y="391"/>
                  <a:pt x="1310" y="391"/>
                </a:cubicBezTo>
                <a:lnTo>
                  <a:pt x="1080" y="390"/>
                </a:lnTo>
                <a:cubicBezTo>
                  <a:pt x="1080" y="438"/>
                  <a:pt x="1089" y="478"/>
                  <a:pt x="1107" y="509"/>
                </a:cubicBezTo>
                <a:cubicBezTo>
                  <a:pt x="1132" y="550"/>
                  <a:pt x="1163" y="570"/>
                  <a:pt x="1201" y="570"/>
                </a:cubicBezTo>
                <a:cubicBezTo>
                  <a:pt x="1225" y="570"/>
                  <a:pt x="1245" y="567"/>
                  <a:pt x="1261" y="560"/>
                </a:cubicBezTo>
                <a:cubicBezTo>
                  <a:pt x="1276" y="553"/>
                  <a:pt x="1292" y="541"/>
                  <a:pt x="1308" y="523"/>
                </a:cubicBezTo>
                <a:cubicBezTo>
                  <a:pt x="1318" y="524"/>
                  <a:pt x="1324" y="529"/>
                  <a:pt x="1327" y="537"/>
                </a:cubicBezTo>
                <a:moveTo>
                  <a:pt x="1804" y="359"/>
                </a:moveTo>
                <a:lnTo>
                  <a:pt x="1957" y="359"/>
                </a:lnTo>
                <a:lnTo>
                  <a:pt x="1877" y="123"/>
                </a:lnTo>
                <a:lnTo>
                  <a:pt x="1870" y="123"/>
                </a:lnTo>
                <a:lnTo>
                  <a:pt x="1782" y="347"/>
                </a:lnTo>
                <a:cubicBezTo>
                  <a:pt x="1781" y="350"/>
                  <a:pt x="1781" y="352"/>
                  <a:pt x="1781" y="353"/>
                </a:cubicBezTo>
                <a:cubicBezTo>
                  <a:pt x="1782" y="354"/>
                  <a:pt x="1783" y="355"/>
                  <a:pt x="1784" y="356"/>
                </a:cubicBezTo>
                <a:cubicBezTo>
                  <a:pt x="1784" y="357"/>
                  <a:pt x="1785" y="358"/>
                  <a:pt x="1787" y="358"/>
                </a:cubicBezTo>
                <a:cubicBezTo>
                  <a:pt x="1790" y="358"/>
                  <a:pt x="1792" y="359"/>
                  <a:pt x="1795" y="359"/>
                </a:cubicBezTo>
                <a:lnTo>
                  <a:pt x="1804" y="359"/>
                </a:lnTo>
                <a:moveTo>
                  <a:pt x="1710" y="536"/>
                </a:moveTo>
                <a:cubicBezTo>
                  <a:pt x="1710" y="541"/>
                  <a:pt x="1709" y="547"/>
                  <a:pt x="1708" y="552"/>
                </a:cubicBezTo>
                <a:cubicBezTo>
                  <a:pt x="1707" y="556"/>
                  <a:pt x="1708" y="559"/>
                  <a:pt x="1713" y="563"/>
                </a:cubicBezTo>
                <a:cubicBezTo>
                  <a:pt x="1718" y="565"/>
                  <a:pt x="1721" y="567"/>
                  <a:pt x="1724" y="569"/>
                </a:cubicBezTo>
                <a:cubicBezTo>
                  <a:pt x="1726" y="571"/>
                  <a:pt x="1730" y="572"/>
                  <a:pt x="1737" y="574"/>
                </a:cubicBezTo>
                <a:cubicBezTo>
                  <a:pt x="1744" y="575"/>
                  <a:pt x="1750" y="576"/>
                  <a:pt x="1754" y="576"/>
                </a:cubicBezTo>
                <a:cubicBezTo>
                  <a:pt x="1758" y="576"/>
                  <a:pt x="1763" y="577"/>
                  <a:pt x="1770" y="577"/>
                </a:cubicBezTo>
                <a:cubicBezTo>
                  <a:pt x="1773" y="581"/>
                  <a:pt x="1774" y="586"/>
                  <a:pt x="1774" y="593"/>
                </a:cubicBezTo>
                <a:cubicBezTo>
                  <a:pt x="1774" y="600"/>
                  <a:pt x="1773" y="604"/>
                  <a:pt x="1770" y="605"/>
                </a:cubicBezTo>
                <a:cubicBezTo>
                  <a:pt x="1728" y="604"/>
                  <a:pt x="1691" y="604"/>
                  <a:pt x="1660" y="604"/>
                </a:cubicBezTo>
                <a:cubicBezTo>
                  <a:pt x="1651" y="604"/>
                  <a:pt x="1625" y="604"/>
                  <a:pt x="1583" y="605"/>
                </a:cubicBezTo>
                <a:cubicBezTo>
                  <a:pt x="1580" y="604"/>
                  <a:pt x="1578" y="600"/>
                  <a:pt x="1578" y="593"/>
                </a:cubicBezTo>
                <a:cubicBezTo>
                  <a:pt x="1578" y="586"/>
                  <a:pt x="1580" y="581"/>
                  <a:pt x="1583" y="577"/>
                </a:cubicBezTo>
                <a:cubicBezTo>
                  <a:pt x="1605" y="576"/>
                  <a:pt x="1622" y="571"/>
                  <a:pt x="1634" y="564"/>
                </a:cubicBezTo>
                <a:cubicBezTo>
                  <a:pt x="1647" y="556"/>
                  <a:pt x="1659" y="541"/>
                  <a:pt x="1670" y="516"/>
                </a:cubicBezTo>
                <a:lnTo>
                  <a:pt x="1866" y="52"/>
                </a:lnTo>
                <a:cubicBezTo>
                  <a:pt x="1878" y="52"/>
                  <a:pt x="1894" y="47"/>
                  <a:pt x="1913" y="35"/>
                </a:cubicBezTo>
                <a:lnTo>
                  <a:pt x="2092" y="530"/>
                </a:lnTo>
                <a:cubicBezTo>
                  <a:pt x="2095" y="540"/>
                  <a:pt x="2099" y="549"/>
                  <a:pt x="2104" y="555"/>
                </a:cubicBezTo>
                <a:cubicBezTo>
                  <a:pt x="2109" y="562"/>
                  <a:pt x="2116" y="567"/>
                  <a:pt x="2124" y="570"/>
                </a:cubicBezTo>
                <a:cubicBezTo>
                  <a:pt x="2133" y="572"/>
                  <a:pt x="2139" y="574"/>
                  <a:pt x="2143" y="575"/>
                </a:cubicBezTo>
                <a:cubicBezTo>
                  <a:pt x="2148" y="576"/>
                  <a:pt x="2157" y="577"/>
                  <a:pt x="2169" y="577"/>
                </a:cubicBezTo>
                <a:cubicBezTo>
                  <a:pt x="2172" y="581"/>
                  <a:pt x="2174" y="586"/>
                  <a:pt x="2174" y="593"/>
                </a:cubicBezTo>
                <a:cubicBezTo>
                  <a:pt x="2174" y="600"/>
                  <a:pt x="2172" y="604"/>
                  <a:pt x="2169" y="605"/>
                </a:cubicBezTo>
                <a:cubicBezTo>
                  <a:pt x="2127" y="604"/>
                  <a:pt x="2094" y="604"/>
                  <a:pt x="2071" y="604"/>
                </a:cubicBezTo>
                <a:cubicBezTo>
                  <a:pt x="2038" y="604"/>
                  <a:pt x="2000" y="604"/>
                  <a:pt x="1957" y="605"/>
                </a:cubicBezTo>
                <a:cubicBezTo>
                  <a:pt x="1955" y="604"/>
                  <a:pt x="1954" y="600"/>
                  <a:pt x="1954" y="593"/>
                </a:cubicBezTo>
                <a:cubicBezTo>
                  <a:pt x="1954" y="586"/>
                  <a:pt x="1955" y="581"/>
                  <a:pt x="1957" y="577"/>
                </a:cubicBezTo>
                <a:lnTo>
                  <a:pt x="1971" y="577"/>
                </a:lnTo>
                <a:cubicBezTo>
                  <a:pt x="1976" y="577"/>
                  <a:pt x="1981" y="576"/>
                  <a:pt x="1983" y="576"/>
                </a:cubicBezTo>
                <a:cubicBezTo>
                  <a:pt x="1986" y="576"/>
                  <a:pt x="1990" y="576"/>
                  <a:pt x="1994" y="575"/>
                </a:cubicBezTo>
                <a:cubicBezTo>
                  <a:pt x="1999" y="574"/>
                  <a:pt x="2003" y="574"/>
                  <a:pt x="2005" y="574"/>
                </a:cubicBezTo>
                <a:cubicBezTo>
                  <a:pt x="2008" y="573"/>
                  <a:pt x="2010" y="572"/>
                  <a:pt x="2012" y="571"/>
                </a:cubicBezTo>
                <a:cubicBezTo>
                  <a:pt x="2015" y="570"/>
                  <a:pt x="2018" y="568"/>
                  <a:pt x="2020" y="566"/>
                </a:cubicBezTo>
                <a:cubicBezTo>
                  <a:pt x="2021" y="565"/>
                  <a:pt x="2023" y="563"/>
                  <a:pt x="2023" y="560"/>
                </a:cubicBezTo>
                <a:cubicBezTo>
                  <a:pt x="2024" y="558"/>
                  <a:pt x="2024" y="555"/>
                  <a:pt x="2023" y="553"/>
                </a:cubicBezTo>
                <a:cubicBezTo>
                  <a:pt x="2023" y="550"/>
                  <a:pt x="2023" y="546"/>
                  <a:pt x="2022" y="542"/>
                </a:cubicBezTo>
                <a:lnTo>
                  <a:pt x="1971" y="395"/>
                </a:lnTo>
                <a:lnTo>
                  <a:pt x="1788" y="395"/>
                </a:lnTo>
                <a:cubicBezTo>
                  <a:pt x="1779" y="395"/>
                  <a:pt x="1772" y="396"/>
                  <a:pt x="1768" y="399"/>
                </a:cubicBezTo>
                <a:cubicBezTo>
                  <a:pt x="1763" y="401"/>
                  <a:pt x="1760" y="405"/>
                  <a:pt x="1758" y="411"/>
                </a:cubicBezTo>
                <a:lnTo>
                  <a:pt x="1710" y="53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7648920" y="455760"/>
            <a:ext cx="1841400" cy="1905480"/>
          </a:xfrm>
          <a:custGeom>
            <a:avLst/>
            <a:gdLst/>
            <a:ahLst/>
            <a:rect l="0" t="0" r="r" b="b"/>
            <a:pathLst>
              <a:path w="5115" h="5293">
                <a:moveTo>
                  <a:pt x="136" y="0"/>
                </a:moveTo>
                <a:lnTo>
                  <a:pt x="4979" y="0"/>
                </a:lnTo>
                <a:cubicBezTo>
                  <a:pt x="5055" y="0"/>
                  <a:pt x="5115" y="28"/>
                  <a:pt x="5115" y="64"/>
                </a:cubicBezTo>
                <a:lnTo>
                  <a:pt x="5115" y="5229"/>
                </a:lnTo>
                <a:cubicBezTo>
                  <a:pt x="5115" y="5265"/>
                  <a:pt x="5055" y="5293"/>
                  <a:pt x="4979" y="5293"/>
                </a:cubicBezTo>
                <a:lnTo>
                  <a:pt x="136" y="5293"/>
                </a:lnTo>
                <a:cubicBezTo>
                  <a:pt x="61" y="5293"/>
                  <a:pt x="0" y="5265"/>
                  <a:pt x="0" y="5229"/>
                </a:cubicBezTo>
                <a:lnTo>
                  <a:pt x="0" y="64"/>
                </a:lnTo>
                <a:cubicBezTo>
                  <a:pt x="0" y="28"/>
                  <a:pt x="61" y="0"/>
                  <a:pt x="136" y="0"/>
                </a:cubicBezTo>
                <a:close/>
              </a:path>
            </a:pathLst>
          </a:custGeom>
          <a:solidFill>
            <a:srgbClr val="dae8fc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7648920" y="455760"/>
            <a:ext cx="1841400" cy="1905480"/>
          </a:xfrm>
          <a:custGeom>
            <a:avLst/>
            <a:gdLst/>
            <a:ahLst/>
            <a:rect l="0" t="0" r="r" b="b"/>
            <a:pathLst>
              <a:path w="5115" h="5293">
                <a:moveTo>
                  <a:pt x="136" y="0"/>
                </a:moveTo>
                <a:lnTo>
                  <a:pt x="4979" y="0"/>
                </a:lnTo>
                <a:cubicBezTo>
                  <a:pt x="5055" y="0"/>
                  <a:pt x="5115" y="28"/>
                  <a:pt x="5115" y="64"/>
                </a:cubicBezTo>
                <a:lnTo>
                  <a:pt x="5115" y="5229"/>
                </a:lnTo>
                <a:cubicBezTo>
                  <a:pt x="5115" y="5265"/>
                  <a:pt x="5055" y="5293"/>
                  <a:pt x="4979" y="5293"/>
                </a:cubicBezTo>
                <a:lnTo>
                  <a:pt x="136" y="5293"/>
                </a:lnTo>
                <a:cubicBezTo>
                  <a:pt x="61" y="5293"/>
                  <a:pt x="0" y="5265"/>
                  <a:pt x="0" y="5229"/>
                </a:cubicBezTo>
                <a:lnTo>
                  <a:pt x="0" y="64"/>
                </a:lnTo>
                <a:cubicBezTo>
                  <a:pt x="0" y="28"/>
                  <a:pt x="61" y="0"/>
                  <a:pt x="136" y="0"/>
                </a:cubicBezTo>
                <a:close/>
              </a:path>
            </a:pathLst>
          </a:custGeom>
          <a:noFill/>
          <a:ln cap="rnd" w="30960">
            <a:solidFill>
              <a:srgbClr val="6c8ebf"/>
            </a:solidFill>
            <a:round/>
          </a:ln>
        </p:spPr>
        <p:txBody>
          <a:bodyPr lIns="105480" rIns="105480" tIns="60480" bIns="604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5186880" y="455760"/>
            <a:ext cx="1841400" cy="1905480"/>
          </a:xfrm>
          <a:custGeom>
            <a:avLst/>
            <a:gdLst/>
            <a:ahLst/>
            <a:rect l="0" t="0" r="r" b="b"/>
            <a:pathLst>
              <a:path w="5115" h="5293">
                <a:moveTo>
                  <a:pt x="4979" y="0"/>
                </a:moveTo>
                <a:cubicBezTo>
                  <a:pt x="5054" y="0"/>
                  <a:pt x="5115" y="28"/>
                  <a:pt x="5115" y="64"/>
                </a:cubicBezTo>
                <a:lnTo>
                  <a:pt x="5115" y="5229"/>
                </a:lnTo>
                <a:cubicBezTo>
                  <a:pt x="5115" y="5265"/>
                  <a:pt x="5054" y="5293"/>
                  <a:pt x="4979" y="5293"/>
                </a:cubicBezTo>
                <a:lnTo>
                  <a:pt x="136" y="5293"/>
                </a:lnTo>
                <a:cubicBezTo>
                  <a:pt x="60" y="5293"/>
                  <a:pt x="0" y="5265"/>
                  <a:pt x="0" y="5229"/>
                </a:cubicBezTo>
                <a:lnTo>
                  <a:pt x="0" y="64"/>
                </a:lnTo>
                <a:cubicBezTo>
                  <a:pt x="0" y="28"/>
                  <a:pt x="60" y="0"/>
                  <a:pt x="136" y="0"/>
                </a:cubicBezTo>
                <a:lnTo>
                  <a:pt x="4979" y="0"/>
                </a:lnTo>
                <a:close/>
              </a:path>
            </a:pathLst>
          </a:custGeom>
          <a:solidFill>
            <a:srgbClr val="dae8fc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5186880" y="455760"/>
            <a:ext cx="1841400" cy="1905480"/>
          </a:xfrm>
          <a:custGeom>
            <a:avLst/>
            <a:gdLst/>
            <a:ahLst/>
            <a:rect l="0" t="0" r="r" b="b"/>
            <a:pathLst>
              <a:path w="5115" h="5293">
                <a:moveTo>
                  <a:pt x="136" y="0"/>
                </a:moveTo>
                <a:lnTo>
                  <a:pt x="4979" y="0"/>
                </a:lnTo>
                <a:cubicBezTo>
                  <a:pt x="5054" y="0"/>
                  <a:pt x="5115" y="28"/>
                  <a:pt x="5115" y="64"/>
                </a:cubicBezTo>
                <a:lnTo>
                  <a:pt x="5115" y="5229"/>
                </a:lnTo>
                <a:cubicBezTo>
                  <a:pt x="5115" y="5265"/>
                  <a:pt x="5054" y="5293"/>
                  <a:pt x="4979" y="5293"/>
                </a:cubicBezTo>
                <a:lnTo>
                  <a:pt x="136" y="5293"/>
                </a:lnTo>
                <a:cubicBezTo>
                  <a:pt x="60" y="5293"/>
                  <a:pt x="0" y="5265"/>
                  <a:pt x="0" y="5229"/>
                </a:cubicBezTo>
                <a:lnTo>
                  <a:pt x="0" y="64"/>
                </a:lnTo>
                <a:cubicBezTo>
                  <a:pt x="0" y="28"/>
                  <a:pt x="60" y="0"/>
                  <a:pt x="136" y="0"/>
                </a:cubicBezTo>
                <a:close/>
              </a:path>
            </a:pathLst>
          </a:custGeom>
          <a:noFill/>
          <a:ln cap="rnd" w="30960">
            <a:solidFill>
              <a:srgbClr val="b85450"/>
            </a:solidFill>
            <a:round/>
          </a:ln>
        </p:spPr>
        <p:txBody>
          <a:bodyPr lIns="105480" rIns="105480" tIns="60480" bIns="604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8037360" y="2426400"/>
            <a:ext cx="1452960" cy="1905120"/>
          </a:xfrm>
          <a:custGeom>
            <a:avLst/>
            <a:gdLst/>
            <a:ahLst/>
            <a:rect l="0" t="0" r="r" b="b"/>
            <a:pathLst>
              <a:path w="4036" h="5292">
                <a:moveTo>
                  <a:pt x="136" y="0"/>
                </a:moveTo>
                <a:lnTo>
                  <a:pt x="3900" y="0"/>
                </a:lnTo>
                <a:cubicBezTo>
                  <a:pt x="3976" y="0"/>
                  <a:pt x="4036" y="29"/>
                  <a:pt x="4036" y="64"/>
                </a:cubicBezTo>
                <a:lnTo>
                  <a:pt x="4036" y="5229"/>
                </a:lnTo>
                <a:cubicBezTo>
                  <a:pt x="4036" y="5264"/>
                  <a:pt x="3976" y="5292"/>
                  <a:pt x="3900" y="5292"/>
                </a:cubicBezTo>
                <a:lnTo>
                  <a:pt x="136" y="5292"/>
                </a:lnTo>
                <a:cubicBezTo>
                  <a:pt x="60" y="5292"/>
                  <a:pt x="0" y="5264"/>
                  <a:pt x="0" y="5229"/>
                </a:cubicBezTo>
                <a:lnTo>
                  <a:pt x="0" y="64"/>
                </a:lnTo>
                <a:cubicBezTo>
                  <a:pt x="0" y="29"/>
                  <a:pt x="60" y="0"/>
                  <a:pt x="136" y="0"/>
                </a:cubicBezTo>
                <a:close/>
              </a:path>
            </a:pathLst>
          </a:custGeom>
          <a:solidFill>
            <a:srgbClr val="dae8fc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8037360" y="2426400"/>
            <a:ext cx="1452960" cy="1905120"/>
          </a:xfrm>
          <a:custGeom>
            <a:avLst/>
            <a:gdLst/>
            <a:ahLst/>
            <a:rect l="0" t="0" r="r" b="b"/>
            <a:pathLst>
              <a:path w="4036" h="5292">
                <a:moveTo>
                  <a:pt x="136" y="0"/>
                </a:moveTo>
                <a:lnTo>
                  <a:pt x="3900" y="0"/>
                </a:lnTo>
                <a:cubicBezTo>
                  <a:pt x="3976" y="0"/>
                  <a:pt x="4036" y="29"/>
                  <a:pt x="4036" y="64"/>
                </a:cubicBezTo>
                <a:lnTo>
                  <a:pt x="4036" y="5229"/>
                </a:lnTo>
                <a:cubicBezTo>
                  <a:pt x="4036" y="5264"/>
                  <a:pt x="3976" y="5292"/>
                  <a:pt x="3900" y="5292"/>
                </a:cubicBezTo>
                <a:lnTo>
                  <a:pt x="136" y="5292"/>
                </a:lnTo>
                <a:cubicBezTo>
                  <a:pt x="60" y="5292"/>
                  <a:pt x="0" y="5264"/>
                  <a:pt x="0" y="5229"/>
                </a:cubicBezTo>
                <a:lnTo>
                  <a:pt x="0" y="64"/>
                </a:lnTo>
                <a:cubicBezTo>
                  <a:pt x="0" y="29"/>
                  <a:pt x="60" y="0"/>
                  <a:pt x="136" y="0"/>
                </a:cubicBezTo>
                <a:close/>
              </a:path>
            </a:pathLst>
          </a:custGeom>
          <a:noFill/>
          <a:ln cap="rnd" w="30600">
            <a:solidFill>
              <a:srgbClr val="6c8ebf"/>
            </a:solidFill>
            <a:round/>
          </a:ln>
        </p:spPr>
        <p:txBody>
          <a:bodyPr lIns="105120" rIns="105120" tIns="60120" bIns="60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5718960" y="1288800"/>
            <a:ext cx="3399480" cy="2191320"/>
          </a:xfrm>
          <a:custGeom>
            <a:avLst/>
            <a:gdLst/>
            <a:ahLst/>
            <a:rect l="0" t="0" r="r" b="b"/>
            <a:pathLst>
              <a:path w="9443" h="6087">
                <a:moveTo>
                  <a:pt x="7694" y="5973"/>
                </a:moveTo>
                <a:cubicBezTo>
                  <a:pt x="7694" y="6007"/>
                  <a:pt x="7699" y="6029"/>
                  <a:pt x="7708" y="6038"/>
                </a:cubicBezTo>
                <a:cubicBezTo>
                  <a:pt x="7718" y="6046"/>
                  <a:pt x="7741" y="6050"/>
                  <a:pt x="7778" y="6051"/>
                </a:cubicBezTo>
                <a:cubicBezTo>
                  <a:pt x="7780" y="6054"/>
                  <a:pt x="7781" y="6060"/>
                  <a:pt x="7781" y="6067"/>
                </a:cubicBezTo>
                <a:cubicBezTo>
                  <a:pt x="7782" y="6074"/>
                  <a:pt x="7781" y="6078"/>
                  <a:pt x="7778" y="6079"/>
                </a:cubicBezTo>
                <a:cubicBezTo>
                  <a:pt x="7719" y="6078"/>
                  <a:pt x="7680" y="6078"/>
                  <a:pt x="7658" y="6078"/>
                </a:cubicBezTo>
                <a:cubicBezTo>
                  <a:pt x="7633" y="6078"/>
                  <a:pt x="7593" y="6078"/>
                  <a:pt x="7537" y="6079"/>
                </a:cubicBezTo>
                <a:cubicBezTo>
                  <a:pt x="7534" y="6078"/>
                  <a:pt x="7533" y="6074"/>
                  <a:pt x="7533" y="6067"/>
                </a:cubicBezTo>
                <a:cubicBezTo>
                  <a:pt x="7533" y="6060"/>
                  <a:pt x="7534" y="6054"/>
                  <a:pt x="7537" y="6051"/>
                </a:cubicBezTo>
                <a:cubicBezTo>
                  <a:pt x="7572" y="6050"/>
                  <a:pt x="7595" y="6046"/>
                  <a:pt x="7605" y="6038"/>
                </a:cubicBezTo>
                <a:cubicBezTo>
                  <a:pt x="7615" y="6029"/>
                  <a:pt x="7620" y="6007"/>
                  <a:pt x="7620" y="5973"/>
                </a:cubicBezTo>
                <a:lnTo>
                  <a:pt x="7620" y="5640"/>
                </a:lnTo>
                <a:cubicBezTo>
                  <a:pt x="7620" y="5611"/>
                  <a:pt x="7617" y="5590"/>
                  <a:pt x="7611" y="5576"/>
                </a:cubicBezTo>
                <a:cubicBezTo>
                  <a:pt x="7605" y="5562"/>
                  <a:pt x="7595" y="5554"/>
                  <a:pt x="7579" y="5554"/>
                </a:cubicBezTo>
                <a:lnTo>
                  <a:pt x="7537" y="5554"/>
                </a:lnTo>
                <a:cubicBezTo>
                  <a:pt x="7507" y="5554"/>
                  <a:pt x="7483" y="5561"/>
                  <a:pt x="7463" y="5575"/>
                </a:cubicBezTo>
                <a:cubicBezTo>
                  <a:pt x="7444" y="5588"/>
                  <a:pt x="7431" y="5611"/>
                  <a:pt x="7423" y="5645"/>
                </a:cubicBezTo>
                <a:cubicBezTo>
                  <a:pt x="7410" y="5645"/>
                  <a:pt x="7401" y="5644"/>
                  <a:pt x="7393" y="5641"/>
                </a:cubicBezTo>
                <a:cubicBezTo>
                  <a:pt x="7405" y="5592"/>
                  <a:pt x="7412" y="5550"/>
                  <a:pt x="7415" y="5516"/>
                </a:cubicBezTo>
                <a:cubicBezTo>
                  <a:pt x="7415" y="5514"/>
                  <a:pt x="7417" y="5513"/>
                  <a:pt x="7419" y="5513"/>
                </a:cubicBezTo>
                <a:cubicBezTo>
                  <a:pt x="7477" y="5518"/>
                  <a:pt x="7544" y="5520"/>
                  <a:pt x="7620" y="5520"/>
                </a:cubicBezTo>
                <a:lnTo>
                  <a:pt x="7694" y="5520"/>
                </a:lnTo>
                <a:cubicBezTo>
                  <a:pt x="7771" y="5520"/>
                  <a:pt x="7836" y="5518"/>
                  <a:pt x="7889" y="5513"/>
                </a:cubicBezTo>
                <a:cubicBezTo>
                  <a:pt x="7891" y="5513"/>
                  <a:pt x="7891" y="5514"/>
                  <a:pt x="7891" y="5516"/>
                </a:cubicBezTo>
                <a:cubicBezTo>
                  <a:pt x="7891" y="5554"/>
                  <a:pt x="7895" y="5595"/>
                  <a:pt x="7902" y="5639"/>
                </a:cubicBezTo>
                <a:cubicBezTo>
                  <a:pt x="7896" y="5641"/>
                  <a:pt x="7886" y="5642"/>
                  <a:pt x="7873" y="5642"/>
                </a:cubicBezTo>
                <a:cubicBezTo>
                  <a:pt x="7866" y="5611"/>
                  <a:pt x="7852" y="5588"/>
                  <a:pt x="7833" y="5575"/>
                </a:cubicBezTo>
                <a:cubicBezTo>
                  <a:pt x="7813" y="5561"/>
                  <a:pt x="7786" y="5554"/>
                  <a:pt x="7753" y="5554"/>
                </a:cubicBezTo>
                <a:lnTo>
                  <a:pt x="7734" y="5554"/>
                </a:lnTo>
                <a:cubicBezTo>
                  <a:pt x="7719" y="5554"/>
                  <a:pt x="7708" y="5562"/>
                  <a:pt x="7703" y="5576"/>
                </a:cubicBezTo>
                <a:cubicBezTo>
                  <a:pt x="7697" y="5590"/>
                  <a:pt x="7694" y="5612"/>
                  <a:pt x="7694" y="5642"/>
                </a:cubicBezTo>
                <a:lnTo>
                  <a:pt x="7694" y="5973"/>
                </a:lnTo>
                <a:moveTo>
                  <a:pt x="7985" y="5559"/>
                </a:moveTo>
                <a:cubicBezTo>
                  <a:pt x="7985" y="5549"/>
                  <a:pt x="7990" y="5540"/>
                  <a:pt x="8000" y="5532"/>
                </a:cubicBezTo>
                <a:cubicBezTo>
                  <a:pt x="8010" y="5523"/>
                  <a:pt x="8019" y="5519"/>
                  <a:pt x="8029" y="5519"/>
                </a:cubicBezTo>
                <a:cubicBezTo>
                  <a:pt x="8040" y="5519"/>
                  <a:pt x="8050" y="5524"/>
                  <a:pt x="8058" y="5533"/>
                </a:cubicBezTo>
                <a:cubicBezTo>
                  <a:pt x="8066" y="5543"/>
                  <a:pt x="8071" y="5552"/>
                  <a:pt x="8071" y="5563"/>
                </a:cubicBezTo>
                <a:cubicBezTo>
                  <a:pt x="8071" y="5573"/>
                  <a:pt x="8066" y="5582"/>
                  <a:pt x="8057" y="5591"/>
                </a:cubicBezTo>
                <a:cubicBezTo>
                  <a:pt x="8048" y="5600"/>
                  <a:pt x="8038" y="5604"/>
                  <a:pt x="8027" y="5604"/>
                </a:cubicBezTo>
                <a:cubicBezTo>
                  <a:pt x="8016" y="5604"/>
                  <a:pt x="8006" y="5600"/>
                  <a:pt x="7997" y="5591"/>
                </a:cubicBezTo>
                <a:cubicBezTo>
                  <a:pt x="7989" y="5581"/>
                  <a:pt x="7985" y="5571"/>
                  <a:pt x="7985" y="5559"/>
                </a:cubicBezTo>
                <a:moveTo>
                  <a:pt x="8063" y="5973"/>
                </a:moveTo>
                <a:cubicBezTo>
                  <a:pt x="8063" y="6007"/>
                  <a:pt x="8066" y="6028"/>
                  <a:pt x="8073" y="6036"/>
                </a:cubicBezTo>
                <a:cubicBezTo>
                  <a:pt x="8080" y="6045"/>
                  <a:pt x="8098" y="6050"/>
                  <a:pt x="8126" y="6051"/>
                </a:cubicBezTo>
                <a:cubicBezTo>
                  <a:pt x="8128" y="6054"/>
                  <a:pt x="8129" y="6060"/>
                  <a:pt x="8129" y="6067"/>
                </a:cubicBezTo>
                <a:cubicBezTo>
                  <a:pt x="8129" y="6074"/>
                  <a:pt x="8128" y="6078"/>
                  <a:pt x="8126" y="6079"/>
                </a:cubicBezTo>
                <a:cubicBezTo>
                  <a:pt x="8076" y="6078"/>
                  <a:pt x="8044" y="6078"/>
                  <a:pt x="8029" y="6078"/>
                </a:cubicBezTo>
                <a:cubicBezTo>
                  <a:pt x="8013" y="6078"/>
                  <a:pt x="7981" y="6078"/>
                  <a:pt x="7932" y="6079"/>
                </a:cubicBezTo>
                <a:cubicBezTo>
                  <a:pt x="7930" y="6078"/>
                  <a:pt x="7929" y="6074"/>
                  <a:pt x="7929" y="6067"/>
                </a:cubicBezTo>
                <a:cubicBezTo>
                  <a:pt x="7929" y="6060"/>
                  <a:pt x="7930" y="6054"/>
                  <a:pt x="7932" y="6051"/>
                </a:cubicBezTo>
                <a:cubicBezTo>
                  <a:pt x="7960" y="6049"/>
                  <a:pt x="7977" y="6044"/>
                  <a:pt x="7984" y="6036"/>
                </a:cubicBezTo>
                <a:cubicBezTo>
                  <a:pt x="7991" y="6028"/>
                  <a:pt x="7995" y="6007"/>
                  <a:pt x="7995" y="5973"/>
                </a:cubicBezTo>
                <a:lnTo>
                  <a:pt x="7995" y="5804"/>
                </a:lnTo>
                <a:cubicBezTo>
                  <a:pt x="7995" y="5779"/>
                  <a:pt x="7991" y="5764"/>
                  <a:pt x="7985" y="5759"/>
                </a:cubicBezTo>
                <a:cubicBezTo>
                  <a:pt x="7978" y="5752"/>
                  <a:pt x="7963" y="5748"/>
                  <a:pt x="7939" y="5745"/>
                </a:cubicBezTo>
                <a:cubicBezTo>
                  <a:pt x="7935" y="5735"/>
                  <a:pt x="7935" y="5727"/>
                  <a:pt x="7937" y="5721"/>
                </a:cubicBezTo>
                <a:cubicBezTo>
                  <a:pt x="7990" y="5713"/>
                  <a:pt x="8030" y="5705"/>
                  <a:pt x="8056" y="5696"/>
                </a:cubicBezTo>
                <a:cubicBezTo>
                  <a:pt x="8063" y="5696"/>
                  <a:pt x="8067" y="5698"/>
                  <a:pt x="8067" y="5701"/>
                </a:cubicBezTo>
                <a:cubicBezTo>
                  <a:pt x="8067" y="5703"/>
                  <a:pt x="8066" y="5705"/>
                  <a:pt x="8066" y="5708"/>
                </a:cubicBezTo>
                <a:cubicBezTo>
                  <a:pt x="8066" y="5711"/>
                  <a:pt x="8065" y="5716"/>
                  <a:pt x="8065" y="5724"/>
                </a:cubicBezTo>
                <a:cubicBezTo>
                  <a:pt x="8065" y="5732"/>
                  <a:pt x="8064" y="5740"/>
                  <a:pt x="8063" y="5748"/>
                </a:cubicBezTo>
                <a:lnTo>
                  <a:pt x="8063" y="5773"/>
                </a:lnTo>
                <a:lnTo>
                  <a:pt x="8063" y="5800"/>
                </a:lnTo>
                <a:lnTo>
                  <a:pt x="8063" y="5973"/>
                </a:lnTo>
                <a:moveTo>
                  <a:pt x="8222" y="5595"/>
                </a:moveTo>
                <a:cubicBezTo>
                  <a:pt x="8222" y="5576"/>
                  <a:pt x="8222" y="5562"/>
                  <a:pt x="8221" y="5553"/>
                </a:cubicBezTo>
                <a:cubicBezTo>
                  <a:pt x="8220" y="5544"/>
                  <a:pt x="8216" y="5538"/>
                  <a:pt x="8210" y="5533"/>
                </a:cubicBezTo>
                <a:cubicBezTo>
                  <a:pt x="8203" y="5529"/>
                  <a:pt x="8198" y="5526"/>
                  <a:pt x="8195" y="5526"/>
                </a:cubicBezTo>
                <a:cubicBezTo>
                  <a:pt x="8192" y="5525"/>
                  <a:pt x="8182" y="5525"/>
                  <a:pt x="8167" y="5524"/>
                </a:cubicBezTo>
                <a:cubicBezTo>
                  <a:pt x="8160" y="5517"/>
                  <a:pt x="8159" y="5509"/>
                  <a:pt x="8162" y="5498"/>
                </a:cubicBezTo>
                <a:cubicBezTo>
                  <a:pt x="8213" y="5494"/>
                  <a:pt x="8253" y="5486"/>
                  <a:pt x="8283" y="5473"/>
                </a:cubicBezTo>
                <a:cubicBezTo>
                  <a:pt x="8291" y="5473"/>
                  <a:pt x="8294" y="5477"/>
                  <a:pt x="8294" y="5483"/>
                </a:cubicBezTo>
                <a:cubicBezTo>
                  <a:pt x="8292" y="5506"/>
                  <a:pt x="8291" y="5536"/>
                  <a:pt x="8291" y="5574"/>
                </a:cubicBezTo>
                <a:lnTo>
                  <a:pt x="8291" y="5973"/>
                </a:lnTo>
                <a:cubicBezTo>
                  <a:pt x="8291" y="6007"/>
                  <a:pt x="8294" y="6029"/>
                  <a:pt x="8302" y="6038"/>
                </a:cubicBezTo>
                <a:cubicBezTo>
                  <a:pt x="8309" y="6046"/>
                  <a:pt x="8326" y="6050"/>
                  <a:pt x="8353" y="6051"/>
                </a:cubicBezTo>
                <a:cubicBezTo>
                  <a:pt x="8356" y="6054"/>
                  <a:pt x="8357" y="6060"/>
                  <a:pt x="8357" y="6067"/>
                </a:cubicBezTo>
                <a:cubicBezTo>
                  <a:pt x="8357" y="6074"/>
                  <a:pt x="8356" y="6078"/>
                  <a:pt x="8353" y="6079"/>
                </a:cubicBezTo>
                <a:cubicBezTo>
                  <a:pt x="8303" y="6078"/>
                  <a:pt x="8271" y="6078"/>
                  <a:pt x="8256" y="6078"/>
                </a:cubicBezTo>
                <a:cubicBezTo>
                  <a:pt x="8241" y="6078"/>
                  <a:pt x="8209" y="6078"/>
                  <a:pt x="8160" y="6079"/>
                </a:cubicBezTo>
                <a:cubicBezTo>
                  <a:pt x="8157" y="6078"/>
                  <a:pt x="8156" y="6074"/>
                  <a:pt x="8156" y="6067"/>
                </a:cubicBezTo>
                <a:cubicBezTo>
                  <a:pt x="8156" y="6060"/>
                  <a:pt x="8157" y="6054"/>
                  <a:pt x="8160" y="6051"/>
                </a:cubicBezTo>
                <a:cubicBezTo>
                  <a:pt x="8187" y="6050"/>
                  <a:pt x="8204" y="6046"/>
                  <a:pt x="8211" y="6038"/>
                </a:cubicBezTo>
                <a:cubicBezTo>
                  <a:pt x="8218" y="6029"/>
                  <a:pt x="8222" y="6007"/>
                  <a:pt x="8222" y="5973"/>
                </a:cubicBezTo>
                <a:lnTo>
                  <a:pt x="8222" y="5595"/>
                </a:lnTo>
                <a:moveTo>
                  <a:pt x="8475" y="5833"/>
                </a:moveTo>
                <a:lnTo>
                  <a:pt x="8632" y="5831"/>
                </a:lnTo>
                <a:cubicBezTo>
                  <a:pt x="8640" y="5831"/>
                  <a:pt x="8644" y="5827"/>
                  <a:pt x="8644" y="5820"/>
                </a:cubicBezTo>
                <a:cubicBezTo>
                  <a:pt x="8644" y="5786"/>
                  <a:pt x="8637" y="5763"/>
                  <a:pt x="8624" y="5750"/>
                </a:cubicBezTo>
                <a:cubicBezTo>
                  <a:pt x="8609" y="5736"/>
                  <a:pt x="8592" y="5729"/>
                  <a:pt x="8572" y="5729"/>
                </a:cubicBezTo>
                <a:cubicBezTo>
                  <a:pt x="8565" y="5729"/>
                  <a:pt x="8557" y="5730"/>
                  <a:pt x="8550" y="5732"/>
                </a:cubicBezTo>
                <a:cubicBezTo>
                  <a:pt x="8543" y="5734"/>
                  <a:pt x="8534" y="5737"/>
                  <a:pt x="8523" y="5744"/>
                </a:cubicBezTo>
                <a:cubicBezTo>
                  <a:pt x="8512" y="5751"/>
                  <a:pt x="8503" y="5762"/>
                  <a:pt x="8494" y="5777"/>
                </a:cubicBezTo>
                <a:cubicBezTo>
                  <a:pt x="8486" y="5793"/>
                  <a:pt x="8479" y="5811"/>
                  <a:pt x="8475" y="5833"/>
                </a:cubicBezTo>
                <a:moveTo>
                  <a:pt x="8720" y="6011"/>
                </a:moveTo>
                <a:cubicBezTo>
                  <a:pt x="8682" y="6061"/>
                  <a:pt x="8632" y="6087"/>
                  <a:pt x="8572" y="6087"/>
                </a:cubicBezTo>
                <a:cubicBezTo>
                  <a:pt x="8515" y="6087"/>
                  <a:pt x="8471" y="6068"/>
                  <a:pt x="8440" y="6031"/>
                </a:cubicBezTo>
                <a:cubicBezTo>
                  <a:pt x="8413" y="6000"/>
                  <a:pt x="8400" y="5957"/>
                  <a:pt x="8400" y="5903"/>
                </a:cubicBezTo>
                <a:cubicBezTo>
                  <a:pt x="8400" y="5842"/>
                  <a:pt x="8418" y="5793"/>
                  <a:pt x="8455" y="5756"/>
                </a:cubicBezTo>
                <a:cubicBezTo>
                  <a:pt x="8491" y="5719"/>
                  <a:pt x="8531" y="5700"/>
                  <a:pt x="8572" y="5700"/>
                </a:cubicBezTo>
                <a:cubicBezTo>
                  <a:pt x="8670" y="5700"/>
                  <a:pt x="8719" y="5750"/>
                  <a:pt x="8719" y="5850"/>
                </a:cubicBezTo>
                <a:cubicBezTo>
                  <a:pt x="8719" y="5860"/>
                  <a:pt x="8713" y="5865"/>
                  <a:pt x="8703" y="5865"/>
                </a:cubicBezTo>
                <a:lnTo>
                  <a:pt x="8473" y="5864"/>
                </a:lnTo>
                <a:cubicBezTo>
                  <a:pt x="8473" y="5912"/>
                  <a:pt x="8482" y="5952"/>
                  <a:pt x="8500" y="5983"/>
                </a:cubicBezTo>
                <a:cubicBezTo>
                  <a:pt x="8525" y="6024"/>
                  <a:pt x="8557" y="6044"/>
                  <a:pt x="8594" y="6044"/>
                </a:cubicBezTo>
                <a:cubicBezTo>
                  <a:pt x="8619" y="6044"/>
                  <a:pt x="8639" y="6041"/>
                  <a:pt x="8654" y="6034"/>
                </a:cubicBezTo>
                <a:cubicBezTo>
                  <a:pt x="8669" y="6027"/>
                  <a:pt x="8685" y="6014"/>
                  <a:pt x="8702" y="5997"/>
                </a:cubicBezTo>
                <a:cubicBezTo>
                  <a:pt x="8712" y="5998"/>
                  <a:pt x="8718" y="6003"/>
                  <a:pt x="8720" y="6011"/>
                </a:cubicBezTo>
                <a:moveTo>
                  <a:pt x="9135" y="5585"/>
                </a:moveTo>
                <a:lnTo>
                  <a:pt x="9135" y="5761"/>
                </a:lnTo>
                <a:lnTo>
                  <a:pt x="9199" y="5761"/>
                </a:lnTo>
                <a:cubicBezTo>
                  <a:pt x="9281" y="5761"/>
                  <a:pt x="9322" y="5728"/>
                  <a:pt x="9322" y="5662"/>
                </a:cubicBezTo>
                <a:cubicBezTo>
                  <a:pt x="9322" y="5622"/>
                  <a:pt x="9311" y="5593"/>
                  <a:pt x="9288" y="5575"/>
                </a:cubicBezTo>
                <a:cubicBezTo>
                  <a:pt x="9266" y="5557"/>
                  <a:pt x="9240" y="5548"/>
                  <a:pt x="9210" y="5548"/>
                </a:cubicBezTo>
                <a:cubicBezTo>
                  <a:pt x="9185" y="5548"/>
                  <a:pt x="9167" y="5549"/>
                  <a:pt x="9157" y="5552"/>
                </a:cubicBezTo>
                <a:cubicBezTo>
                  <a:pt x="9146" y="5554"/>
                  <a:pt x="9140" y="5558"/>
                  <a:pt x="9137" y="5563"/>
                </a:cubicBezTo>
                <a:cubicBezTo>
                  <a:pt x="9136" y="5567"/>
                  <a:pt x="9135" y="5574"/>
                  <a:pt x="9135" y="5585"/>
                </a:cubicBezTo>
                <a:moveTo>
                  <a:pt x="9135" y="5790"/>
                </a:moveTo>
                <a:lnTo>
                  <a:pt x="9135" y="5994"/>
                </a:lnTo>
                <a:cubicBezTo>
                  <a:pt x="9135" y="6032"/>
                  <a:pt x="9159" y="6051"/>
                  <a:pt x="9207" y="6051"/>
                </a:cubicBezTo>
                <a:cubicBezTo>
                  <a:pt x="9268" y="6051"/>
                  <a:pt x="9308" y="6041"/>
                  <a:pt x="9330" y="6020"/>
                </a:cubicBezTo>
                <a:cubicBezTo>
                  <a:pt x="9352" y="6000"/>
                  <a:pt x="9363" y="5972"/>
                  <a:pt x="9363" y="5935"/>
                </a:cubicBezTo>
                <a:cubicBezTo>
                  <a:pt x="9363" y="5893"/>
                  <a:pt x="9348" y="5859"/>
                  <a:pt x="9320" y="5832"/>
                </a:cubicBezTo>
                <a:cubicBezTo>
                  <a:pt x="9292" y="5804"/>
                  <a:pt x="9250" y="5790"/>
                  <a:pt x="9195" y="5790"/>
                </a:cubicBezTo>
                <a:lnTo>
                  <a:pt x="9135" y="5790"/>
                </a:lnTo>
                <a:moveTo>
                  <a:pt x="9098" y="5520"/>
                </a:moveTo>
                <a:lnTo>
                  <a:pt x="9153" y="5520"/>
                </a:lnTo>
                <a:cubicBezTo>
                  <a:pt x="9178" y="5519"/>
                  <a:pt x="9196" y="5519"/>
                  <a:pt x="9206" y="5519"/>
                </a:cubicBezTo>
                <a:cubicBezTo>
                  <a:pt x="9330" y="5519"/>
                  <a:pt x="9392" y="5563"/>
                  <a:pt x="9392" y="5651"/>
                </a:cubicBezTo>
                <a:cubicBezTo>
                  <a:pt x="9392" y="5674"/>
                  <a:pt x="9384" y="5696"/>
                  <a:pt x="9368" y="5717"/>
                </a:cubicBezTo>
                <a:cubicBezTo>
                  <a:pt x="9352" y="5737"/>
                  <a:pt x="9333" y="5753"/>
                  <a:pt x="9310" y="5765"/>
                </a:cubicBezTo>
                <a:lnTo>
                  <a:pt x="9310" y="5767"/>
                </a:lnTo>
                <a:cubicBezTo>
                  <a:pt x="9350" y="5779"/>
                  <a:pt x="9382" y="5797"/>
                  <a:pt x="9407" y="5822"/>
                </a:cubicBezTo>
                <a:cubicBezTo>
                  <a:pt x="9431" y="5848"/>
                  <a:pt x="9443" y="5880"/>
                  <a:pt x="9443" y="5919"/>
                </a:cubicBezTo>
                <a:cubicBezTo>
                  <a:pt x="9443" y="5939"/>
                  <a:pt x="9440" y="5959"/>
                  <a:pt x="9432" y="5976"/>
                </a:cubicBezTo>
                <a:cubicBezTo>
                  <a:pt x="9426" y="5994"/>
                  <a:pt x="9415" y="6012"/>
                  <a:pt x="9399" y="6028"/>
                </a:cubicBezTo>
                <a:cubicBezTo>
                  <a:pt x="9384" y="6043"/>
                  <a:pt x="9361" y="6056"/>
                  <a:pt x="9331" y="6066"/>
                </a:cubicBezTo>
                <a:cubicBezTo>
                  <a:pt x="9301" y="6075"/>
                  <a:pt x="9266" y="6079"/>
                  <a:pt x="9226" y="6079"/>
                </a:cubicBezTo>
                <a:cubicBezTo>
                  <a:pt x="9196" y="6079"/>
                  <a:pt x="9170" y="6079"/>
                  <a:pt x="9147" y="6078"/>
                </a:cubicBezTo>
                <a:lnTo>
                  <a:pt x="9098" y="6078"/>
                </a:lnTo>
                <a:cubicBezTo>
                  <a:pt x="9080" y="6078"/>
                  <a:pt x="9043" y="6078"/>
                  <a:pt x="8986" y="6079"/>
                </a:cubicBezTo>
                <a:cubicBezTo>
                  <a:pt x="8983" y="6078"/>
                  <a:pt x="8982" y="6074"/>
                  <a:pt x="8982" y="6067"/>
                </a:cubicBezTo>
                <a:cubicBezTo>
                  <a:pt x="8982" y="6060"/>
                  <a:pt x="8983" y="6054"/>
                  <a:pt x="8986" y="6051"/>
                </a:cubicBezTo>
                <a:cubicBezTo>
                  <a:pt x="9018" y="6050"/>
                  <a:pt x="9039" y="6046"/>
                  <a:pt x="9048" y="6038"/>
                </a:cubicBezTo>
                <a:cubicBezTo>
                  <a:pt x="9057" y="6029"/>
                  <a:pt x="9062" y="6007"/>
                  <a:pt x="9062" y="5973"/>
                </a:cubicBezTo>
                <a:lnTo>
                  <a:pt x="9062" y="5625"/>
                </a:lnTo>
                <a:cubicBezTo>
                  <a:pt x="9062" y="5591"/>
                  <a:pt x="9057" y="5570"/>
                  <a:pt x="9048" y="5562"/>
                </a:cubicBezTo>
                <a:cubicBezTo>
                  <a:pt x="9039" y="5553"/>
                  <a:pt x="9018" y="5548"/>
                  <a:pt x="8986" y="5547"/>
                </a:cubicBezTo>
                <a:cubicBezTo>
                  <a:pt x="8983" y="5544"/>
                  <a:pt x="8982" y="5540"/>
                  <a:pt x="8982" y="5533"/>
                </a:cubicBezTo>
                <a:cubicBezTo>
                  <a:pt x="8982" y="5526"/>
                  <a:pt x="8983" y="5521"/>
                  <a:pt x="8986" y="5519"/>
                </a:cubicBezTo>
                <a:cubicBezTo>
                  <a:pt x="9044" y="5520"/>
                  <a:pt x="9081" y="5520"/>
                  <a:pt x="9098" y="5520"/>
                </a:cubicBezTo>
                <a:moveTo>
                  <a:pt x="7167" y="499"/>
                </a:moveTo>
                <a:cubicBezTo>
                  <a:pt x="7167" y="534"/>
                  <a:pt x="7171" y="555"/>
                  <a:pt x="7180" y="564"/>
                </a:cubicBezTo>
                <a:cubicBezTo>
                  <a:pt x="7190" y="573"/>
                  <a:pt x="7213" y="577"/>
                  <a:pt x="7250" y="578"/>
                </a:cubicBezTo>
                <a:cubicBezTo>
                  <a:pt x="7253" y="581"/>
                  <a:pt x="7254" y="586"/>
                  <a:pt x="7254" y="594"/>
                </a:cubicBezTo>
                <a:cubicBezTo>
                  <a:pt x="7254" y="600"/>
                  <a:pt x="7253" y="604"/>
                  <a:pt x="7250" y="606"/>
                </a:cubicBezTo>
                <a:cubicBezTo>
                  <a:pt x="7192" y="605"/>
                  <a:pt x="7152" y="605"/>
                  <a:pt x="7130" y="605"/>
                </a:cubicBezTo>
                <a:cubicBezTo>
                  <a:pt x="7106" y="605"/>
                  <a:pt x="7065" y="605"/>
                  <a:pt x="7009" y="606"/>
                </a:cubicBezTo>
                <a:cubicBezTo>
                  <a:pt x="7007" y="604"/>
                  <a:pt x="7005" y="600"/>
                  <a:pt x="7005" y="594"/>
                </a:cubicBezTo>
                <a:cubicBezTo>
                  <a:pt x="7005" y="586"/>
                  <a:pt x="7007" y="581"/>
                  <a:pt x="7009" y="578"/>
                </a:cubicBezTo>
                <a:cubicBezTo>
                  <a:pt x="7045" y="577"/>
                  <a:pt x="7068" y="573"/>
                  <a:pt x="7078" y="564"/>
                </a:cubicBezTo>
                <a:cubicBezTo>
                  <a:pt x="7087" y="555"/>
                  <a:pt x="7092" y="534"/>
                  <a:pt x="7092" y="499"/>
                </a:cubicBezTo>
                <a:lnTo>
                  <a:pt x="7092" y="167"/>
                </a:lnTo>
                <a:cubicBezTo>
                  <a:pt x="7092" y="138"/>
                  <a:pt x="7089" y="117"/>
                  <a:pt x="7084" y="103"/>
                </a:cubicBezTo>
                <a:cubicBezTo>
                  <a:pt x="7078" y="88"/>
                  <a:pt x="7067" y="81"/>
                  <a:pt x="7052" y="81"/>
                </a:cubicBezTo>
                <a:lnTo>
                  <a:pt x="7009" y="81"/>
                </a:lnTo>
                <a:cubicBezTo>
                  <a:pt x="6980" y="81"/>
                  <a:pt x="6955" y="88"/>
                  <a:pt x="6936" y="102"/>
                </a:cubicBezTo>
                <a:cubicBezTo>
                  <a:pt x="6917" y="115"/>
                  <a:pt x="6903" y="138"/>
                  <a:pt x="6895" y="171"/>
                </a:cubicBezTo>
                <a:cubicBezTo>
                  <a:pt x="6883" y="171"/>
                  <a:pt x="6873" y="170"/>
                  <a:pt x="6866" y="168"/>
                </a:cubicBezTo>
                <a:cubicBezTo>
                  <a:pt x="6877" y="118"/>
                  <a:pt x="6885" y="77"/>
                  <a:pt x="6888" y="43"/>
                </a:cubicBezTo>
                <a:cubicBezTo>
                  <a:pt x="6888" y="41"/>
                  <a:pt x="6889" y="39"/>
                  <a:pt x="6892" y="39"/>
                </a:cubicBezTo>
                <a:cubicBezTo>
                  <a:pt x="6949" y="44"/>
                  <a:pt x="7016" y="47"/>
                  <a:pt x="7092" y="47"/>
                </a:cubicBezTo>
                <a:lnTo>
                  <a:pt x="7167" y="47"/>
                </a:lnTo>
                <a:cubicBezTo>
                  <a:pt x="7243" y="47"/>
                  <a:pt x="7308" y="44"/>
                  <a:pt x="7362" y="39"/>
                </a:cubicBezTo>
                <a:cubicBezTo>
                  <a:pt x="7363" y="39"/>
                  <a:pt x="7364" y="41"/>
                  <a:pt x="7364" y="43"/>
                </a:cubicBezTo>
                <a:cubicBezTo>
                  <a:pt x="7364" y="81"/>
                  <a:pt x="7368" y="121"/>
                  <a:pt x="7375" y="165"/>
                </a:cubicBezTo>
                <a:cubicBezTo>
                  <a:pt x="7368" y="168"/>
                  <a:pt x="7358" y="169"/>
                  <a:pt x="7346" y="169"/>
                </a:cubicBezTo>
                <a:cubicBezTo>
                  <a:pt x="7338" y="137"/>
                  <a:pt x="7325" y="115"/>
                  <a:pt x="7305" y="102"/>
                </a:cubicBezTo>
                <a:cubicBezTo>
                  <a:pt x="7286" y="88"/>
                  <a:pt x="7259" y="81"/>
                  <a:pt x="7226" y="81"/>
                </a:cubicBezTo>
                <a:lnTo>
                  <a:pt x="7206" y="81"/>
                </a:lnTo>
                <a:cubicBezTo>
                  <a:pt x="7191" y="81"/>
                  <a:pt x="7181" y="88"/>
                  <a:pt x="7176" y="103"/>
                </a:cubicBezTo>
                <a:cubicBezTo>
                  <a:pt x="7170" y="117"/>
                  <a:pt x="7167" y="139"/>
                  <a:pt x="7167" y="169"/>
                </a:cubicBezTo>
                <a:lnTo>
                  <a:pt x="7167" y="499"/>
                </a:lnTo>
                <a:moveTo>
                  <a:pt x="7457" y="86"/>
                </a:moveTo>
                <a:cubicBezTo>
                  <a:pt x="7457" y="76"/>
                  <a:pt x="7462" y="67"/>
                  <a:pt x="7472" y="59"/>
                </a:cubicBezTo>
                <a:cubicBezTo>
                  <a:pt x="7482" y="50"/>
                  <a:pt x="7492" y="45"/>
                  <a:pt x="7501" y="45"/>
                </a:cubicBezTo>
                <a:cubicBezTo>
                  <a:pt x="7513" y="45"/>
                  <a:pt x="7522" y="50"/>
                  <a:pt x="7531" y="60"/>
                </a:cubicBezTo>
                <a:cubicBezTo>
                  <a:pt x="7539" y="69"/>
                  <a:pt x="7543" y="79"/>
                  <a:pt x="7543" y="89"/>
                </a:cubicBezTo>
                <a:cubicBezTo>
                  <a:pt x="7543" y="99"/>
                  <a:pt x="7538" y="109"/>
                  <a:pt x="7530" y="118"/>
                </a:cubicBezTo>
                <a:cubicBezTo>
                  <a:pt x="7520" y="127"/>
                  <a:pt x="7510" y="131"/>
                  <a:pt x="7499" y="131"/>
                </a:cubicBezTo>
                <a:cubicBezTo>
                  <a:pt x="7488" y="131"/>
                  <a:pt x="7478" y="127"/>
                  <a:pt x="7470" y="118"/>
                </a:cubicBezTo>
                <a:cubicBezTo>
                  <a:pt x="7461" y="108"/>
                  <a:pt x="7457" y="97"/>
                  <a:pt x="7457" y="86"/>
                </a:cubicBezTo>
                <a:moveTo>
                  <a:pt x="7536" y="499"/>
                </a:moveTo>
                <a:cubicBezTo>
                  <a:pt x="7536" y="534"/>
                  <a:pt x="7539" y="555"/>
                  <a:pt x="7545" y="563"/>
                </a:cubicBezTo>
                <a:cubicBezTo>
                  <a:pt x="7553" y="571"/>
                  <a:pt x="7570" y="576"/>
                  <a:pt x="7598" y="578"/>
                </a:cubicBezTo>
                <a:cubicBezTo>
                  <a:pt x="7600" y="581"/>
                  <a:pt x="7602" y="586"/>
                  <a:pt x="7602" y="594"/>
                </a:cubicBezTo>
                <a:cubicBezTo>
                  <a:pt x="7602" y="600"/>
                  <a:pt x="7600" y="604"/>
                  <a:pt x="7598" y="606"/>
                </a:cubicBezTo>
                <a:cubicBezTo>
                  <a:pt x="7548" y="605"/>
                  <a:pt x="7516" y="605"/>
                  <a:pt x="7501" y="605"/>
                </a:cubicBezTo>
                <a:cubicBezTo>
                  <a:pt x="7486" y="605"/>
                  <a:pt x="7454" y="605"/>
                  <a:pt x="7405" y="606"/>
                </a:cubicBezTo>
                <a:cubicBezTo>
                  <a:pt x="7402" y="604"/>
                  <a:pt x="7401" y="600"/>
                  <a:pt x="7401" y="594"/>
                </a:cubicBezTo>
                <a:cubicBezTo>
                  <a:pt x="7401" y="586"/>
                  <a:pt x="7402" y="581"/>
                  <a:pt x="7405" y="578"/>
                </a:cubicBezTo>
                <a:cubicBezTo>
                  <a:pt x="7432" y="575"/>
                  <a:pt x="7449" y="570"/>
                  <a:pt x="7456" y="563"/>
                </a:cubicBezTo>
                <a:cubicBezTo>
                  <a:pt x="7463" y="555"/>
                  <a:pt x="7467" y="534"/>
                  <a:pt x="7467" y="499"/>
                </a:cubicBezTo>
                <a:lnTo>
                  <a:pt x="7467" y="331"/>
                </a:lnTo>
                <a:cubicBezTo>
                  <a:pt x="7467" y="306"/>
                  <a:pt x="7464" y="291"/>
                  <a:pt x="7457" y="285"/>
                </a:cubicBezTo>
                <a:cubicBezTo>
                  <a:pt x="7451" y="279"/>
                  <a:pt x="7435" y="274"/>
                  <a:pt x="7411" y="272"/>
                </a:cubicBezTo>
                <a:cubicBezTo>
                  <a:pt x="7407" y="262"/>
                  <a:pt x="7407" y="254"/>
                  <a:pt x="7410" y="247"/>
                </a:cubicBezTo>
                <a:cubicBezTo>
                  <a:pt x="7463" y="240"/>
                  <a:pt x="7502" y="232"/>
                  <a:pt x="7528" y="223"/>
                </a:cubicBezTo>
                <a:cubicBezTo>
                  <a:pt x="7536" y="223"/>
                  <a:pt x="7539" y="225"/>
                  <a:pt x="7539" y="228"/>
                </a:cubicBezTo>
                <a:cubicBezTo>
                  <a:pt x="7539" y="230"/>
                  <a:pt x="7539" y="232"/>
                  <a:pt x="7538" y="235"/>
                </a:cubicBezTo>
                <a:cubicBezTo>
                  <a:pt x="7538" y="238"/>
                  <a:pt x="7537" y="243"/>
                  <a:pt x="7537" y="251"/>
                </a:cubicBezTo>
                <a:cubicBezTo>
                  <a:pt x="7537" y="258"/>
                  <a:pt x="7536" y="266"/>
                  <a:pt x="7536" y="274"/>
                </a:cubicBezTo>
                <a:lnTo>
                  <a:pt x="7536" y="300"/>
                </a:lnTo>
                <a:lnTo>
                  <a:pt x="7536" y="327"/>
                </a:lnTo>
                <a:lnTo>
                  <a:pt x="7536" y="499"/>
                </a:lnTo>
                <a:moveTo>
                  <a:pt x="7695" y="121"/>
                </a:moveTo>
                <a:cubicBezTo>
                  <a:pt x="7695" y="103"/>
                  <a:pt x="7694" y="89"/>
                  <a:pt x="7693" y="80"/>
                </a:cubicBezTo>
                <a:cubicBezTo>
                  <a:pt x="7693" y="71"/>
                  <a:pt x="7689" y="64"/>
                  <a:pt x="7682" y="60"/>
                </a:cubicBezTo>
                <a:cubicBezTo>
                  <a:pt x="7676" y="55"/>
                  <a:pt x="7671" y="53"/>
                  <a:pt x="7668" y="53"/>
                </a:cubicBezTo>
                <a:cubicBezTo>
                  <a:pt x="7664" y="52"/>
                  <a:pt x="7655" y="51"/>
                  <a:pt x="7640" y="50"/>
                </a:cubicBezTo>
                <a:cubicBezTo>
                  <a:pt x="7633" y="44"/>
                  <a:pt x="7631" y="35"/>
                  <a:pt x="7635" y="25"/>
                </a:cubicBezTo>
                <a:cubicBezTo>
                  <a:pt x="7685" y="21"/>
                  <a:pt x="7726" y="12"/>
                  <a:pt x="7756" y="0"/>
                </a:cubicBezTo>
                <a:cubicBezTo>
                  <a:pt x="7763" y="0"/>
                  <a:pt x="7767" y="4"/>
                  <a:pt x="7767" y="10"/>
                </a:cubicBezTo>
                <a:cubicBezTo>
                  <a:pt x="7764" y="33"/>
                  <a:pt x="7763" y="63"/>
                  <a:pt x="7763" y="101"/>
                </a:cubicBezTo>
                <a:lnTo>
                  <a:pt x="7763" y="499"/>
                </a:lnTo>
                <a:cubicBezTo>
                  <a:pt x="7763" y="534"/>
                  <a:pt x="7767" y="555"/>
                  <a:pt x="7774" y="564"/>
                </a:cubicBezTo>
                <a:cubicBezTo>
                  <a:pt x="7782" y="573"/>
                  <a:pt x="7799" y="577"/>
                  <a:pt x="7826" y="578"/>
                </a:cubicBezTo>
                <a:cubicBezTo>
                  <a:pt x="7828" y="581"/>
                  <a:pt x="7829" y="586"/>
                  <a:pt x="7829" y="594"/>
                </a:cubicBezTo>
                <a:cubicBezTo>
                  <a:pt x="7829" y="600"/>
                  <a:pt x="7828" y="604"/>
                  <a:pt x="7826" y="606"/>
                </a:cubicBezTo>
                <a:cubicBezTo>
                  <a:pt x="7776" y="605"/>
                  <a:pt x="7744" y="605"/>
                  <a:pt x="7729" y="605"/>
                </a:cubicBezTo>
                <a:cubicBezTo>
                  <a:pt x="7713" y="605"/>
                  <a:pt x="7681" y="605"/>
                  <a:pt x="7632" y="606"/>
                </a:cubicBezTo>
                <a:cubicBezTo>
                  <a:pt x="7630" y="604"/>
                  <a:pt x="7629" y="600"/>
                  <a:pt x="7629" y="594"/>
                </a:cubicBezTo>
                <a:cubicBezTo>
                  <a:pt x="7629" y="586"/>
                  <a:pt x="7630" y="581"/>
                  <a:pt x="7632" y="578"/>
                </a:cubicBezTo>
                <a:cubicBezTo>
                  <a:pt x="7659" y="577"/>
                  <a:pt x="7676" y="573"/>
                  <a:pt x="7684" y="564"/>
                </a:cubicBezTo>
                <a:cubicBezTo>
                  <a:pt x="7691" y="555"/>
                  <a:pt x="7695" y="534"/>
                  <a:pt x="7695" y="499"/>
                </a:cubicBezTo>
                <a:lnTo>
                  <a:pt x="7695" y="121"/>
                </a:lnTo>
                <a:moveTo>
                  <a:pt x="7948" y="360"/>
                </a:moveTo>
                <a:lnTo>
                  <a:pt x="8105" y="357"/>
                </a:lnTo>
                <a:cubicBezTo>
                  <a:pt x="8113" y="357"/>
                  <a:pt x="8117" y="354"/>
                  <a:pt x="8117" y="346"/>
                </a:cubicBezTo>
                <a:cubicBezTo>
                  <a:pt x="8117" y="313"/>
                  <a:pt x="8110" y="290"/>
                  <a:pt x="8096" y="277"/>
                </a:cubicBezTo>
                <a:cubicBezTo>
                  <a:pt x="8082" y="263"/>
                  <a:pt x="8065" y="256"/>
                  <a:pt x="8045" y="256"/>
                </a:cubicBezTo>
                <a:cubicBezTo>
                  <a:pt x="8037" y="256"/>
                  <a:pt x="8030" y="257"/>
                  <a:pt x="8023" y="258"/>
                </a:cubicBezTo>
                <a:cubicBezTo>
                  <a:pt x="8015" y="260"/>
                  <a:pt x="8006" y="264"/>
                  <a:pt x="7996" y="271"/>
                </a:cubicBezTo>
                <a:cubicBezTo>
                  <a:pt x="7985" y="277"/>
                  <a:pt x="7975" y="288"/>
                  <a:pt x="7966" y="304"/>
                </a:cubicBezTo>
                <a:cubicBezTo>
                  <a:pt x="7958" y="319"/>
                  <a:pt x="7952" y="338"/>
                  <a:pt x="7948" y="360"/>
                </a:cubicBezTo>
                <a:moveTo>
                  <a:pt x="8174" y="524"/>
                </a:moveTo>
                <a:cubicBezTo>
                  <a:pt x="8184" y="525"/>
                  <a:pt x="8190" y="529"/>
                  <a:pt x="8193" y="537"/>
                </a:cubicBezTo>
                <a:cubicBezTo>
                  <a:pt x="8154" y="588"/>
                  <a:pt x="8105" y="613"/>
                  <a:pt x="8045" y="613"/>
                </a:cubicBezTo>
                <a:cubicBezTo>
                  <a:pt x="7987" y="613"/>
                  <a:pt x="7943" y="595"/>
                  <a:pt x="7913" y="558"/>
                </a:cubicBezTo>
                <a:cubicBezTo>
                  <a:pt x="7886" y="526"/>
                  <a:pt x="7872" y="484"/>
                  <a:pt x="7872" y="430"/>
                </a:cubicBezTo>
                <a:cubicBezTo>
                  <a:pt x="7872" y="369"/>
                  <a:pt x="7891" y="320"/>
                  <a:pt x="7927" y="283"/>
                </a:cubicBezTo>
                <a:cubicBezTo>
                  <a:pt x="7964" y="246"/>
                  <a:pt x="8003" y="227"/>
                  <a:pt x="8045" y="227"/>
                </a:cubicBezTo>
                <a:cubicBezTo>
                  <a:pt x="8143" y="227"/>
                  <a:pt x="8192" y="277"/>
                  <a:pt x="8192" y="377"/>
                </a:cubicBezTo>
                <a:cubicBezTo>
                  <a:pt x="8192" y="387"/>
                  <a:pt x="8186" y="392"/>
                  <a:pt x="8176" y="392"/>
                </a:cubicBezTo>
                <a:lnTo>
                  <a:pt x="7946" y="391"/>
                </a:lnTo>
                <a:cubicBezTo>
                  <a:pt x="7946" y="439"/>
                  <a:pt x="7954" y="478"/>
                  <a:pt x="7972" y="509"/>
                </a:cubicBezTo>
                <a:cubicBezTo>
                  <a:pt x="7998" y="550"/>
                  <a:pt x="8029" y="570"/>
                  <a:pt x="8067" y="570"/>
                </a:cubicBezTo>
                <a:cubicBezTo>
                  <a:pt x="8091" y="570"/>
                  <a:pt x="8111" y="567"/>
                  <a:pt x="8127" y="561"/>
                </a:cubicBezTo>
                <a:cubicBezTo>
                  <a:pt x="8142" y="553"/>
                  <a:pt x="8158" y="541"/>
                  <a:pt x="8174" y="524"/>
                </a:cubicBezTo>
                <a:moveTo>
                  <a:pt x="8751" y="613"/>
                </a:moveTo>
                <a:cubicBezTo>
                  <a:pt x="8692" y="613"/>
                  <a:pt x="8641" y="599"/>
                  <a:pt x="8598" y="572"/>
                </a:cubicBezTo>
                <a:cubicBezTo>
                  <a:pt x="8554" y="544"/>
                  <a:pt x="8523" y="509"/>
                  <a:pt x="8504" y="468"/>
                </a:cubicBezTo>
                <a:cubicBezTo>
                  <a:pt x="8484" y="426"/>
                  <a:pt x="8474" y="381"/>
                  <a:pt x="8474" y="332"/>
                </a:cubicBezTo>
                <a:cubicBezTo>
                  <a:pt x="8474" y="239"/>
                  <a:pt x="8505" y="165"/>
                  <a:pt x="8566" y="109"/>
                </a:cubicBezTo>
                <a:cubicBezTo>
                  <a:pt x="8620" y="60"/>
                  <a:pt x="8682" y="36"/>
                  <a:pt x="8752" y="36"/>
                </a:cubicBezTo>
                <a:cubicBezTo>
                  <a:pt x="8794" y="36"/>
                  <a:pt x="8834" y="42"/>
                  <a:pt x="8873" y="55"/>
                </a:cubicBezTo>
                <a:cubicBezTo>
                  <a:pt x="8913" y="67"/>
                  <a:pt x="8936" y="74"/>
                  <a:pt x="8942" y="75"/>
                </a:cubicBezTo>
                <a:cubicBezTo>
                  <a:pt x="8951" y="135"/>
                  <a:pt x="8958" y="180"/>
                  <a:pt x="8961" y="208"/>
                </a:cubicBezTo>
                <a:cubicBezTo>
                  <a:pt x="8950" y="214"/>
                  <a:pt x="8940" y="216"/>
                  <a:pt x="8932" y="213"/>
                </a:cubicBezTo>
                <a:cubicBezTo>
                  <a:pt x="8903" y="116"/>
                  <a:pt x="8839" y="67"/>
                  <a:pt x="8742" y="67"/>
                </a:cubicBezTo>
                <a:cubicBezTo>
                  <a:pt x="8692" y="67"/>
                  <a:pt x="8647" y="93"/>
                  <a:pt x="8605" y="145"/>
                </a:cubicBezTo>
                <a:cubicBezTo>
                  <a:pt x="8589" y="164"/>
                  <a:pt x="8576" y="189"/>
                  <a:pt x="8566" y="218"/>
                </a:cubicBezTo>
                <a:cubicBezTo>
                  <a:pt x="8557" y="247"/>
                  <a:pt x="8553" y="279"/>
                  <a:pt x="8553" y="316"/>
                </a:cubicBezTo>
                <a:cubicBezTo>
                  <a:pt x="8553" y="360"/>
                  <a:pt x="8559" y="402"/>
                  <a:pt x="8573" y="441"/>
                </a:cubicBezTo>
                <a:cubicBezTo>
                  <a:pt x="8587" y="479"/>
                  <a:pt x="8609" y="512"/>
                  <a:pt x="8641" y="539"/>
                </a:cubicBezTo>
                <a:cubicBezTo>
                  <a:pt x="8672" y="565"/>
                  <a:pt x="8708" y="578"/>
                  <a:pt x="8751" y="578"/>
                </a:cubicBezTo>
                <a:cubicBezTo>
                  <a:pt x="8791" y="578"/>
                  <a:pt x="8826" y="570"/>
                  <a:pt x="8857" y="556"/>
                </a:cubicBezTo>
                <a:cubicBezTo>
                  <a:pt x="8889" y="541"/>
                  <a:pt x="8920" y="517"/>
                  <a:pt x="8951" y="484"/>
                </a:cubicBezTo>
                <a:cubicBezTo>
                  <a:pt x="8959" y="484"/>
                  <a:pt x="8966" y="488"/>
                  <a:pt x="8971" y="497"/>
                </a:cubicBezTo>
                <a:cubicBezTo>
                  <a:pt x="8911" y="575"/>
                  <a:pt x="8838" y="613"/>
                  <a:pt x="8751" y="613"/>
                </a:cubicBezTo>
                <a:moveTo>
                  <a:pt x="302" y="499"/>
                </a:moveTo>
                <a:cubicBezTo>
                  <a:pt x="302" y="534"/>
                  <a:pt x="306" y="555"/>
                  <a:pt x="315" y="564"/>
                </a:cubicBezTo>
                <a:cubicBezTo>
                  <a:pt x="325" y="573"/>
                  <a:pt x="348" y="577"/>
                  <a:pt x="385" y="578"/>
                </a:cubicBezTo>
                <a:cubicBezTo>
                  <a:pt x="387" y="581"/>
                  <a:pt x="388" y="586"/>
                  <a:pt x="388" y="594"/>
                </a:cubicBezTo>
                <a:cubicBezTo>
                  <a:pt x="389" y="600"/>
                  <a:pt x="388" y="604"/>
                  <a:pt x="385" y="606"/>
                </a:cubicBezTo>
                <a:cubicBezTo>
                  <a:pt x="327" y="605"/>
                  <a:pt x="287" y="605"/>
                  <a:pt x="265" y="605"/>
                </a:cubicBezTo>
                <a:cubicBezTo>
                  <a:pt x="240" y="605"/>
                  <a:pt x="200" y="605"/>
                  <a:pt x="144" y="606"/>
                </a:cubicBezTo>
                <a:cubicBezTo>
                  <a:pt x="141" y="604"/>
                  <a:pt x="140" y="600"/>
                  <a:pt x="140" y="594"/>
                </a:cubicBezTo>
                <a:cubicBezTo>
                  <a:pt x="140" y="586"/>
                  <a:pt x="141" y="581"/>
                  <a:pt x="144" y="578"/>
                </a:cubicBezTo>
                <a:cubicBezTo>
                  <a:pt x="179" y="577"/>
                  <a:pt x="202" y="573"/>
                  <a:pt x="212" y="564"/>
                </a:cubicBezTo>
                <a:cubicBezTo>
                  <a:pt x="222" y="555"/>
                  <a:pt x="227" y="534"/>
                  <a:pt x="227" y="499"/>
                </a:cubicBezTo>
                <a:lnTo>
                  <a:pt x="227" y="167"/>
                </a:lnTo>
                <a:cubicBezTo>
                  <a:pt x="227" y="138"/>
                  <a:pt x="224" y="117"/>
                  <a:pt x="218" y="103"/>
                </a:cubicBezTo>
                <a:cubicBezTo>
                  <a:pt x="212" y="88"/>
                  <a:pt x="202" y="81"/>
                  <a:pt x="186" y="81"/>
                </a:cubicBezTo>
                <a:lnTo>
                  <a:pt x="144" y="81"/>
                </a:lnTo>
                <a:cubicBezTo>
                  <a:pt x="114" y="81"/>
                  <a:pt x="90" y="88"/>
                  <a:pt x="70" y="102"/>
                </a:cubicBezTo>
                <a:cubicBezTo>
                  <a:pt x="51" y="115"/>
                  <a:pt x="38" y="138"/>
                  <a:pt x="30" y="171"/>
                </a:cubicBezTo>
                <a:cubicBezTo>
                  <a:pt x="18" y="171"/>
                  <a:pt x="8" y="170"/>
                  <a:pt x="0" y="168"/>
                </a:cubicBezTo>
                <a:cubicBezTo>
                  <a:pt x="12" y="118"/>
                  <a:pt x="19" y="77"/>
                  <a:pt x="23" y="43"/>
                </a:cubicBezTo>
                <a:cubicBezTo>
                  <a:pt x="23" y="41"/>
                  <a:pt x="24" y="39"/>
                  <a:pt x="26" y="39"/>
                </a:cubicBezTo>
                <a:cubicBezTo>
                  <a:pt x="84" y="44"/>
                  <a:pt x="151" y="47"/>
                  <a:pt x="227" y="47"/>
                </a:cubicBezTo>
                <a:lnTo>
                  <a:pt x="302" y="47"/>
                </a:lnTo>
                <a:cubicBezTo>
                  <a:pt x="378" y="47"/>
                  <a:pt x="443" y="44"/>
                  <a:pt x="496" y="39"/>
                </a:cubicBezTo>
                <a:cubicBezTo>
                  <a:pt x="498" y="39"/>
                  <a:pt x="499" y="41"/>
                  <a:pt x="499" y="43"/>
                </a:cubicBezTo>
                <a:cubicBezTo>
                  <a:pt x="499" y="81"/>
                  <a:pt x="502" y="121"/>
                  <a:pt x="510" y="165"/>
                </a:cubicBezTo>
                <a:cubicBezTo>
                  <a:pt x="503" y="168"/>
                  <a:pt x="493" y="169"/>
                  <a:pt x="480" y="169"/>
                </a:cubicBezTo>
                <a:cubicBezTo>
                  <a:pt x="473" y="137"/>
                  <a:pt x="459" y="115"/>
                  <a:pt x="440" y="102"/>
                </a:cubicBezTo>
                <a:cubicBezTo>
                  <a:pt x="420" y="88"/>
                  <a:pt x="394" y="81"/>
                  <a:pt x="360" y="81"/>
                </a:cubicBezTo>
                <a:lnTo>
                  <a:pt x="341" y="81"/>
                </a:lnTo>
                <a:cubicBezTo>
                  <a:pt x="326" y="81"/>
                  <a:pt x="316" y="88"/>
                  <a:pt x="310" y="103"/>
                </a:cubicBezTo>
                <a:cubicBezTo>
                  <a:pt x="304" y="117"/>
                  <a:pt x="302" y="139"/>
                  <a:pt x="302" y="169"/>
                </a:cubicBezTo>
                <a:lnTo>
                  <a:pt x="302" y="499"/>
                </a:lnTo>
                <a:moveTo>
                  <a:pt x="592" y="86"/>
                </a:moveTo>
                <a:cubicBezTo>
                  <a:pt x="592" y="76"/>
                  <a:pt x="597" y="67"/>
                  <a:pt x="607" y="59"/>
                </a:cubicBezTo>
                <a:cubicBezTo>
                  <a:pt x="616" y="50"/>
                  <a:pt x="626" y="45"/>
                  <a:pt x="636" y="45"/>
                </a:cubicBezTo>
                <a:cubicBezTo>
                  <a:pt x="647" y="45"/>
                  <a:pt x="657" y="50"/>
                  <a:pt x="665" y="60"/>
                </a:cubicBezTo>
                <a:cubicBezTo>
                  <a:pt x="673" y="69"/>
                  <a:pt x="678" y="79"/>
                  <a:pt x="678" y="89"/>
                </a:cubicBezTo>
                <a:cubicBezTo>
                  <a:pt x="678" y="99"/>
                  <a:pt x="673" y="109"/>
                  <a:pt x="664" y="118"/>
                </a:cubicBezTo>
                <a:cubicBezTo>
                  <a:pt x="655" y="127"/>
                  <a:pt x="645" y="131"/>
                  <a:pt x="633" y="131"/>
                </a:cubicBezTo>
                <a:cubicBezTo>
                  <a:pt x="623" y="131"/>
                  <a:pt x="613" y="127"/>
                  <a:pt x="604" y="118"/>
                </a:cubicBezTo>
                <a:cubicBezTo>
                  <a:pt x="596" y="108"/>
                  <a:pt x="592" y="97"/>
                  <a:pt x="592" y="86"/>
                </a:cubicBezTo>
                <a:moveTo>
                  <a:pt x="670" y="499"/>
                </a:moveTo>
                <a:cubicBezTo>
                  <a:pt x="670" y="534"/>
                  <a:pt x="673" y="555"/>
                  <a:pt x="680" y="563"/>
                </a:cubicBezTo>
                <a:cubicBezTo>
                  <a:pt x="687" y="571"/>
                  <a:pt x="705" y="576"/>
                  <a:pt x="733" y="578"/>
                </a:cubicBezTo>
                <a:cubicBezTo>
                  <a:pt x="735" y="581"/>
                  <a:pt x="736" y="586"/>
                  <a:pt x="736" y="594"/>
                </a:cubicBezTo>
                <a:cubicBezTo>
                  <a:pt x="736" y="600"/>
                  <a:pt x="735" y="604"/>
                  <a:pt x="733" y="606"/>
                </a:cubicBezTo>
                <a:cubicBezTo>
                  <a:pt x="683" y="605"/>
                  <a:pt x="651" y="605"/>
                  <a:pt x="636" y="605"/>
                </a:cubicBezTo>
                <a:cubicBezTo>
                  <a:pt x="620" y="605"/>
                  <a:pt x="588" y="605"/>
                  <a:pt x="539" y="606"/>
                </a:cubicBezTo>
                <a:cubicBezTo>
                  <a:pt x="537" y="604"/>
                  <a:pt x="536" y="600"/>
                  <a:pt x="536" y="594"/>
                </a:cubicBezTo>
                <a:cubicBezTo>
                  <a:pt x="536" y="586"/>
                  <a:pt x="537" y="581"/>
                  <a:pt x="539" y="578"/>
                </a:cubicBezTo>
                <a:cubicBezTo>
                  <a:pt x="567" y="575"/>
                  <a:pt x="584" y="570"/>
                  <a:pt x="591" y="563"/>
                </a:cubicBezTo>
                <a:cubicBezTo>
                  <a:pt x="598" y="555"/>
                  <a:pt x="602" y="534"/>
                  <a:pt x="602" y="499"/>
                </a:cubicBezTo>
                <a:lnTo>
                  <a:pt x="602" y="331"/>
                </a:lnTo>
                <a:cubicBezTo>
                  <a:pt x="602" y="306"/>
                  <a:pt x="598" y="291"/>
                  <a:pt x="592" y="285"/>
                </a:cubicBezTo>
                <a:cubicBezTo>
                  <a:pt x="585" y="279"/>
                  <a:pt x="570" y="274"/>
                  <a:pt x="545" y="272"/>
                </a:cubicBezTo>
                <a:cubicBezTo>
                  <a:pt x="542" y="262"/>
                  <a:pt x="542" y="254"/>
                  <a:pt x="544" y="247"/>
                </a:cubicBezTo>
                <a:cubicBezTo>
                  <a:pt x="597" y="240"/>
                  <a:pt x="637" y="232"/>
                  <a:pt x="663" y="223"/>
                </a:cubicBezTo>
                <a:cubicBezTo>
                  <a:pt x="670" y="223"/>
                  <a:pt x="674" y="225"/>
                  <a:pt x="674" y="228"/>
                </a:cubicBezTo>
                <a:cubicBezTo>
                  <a:pt x="674" y="230"/>
                  <a:pt x="673" y="232"/>
                  <a:pt x="673" y="235"/>
                </a:cubicBezTo>
                <a:cubicBezTo>
                  <a:pt x="673" y="238"/>
                  <a:pt x="672" y="243"/>
                  <a:pt x="671" y="251"/>
                </a:cubicBezTo>
                <a:cubicBezTo>
                  <a:pt x="671" y="258"/>
                  <a:pt x="671" y="266"/>
                  <a:pt x="670" y="274"/>
                </a:cubicBezTo>
                <a:lnTo>
                  <a:pt x="670" y="300"/>
                </a:lnTo>
                <a:lnTo>
                  <a:pt x="670" y="327"/>
                </a:lnTo>
                <a:lnTo>
                  <a:pt x="670" y="499"/>
                </a:lnTo>
                <a:moveTo>
                  <a:pt x="829" y="121"/>
                </a:moveTo>
                <a:cubicBezTo>
                  <a:pt x="829" y="103"/>
                  <a:pt x="829" y="89"/>
                  <a:pt x="828" y="80"/>
                </a:cubicBezTo>
                <a:cubicBezTo>
                  <a:pt x="827" y="71"/>
                  <a:pt x="823" y="64"/>
                  <a:pt x="817" y="60"/>
                </a:cubicBezTo>
                <a:cubicBezTo>
                  <a:pt x="810" y="55"/>
                  <a:pt x="805" y="53"/>
                  <a:pt x="802" y="53"/>
                </a:cubicBezTo>
                <a:cubicBezTo>
                  <a:pt x="799" y="52"/>
                  <a:pt x="789" y="51"/>
                  <a:pt x="774" y="50"/>
                </a:cubicBezTo>
                <a:cubicBezTo>
                  <a:pt x="767" y="44"/>
                  <a:pt x="766" y="35"/>
                  <a:pt x="769" y="25"/>
                </a:cubicBezTo>
                <a:cubicBezTo>
                  <a:pt x="820" y="21"/>
                  <a:pt x="860" y="12"/>
                  <a:pt x="890" y="0"/>
                </a:cubicBezTo>
                <a:cubicBezTo>
                  <a:pt x="898" y="0"/>
                  <a:pt x="901" y="4"/>
                  <a:pt x="901" y="10"/>
                </a:cubicBezTo>
                <a:cubicBezTo>
                  <a:pt x="899" y="33"/>
                  <a:pt x="898" y="63"/>
                  <a:pt x="898" y="101"/>
                </a:cubicBezTo>
                <a:lnTo>
                  <a:pt x="898" y="499"/>
                </a:lnTo>
                <a:cubicBezTo>
                  <a:pt x="898" y="534"/>
                  <a:pt x="901" y="555"/>
                  <a:pt x="909" y="564"/>
                </a:cubicBezTo>
                <a:cubicBezTo>
                  <a:pt x="916" y="573"/>
                  <a:pt x="933" y="577"/>
                  <a:pt x="960" y="578"/>
                </a:cubicBezTo>
                <a:cubicBezTo>
                  <a:pt x="963" y="581"/>
                  <a:pt x="964" y="586"/>
                  <a:pt x="964" y="594"/>
                </a:cubicBezTo>
                <a:cubicBezTo>
                  <a:pt x="964" y="600"/>
                  <a:pt x="963" y="604"/>
                  <a:pt x="960" y="606"/>
                </a:cubicBezTo>
                <a:cubicBezTo>
                  <a:pt x="910" y="605"/>
                  <a:pt x="878" y="605"/>
                  <a:pt x="864" y="605"/>
                </a:cubicBezTo>
                <a:cubicBezTo>
                  <a:pt x="848" y="605"/>
                  <a:pt x="816" y="605"/>
                  <a:pt x="767" y="606"/>
                </a:cubicBezTo>
                <a:cubicBezTo>
                  <a:pt x="764" y="604"/>
                  <a:pt x="763" y="600"/>
                  <a:pt x="763" y="594"/>
                </a:cubicBezTo>
                <a:cubicBezTo>
                  <a:pt x="763" y="586"/>
                  <a:pt x="764" y="581"/>
                  <a:pt x="767" y="578"/>
                </a:cubicBezTo>
                <a:cubicBezTo>
                  <a:pt x="794" y="577"/>
                  <a:pt x="811" y="573"/>
                  <a:pt x="818" y="564"/>
                </a:cubicBezTo>
                <a:cubicBezTo>
                  <a:pt x="826" y="555"/>
                  <a:pt x="829" y="534"/>
                  <a:pt x="829" y="499"/>
                </a:cubicBezTo>
                <a:lnTo>
                  <a:pt x="829" y="121"/>
                </a:lnTo>
                <a:moveTo>
                  <a:pt x="1083" y="360"/>
                </a:moveTo>
                <a:lnTo>
                  <a:pt x="1239" y="357"/>
                </a:lnTo>
                <a:cubicBezTo>
                  <a:pt x="1247" y="357"/>
                  <a:pt x="1251" y="354"/>
                  <a:pt x="1251" y="346"/>
                </a:cubicBezTo>
                <a:cubicBezTo>
                  <a:pt x="1251" y="313"/>
                  <a:pt x="1244" y="290"/>
                  <a:pt x="1231" y="277"/>
                </a:cubicBezTo>
                <a:cubicBezTo>
                  <a:pt x="1217" y="263"/>
                  <a:pt x="1199" y="256"/>
                  <a:pt x="1179" y="256"/>
                </a:cubicBezTo>
                <a:cubicBezTo>
                  <a:pt x="1172" y="256"/>
                  <a:pt x="1165" y="257"/>
                  <a:pt x="1157" y="258"/>
                </a:cubicBezTo>
                <a:cubicBezTo>
                  <a:pt x="1150" y="260"/>
                  <a:pt x="1141" y="264"/>
                  <a:pt x="1130" y="271"/>
                </a:cubicBezTo>
                <a:cubicBezTo>
                  <a:pt x="1120" y="277"/>
                  <a:pt x="1110" y="288"/>
                  <a:pt x="1101" y="304"/>
                </a:cubicBezTo>
                <a:cubicBezTo>
                  <a:pt x="1093" y="319"/>
                  <a:pt x="1087" y="338"/>
                  <a:pt x="1083" y="360"/>
                </a:cubicBezTo>
                <a:moveTo>
                  <a:pt x="1309" y="524"/>
                </a:moveTo>
                <a:cubicBezTo>
                  <a:pt x="1319" y="525"/>
                  <a:pt x="1325" y="529"/>
                  <a:pt x="1327" y="537"/>
                </a:cubicBezTo>
                <a:cubicBezTo>
                  <a:pt x="1289" y="588"/>
                  <a:pt x="1240" y="613"/>
                  <a:pt x="1179" y="613"/>
                </a:cubicBezTo>
                <a:cubicBezTo>
                  <a:pt x="1122" y="613"/>
                  <a:pt x="1078" y="595"/>
                  <a:pt x="1047" y="558"/>
                </a:cubicBezTo>
                <a:cubicBezTo>
                  <a:pt x="1020" y="526"/>
                  <a:pt x="1007" y="484"/>
                  <a:pt x="1007" y="430"/>
                </a:cubicBezTo>
                <a:cubicBezTo>
                  <a:pt x="1007" y="369"/>
                  <a:pt x="1025" y="320"/>
                  <a:pt x="1062" y="283"/>
                </a:cubicBezTo>
                <a:cubicBezTo>
                  <a:pt x="1098" y="246"/>
                  <a:pt x="1138" y="227"/>
                  <a:pt x="1179" y="227"/>
                </a:cubicBezTo>
                <a:cubicBezTo>
                  <a:pt x="1277" y="227"/>
                  <a:pt x="1326" y="277"/>
                  <a:pt x="1326" y="377"/>
                </a:cubicBezTo>
                <a:cubicBezTo>
                  <a:pt x="1326" y="387"/>
                  <a:pt x="1321" y="392"/>
                  <a:pt x="1310" y="392"/>
                </a:cubicBezTo>
                <a:lnTo>
                  <a:pt x="1080" y="391"/>
                </a:lnTo>
                <a:cubicBezTo>
                  <a:pt x="1080" y="439"/>
                  <a:pt x="1089" y="478"/>
                  <a:pt x="1107" y="509"/>
                </a:cubicBezTo>
                <a:cubicBezTo>
                  <a:pt x="1132" y="550"/>
                  <a:pt x="1164" y="570"/>
                  <a:pt x="1201" y="570"/>
                </a:cubicBezTo>
                <a:cubicBezTo>
                  <a:pt x="1226" y="570"/>
                  <a:pt x="1246" y="567"/>
                  <a:pt x="1261" y="561"/>
                </a:cubicBezTo>
                <a:cubicBezTo>
                  <a:pt x="1277" y="553"/>
                  <a:pt x="1292" y="541"/>
                  <a:pt x="1309" y="524"/>
                </a:cubicBezTo>
                <a:moveTo>
                  <a:pt x="1742" y="532"/>
                </a:moveTo>
                <a:cubicBezTo>
                  <a:pt x="1742" y="548"/>
                  <a:pt x="1748" y="559"/>
                  <a:pt x="1759" y="567"/>
                </a:cubicBezTo>
                <a:cubicBezTo>
                  <a:pt x="1772" y="573"/>
                  <a:pt x="1797" y="577"/>
                  <a:pt x="1836" y="577"/>
                </a:cubicBezTo>
                <a:cubicBezTo>
                  <a:pt x="1869" y="577"/>
                  <a:pt x="1898" y="573"/>
                  <a:pt x="1923" y="567"/>
                </a:cubicBezTo>
                <a:cubicBezTo>
                  <a:pt x="1948" y="560"/>
                  <a:pt x="1972" y="549"/>
                  <a:pt x="1994" y="534"/>
                </a:cubicBezTo>
                <a:cubicBezTo>
                  <a:pt x="2016" y="518"/>
                  <a:pt x="2033" y="496"/>
                  <a:pt x="2044" y="466"/>
                </a:cubicBezTo>
                <a:cubicBezTo>
                  <a:pt x="2057" y="437"/>
                  <a:pt x="2063" y="401"/>
                  <a:pt x="2063" y="359"/>
                </a:cubicBezTo>
                <a:cubicBezTo>
                  <a:pt x="2063" y="324"/>
                  <a:pt x="2058" y="290"/>
                  <a:pt x="2049" y="258"/>
                </a:cubicBezTo>
                <a:cubicBezTo>
                  <a:pt x="2041" y="226"/>
                  <a:pt x="2028" y="195"/>
                  <a:pt x="2009" y="167"/>
                </a:cubicBezTo>
                <a:cubicBezTo>
                  <a:pt x="1991" y="138"/>
                  <a:pt x="1965" y="116"/>
                  <a:pt x="1932" y="99"/>
                </a:cubicBezTo>
                <a:cubicBezTo>
                  <a:pt x="1898" y="83"/>
                  <a:pt x="1859" y="75"/>
                  <a:pt x="1814" y="75"/>
                </a:cubicBezTo>
                <a:cubicBezTo>
                  <a:pt x="1766" y="75"/>
                  <a:pt x="1742" y="89"/>
                  <a:pt x="1742" y="116"/>
                </a:cubicBezTo>
                <a:lnTo>
                  <a:pt x="1742" y="532"/>
                </a:lnTo>
                <a:moveTo>
                  <a:pt x="1705" y="47"/>
                </a:moveTo>
                <a:lnTo>
                  <a:pt x="1768" y="47"/>
                </a:lnTo>
                <a:cubicBezTo>
                  <a:pt x="1800" y="46"/>
                  <a:pt x="1827" y="45"/>
                  <a:pt x="1847" y="45"/>
                </a:cubicBezTo>
                <a:cubicBezTo>
                  <a:pt x="1931" y="45"/>
                  <a:pt x="2001" y="74"/>
                  <a:pt x="2059" y="131"/>
                </a:cubicBezTo>
                <a:cubicBezTo>
                  <a:pt x="2117" y="188"/>
                  <a:pt x="2146" y="257"/>
                  <a:pt x="2146" y="338"/>
                </a:cubicBezTo>
                <a:cubicBezTo>
                  <a:pt x="2146" y="389"/>
                  <a:pt x="2137" y="432"/>
                  <a:pt x="2119" y="469"/>
                </a:cubicBezTo>
                <a:cubicBezTo>
                  <a:pt x="2102" y="506"/>
                  <a:pt x="2079" y="534"/>
                  <a:pt x="2049" y="553"/>
                </a:cubicBezTo>
                <a:cubicBezTo>
                  <a:pt x="2021" y="572"/>
                  <a:pt x="1991" y="586"/>
                  <a:pt x="1960" y="594"/>
                </a:cubicBezTo>
                <a:cubicBezTo>
                  <a:pt x="1929" y="602"/>
                  <a:pt x="1897" y="606"/>
                  <a:pt x="1863" y="606"/>
                </a:cubicBezTo>
                <a:cubicBezTo>
                  <a:pt x="1829" y="606"/>
                  <a:pt x="1795" y="605"/>
                  <a:pt x="1763" y="605"/>
                </a:cubicBezTo>
                <a:lnTo>
                  <a:pt x="1705" y="605"/>
                </a:lnTo>
                <a:cubicBezTo>
                  <a:pt x="1687" y="605"/>
                  <a:pt x="1650" y="605"/>
                  <a:pt x="1593" y="606"/>
                </a:cubicBezTo>
                <a:cubicBezTo>
                  <a:pt x="1590" y="604"/>
                  <a:pt x="1589" y="600"/>
                  <a:pt x="1589" y="594"/>
                </a:cubicBezTo>
                <a:cubicBezTo>
                  <a:pt x="1589" y="586"/>
                  <a:pt x="1590" y="581"/>
                  <a:pt x="1593" y="578"/>
                </a:cubicBezTo>
                <a:cubicBezTo>
                  <a:pt x="1625" y="577"/>
                  <a:pt x="1646" y="573"/>
                  <a:pt x="1655" y="564"/>
                </a:cubicBezTo>
                <a:cubicBezTo>
                  <a:pt x="1664" y="555"/>
                  <a:pt x="1669" y="534"/>
                  <a:pt x="1669" y="499"/>
                </a:cubicBezTo>
                <a:lnTo>
                  <a:pt x="1669" y="152"/>
                </a:lnTo>
                <a:cubicBezTo>
                  <a:pt x="1669" y="118"/>
                  <a:pt x="1664" y="97"/>
                  <a:pt x="1655" y="88"/>
                </a:cubicBezTo>
                <a:cubicBezTo>
                  <a:pt x="1646" y="79"/>
                  <a:pt x="1625" y="75"/>
                  <a:pt x="1593" y="74"/>
                </a:cubicBezTo>
                <a:cubicBezTo>
                  <a:pt x="1590" y="71"/>
                  <a:pt x="1589" y="67"/>
                  <a:pt x="1589" y="60"/>
                </a:cubicBezTo>
                <a:cubicBezTo>
                  <a:pt x="1589" y="53"/>
                  <a:pt x="1590" y="48"/>
                  <a:pt x="1593" y="45"/>
                </a:cubicBezTo>
                <a:cubicBezTo>
                  <a:pt x="1651" y="46"/>
                  <a:pt x="1688" y="47"/>
                  <a:pt x="1705" y="4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6081840" y="1862280"/>
            <a:ext cx="160200" cy="136800"/>
          </a:xfrm>
          <a:custGeom>
            <a:avLst/>
            <a:gdLst/>
            <a:ahLst/>
            <a:rect l="0" t="0" r="r" b="b"/>
            <a:pathLst>
              <a:path w="445" h="380">
                <a:moveTo>
                  <a:pt x="239" y="361"/>
                </a:moveTo>
                <a:lnTo>
                  <a:pt x="12" y="109"/>
                </a:lnTo>
                <a:cubicBezTo>
                  <a:pt x="-14" y="80"/>
                  <a:pt x="4" y="34"/>
                  <a:pt x="43" y="30"/>
                </a:cubicBezTo>
                <a:lnTo>
                  <a:pt x="380" y="0"/>
                </a:lnTo>
                <a:cubicBezTo>
                  <a:pt x="424" y="-3"/>
                  <a:pt x="456" y="40"/>
                  <a:pt x="440" y="80"/>
                </a:cubicBezTo>
                <a:lnTo>
                  <a:pt x="336" y="343"/>
                </a:lnTo>
                <a:cubicBezTo>
                  <a:pt x="320" y="384"/>
                  <a:pt x="267" y="393"/>
                  <a:pt x="239" y="361"/>
                </a:cubicBezTo>
                <a:close/>
              </a:path>
            </a:pathLst>
          </a:custGeom>
          <a:solidFill>
            <a:srgbClr val="b8545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824800" y="3017160"/>
            <a:ext cx="154080" cy="149040"/>
          </a:xfrm>
          <a:custGeom>
            <a:avLst/>
            <a:gdLst/>
            <a:ahLst/>
            <a:rect l="0" t="0" r="r" b="b"/>
            <a:pathLst>
              <a:path w="428" h="414">
                <a:moveTo>
                  <a:pt x="340" y="407"/>
                </a:moveTo>
                <a:lnTo>
                  <a:pt x="27" y="250"/>
                </a:lnTo>
                <a:cubicBezTo>
                  <a:pt x="-9" y="232"/>
                  <a:pt x="-9" y="181"/>
                  <a:pt x="27" y="163"/>
                </a:cubicBezTo>
                <a:lnTo>
                  <a:pt x="340" y="6"/>
                </a:lnTo>
                <a:cubicBezTo>
                  <a:pt x="381" y="-14"/>
                  <a:pt x="428" y="15"/>
                  <a:pt x="428" y="60"/>
                </a:cubicBezTo>
                <a:lnTo>
                  <a:pt x="428" y="353"/>
                </a:lnTo>
                <a:cubicBezTo>
                  <a:pt x="428" y="398"/>
                  <a:pt x="381" y="427"/>
                  <a:pt x="340" y="407"/>
                </a:cubicBezTo>
                <a:close/>
              </a:path>
            </a:pathLst>
          </a:custGeom>
          <a:solidFill>
            <a:srgbClr val="b8545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5943600" y="1926000"/>
            <a:ext cx="788040" cy="1165320"/>
          </a:xfrm>
          <a:custGeom>
            <a:avLst/>
            <a:gdLst/>
            <a:ahLst/>
            <a:rect l="0" t="0" r="r" b="b"/>
            <a:pathLst>
              <a:path fill="none" w="2189" h="3237">
                <a:moveTo>
                  <a:pt x="684" y="0"/>
                </a:moveTo>
                <a:cubicBezTo>
                  <a:pt x="684" y="0"/>
                  <a:pt x="2189" y="593"/>
                  <a:pt x="2189" y="1870"/>
                </a:cubicBezTo>
                <a:cubicBezTo>
                  <a:pt x="2189" y="3146"/>
                  <a:pt x="0" y="3237"/>
                  <a:pt x="0" y="3237"/>
                </a:cubicBezTo>
              </a:path>
            </a:pathLst>
          </a:custGeom>
          <a:ln cap="rnd" w="37080">
            <a:solidFill>
              <a:srgbClr val="b85450"/>
            </a:solidFill>
            <a:round/>
          </a:ln>
        </p:spPr>
        <p:txBody>
          <a:bodyPr lIns="108360" rIns="108360" tIns="63360" bIns="633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2026-02-13T17:01:25Z</dcterms:created>
  <dc:creator/>
  <dc:description/>
  <dc:language>en-US</dc:language>
  <cp:lastModifiedBy/>
  <dcterms:modified xsi:type="dcterms:W3CDTF">2026-02-13T17:01:27Z</dcterms:modified>
  <cp:revision>1</cp:revision>
  <dc:subject/>
  <dc:title/>
</cp:coreProperties>
</file>