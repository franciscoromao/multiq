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463F73-844F-4932-88F3-4786D9908F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D21A58B-1C14-41AD-9566-2D8D04A9792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3207600" y="2385720"/>
            <a:ext cx="2195640" cy="929520"/>
          </a:xfrm>
          <a:custGeom>
            <a:avLst/>
            <a:gdLst/>
            <a:ahLst/>
            <a:rect l="0" t="0" r="r" b="b"/>
            <a:pathLst>
              <a:path w="6099" h="2582">
                <a:moveTo>
                  <a:pt x="5894" y="0"/>
                </a:moveTo>
                <a:cubicBezTo>
                  <a:pt x="6008" y="0"/>
                  <a:pt x="6099" y="92"/>
                  <a:pt x="6099" y="206"/>
                </a:cubicBezTo>
                <a:lnTo>
                  <a:pt x="6099" y="2376"/>
                </a:lnTo>
                <a:cubicBezTo>
                  <a:pt x="6099" y="2490"/>
                  <a:pt x="6008" y="2582"/>
                  <a:pt x="5894" y="2582"/>
                </a:cubicBezTo>
                <a:lnTo>
                  <a:pt x="206" y="2582"/>
                </a:lnTo>
                <a:cubicBezTo>
                  <a:pt x="92" y="2582"/>
                  <a:pt x="0" y="2490"/>
                  <a:pt x="0" y="2376"/>
                </a:cubicBezTo>
                <a:lnTo>
                  <a:pt x="0" y="206"/>
                </a:lnTo>
                <a:cubicBezTo>
                  <a:pt x="0" y="92"/>
                  <a:pt x="92" y="0"/>
                  <a:pt x="206" y="0"/>
                </a:cubicBezTo>
                <a:lnTo>
                  <a:pt x="5894" y="0"/>
                </a:lnTo>
                <a:close/>
              </a:path>
            </a:pathLst>
          </a:custGeom>
          <a:solidFill>
            <a:srgbClr val="ffe6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3207600" y="2385720"/>
            <a:ext cx="2195640" cy="929520"/>
          </a:xfrm>
          <a:custGeom>
            <a:avLst/>
            <a:gdLst/>
            <a:ahLst/>
            <a:rect l="0" t="0" r="r" b="b"/>
            <a:pathLst>
              <a:path w="6099" h="2582">
                <a:moveTo>
                  <a:pt x="206" y="0"/>
                </a:moveTo>
                <a:lnTo>
                  <a:pt x="5894" y="0"/>
                </a:lnTo>
                <a:cubicBezTo>
                  <a:pt x="6008" y="0"/>
                  <a:pt x="6099" y="92"/>
                  <a:pt x="6099" y="206"/>
                </a:cubicBezTo>
                <a:lnTo>
                  <a:pt x="6099" y="2376"/>
                </a:lnTo>
                <a:cubicBezTo>
                  <a:pt x="6099" y="2490"/>
                  <a:pt x="6008" y="2582"/>
                  <a:pt x="5894" y="2582"/>
                </a:cubicBezTo>
                <a:lnTo>
                  <a:pt x="206" y="2582"/>
                </a:lnTo>
                <a:cubicBezTo>
                  <a:pt x="92" y="2582"/>
                  <a:pt x="0" y="2490"/>
                  <a:pt x="0" y="2376"/>
                </a:cubicBezTo>
                <a:lnTo>
                  <a:pt x="0" y="206"/>
                </a:lnTo>
                <a:cubicBezTo>
                  <a:pt x="0" y="92"/>
                  <a:pt x="92" y="0"/>
                  <a:pt x="206" y="0"/>
                </a:cubicBezTo>
                <a:close/>
              </a:path>
            </a:pathLst>
          </a:custGeom>
          <a:noFill/>
          <a:ln cap="rnd" w="33480">
            <a:solidFill>
              <a:srgbClr val="d79b00"/>
            </a:solidFill>
            <a:round/>
          </a:ln>
        </p:spPr>
        <p:txBody>
          <a:bodyPr lIns="106560" rIns="106560" tIns="61560" bIns="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5415840" y="3288600"/>
            <a:ext cx="1793520" cy="220320"/>
          </a:xfrm>
          <a:custGeom>
            <a:avLst/>
            <a:gdLst/>
            <a:ahLst/>
            <a:rect l="0" t="0" r="r" b="b"/>
            <a:pathLst>
              <a:path w="4982" h="612">
                <a:moveTo>
                  <a:pt x="418" y="400"/>
                </a:moveTo>
                <a:cubicBezTo>
                  <a:pt x="416" y="417"/>
                  <a:pt x="407" y="436"/>
                  <a:pt x="390" y="438"/>
                </a:cubicBezTo>
                <a:lnTo>
                  <a:pt x="373" y="439"/>
                </a:lnTo>
                <a:cubicBezTo>
                  <a:pt x="369" y="440"/>
                  <a:pt x="366" y="441"/>
                  <a:pt x="366" y="444"/>
                </a:cubicBezTo>
                <a:lnTo>
                  <a:pt x="365" y="457"/>
                </a:lnTo>
                <a:lnTo>
                  <a:pt x="366" y="458"/>
                </a:lnTo>
                <a:cubicBezTo>
                  <a:pt x="396" y="457"/>
                  <a:pt x="415" y="457"/>
                  <a:pt x="433" y="457"/>
                </a:cubicBezTo>
                <a:cubicBezTo>
                  <a:pt x="452" y="457"/>
                  <a:pt x="475" y="457"/>
                  <a:pt x="504" y="458"/>
                </a:cubicBezTo>
                <a:lnTo>
                  <a:pt x="505" y="457"/>
                </a:lnTo>
                <a:lnTo>
                  <a:pt x="507" y="444"/>
                </a:lnTo>
                <a:cubicBezTo>
                  <a:pt x="507" y="441"/>
                  <a:pt x="505" y="440"/>
                  <a:pt x="501" y="439"/>
                </a:cubicBezTo>
                <a:lnTo>
                  <a:pt x="484" y="438"/>
                </a:lnTo>
                <a:cubicBezTo>
                  <a:pt x="468" y="437"/>
                  <a:pt x="464" y="428"/>
                  <a:pt x="464" y="415"/>
                </a:cubicBezTo>
                <a:cubicBezTo>
                  <a:pt x="464" y="410"/>
                  <a:pt x="465" y="405"/>
                  <a:pt x="466" y="400"/>
                </a:cubicBezTo>
                <a:lnTo>
                  <a:pt x="505" y="81"/>
                </a:lnTo>
                <a:cubicBezTo>
                  <a:pt x="507" y="64"/>
                  <a:pt x="516" y="55"/>
                  <a:pt x="535" y="54"/>
                </a:cubicBezTo>
                <a:lnTo>
                  <a:pt x="552" y="53"/>
                </a:lnTo>
                <a:cubicBezTo>
                  <a:pt x="554" y="53"/>
                  <a:pt x="559" y="53"/>
                  <a:pt x="560" y="48"/>
                </a:cubicBezTo>
                <a:lnTo>
                  <a:pt x="561" y="35"/>
                </a:lnTo>
                <a:lnTo>
                  <a:pt x="560" y="34"/>
                </a:lnTo>
                <a:lnTo>
                  <a:pt x="477" y="34"/>
                </a:lnTo>
                <a:lnTo>
                  <a:pt x="279" y="366"/>
                </a:lnTo>
                <a:cubicBezTo>
                  <a:pt x="275" y="373"/>
                  <a:pt x="273" y="376"/>
                  <a:pt x="272" y="376"/>
                </a:cubicBezTo>
                <a:cubicBezTo>
                  <a:pt x="270" y="376"/>
                  <a:pt x="269" y="373"/>
                  <a:pt x="269" y="367"/>
                </a:cubicBezTo>
                <a:lnTo>
                  <a:pt x="205" y="34"/>
                </a:lnTo>
                <a:lnTo>
                  <a:pt x="110" y="34"/>
                </a:lnTo>
                <a:lnTo>
                  <a:pt x="109" y="35"/>
                </a:lnTo>
                <a:lnTo>
                  <a:pt x="108" y="48"/>
                </a:lnTo>
                <a:cubicBezTo>
                  <a:pt x="107" y="51"/>
                  <a:pt x="108" y="53"/>
                  <a:pt x="113" y="53"/>
                </a:cubicBezTo>
                <a:lnTo>
                  <a:pt x="131" y="54"/>
                </a:lnTo>
                <a:cubicBezTo>
                  <a:pt x="146" y="55"/>
                  <a:pt x="152" y="59"/>
                  <a:pt x="152" y="69"/>
                </a:cubicBezTo>
                <a:cubicBezTo>
                  <a:pt x="152" y="72"/>
                  <a:pt x="151" y="77"/>
                  <a:pt x="150" y="81"/>
                </a:cubicBezTo>
                <a:lnTo>
                  <a:pt x="57" y="400"/>
                </a:lnTo>
                <a:cubicBezTo>
                  <a:pt x="53" y="418"/>
                  <a:pt x="44" y="436"/>
                  <a:pt x="25" y="438"/>
                </a:cubicBezTo>
                <a:lnTo>
                  <a:pt x="8" y="439"/>
                </a:lnTo>
                <a:cubicBezTo>
                  <a:pt x="4" y="439"/>
                  <a:pt x="1" y="441"/>
                  <a:pt x="1" y="444"/>
                </a:cubicBezTo>
                <a:lnTo>
                  <a:pt x="0" y="457"/>
                </a:lnTo>
                <a:lnTo>
                  <a:pt x="1" y="458"/>
                </a:lnTo>
                <a:cubicBezTo>
                  <a:pt x="20" y="457"/>
                  <a:pt x="42" y="457"/>
                  <a:pt x="57" y="457"/>
                </a:cubicBezTo>
                <a:cubicBezTo>
                  <a:pt x="72" y="457"/>
                  <a:pt x="96" y="457"/>
                  <a:pt x="114" y="458"/>
                </a:cubicBezTo>
                <a:lnTo>
                  <a:pt x="116" y="457"/>
                </a:lnTo>
                <a:lnTo>
                  <a:pt x="117" y="444"/>
                </a:lnTo>
                <a:cubicBezTo>
                  <a:pt x="117" y="441"/>
                  <a:pt x="115" y="439"/>
                  <a:pt x="112" y="439"/>
                </a:cubicBezTo>
                <a:lnTo>
                  <a:pt x="96" y="438"/>
                </a:lnTo>
                <a:cubicBezTo>
                  <a:pt x="83" y="437"/>
                  <a:pt x="78" y="429"/>
                  <a:pt x="78" y="418"/>
                </a:cubicBezTo>
                <a:cubicBezTo>
                  <a:pt x="78" y="413"/>
                  <a:pt x="80" y="407"/>
                  <a:pt x="82" y="400"/>
                </a:cubicBezTo>
                <a:lnTo>
                  <a:pt x="164" y="114"/>
                </a:lnTo>
                <a:lnTo>
                  <a:pt x="165" y="114"/>
                </a:lnTo>
                <a:lnTo>
                  <a:pt x="229" y="453"/>
                </a:lnTo>
                <a:cubicBezTo>
                  <a:pt x="230" y="458"/>
                  <a:pt x="233" y="460"/>
                  <a:pt x="237" y="460"/>
                </a:cubicBezTo>
                <a:cubicBezTo>
                  <a:pt x="241" y="460"/>
                  <a:pt x="244" y="459"/>
                  <a:pt x="247" y="453"/>
                </a:cubicBezTo>
                <a:lnTo>
                  <a:pt x="456" y="108"/>
                </a:lnTo>
                <a:lnTo>
                  <a:pt x="457" y="108"/>
                </a:lnTo>
                <a:lnTo>
                  <a:pt x="418" y="400"/>
                </a:lnTo>
                <a:moveTo>
                  <a:pt x="846" y="226"/>
                </a:moveTo>
                <a:cubicBezTo>
                  <a:pt x="848" y="215"/>
                  <a:pt x="855" y="195"/>
                  <a:pt x="855" y="187"/>
                </a:cubicBezTo>
                <a:cubicBezTo>
                  <a:pt x="855" y="176"/>
                  <a:pt x="848" y="170"/>
                  <a:pt x="827" y="170"/>
                </a:cubicBezTo>
                <a:cubicBezTo>
                  <a:pt x="802" y="170"/>
                  <a:pt x="804" y="198"/>
                  <a:pt x="797" y="223"/>
                </a:cubicBezTo>
                <a:lnTo>
                  <a:pt x="778" y="295"/>
                </a:lnTo>
                <a:cubicBezTo>
                  <a:pt x="730" y="377"/>
                  <a:pt x="698" y="424"/>
                  <a:pt x="665" y="424"/>
                </a:cubicBezTo>
                <a:cubicBezTo>
                  <a:pt x="653" y="424"/>
                  <a:pt x="645" y="417"/>
                  <a:pt x="645" y="400"/>
                </a:cubicBezTo>
                <a:cubicBezTo>
                  <a:pt x="645" y="389"/>
                  <a:pt x="647" y="376"/>
                  <a:pt x="651" y="358"/>
                </a:cubicBezTo>
                <a:lnTo>
                  <a:pt x="679" y="251"/>
                </a:lnTo>
                <a:cubicBezTo>
                  <a:pt x="685" y="230"/>
                  <a:pt x="693" y="204"/>
                  <a:pt x="693" y="191"/>
                </a:cubicBezTo>
                <a:cubicBezTo>
                  <a:pt x="693" y="179"/>
                  <a:pt x="689" y="170"/>
                  <a:pt x="670" y="170"/>
                </a:cubicBezTo>
                <a:cubicBezTo>
                  <a:pt x="638" y="170"/>
                  <a:pt x="601" y="192"/>
                  <a:pt x="571" y="230"/>
                </a:cubicBezTo>
                <a:cubicBezTo>
                  <a:pt x="573" y="236"/>
                  <a:pt x="577" y="242"/>
                  <a:pt x="586" y="242"/>
                </a:cubicBezTo>
                <a:cubicBezTo>
                  <a:pt x="603" y="222"/>
                  <a:pt x="624" y="209"/>
                  <a:pt x="631" y="209"/>
                </a:cubicBezTo>
                <a:cubicBezTo>
                  <a:pt x="636" y="209"/>
                  <a:pt x="638" y="212"/>
                  <a:pt x="638" y="220"/>
                </a:cubicBezTo>
                <a:cubicBezTo>
                  <a:pt x="638" y="226"/>
                  <a:pt x="634" y="240"/>
                  <a:pt x="629" y="257"/>
                </a:cubicBezTo>
                <a:lnTo>
                  <a:pt x="600" y="367"/>
                </a:lnTo>
                <a:cubicBezTo>
                  <a:pt x="596" y="384"/>
                  <a:pt x="594" y="398"/>
                  <a:pt x="594" y="411"/>
                </a:cubicBezTo>
                <a:cubicBezTo>
                  <a:pt x="594" y="448"/>
                  <a:pt x="615" y="463"/>
                  <a:pt x="638" y="463"/>
                </a:cubicBezTo>
                <a:cubicBezTo>
                  <a:pt x="689" y="463"/>
                  <a:pt x="721" y="423"/>
                  <a:pt x="768" y="355"/>
                </a:cubicBezTo>
                <a:lnTo>
                  <a:pt x="770" y="356"/>
                </a:lnTo>
                <a:lnTo>
                  <a:pt x="762" y="381"/>
                </a:lnTo>
                <a:cubicBezTo>
                  <a:pt x="757" y="402"/>
                  <a:pt x="751" y="429"/>
                  <a:pt x="751" y="442"/>
                </a:cubicBezTo>
                <a:cubicBezTo>
                  <a:pt x="751" y="454"/>
                  <a:pt x="756" y="463"/>
                  <a:pt x="776" y="463"/>
                </a:cubicBezTo>
                <a:cubicBezTo>
                  <a:pt x="807" y="463"/>
                  <a:pt x="836" y="441"/>
                  <a:pt x="866" y="402"/>
                </a:cubicBezTo>
                <a:cubicBezTo>
                  <a:pt x="864" y="396"/>
                  <a:pt x="861" y="391"/>
                  <a:pt x="851" y="391"/>
                </a:cubicBezTo>
                <a:cubicBezTo>
                  <a:pt x="834" y="411"/>
                  <a:pt x="815" y="424"/>
                  <a:pt x="809" y="424"/>
                </a:cubicBezTo>
                <a:cubicBezTo>
                  <a:pt x="804" y="424"/>
                  <a:pt x="802" y="421"/>
                  <a:pt x="802" y="413"/>
                </a:cubicBezTo>
                <a:cubicBezTo>
                  <a:pt x="802" y="407"/>
                  <a:pt x="806" y="392"/>
                  <a:pt x="810" y="376"/>
                </a:cubicBezTo>
                <a:lnTo>
                  <a:pt x="846" y="226"/>
                </a:lnTo>
                <a:moveTo>
                  <a:pt x="1043" y="76"/>
                </a:moveTo>
                <a:cubicBezTo>
                  <a:pt x="1052" y="34"/>
                  <a:pt x="1059" y="7"/>
                  <a:pt x="1059" y="7"/>
                </a:cubicBezTo>
                <a:cubicBezTo>
                  <a:pt x="1059" y="2"/>
                  <a:pt x="1057" y="0"/>
                  <a:pt x="1052" y="0"/>
                </a:cubicBezTo>
                <a:cubicBezTo>
                  <a:pt x="1034" y="7"/>
                  <a:pt x="987" y="15"/>
                  <a:pt x="960" y="17"/>
                </a:cubicBezTo>
                <a:lnTo>
                  <a:pt x="958" y="33"/>
                </a:lnTo>
                <a:cubicBezTo>
                  <a:pt x="958" y="35"/>
                  <a:pt x="959" y="36"/>
                  <a:pt x="961" y="36"/>
                </a:cubicBezTo>
                <a:lnTo>
                  <a:pt x="982" y="38"/>
                </a:lnTo>
                <a:cubicBezTo>
                  <a:pt x="990" y="38"/>
                  <a:pt x="995" y="42"/>
                  <a:pt x="995" y="56"/>
                </a:cubicBezTo>
                <a:cubicBezTo>
                  <a:pt x="995" y="63"/>
                  <a:pt x="993" y="75"/>
                  <a:pt x="991" y="89"/>
                </a:cubicBezTo>
                <a:lnTo>
                  <a:pt x="926" y="379"/>
                </a:lnTo>
                <a:cubicBezTo>
                  <a:pt x="921" y="400"/>
                  <a:pt x="917" y="422"/>
                  <a:pt x="917" y="434"/>
                </a:cubicBezTo>
                <a:cubicBezTo>
                  <a:pt x="917" y="447"/>
                  <a:pt x="919" y="463"/>
                  <a:pt x="944" y="463"/>
                </a:cubicBezTo>
                <a:cubicBezTo>
                  <a:pt x="974" y="463"/>
                  <a:pt x="1009" y="447"/>
                  <a:pt x="1039" y="397"/>
                </a:cubicBezTo>
                <a:cubicBezTo>
                  <a:pt x="1036" y="391"/>
                  <a:pt x="1033" y="386"/>
                  <a:pt x="1025" y="386"/>
                </a:cubicBezTo>
                <a:cubicBezTo>
                  <a:pt x="1005" y="409"/>
                  <a:pt x="984" y="424"/>
                  <a:pt x="976" y="424"/>
                </a:cubicBezTo>
                <a:cubicBezTo>
                  <a:pt x="971" y="424"/>
                  <a:pt x="968" y="420"/>
                  <a:pt x="968" y="415"/>
                </a:cubicBezTo>
                <a:cubicBezTo>
                  <a:pt x="968" y="409"/>
                  <a:pt x="970" y="400"/>
                  <a:pt x="976" y="374"/>
                </a:cubicBezTo>
                <a:lnTo>
                  <a:pt x="1043" y="76"/>
                </a:lnTo>
                <a:moveTo>
                  <a:pt x="1152" y="176"/>
                </a:moveTo>
                <a:lnTo>
                  <a:pt x="1117" y="178"/>
                </a:lnTo>
                <a:cubicBezTo>
                  <a:pt x="1105" y="179"/>
                  <a:pt x="1100" y="184"/>
                  <a:pt x="1099" y="189"/>
                </a:cubicBezTo>
                <a:cubicBezTo>
                  <a:pt x="1098" y="191"/>
                  <a:pt x="1096" y="199"/>
                  <a:pt x="1096" y="200"/>
                </a:cubicBezTo>
                <a:cubicBezTo>
                  <a:pt x="1096" y="202"/>
                  <a:pt x="1098" y="202"/>
                  <a:pt x="1100" y="202"/>
                </a:cubicBezTo>
                <a:lnTo>
                  <a:pt x="1146" y="202"/>
                </a:lnTo>
                <a:lnTo>
                  <a:pt x="1106" y="379"/>
                </a:lnTo>
                <a:cubicBezTo>
                  <a:pt x="1101" y="401"/>
                  <a:pt x="1097" y="421"/>
                  <a:pt x="1097" y="433"/>
                </a:cubicBezTo>
                <a:cubicBezTo>
                  <a:pt x="1097" y="457"/>
                  <a:pt x="1108" y="463"/>
                  <a:pt x="1129" y="463"/>
                </a:cubicBezTo>
                <a:cubicBezTo>
                  <a:pt x="1157" y="463"/>
                  <a:pt x="1201" y="436"/>
                  <a:pt x="1224" y="396"/>
                </a:cubicBezTo>
                <a:cubicBezTo>
                  <a:pt x="1222" y="387"/>
                  <a:pt x="1217" y="383"/>
                  <a:pt x="1209" y="383"/>
                </a:cubicBezTo>
                <a:cubicBezTo>
                  <a:pt x="1179" y="417"/>
                  <a:pt x="1167" y="424"/>
                  <a:pt x="1157" y="424"/>
                </a:cubicBezTo>
                <a:cubicBezTo>
                  <a:pt x="1155" y="424"/>
                  <a:pt x="1148" y="423"/>
                  <a:pt x="1148" y="415"/>
                </a:cubicBezTo>
                <a:cubicBezTo>
                  <a:pt x="1148" y="409"/>
                  <a:pt x="1150" y="396"/>
                  <a:pt x="1156" y="374"/>
                </a:cubicBezTo>
                <a:lnTo>
                  <a:pt x="1194" y="202"/>
                </a:lnTo>
                <a:lnTo>
                  <a:pt x="1258" y="202"/>
                </a:lnTo>
                <a:cubicBezTo>
                  <a:pt x="1266" y="198"/>
                  <a:pt x="1272" y="181"/>
                  <a:pt x="1265" y="176"/>
                </a:cubicBezTo>
                <a:lnTo>
                  <a:pt x="1200" y="176"/>
                </a:lnTo>
                <a:lnTo>
                  <a:pt x="1207" y="147"/>
                </a:lnTo>
                <a:cubicBezTo>
                  <a:pt x="1209" y="135"/>
                  <a:pt x="1215" y="115"/>
                  <a:pt x="1215" y="108"/>
                </a:cubicBezTo>
                <a:cubicBezTo>
                  <a:pt x="1215" y="96"/>
                  <a:pt x="1210" y="90"/>
                  <a:pt x="1189" y="90"/>
                </a:cubicBezTo>
                <a:cubicBezTo>
                  <a:pt x="1165" y="90"/>
                  <a:pt x="1166" y="119"/>
                  <a:pt x="1160" y="143"/>
                </a:cubicBezTo>
                <a:lnTo>
                  <a:pt x="1152" y="176"/>
                </a:lnTo>
                <a:moveTo>
                  <a:pt x="1362" y="84"/>
                </a:moveTo>
                <a:cubicBezTo>
                  <a:pt x="1362" y="101"/>
                  <a:pt x="1377" y="115"/>
                  <a:pt x="1394" y="115"/>
                </a:cubicBezTo>
                <a:cubicBezTo>
                  <a:pt x="1411" y="115"/>
                  <a:pt x="1425" y="101"/>
                  <a:pt x="1425" y="84"/>
                </a:cubicBezTo>
                <a:cubicBezTo>
                  <a:pt x="1425" y="67"/>
                  <a:pt x="1411" y="53"/>
                  <a:pt x="1394" y="53"/>
                </a:cubicBezTo>
                <a:cubicBezTo>
                  <a:pt x="1377" y="53"/>
                  <a:pt x="1362" y="67"/>
                  <a:pt x="1362" y="84"/>
                </a:cubicBezTo>
                <a:moveTo>
                  <a:pt x="1391" y="247"/>
                </a:moveTo>
                <a:cubicBezTo>
                  <a:pt x="1397" y="222"/>
                  <a:pt x="1404" y="197"/>
                  <a:pt x="1404" y="186"/>
                </a:cubicBezTo>
                <a:cubicBezTo>
                  <a:pt x="1404" y="177"/>
                  <a:pt x="1399" y="172"/>
                  <a:pt x="1391" y="172"/>
                </a:cubicBezTo>
                <a:cubicBezTo>
                  <a:pt x="1370" y="172"/>
                  <a:pt x="1341" y="176"/>
                  <a:pt x="1310" y="180"/>
                </a:cubicBezTo>
                <a:cubicBezTo>
                  <a:pt x="1305" y="185"/>
                  <a:pt x="1307" y="193"/>
                  <a:pt x="1311" y="198"/>
                </a:cubicBezTo>
                <a:lnTo>
                  <a:pt x="1337" y="200"/>
                </a:lnTo>
                <a:cubicBezTo>
                  <a:pt x="1345" y="201"/>
                  <a:pt x="1348" y="207"/>
                  <a:pt x="1348" y="213"/>
                </a:cubicBezTo>
                <a:cubicBezTo>
                  <a:pt x="1348" y="220"/>
                  <a:pt x="1346" y="228"/>
                  <a:pt x="1343" y="247"/>
                </a:cubicBezTo>
                <a:lnTo>
                  <a:pt x="1312" y="381"/>
                </a:lnTo>
                <a:cubicBezTo>
                  <a:pt x="1307" y="402"/>
                  <a:pt x="1301" y="429"/>
                  <a:pt x="1301" y="442"/>
                </a:cubicBezTo>
                <a:cubicBezTo>
                  <a:pt x="1301" y="454"/>
                  <a:pt x="1308" y="463"/>
                  <a:pt x="1328" y="463"/>
                </a:cubicBezTo>
                <a:cubicBezTo>
                  <a:pt x="1359" y="463"/>
                  <a:pt x="1388" y="441"/>
                  <a:pt x="1418" y="402"/>
                </a:cubicBezTo>
                <a:cubicBezTo>
                  <a:pt x="1416" y="396"/>
                  <a:pt x="1413" y="391"/>
                  <a:pt x="1403" y="391"/>
                </a:cubicBezTo>
                <a:cubicBezTo>
                  <a:pt x="1386" y="411"/>
                  <a:pt x="1367" y="424"/>
                  <a:pt x="1361" y="424"/>
                </a:cubicBezTo>
                <a:cubicBezTo>
                  <a:pt x="1356" y="424"/>
                  <a:pt x="1354" y="421"/>
                  <a:pt x="1354" y="413"/>
                </a:cubicBezTo>
                <a:cubicBezTo>
                  <a:pt x="1354" y="407"/>
                  <a:pt x="1358" y="392"/>
                  <a:pt x="1362" y="376"/>
                </a:cubicBezTo>
                <a:lnTo>
                  <a:pt x="1391" y="247"/>
                </a:lnTo>
                <a:moveTo>
                  <a:pt x="1617" y="311"/>
                </a:moveTo>
                <a:cubicBezTo>
                  <a:pt x="1626" y="311"/>
                  <a:pt x="1639" y="290"/>
                  <a:pt x="1639" y="279"/>
                </a:cubicBezTo>
                <a:cubicBezTo>
                  <a:pt x="1639" y="275"/>
                  <a:pt x="1638" y="272"/>
                  <a:pt x="1632" y="272"/>
                </a:cubicBezTo>
                <a:lnTo>
                  <a:pt x="1483" y="272"/>
                </a:lnTo>
                <a:cubicBezTo>
                  <a:pt x="1476" y="272"/>
                  <a:pt x="1462" y="289"/>
                  <a:pt x="1462" y="300"/>
                </a:cubicBezTo>
                <a:cubicBezTo>
                  <a:pt x="1462" y="305"/>
                  <a:pt x="1464" y="311"/>
                  <a:pt x="1468" y="311"/>
                </a:cubicBezTo>
                <a:lnTo>
                  <a:pt x="1617" y="311"/>
                </a:lnTo>
                <a:moveTo>
                  <a:pt x="1812" y="153"/>
                </a:moveTo>
                <a:cubicBezTo>
                  <a:pt x="1812" y="142"/>
                  <a:pt x="1805" y="136"/>
                  <a:pt x="1784" y="136"/>
                </a:cubicBezTo>
                <a:cubicBezTo>
                  <a:pt x="1759" y="136"/>
                  <a:pt x="1759" y="164"/>
                  <a:pt x="1754" y="189"/>
                </a:cubicBezTo>
                <a:lnTo>
                  <a:pt x="1745" y="228"/>
                </a:lnTo>
                <a:cubicBezTo>
                  <a:pt x="1713" y="251"/>
                  <a:pt x="1689" y="271"/>
                  <a:pt x="1670" y="294"/>
                </a:cubicBezTo>
                <a:cubicBezTo>
                  <a:pt x="1672" y="304"/>
                  <a:pt x="1679" y="308"/>
                  <a:pt x="1691" y="308"/>
                </a:cubicBezTo>
                <a:cubicBezTo>
                  <a:pt x="1705" y="289"/>
                  <a:pt x="1719" y="277"/>
                  <a:pt x="1738" y="262"/>
                </a:cubicBezTo>
                <a:lnTo>
                  <a:pt x="1670" y="562"/>
                </a:lnTo>
                <a:cubicBezTo>
                  <a:pt x="1666" y="580"/>
                  <a:pt x="1657" y="588"/>
                  <a:pt x="1636" y="591"/>
                </a:cubicBezTo>
                <a:lnTo>
                  <a:pt x="1623" y="593"/>
                </a:lnTo>
                <a:cubicBezTo>
                  <a:pt x="1620" y="594"/>
                  <a:pt x="1617" y="594"/>
                  <a:pt x="1617" y="598"/>
                </a:cubicBezTo>
                <a:lnTo>
                  <a:pt x="1617" y="611"/>
                </a:lnTo>
                <a:lnTo>
                  <a:pt x="1618" y="612"/>
                </a:lnTo>
                <a:cubicBezTo>
                  <a:pt x="1618" y="612"/>
                  <a:pt x="1662" y="609"/>
                  <a:pt x="1686" y="609"/>
                </a:cubicBezTo>
                <a:cubicBezTo>
                  <a:pt x="1711" y="609"/>
                  <a:pt x="1756" y="610"/>
                  <a:pt x="1756" y="610"/>
                </a:cubicBezTo>
                <a:lnTo>
                  <a:pt x="1757" y="609"/>
                </a:lnTo>
                <a:lnTo>
                  <a:pt x="1757" y="596"/>
                </a:lnTo>
                <a:cubicBezTo>
                  <a:pt x="1757" y="592"/>
                  <a:pt x="1756" y="591"/>
                  <a:pt x="1753" y="591"/>
                </a:cubicBezTo>
                <a:lnTo>
                  <a:pt x="1741" y="589"/>
                </a:lnTo>
                <a:cubicBezTo>
                  <a:pt x="1731" y="587"/>
                  <a:pt x="1714" y="584"/>
                  <a:pt x="1719" y="562"/>
                </a:cubicBezTo>
                <a:lnTo>
                  <a:pt x="1748" y="442"/>
                </a:lnTo>
                <a:cubicBezTo>
                  <a:pt x="1758" y="452"/>
                  <a:pt x="1776" y="463"/>
                  <a:pt x="1796" y="463"/>
                </a:cubicBezTo>
                <a:cubicBezTo>
                  <a:pt x="1842" y="463"/>
                  <a:pt x="1880" y="438"/>
                  <a:pt x="1909" y="402"/>
                </a:cubicBezTo>
                <a:cubicBezTo>
                  <a:pt x="1944" y="359"/>
                  <a:pt x="1962" y="315"/>
                  <a:pt x="1962" y="268"/>
                </a:cubicBezTo>
                <a:cubicBezTo>
                  <a:pt x="1962" y="213"/>
                  <a:pt x="1944" y="170"/>
                  <a:pt x="1878" y="170"/>
                </a:cubicBezTo>
                <a:cubicBezTo>
                  <a:pt x="1845" y="170"/>
                  <a:pt x="1821" y="182"/>
                  <a:pt x="1803" y="193"/>
                </a:cubicBezTo>
                <a:cubicBezTo>
                  <a:pt x="1805" y="181"/>
                  <a:pt x="1812" y="161"/>
                  <a:pt x="1812" y="153"/>
                </a:cubicBezTo>
                <a:moveTo>
                  <a:pt x="1908" y="278"/>
                </a:moveTo>
                <a:cubicBezTo>
                  <a:pt x="1908" y="310"/>
                  <a:pt x="1895" y="355"/>
                  <a:pt x="1870" y="394"/>
                </a:cubicBezTo>
                <a:cubicBezTo>
                  <a:pt x="1853" y="421"/>
                  <a:pt x="1827" y="440"/>
                  <a:pt x="1802" y="440"/>
                </a:cubicBezTo>
                <a:cubicBezTo>
                  <a:pt x="1785" y="440"/>
                  <a:pt x="1768" y="432"/>
                  <a:pt x="1754" y="413"/>
                </a:cubicBezTo>
                <a:lnTo>
                  <a:pt x="1797" y="222"/>
                </a:lnTo>
                <a:cubicBezTo>
                  <a:pt x="1813" y="211"/>
                  <a:pt x="1832" y="200"/>
                  <a:pt x="1857" y="200"/>
                </a:cubicBezTo>
                <a:cubicBezTo>
                  <a:pt x="1902" y="200"/>
                  <a:pt x="1908" y="246"/>
                  <a:pt x="1908" y="278"/>
                </a:cubicBezTo>
                <a:moveTo>
                  <a:pt x="2093" y="270"/>
                </a:moveTo>
                <a:lnTo>
                  <a:pt x="2099" y="247"/>
                </a:lnTo>
                <a:cubicBezTo>
                  <a:pt x="2105" y="222"/>
                  <a:pt x="2110" y="200"/>
                  <a:pt x="2110" y="189"/>
                </a:cubicBezTo>
                <a:cubicBezTo>
                  <a:pt x="2110" y="178"/>
                  <a:pt x="2105" y="172"/>
                  <a:pt x="2096" y="172"/>
                </a:cubicBezTo>
                <a:cubicBezTo>
                  <a:pt x="2075" y="172"/>
                  <a:pt x="2048" y="176"/>
                  <a:pt x="2018" y="180"/>
                </a:cubicBezTo>
                <a:cubicBezTo>
                  <a:pt x="2013" y="185"/>
                  <a:pt x="2014" y="193"/>
                  <a:pt x="2018" y="198"/>
                </a:cubicBezTo>
                <a:lnTo>
                  <a:pt x="2044" y="200"/>
                </a:lnTo>
                <a:cubicBezTo>
                  <a:pt x="2052" y="201"/>
                  <a:pt x="2056" y="207"/>
                  <a:pt x="2056" y="213"/>
                </a:cubicBezTo>
                <a:cubicBezTo>
                  <a:pt x="2056" y="220"/>
                  <a:pt x="2056" y="228"/>
                  <a:pt x="2052" y="247"/>
                </a:cubicBezTo>
                <a:lnTo>
                  <a:pt x="2015" y="409"/>
                </a:lnTo>
                <a:cubicBezTo>
                  <a:pt x="2012" y="424"/>
                  <a:pt x="2007" y="435"/>
                  <a:pt x="2007" y="445"/>
                </a:cubicBezTo>
                <a:cubicBezTo>
                  <a:pt x="2007" y="457"/>
                  <a:pt x="2013" y="463"/>
                  <a:pt x="2032" y="463"/>
                </a:cubicBezTo>
                <a:cubicBezTo>
                  <a:pt x="2055" y="463"/>
                  <a:pt x="2055" y="435"/>
                  <a:pt x="2061" y="409"/>
                </a:cubicBezTo>
                <a:lnTo>
                  <a:pt x="2081" y="333"/>
                </a:lnTo>
                <a:cubicBezTo>
                  <a:pt x="2112" y="276"/>
                  <a:pt x="2149" y="215"/>
                  <a:pt x="2164" y="215"/>
                </a:cubicBezTo>
                <a:cubicBezTo>
                  <a:pt x="2171" y="215"/>
                  <a:pt x="2174" y="219"/>
                  <a:pt x="2178" y="223"/>
                </a:cubicBezTo>
                <a:cubicBezTo>
                  <a:pt x="2182" y="228"/>
                  <a:pt x="2191" y="237"/>
                  <a:pt x="2200" y="237"/>
                </a:cubicBezTo>
                <a:cubicBezTo>
                  <a:pt x="2218" y="237"/>
                  <a:pt x="2229" y="218"/>
                  <a:pt x="2229" y="200"/>
                </a:cubicBezTo>
                <a:cubicBezTo>
                  <a:pt x="2229" y="187"/>
                  <a:pt x="2220" y="170"/>
                  <a:pt x="2195" y="170"/>
                </a:cubicBezTo>
                <a:cubicBezTo>
                  <a:pt x="2163" y="170"/>
                  <a:pt x="2125" y="210"/>
                  <a:pt x="2096" y="271"/>
                </a:cubicBezTo>
                <a:lnTo>
                  <a:pt x="2093" y="270"/>
                </a:lnTo>
                <a:moveTo>
                  <a:pt x="2377" y="191"/>
                </a:moveTo>
                <a:cubicBezTo>
                  <a:pt x="2397" y="191"/>
                  <a:pt x="2407" y="202"/>
                  <a:pt x="2416" y="220"/>
                </a:cubicBezTo>
                <a:cubicBezTo>
                  <a:pt x="2425" y="237"/>
                  <a:pt x="2427" y="260"/>
                  <a:pt x="2427" y="280"/>
                </a:cubicBezTo>
                <a:cubicBezTo>
                  <a:pt x="2427" y="306"/>
                  <a:pt x="2422" y="362"/>
                  <a:pt x="2399" y="399"/>
                </a:cubicBezTo>
                <a:cubicBezTo>
                  <a:pt x="2380" y="427"/>
                  <a:pt x="2354" y="439"/>
                  <a:pt x="2329" y="439"/>
                </a:cubicBezTo>
                <a:cubicBezTo>
                  <a:pt x="2311" y="439"/>
                  <a:pt x="2282" y="414"/>
                  <a:pt x="2282" y="345"/>
                </a:cubicBezTo>
                <a:cubicBezTo>
                  <a:pt x="2282" y="287"/>
                  <a:pt x="2308" y="191"/>
                  <a:pt x="2377" y="191"/>
                </a:cubicBezTo>
                <a:moveTo>
                  <a:pt x="2320" y="463"/>
                </a:moveTo>
                <a:cubicBezTo>
                  <a:pt x="2341" y="463"/>
                  <a:pt x="2360" y="460"/>
                  <a:pt x="2380" y="451"/>
                </a:cubicBezTo>
                <a:cubicBezTo>
                  <a:pt x="2437" y="423"/>
                  <a:pt x="2481" y="353"/>
                  <a:pt x="2481" y="276"/>
                </a:cubicBezTo>
                <a:cubicBezTo>
                  <a:pt x="2481" y="228"/>
                  <a:pt x="2469" y="170"/>
                  <a:pt x="2389" y="170"/>
                </a:cubicBezTo>
                <a:cubicBezTo>
                  <a:pt x="2280" y="170"/>
                  <a:pt x="2228" y="272"/>
                  <a:pt x="2228" y="351"/>
                </a:cubicBezTo>
                <a:cubicBezTo>
                  <a:pt x="2228" y="385"/>
                  <a:pt x="2237" y="463"/>
                  <a:pt x="2320" y="463"/>
                </a:cubicBezTo>
                <a:moveTo>
                  <a:pt x="2654" y="485"/>
                </a:moveTo>
                <a:cubicBezTo>
                  <a:pt x="2691" y="502"/>
                  <a:pt x="2706" y="517"/>
                  <a:pt x="2706" y="540"/>
                </a:cubicBezTo>
                <a:cubicBezTo>
                  <a:pt x="2706" y="564"/>
                  <a:pt x="2684" y="591"/>
                  <a:pt x="2626" y="591"/>
                </a:cubicBezTo>
                <a:cubicBezTo>
                  <a:pt x="2553" y="591"/>
                  <a:pt x="2518" y="566"/>
                  <a:pt x="2518" y="530"/>
                </a:cubicBezTo>
                <a:cubicBezTo>
                  <a:pt x="2518" y="499"/>
                  <a:pt x="2558" y="470"/>
                  <a:pt x="2575" y="459"/>
                </a:cubicBezTo>
                <a:cubicBezTo>
                  <a:pt x="2587" y="461"/>
                  <a:pt x="2632" y="475"/>
                  <a:pt x="2654" y="485"/>
                </a:cubicBezTo>
                <a:moveTo>
                  <a:pt x="2728" y="212"/>
                </a:moveTo>
                <a:cubicBezTo>
                  <a:pt x="2738" y="203"/>
                  <a:pt x="2754" y="196"/>
                  <a:pt x="2759" y="196"/>
                </a:cubicBezTo>
                <a:cubicBezTo>
                  <a:pt x="2764" y="196"/>
                  <a:pt x="2766" y="199"/>
                  <a:pt x="2768" y="202"/>
                </a:cubicBezTo>
                <a:cubicBezTo>
                  <a:pt x="2772" y="208"/>
                  <a:pt x="2776" y="213"/>
                  <a:pt x="2787" y="213"/>
                </a:cubicBezTo>
                <a:cubicBezTo>
                  <a:pt x="2798" y="213"/>
                  <a:pt x="2807" y="204"/>
                  <a:pt x="2807" y="192"/>
                </a:cubicBezTo>
                <a:cubicBezTo>
                  <a:pt x="2807" y="180"/>
                  <a:pt x="2796" y="170"/>
                  <a:pt x="2781" y="170"/>
                </a:cubicBezTo>
                <a:cubicBezTo>
                  <a:pt x="2764" y="170"/>
                  <a:pt x="2740" y="176"/>
                  <a:pt x="2717" y="197"/>
                </a:cubicBezTo>
                <a:cubicBezTo>
                  <a:pt x="2702" y="180"/>
                  <a:pt x="2681" y="170"/>
                  <a:pt x="2653" y="170"/>
                </a:cubicBezTo>
                <a:cubicBezTo>
                  <a:pt x="2579" y="170"/>
                  <a:pt x="2551" y="219"/>
                  <a:pt x="2551" y="272"/>
                </a:cubicBezTo>
                <a:cubicBezTo>
                  <a:pt x="2551" y="300"/>
                  <a:pt x="2563" y="328"/>
                  <a:pt x="2581" y="349"/>
                </a:cubicBezTo>
                <a:cubicBezTo>
                  <a:pt x="2564" y="366"/>
                  <a:pt x="2545" y="397"/>
                  <a:pt x="2545" y="420"/>
                </a:cubicBezTo>
                <a:cubicBezTo>
                  <a:pt x="2545" y="426"/>
                  <a:pt x="2545" y="442"/>
                  <a:pt x="2562" y="451"/>
                </a:cubicBezTo>
                <a:cubicBezTo>
                  <a:pt x="2528" y="470"/>
                  <a:pt x="2474" y="506"/>
                  <a:pt x="2474" y="545"/>
                </a:cubicBezTo>
                <a:cubicBezTo>
                  <a:pt x="2474" y="598"/>
                  <a:pt x="2547" y="612"/>
                  <a:pt x="2600" y="612"/>
                </a:cubicBezTo>
                <a:cubicBezTo>
                  <a:pt x="2689" y="612"/>
                  <a:pt x="2749" y="587"/>
                  <a:pt x="2749" y="522"/>
                </a:cubicBezTo>
                <a:cubicBezTo>
                  <a:pt x="2749" y="479"/>
                  <a:pt x="2717" y="458"/>
                  <a:pt x="2682" y="447"/>
                </a:cubicBezTo>
                <a:cubicBezTo>
                  <a:pt x="2630" y="432"/>
                  <a:pt x="2582" y="430"/>
                  <a:pt x="2582" y="399"/>
                </a:cubicBezTo>
                <a:cubicBezTo>
                  <a:pt x="2582" y="386"/>
                  <a:pt x="2591" y="370"/>
                  <a:pt x="2597" y="359"/>
                </a:cubicBezTo>
                <a:cubicBezTo>
                  <a:pt x="2607" y="366"/>
                  <a:pt x="2623" y="370"/>
                  <a:pt x="2641" y="370"/>
                </a:cubicBezTo>
                <a:cubicBezTo>
                  <a:pt x="2698" y="370"/>
                  <a:pt x="2741" y="331"/>
                  <a:pt x="2741" y="266"/>
                </a:cubicBezTo>
                <a:cubicBezTo>
                  <a:pt x="2741" y="249"/>
                  <a:pt x="2737" y="225"/>
                  <a:pt x="2728" y="212"/>
                </a:cubicBezTo>
                <a:moveTo>
                  <a:pt x="2692" y="266"/>
                </a:moveTo>
                <a:cubicBezTo>
                  <a:pt x="2692" y="307"/>
                  <a:pt x="2684" y="351"/>
                  <a:pt x="2645" y="351"/>
                </a:cubicBezTo>
                <a:cubicBezTo>
                  <a:pt x="2605" y="351"/>
                  <a:pt x="2599" y="304"/>
                  <a:pt x="2599" y="272"/>
                </a:cubicBezTo>
                <a:cubicBezTo>
                  <a:pt x="2599" y="225"/>
                  <a:pt x="2607" y="189"/>
                  <a:pt x="2650" y="189"/>
                </a:cubicBezTo>
                <a:cubicBezTo>
                  <a:pt x="2678" y="189"/>
                  <a:pt x="2692" y="222"/>
                  <a:pt x="2692" y="266"/>
                </a:cubicBezTo>
                <a:moveTo>
                  <a:pt x="2926" y="270"/>
                </a:moveTo>
                <a:lnTo>
                  <a:pt x="2931" y="247"/>
                </a:lnTo>
                <a:cubicBezTo>
                  <a:pt x="2937" y="222"/>
                  <a:pt x="2942" y="200"/>
                  <a:pt x="2942" y="189"/>
                </a:cubicBezTo>
                <a:cubicBezTo>
                  <a:pt x="2942" y="178"/>
                  <a:pt x="2937" y="172"/>
                  <a:pt x="2929" y="172"/>
                </a:cubicBezTo>
                <a:cubicBezTo>
                  <a:pt x="2908" y="172"/>
                  <a:pt x="2881" y="176"/>
                  <a:pt x="2850" y="180"/>
                </a:cubicBezTo>
                <a:cubicBezTo>
                  <a:pt x="2846" y="185"/>
                  <a:pt x="2847" y="193"/>
                  <a:pt x="2851" y="198"/>
                </a:cubicBezTo>
                <a:lnTo>
                  <a:pt x="2877" y="200"/>
                </a:lnTo>
                <a:cubicBezTo>
                  <a:pt x="2885" y="201"/>
                  <a:pt x="2889" y="207"/>
                  <a:pt x="2889" y="213"/>
                </a:cubicBezTo>
                <a:cubicBezTo>
                  <a:pt x="2889" y="220"/>
                  <a:pt x="2889" y="228"/>
                  <a:pt x="2884" y="247"/>
                </a:cubicBezTo>
                <a:lnTo>
                  <a:pt x="2847" y="409"/>
                </a:lnTo>
                <a:cubicBezTo>
                  <a:pt x="2845" y="424"/>
                  <a:pt x="2840" y="435"/>
                  <a:pt x="2840" y="445"/>
                </a:cubicBezTo>
                <a:cubicBezTo>
                  <a:pt x="2840" y="457"/>
                  <a:pt x="2846" y="463"/>
                  <a:pt x="2864" y="463"/>
                </a:cubicBezTo>
                <a:cubicBezTo>
                  <a:pt x="2887" y="463"/>
                  <a:pt x="2888" y="435"/>
                  <a:pt x="2894" y="409"/>
                </a:cubicBezTo>
                <a:lnTo>
                  <a:pt x="2914" y="333"/>
                </a:lnTo>
                <a:cubicBezTo>
                  <a:pt x="2945" y="276"/>
                  <a:pt x="2982" y="215"/>
                  <a:pt x="2997" y="215"/>
                </a:cubicBezTo>
                <a:cubicBezTo>
                  <a:pt x="3003" y="215"/>
                  <a:pt x="3006" y="219"/>
                  <a:pt x="3010" y="223"/>
                </a:cubicBezTo>
                <a:cubicBezTo>
                  <a:pt x="3015" y="228"/>
                  <a:pt x="3023" y="237"/>
                  <a:pt x="3033" y="237"/>
                </a:cubicBezTo>
                <a:cubicBezTo>
                  <a:pt x="3050" y="237"/>
                  <a:pt x="3062" y="218"/>
                  <a:pt x="3062" y="200"/>
                </a:cubicBezTo>
                <a:cubicBezTo>
                  <a:pt x="3062" y="187"/>
                  <a:pt x="3052" y="170"/>
                  <a:pt x="3028" y="170"/>
                </a:cubicBezTo>
                <a:cubicBezTo>
                  <a:pt x="2995" y="170"/>
                  <a:pt x="2957" y="210"/>
                  <a:pt x="2929" y="271"/>
                </a:cubicBezTo>
                <a:lnTo>
                  <a:pt x="2926" y="270"/>
                </a:lnTo>
                <a:moveTo>
                  <a:pt x="3283" y="174"/>
                </a:moveTo>
                <a:cubicBezTo>
                  <a:pt x="3265" y="172"/>
                  <a:pt x="3257" y="170"/>
                  <a:pt x="3231" y="170"/>
                </a:cubicBezTo>
                <a:cubicBezTo>
                  <a:pt x="3161" y="170"/>
                  <a:pt x="3066" y="272"/>
                  <a:pt x="3066" y="375"/>
                </a:cubicBezTo>
                <a:cubicBezTo>
                  <a:pt x="3066" y="411"/>
                  <a:pt x="3074" y="463"/>
                  <a:pt x="3129" y="463"/>
                </a:cubicBezTo>
                <a:cubicBezTo>
                  <a:pt x="3164" y="463"/>
                  <a:pt x="3201" y="427"/>
                  <a:pt x="3240" y="369"/>
                </a:cubicBezTo>
                <a:lnTo>
                  <a:pt x="3241" y="370"/>
                </a:lnTo>
                <a:lnTo>
                  <a:pt x="3233" y="398"/>
                </a:lnTo>
                <a:cubicBezTo>
                  <a:pt x="3228" y="413"/>
                  <a:pt x="3226" y="426"/>
                  <a:pt x="3226" y="434"/>
                </a:cubicBezTo>
                <a:cubicBezTo>
                  <a:pt x="3226" y="446"/>
                  <a:pt x="3231" y="463"/>
                  <a:pt x="3253" y="463"/>
                </a:cubicBezTo>
                <a:cubicBezTo>
                  <a:pt x="3294" y="463"/>
                  <a:pt x="3320" y="437"/>
                  <a:pt x="3337" y="400"/>
                </a:cubicBezTo>
                <a:cubicBezTo>
                  <a:pt x="3333" y="394"/>
                  <a:pt x="3330" y="389"/>
                  <a:pt x="3322" y="389"/>
                </a:cubicBezTo>
                <a:cubicBezTo>
                  <a:pt x="3304" y="413"/>
                  <a:pt x="3292" y="424"/>
                  <a:pt x="3285" y="424"/>
                </a:cubicBezTo>
                <a:cubicBezTo>
                  <a:pt x="3283" y="424"/>
                  <a:pt x="3277" y="423"/>
                  <a:pt x="3277" y="415"/>
                </a:cubicBezTo>
                <a:cubicBezTo>
                  <a:pt x="3277" y="409"/>
                  <a:pt x="3281" y="391"/>
                  <a:pt x="3284" y="378"/>
                </a:cubicBezTo>
                <a:lnTo>
                  <a:pt x="3329" y="175"/>
                </a:lnTo>
                <a:cubicBezTo>
                  <a:pt x="3313" y="175"/>
                  <a:pt x="3296" y="177"/>
                  <a:pt x="3283" y="174"/>
                </a:cubicBezTo>
                <a:moveTo>
                  <a:pt x="3147" y="427"/>
                </a:moveTo>
                <a:cubicBezTo>
                  <a:pt x="3125" y="427"/>
                  <a:pt x="3118" y="401"/>
                  <a:pt x="3118" y="364"/>
                </a:cubicBezTo>
                <a:cubicBezTo>
                  <a:pt x="3118" y="295"/>
                  <a:pt x="3173" y="190"/>
                  <a:pt x="3233" y="190"/>
                </a:cubicBezTo>
                <a:cubicBezTo>
                  <a:pt x="3246" y="190"/>
                  <a:pt x="3261" y="194"/>
                  <a:pt x="3273" y="202"/>
                </a:cubicBezTo>
                <a:cubicBezTo>
                  <a:pt x="3273" y="202"/>
                  <a:pt x="3267" y="272"/>
                  <a:pt x="3250" y="313"/>
                </a:cubicBezTo>
                <a:cubicBezTo>
                  <a:pt x="3218" y="372"/>
                  <a:pt x="3168" y="427"/>
                  <a:pt x="3147" y="427"/>
                </a:cubicBezTo>
                <a:moveTo>
                  <a:pt x="3452" y="247"/>
                </a:moveTo>
                <a:lnTo>
                  <a:pt x="3414" y="409"/>
                </a:lnTo>
                <a:cubicBezTo>
                  <a:pt x="3411" y="423"/>
                  <a:pt x="3406" y="439"/>
                  <a:pt x="3406" y="445"/>
                </a:cubicBezTo>
                <a:cubicBezTo>
                  <a:pt x="3406" y="457"/>
                  <a:pt x="3412" y="463"/>
                  <a:pt x="3433" y="463"/>
                </a:cubicBezTo>
                <a:cubicBezTo>
                  <a:pt x="3458" y="463"/>
                  <a:pt x="3456" y="434"/>
                  <a:pt x="3462" y="409"/>
                </a:cubicBezTo>
                <a:lnTo>
                  <a:pt x="3489" y="304"/>
                </a:lnTo>
                <a:cubicBezTo>
                  <a:pt x="3540" y="230"/>
                  <a:pt x="3577" y="209"/>
                  <a:pt x="3598" y="209"/>
                </a:cubicBezTo>
                <a:cubicBezTo>
                  <a:pt x="3611" y="209"/>
                  <a:pt x="3615" y="213"/>
                  <a:pt x="3615" y="233"/>
                </a:cubicBezTo>
                <a:cubicBezTo>
                  <a:pt x="3615" y="241"/>
                  <a:pt x="3614" y="257"/>
                  <a:pt x="3609" y="277"/>
                </a:cubicBezTo>
                <a:lnTo>
                  <a:pt x="3577" y="409"/>
                </a:lnTo>
                <a:cubicBezTo>
                  <a:pt x="3575" y="423"/>
                  <a:pt x="3570" y="439"/>
                  <a:pt x="3570" y="445"/>
                </a:cubicBezTo>
                <a:cubicBezTo>
                  <a:pt x="3570" y="457"/>
                  <a:pt x="3575" y="463"/>
                  <a:pt x="3596" y="463"/>
                </a:cubicBezTo>
                <a:cubicBezTo>
                  <a:pt x="3621" y="463"/>
                  <a:pt x="3621" y="434"/>
                  <a:pt x="3626" y="409"/>
                </a:cubicBezTo>
                <a:lnTo>
                  <a:pt x="3651" y="307"/>
                </a:lnTo>
                <a:cubicBezTo>
                  <a:pt x="3707" y="229"/>
                  <a:pt x="3732" y="209"/>
                  <a:pt x="3753" y="209"/>
                </a:cubicBezTo>
                <a:cubicBezTo>
                  <a:pt x="3766" y="209"/>
                  <a:pt x="3772" y="213"/>
                  <a:pt x="3772" y="233"/>
                </a:cubicBezTo>
                <a:cubicBezTo>
                  <a:pt x="3772" y="240"/>
                  <a:pt x="3772" y="259"/>
                  <a:pt x="3766" y="279"/>
                </a:cubicBezTo>
                <a:lnTo>
                  <a:pt x="3741" y="382"/>
                </a:lnTo>
                <a:cubicBezTo>
                  <a:pt x="3734" y="409"/>
                  <a:pt x="3729" y="436"/>
                  <a:pt x="3729" y="442"/>
                </a:cubicBezTo>
                <a:cubicBezTo>
                  <a:pt x="3729" y="455"/>
                  <a:pt x="3741" y="463"/>
                  <a:pt x="3750" y="463"/>
                </a:cubicBezTo>
                <a:cubicBezTo>
                  <a:pt x="3789" y="463"/>
                  <a:pt x="3825" y="444"/>
                  <a:pt x="3847" y="391"/>
                </a:cubicBezTo>
                <a:cubicBezTo>
                  <a:pt x="3846" y="385"/>
                  <a:pt x="3841" y="381"/>
                  <a:pt x="3832" y="381"/>
                </a:cubicBezTo>
                <a:cubicBezTo>
                  <a:pt x="3817" y="406"/>
                  <a:pt x="3798" y="424"/>
                  <a:pt x="3787" y="424"/>
                </a:cubicBezTo>
                <a:cubicBezTo>
                  <a:pt x="3783" y="424"/>
                  <a:pt x="3781" y="420"/>
                  <a:pt x="3781" y="417"/>
                </a:cubicBezTo>
                <a:cubicBezTo>
                  <a:pt x="3781" y="415"/>
                  <a:pt x="3783" y="398"/>
                  <a:pt x="3785" y="391"/>
                </a:cubicBezTo>
                <a:lnTo>
                  <a:pt x="3816" y="274"/>
                </a:lnTo>
                <a:cubicBezTo>
                  <a:pt x="3820" y="259"/>
                  <a:pt x="3823" y="239"/>
                  <a:pt x="3823" y="226"/>
                </a:cubicBezTo>
                <a:cubicBezTo>
                  <a:pt x="3823" y="185"/>
                  <a:pt x="3803" y="170"/>
                  <a:pt x="3783" y="170"/>
                </a:cubicBezTo>
                <a:cubicBezTo>
                  <a:pt x="3736" y="170"/>
                  <a:pt x="3700" y="210"/>
                  <a:pt x="3662" y="257"/>
                </a:cubicBezTo>
                <a:cubicBezTo>
                  <a:pt x="3664" y="247"/>
                  <a:pt x="3665" y="235"/>
                  <a:pt x="3665" y="226"/>
                </a:cubicBezTo>
                <a:cubicBezTo>
                  <a:pt x="3665" y="181"/>
                  <a:pt x="3645" y="170"/>
                  <a:pt x="3627" y="170"/>
                </a:cubicBezTo>
                <a:cubicBezTo>
                  <a:pt x="3580" y="170"/>
                  <a:pt x="3537" y="204"/>
                  <a:pt x="3499" y="254"/>
                </a:cubicBezTo>
                <a:lnTo>
                  <a:pt x="3498" y="253"/>
                </a:lnTo>
                <a:lnTo>
                  <a:pt x="3499" y="247"/>
                </a:lnTo>
                <a:cubicBezTo>
                  <a:pt x="3505" y="222"/>
                  <a:pt x="3513" y="197"/>
                  <a:pt x="3513" y="186"/>
                </a:cubicBezTo>
                <a:cubicBezTo>
                  <a:pt x="3513" y="177"/>
                  <a:pt x="3509" y="172"/>
                  <a:pt x="3500" y="172"/>
                </a:cubicBezTo>
                <a:cubicBezTo>
                  <a:pt x="3479" y="172"/>
                  <a:pt x="3450" y="176"/>
                  <a:pt x="3419" y="180"/>
                </a:cubicBezTo>
                <a:cubicBezTo>
                  <a:pt x="3415" y="185"/>
                  <a:pt x="3416" y="193"/>
                  <a:pt x="3420" y="198"/>
                </a:cubicBezTo>
                <a:lnTo>
                  <a:pt x="3446" y="200"/>
                </a:lnTo>
                <a:cubicBezTo>
                  <a:pt x="3454" y="201"/>
                  <a:pt x="3458" y="207"/>
                  <a:pt x="3458" y="213"/>
                </a:cubicBezTo>
                <a:cubicBezTo>
                  <a:pt x="3458" y="220"/>
                  <a:pt x="3456" y="228"/>
                  <a:pt x="3452" y="247"/>
                </a:cubicBezTo>
                <a:moveTo>
                  <a:pt x="3964" y="247"/>
                </a:moveTo>
                <a:lnTo>
                  <a:pt x="3926" y="409"/>
                </a:lnTo>
                <a:cubicBezTo>
                  <a:pt x="3923" y="423"/>
                  <a:pt x="3918" y="439"/>
                  <a:pt x="3918" y="445"/>
                </a:cubicBezTo>
                <a:cubicBezTo>
                  <a:pt x="3918" y="457"/>
                  <a:pt x="3924" y="463"/>
                  <a:pt x="3945" y="463"/>
                </a:cubicBezTo>
                <a:cubicBezTo>
                  <a:pt x="3970" y="463"/>
                  <a:pt x="3968" y="434"/>
                  <a:pt x="3974" y="409"/>
                </a:cubicBezTo>
                <a:lnTo>
                  <a:pt x="4001" y="304"/>
                </a:lnTo>
                <a:cubicBezTo>
                  <a:pt x="4052" y="230"/>
                  <a:pt x="4089" y="209"/>
                  <a:pt x="4110" y="209"/>
                </a:cubicBezTo>
                <a:cubicBezTo>
                  <a:pt x="4123" y="209"/>
                  <a:pt x="4127" y="213"/>
                  <a:pt x="4127" y="233"/>
                </a:cubicBezTo>
                <a:cubicBezTo>
                  <a:pt x="4127" y="241"/>
                  <a:pt x="4126" y="257"/>
                  <a:pt x="4121" y="277"/>
                </a:cubicBezTo>
                <a:lnTo>
                  <a:pt x="4089" y="409"/>
                </a:lnTo>
                <a:cubicBezTo>
                  <a:pt x="4087" y="423"/>
                  <a:pt x="4082" y="439"/>
                  <a:pt x="4082" y="445"/>
                </a:cubicBezTo>
                <a:cubicBezTo>
                  <a:pt x="4082" y="457"/>
                  <a:pt x="4087" y="463"/>
                  <a:pt x="4108" y="463"/>
                </a:cubicBezTo>
                <a:cubicBezTo>
                  <a:pt x="4133" y="463"/>
                  <a:pt x="4133" y="434"/>
                  <a:pt x="4138" y="409"/>
                </a:cubicBezTo>
                <a:lnTo>
                  <a:pt x="4163" y="307"/>
                </a:lnTo>
                <a:cubicBezTo>
                  <a:pt x="4219" y="229"/>
                  <a:pt x="4244" y="209"/>
                  <a:pt x="4265" y="209"/>
                </a:cubicBezTo>
                <a:cubicBezTo>
                  <a:pt x="4278" y="209"/>
                  <a:pt x="4284" y="213"/>
                  <a:pt x="4284" y="233"/>
                </a:cubicBezTo>
                <a:cubicBezTo>
                  <a:pt x="4284" y="240"/>
                  <a:pt x="4284" y="259"/>
                  <a:pt x="4278" y="279"/>
                </a:cubicBezTo>
                <a:lnTo>
                  <a:pt x="4253" y="382"/>
                </a:lnTo>
                <a:cubicBezTo>
                  <a:pt x="4246" y="409"/>
                  <a:pt x="4241" y="436"/>
                  <a:pt x="4241" y="442"/>
                </a:cubicBezTo>
                <a:cubicBezTo>
                  <a:pt x="4241" y="455"/>
                  <a:pt x="4253" y="463"/>
                  <a:pt x="4262" y="463"/>
                </a:cubicBezTo>
                <a:cubicBezTo>
                  <a:pt x="4301" y="463"/>
                  <a:pt x="4337" y="444"/>
                  <a:pt x="4359" y="391"/>
                </a:cubicBezTo>
                <a:cubicBezTo>
                  <a:pt x="4358" y="385"/>
                  <a:pt x="4353" y="381"/>
                  <a:pt x="4345" y="381"/>
                </a:cubicBezTo>
                <a:cubicBezTo>
                  <a:pt x="4329" y="406"/>
                  <a:pt x="4311" y="424"/>
                  <a:pt x="4299" y="424"/>
                </a:cubicBezTo>
                <a:cubicBezTo>
                  <a:pt x="4295" y="424"/>
                  <a:pt x="4294" y="420"/>
                  <a:pt x="4294" y="417"/>
                </a:cubicBezTo>
                <a:cubicBezTo>
                  <a:pt x="4294" y="415"/>
                  <a:pt x="4295" y="398"/>
                  <a:pt x="4297" y="391"/>
                </a:cubicBezTo>
                <a:lnTo>
                  <a:pt x="4328" y="274"/>
                </a:lnTo>
                <a:cubicBezTo>
                  <a:pt x="4332" y="259"/>
                  <a:pt x="4335" y="239"/>
                  <a:pt x="4335" y="226"/>
                </a:cubicBezTo>
                <a:cubicBezTo>
                  <a:pt x="4335" y="185"/>
                  <a:pt x="4315" y="170"/>
                  <a:pt x="4295" y="170"/>
                </a:cubicBezTo>
                <a:cubicBezTo>
                  <a:pt x="4248" y="170"/>
                  <a:pt x="4212" y="210"/>
                  <a:pt x="4174" y="257"/>
                </a:cubicBezTo>
                <a:cubicBezTo>
                  <a:pt x="4176" y="247"/>
                  <a:pt x="4177" y="235"/>
                  <a:pt x="4177" y="226"/>
                </a:cubicBezTo>
                <a:cubicBezTo>
                  <a:pt x="4177" y="181"/>
                  <a:pt x="4157" y="170"/>
                  <a:pt x="4139" y="170"/>
                </a:cubicBezTo>
                <a:cubicBezTo>
                  <a:pt x="4092" y="170"/>
                  <a:pt x="4050" y="204"/>
                  <a:pt x="4011" y="254"/>
                </a:cubicBezTo>
                <a:lnTo>
                  <a:pt x="4010" y="253"/>
                </a:lnTo>
                <a:lnTo>
                  <a:pt x="4011" y="247"/>
                </a:lnTo>
                <a:cubicBezTo>
                  <a:pt x="4018" y="222"/>
                  <a:pt x="4025" y="197"/>
                  <a:pt x="4025" y="186"/>
                </a:cubicBezTo>
                <a:cubicBezTo>
                  <a:pt x="4025" y="177"/>
                  <a:pt x="4021" y="172"/>
                  <a:pt x="4012" y="172"/>
                </a:cubicBezTo>
                <a:cubicBezTo>
                  <a:pt x="3991" y="172"/>
                  <a:pt x="3962" y="176"/>
                  <a:pt x="3931" y="180"/>
                </a:cubicBezTo>
                <a:cubicBezTo>
                  <a:pt x="3927" y="185"/>
                  <a:pt x="3928" y="193"/>
                  <a:pt x="3932" y="198"/>
                </a:cubicBezTo>
                <a:lnTo>
                  <a:pt x="3958" y="200"/>
                </a:lnTo>
                <a:cubicBezTo>
                  <a:pt x="3966" y="201"/>
                  <a:pt x="3970" y="207"/>
                  <a:pt x="3970" y="213"/>
                </a:cubicBezTo>
                <a:cubicBezTo>
                  <a:pt x="3970" y="220"/>
                  <a:pt x="3968" y="228"/>
                  <a:pt x="3964" y="247"/>
                </a:cubicBezTo>
                <a:moveTo>
                  <a:pt x="4589" y="215"/>
                </a:moveTo>
                <a:cubicBezTo>
                  <a:pt x="4589" y="274"/>
                  <a:pt x="4520" y="295"/>
                  <a:pt x="4470" y="302"/>
                </a:cubicBezTo>
                <a:cubicBezTo>
                  <a:pt x="4494" y="210"/>
                  <a:pt x="4530" y="190"/>
                  <a:pt x="4557" y="190"/>
                </a:cubicBezTo>
                <a:cubicBezTo>
                  <a:pt x="4581" y="190"/>
                  <a:pt x="4589" y="196"/>
                  <a:pt x="4589" y="215"/>
                </a:cubicBezTo>
                <a:moveTo>
                  <a:pt x="4466" y="326"/>
                </a:moveTo>
                <a:cubicBezTo>
                  <a:pt x="4637" y="293"/>
                  <a:pt x="4634" y="243"/>
                  <a:pt x="4634" y="218"/>
                </a:cubicBezTo>
                <a:cubicBezTo>
                  <a:pt x="4634" y="202"/>
                  <a:pt x="4619" y="170"/>
                  <a:pt x="4572" y="170"/>
                </a:cubicBezTo>
                <a:cubicBezTo>
                  <a:pt x="4458" y="170"/>
                  <a:pt x="4411" y="281"/>
                  <a:pt x="4411" y="364"/>
                </a:cubicBezTo>
                <a:cubicBezTo>
                  <a:pt x="4411" y="419"/>
                  <a:pt x="4437" y="463"/>
                  <a:pt x="4492" y="463"/>
                </a:cubicBezTo>
                <a:cubicBezTo>
                  <a:pt x="4535" y="463"/>
                  <a:pt x="4575" y="440"/>
                  <a:pt x="4614" y="391"/>
                </a:cubicBezTo>
                <a:cubicBezTo>
                  <a:pt x="4611" y="383"/>
                  <a:pt x="4607" y="380"/>
                  <a:pt x="4599" y="380"/>
                </a:cubicBezTo>
                <a:cubicBezTo>
                  <a:pt x="4562" y="418"/>
                  <a:pt x="4547" y="424"/>
                  <a:pt x="4515" y="424"/>
                </a:cubicBezTo>
                <a:cubicBezTo>
                  <a:pt x="4486" y="424"/>
                  <a:pt x="4466" y="408"/>
                  <a:pt x="4466" y="349"/>
                </a:cubicBezTo>
                <a:cubicBezTo>
                  <a:pt x="4466" y="345"/>
                  <a:pt x="4466" y="332"/>
                  <a:pt x="4466" y="326"/>
                </a:cubicBezTo>
                <a:moveTo>
                  <a:pt x="4755" y="433"/>
                </a:moveTo>
                <a:cubicBezTo>
                  <a:pt x="4734" y="433"/>
                  <a:pt x="4729" y="395"/>
                  <a:pt x="4729" y="359"/>
                </a:cubicBezTo>
                <a:cubicBezTo>
                  <a:pt x="4729" y="289"/>
                  <a:pt x="4778" y="193"/>
                  <a:pt x="4838" y="193"/>
                </a:cubicBezTo>
                <a:cubicBezTo>
                  <a:pt x="4863" y="193"/>
                  <a:pt x="4880" y="227"/>
                  <a:pt x="4880" y="250"/>
                </a:cubicBezTo>
                <a:cubicBezTo>
                  <a:pt x="4880" y="265"/>
                  <a:pt x="4868" y="295"/>
                  <a:pt x="4849" y="330"/>
                </a:cubicBezTo>
                <a:cubicBezTo>
                  <a:pt x="4817" y="389"/>
                  <a:pt x="4780" y="433"/>
                  <a:pt x="4755" y="433"/>
                </a:cubicBezTo>
                <a:moveTo>
                  <a:pt x="4849" y="381"/>
                </a:moveTo>
                <a:lnTo>
                  <a:pt x="4845" y="398"/>
                </a:lnTo>
                <a:cubicBezTo>
                  <a:pt x="4841" y="413"/>
                  <a:pt x="4838" y="426"/>
                  <a:pt x="4838" y="434"/>
                </a:cubicBezTo>
                <a:cubicBezTo>
                  <a:pt x="4838" y="446"/>
                  <a:pt x="4843" y="463"/>
                  <a:pt x="4865" y="463"/>
                </a:cubicBezTo>
                <a:cubicBezTo>
                  <a:pt x="4906" y="463"/>
                  <a:pt x="4932" y="437"/>
                  <a:pt x="4949" y="400"/>
                </a:cubicBezTo>
                <a:cubicBezTo>
                  <a:pt x="4945" y="394"/>
                  <a:pt x="4942" y="389"/>
                  <a:pt x="4934" y="389"/>
                </a:cubicBezTo>
                <a:cubicBezTo>
                  <a:pt x="4916" y="413"/>
                  <a:pt x="4904" y="424"/>
                  <a:pt x="4897" y="424"/>
                </a:cubicBezTo>
                <a:cubicBezTo>
                  <a:pt x="4895" y="424"/>
                  <a:pt x="4889" y="423"/>
                  <a:pt x="4889" y="415"/>
                </a:cubicBezTo>
                <a:cubicBezTo>
                  <a:pt x="4889" y="409"/>
                  <a:pt x="4893" y="391"/>
                  <a:pt x="4896" y="378"/>
                </a:cubicBezTo>
                <a:lnTo>
                  <a:pt x="4965" y="76"/>
                </a:lnTo>
                <a:cubicBezTo>
                  <a:pt x="4975" y="33"/>
                  <a:pt x="4982" y="7"/>
                  <a:pt x="4982" y="7"/>
                </a:cubicBezTo>
                <a:cubicBezTo>
                  <a:pt x="4982" y="2"/>
                  <a:pt x="4980" y="0"/>
                  <a:pt x="4974" y="0"/>
                </a:cubicBezTo>
                <a:cubicBezTo>
                  <a:pt x="4956" y="7"/>
                  <a:pt x="4909" y="15"/>
                  <a:pt x="4882" y="17"/>
                </a:cubicBezTo>
                <a:lnTo>
                  <a:pt x="4880" y="33"/>
                </a:lnTo>
                <a:cubicBezTo>
                  <a:pt x="4880" y="35"/>
                  <a:pt x="4881" y="36"/>
                  <a:pt x="4883" y="36"/>
                </a:cubicBezTo>
                <a:lnTo>
                  <a:pt x="4904" y="38"/>
                </a:lnTo>
                <a:cubicBezTo>
                  <a:pt x="4912" y="38"/>
                  <a:pt x="4917" y="42"/>
                  <a:pt x="4917" y="56"/>
                </a:cubicBezTo>
                <a:cubicBezTo>
                  <a:pt x="4917" y="63"/>
                  <a:pt x="4915" y="75"/>
                  <a:pt x="4913" y="89"/>
                </a:cubicBezTo>
                <a:lnTo>
                  <a:pt x="4889" y="206"/>
                </a:lnTo>
                <a:lnTo>
                  <a:pt x="4888" y="206"/>
                </a:lnTo>
                <a:cubicBezTo>
                  <a:pt x="4880" y="186"/>
                  <a:pt x="4861" y="170"/>
                  <a:pt x="4836" y="170"/>
                </a:cubicBezTo>
                <a:cubicBezTo>
                  <a:pt x="4766" y="170"/>
                  <a:pt x="4677" y="266"/>
                  <a:pt x="4677" y="369"/>
                </a:cubicBezTo>
                <a:cubicBezTo>
                  <a:pt x="4677" y="405"/>
                  <a:pt x="4686" y="463"/>
                  <a:pt x="4743" y="463"/>
                </a:cubicBezTo>
                <a:cubicBezTo>
                  <a:pt x="4777" y="463"/>
                  <a:pt x="4808" y="437"/>
                  <a:pt x="4847" y="379"/>
                </a:cubicBezTo>
                <a:lnTo>
                  <a:pt x="4849" y="38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5837760" y="3582720"/>
            <a:ext cx="956880" cy="166680"/>
          </a:xfrm>
          <a:custGeom>
            <a:avLst/>
            <a:gdLst/>
            <a:ahLst/>
            <a:rect l="0" t="0" r="r" b="b"/>
            <a:pathLst>
              <a:path w="2658" h="463">
                <a:moveTo>
                  <a:pt x="59" y="302"/>
                </a:moveTo>
                <a:cubicBezTo>
                  <a:pt x="82" y="209"/>
                  <a:pt x="118" y="190"/>
                  <a:pt x="146" y="190"/>
                </a:cubicBezTo>
                <a:cubicBezTo>
                  <a:pt x="169" y="190"/>
                  <a:pt x="178" y="196"/>
                  <a:pt x="178" y="215"/>
                </a:cubicBezTo>
                <a:cubicBezTo>
                  <a:pt x="178" y="273"/>
                  <a:pt x="108" y="295"/>
                  <a:pt x="59" y="302"/>
                </a:cubicBezTo>
                <a:moveTo>
                  <a:pt x="55" y="326"/>
                </a:moveTo>
                <a:cubicBezTo>
                  <a:pt x="226" y="293"/>
                  <a:pt x="223" y="243"/>
                  <a:pt x="223" y="218"/>
                </a:cubicBezTo>
                <a:cubicBezTo>
                  <a:pt x="223" y="202"/>
                  <a:pt x="208" y="170"/>
                  <a:pt x="161" y="170"/>
                </a:cubicBezTo>
                <a:cubicBezTo>
                  <a:pt x="47" y="170"/>
                  <a:pt x="0" y="281"/>
                  <a:pt x="0" y="364"/>
                </a:cubicBezTo>
                <a:cubicBezTo>
                  <a:pt x="0" y="419"/>
                  <a:pt x="26" y="463"/>
                  <a:pt x="80" y="463"/>
                </a:cubicBezTo>
                <a:cubicBezTo>
                  <a:pt x="124" y="463"/>
                  <a:pt x="164" y="440"/>
                  <a:pt x="203" y="390"/>
                </a:cubicBezTo>
                <a:cubicBezTo>
                  <a:pt x="199" y="383"/>
                  <a:pt x="195" y="380"/>
                  <a:pt x="188" y="380"/>
                </a:cubicBezTo>
                <a:cubicBezTo>
                  <a:pt x="150" y="418"/>
                  <a:pt x="135" y="424"/>
                  <a:pt x="104" y="424"/>
                </a:cubicBezTo>
                <a:cubicBezTo>
                  <a:pt x="74" y="424"/>
                  <a:pt x="54" y="408"/>
                  <a:pt x="54" y="349"/>
                </a:cubicBezTo>
                <a:cubicBezTo>
                  <a:pt x="54" y="345"/>
                  <a:pt x="54" y="332"/>
                  <a:pt x="55" y="326"/>
                </a:cubicBezTo>
                <a:moveTo>
                  <a:pt x="344" y="255"/>
                </a:moveTo>
                <a:lnTo>
                  <a:pt x="367" y="319"/>
                </a:lnTo>
                <a:lnTo>
                  <a:pt x="306" y="409"/>
                </a:lnTo>
                <a:cubicBezTo>
                  <a:pt x="299" y="419"/>
                  <a:pt x="292" y="421"/>
                  <a:pt x="288" y="421"/>
                </a:cubicBezTo>
                <a:cubicBezTo>
                  <a:pt x="282" y="421"/>
                  <a:pt x="275" y="420"/>
                  <a:pt x="270" y="417"/>
                </a:cubicBezTo>
                <a:cubicBezTo>
                  <a:pt x="264" y="415"/>
                  <a:pt x="258" y="413"/>
                  <a:pt x="251" y="413"/>
                </a:cubicBezTo>
                <a:cubicBezTo>
                  <a:pt x="237" y="413"/>
                  <a:pt x="226" y="424"/>
                  <a:pt x="226" y="438"/>
                </a:cubicBezTo>
                <a:cubicBezTo>
                  <a:pt x="226" y="455"/>
                  <a:pt x="249" y="463"/>
                  <a:pt x="264" y="463"/>
                </a:cubicBezTo>
                <a:cubicBezTo>
                  <a:pt x="286" y="463"/>
                  <a:pt x="302" y="453"/>
                  <a:pt x="331" y="412"/>
                </a:cubicBezTo>
                <a:lnTo>
                  <a:pt x="376" y="347"/>
                </a:lnTo>
                <a:lnTo>
                  <a:pt x="401" y="426"/>
                </a:lnTo>
                <a:cubicBezTo>
                  <a:pt x="409" y="453"/>
                  <a:pt x="416" y="463"/>
                  <a:pt x="439" y="463"/>
                </a:cubicBezTo>
                <a:cubicBezTo>
                  <a:pt x="462" y="463"/>
                  <a:pt x="490" y="451"/>
                  <a:pt x="511" y="417"/>
                </a:cubicBezTo>
                <a:cubicBezTo>
                  <a:pt x="508" y="411"/>
                  <a:pt x="502" y="406"/>
                  <a:pt x="495" y="404"/>
                </a:cubicBezTo>
                <a:cubicBezTo>
                  <a:pt x="478" y="426"/>
                  <a:pt x="469" y="431"/>
                  <a:pt x="462" y="431"/>
                </a:cubicBezTo>
                <a:cubicBezTo>
                  <a:pt x="456" y="431"/>
                  <a:pt x="452" y="423"/>
                  <a:pt x="447" y="407"/>
                </a:cubicBezTo>
                <a:lnTo>
                  <a:pt x="411" y="302"/>
                </a:lnTo>
                <a:lnTo>
                  <a:pt x="461" y="228"/>
                </a:lnTo>
                <a:cubicBezTo>
                  <a:pt x="471" y="213"/>
                  <a:pt x="487" y="211"/>
                  <a:pt x="492" y="211"/>
                </a:cubicBezTo>
                <a:cubicBezTo>
                  <a:pt x="497" y="211"/>
                  <a:pt x="505" y="213"/>
                  <a:pt x="511" y="217"/>
                </a:cubicBezTo>
                <a:cubicBezTo>
                  <a:pt x="516" y="221"/>
                  <a:pt x="526" y="224"/>
                  <a:pt x="533" y="224"/>
                </a:cubicBezTo>
                <a:cubicBezTo>
                  <a:pt x="542" y="224"/>
                  <a:pt x="554" y="211"/>
                  <a:pt x="554" y="196"/>
                </a:cubicBezTo>
                <a:cubicBezTo>
                  <a:pt x="554" y="179"/>
                  <a:pt x="536" y="170"/>
                  <a:pt x="521" y="170"/>
                </a:cubicBezTo>
                <a:cubicBezTo>
                  <a:pt x="488" y="170"/>
                  <a:pt x="467" y="181"/>
                  <a:pt x="435" y="227"/>
                </a:cubicBezTo>
                <a:lnTo>
                  <a:pt x="402" y="274"/>
                </a:lnTo>
                <a:lnTo>
                  <a:pt x="384" y="217"/>
                </a:lnTo>
                <a:cubicBezTo>
                  <a:pt x="373" y="183"/>
                  <a:pt x="365" y="170"/>
                  <a:pt x="349" y="170"/>
                </a:cubicBezTo>
                <a:cubicBezTo>
                  <a:pt x="333" y="170"/>
                  <a:pt x="286" y="197"/>
                  <a:pt x="263" y="214"/>
                </a:cubicBezTo>
                <a:cubicBezTo>
                  <a:pt x="263" y="221"/>
                  <a:pt x="266" y="229"/>
                  <a:pt x="271" y="234"/>
                </a:cubicBezTo>
                <a:cubicBezTo>
                  <a:pt x="279" y="230"/>
                  <a:pt x="301" y="220"/>
                  <a:pt x="314" y="220"/>
                </a:cubicBezTo>
                <a:cubicBezTo>
                  <a:pt x="322" y="220"/>
                  <a:pt x="329" y="222"/>
                  <a:pt x="332" y="227"/>
                </a:cubicBezTo>
                <a:cubicBezTo>
                  <a:pt x="335" y="232"/>
                  <a:pt x="339" y="243"/>
                  <a:pt x="344" y="255"/>
                </a:cubicBezTo>
                <a:moveTo>
                  <a:pt x="746" y="215"/>
                </a:moveTo>
                <a:cubicBezTo>
                  <a:pt x="746" y="273"/>
                  <a:pt x="677" y="295"/>
                  <a:pt x="627" y="302"/>
                </a:cubicBezTo>
                <a:cubicBezTo>
                  <a:pt x="651" y="209"/>
                  <a:pt x="687" y="190"/>
                  <a:pt x="714" y="190"/>
                </a:cubicBezTo>
                <a:cubicBezTo>
                  <a:pt x="738" y="190"/>
                  <a:pt x="746" y="196"/>
                  <a:pt x="746" y="215"/>
                </a:cubicBezTo>
                <a:moveTo>
                  <a:pt x="623" y="326"/>
                </a:moveTo>
                <a:cubicBezTo>
                  <a:pt x="794" y="293"/>
                  <a:pt x="791" y="243"/>
                  <a:pt x="791" y="218"/>
                </a:cubicBezTo>
                <a:cubicBezTo>
                  <a:pt x="791" y="202"/>
                  <a:pt x="776" y="170"/>
                  <a:pt x="729" y="170"/>
                </a:cubicBezTo>
                <a:cubicBezTo>
                  <a:pt x="615" y="170"/>
                  <a:pt x="568" y="281"/>
                  <a:pt x="568" y="364"/>
                </a:cubicBezTo>
                <a:cubicBezTo>
                  <a:pt x="568" y="419"/>
                  <a:pt x="594" y="463"/>
                  <a:pt x="649" y="463"/>
                </a:cubicBezTo>
                <a:cubicBezTo>
                  <a:pt x="692" y="463"/>
                  <a:pt x="732" y="440"/>
                  <a:pt x="771" y="390"/>
                </a:cubicBezTo>
                <a:cubicBezTo>
                  <a:pt x="768" y="383"/>
                  <a:pt x="764" y="380"/>
                  <a:pt x="756" y="380"/>
                </a:cubicBezTo>
                <a:cubicBezTo>
                  <a:pt x="719" y="418"/>
                  <a:pt x="704" y="424"/>
                  <a:pt x="672" y="424"/>
                </a:cubicBezTo>
                <a:cubicBezTo>
                  <a:pt x="643" y="424"/>
                  <a:pt x="622" y="408"/>
                  <a:pt x="622" y="349"/>
                </a:cubicBezTo>
                <a:cubicBezTo>
                  <a:pt x="622" y="345"/>
                  <a:pt x="622" y="332"/>
                  <a:pt x="623" y="326"/>
                </a:cubicBezTo>
                <a:moveTo>
                  <a:pt x="917" y="463"/>
                </a:moveTo>
                <a:cubicBezTo>
                  <a:pt x="965" y="463"/>
                  <a:pt x="1007" y="430"/>
                  <a:pt x="1038" y="386"/>
                </a:cubicBezTo>
                <a:cubicBezTo>
                  <a:pt x="1036" y="379"/>
                  <a:pt x="1030" y="375"/>
                  <a:pt x="1024" y="375"/>
                </a:cubicBezTo>
                <a:cubicBezTo>
                  <a:pt x="999" y="404"/>
                  <a:pt x="972" y="424"/>
                  <a:pt x="938" y="424"/>
                </a:cubicBezTo>
                <a:cubicBezTo>
                  <a:pt x="927" y="424"/>
                  <a:pt x="914" y="422"/>
                  <a:pt x="905" y="409"/>
                </a:cubicBezTo>
                <a:cubicBezTo>
                  <a:pt x="895" y="397"/>
                  <a:pt x="889" y="385"/>
                  <a:pt x="889" y="345"/>
                </a:cubicBezTo>
                <a:cubicBezTo>
                  <a:pt x="889" y="247"/>
                  <a:pt x="934" y="190"/>
                  <a:pt x="985" y="190"/>
                </a:cubicBezTo>
                <a:cubicBezTo>
                  <a:pt x="994" y="190"/>
                  <a:pt x="1012" y="193"/>
                  <a:pt x="1012" y="215"/>
                </a:cubicBezTo>
                <a:cubicBezTo>
                  <a:pt x="1012" y="219"/>
                  <a:pt x="1011" y="224"/>
                  <a:pt x="1009" y="227"/>
                </a:cubicBezTo>
                <a:cubicBezTo>
                  <a:pt x="1007" y="230"/>
                  <a:pt x="1006" y="237"/>
                  <a:pt x="1006" y="241"/>
                </a:cubicBezTo>
                <a:cubicBezTo>
                  <a:pt x="1006" y="251"/>
                  <a:pt x="1012" y="262"/>
                  <a:pt x="1023" y="262"/>
                </a:cubicBezTo>
                <a:cubicBezTo>
                  <a:pt x="1041" y="262"/>
                  <a:pt x="1057" y="249"/>
                  <a:pt x="1057" y="232"/>
                </a:cubicBezTo>
                <a:cubicBezTo>
                  <a:pt x="1057" y="207"/>
                  <a:pt x="1055" y="170"/>
                  <a:pt x="984" y="170"/>
                </a:cubicBezTo>
                <a:cubicBezTo>
                  <a:pt x="958" y="170"/>
                  <a:pt x="915" y="187"/>
                  <a:pt x="889" y="216"/>
                </a:cubicBezTo>
                <a:cubicBezTo>
                  <a:pt x="857" y="250"/>
                  <a:pt x="835" y="301"/>
                  <a:pt x="835" y="359"/>
                </a:cubicBezTo>
                <a:cubicBezTo>
                  <a:pt x="835" y="381"/>
                  <a:pt x="839" y="411"/>
                  <a:pt x="855" y="432"/>
                </a:cubicBezTo>
                <a:cubicBezTo>
                  <a:pt x="868" y="451"/>
                  <a:pt x="891" y="463"/>
                  <a:pt x="917" y="463"/>
                </a:cubicBezTo>
                <a:moveTo>
                  <a:pt x="1366" y="226"/>
                </a:moveTo>
                <a:cubicBezTo>
                  <a:pt x="1368" y="215"/>
                  <a:pt x="1375" y="195"/>
                  <a:pt x="1375" y="187"/>
                </a:cubicBezTo>
                <a:cubicBezTo>
                  <a:pt x="1375" y="176"/>
                  <a:pt x="1368" y="170"/>
                  <a:pt x="1347" y="170"/>
                </a:cubicBezTo>
                <a:cubicBezTo>
                  <a:pt x="1322" y="170"/>
                  <a:pt x="1324" y="198"/>
                  <a:pt x="1317" y="223"/>
                </a:cubicBezTo>
                <a:lnTo>
                  <a:pt x="1298" y="295"/>
                </a:lnTo>
                <a:cubicBezTo>
                  <a:pt x="1250" y="377"/>
                  <a:pt x="1218" y="424"/>
                  <a:pt x="1185" y="424"/>
                </a:cubicBezTo>
                <a:cubicBezTo>
                  <a:pt x="1173" y="424"/>
                  <a:pt x="1165" y="417"/>
                  <a:pt x="1165" y="400"/>
                </a:cubicBezTo>
                <a:cubicBezTo>
                  <a:pt x="1165" y="389"/>
                  <a:pt x="1167" y="375"/>
                  <a:pt x="1171" y="358"/>
                </a:cubicBezTo>
                <a:lnTo>
                  <a:pt x="1199" y="251"/>
                </a:lnTo>
                <a:cubicBezTo>
                  <a:pt x="1205" y="230"/>
                  <a:pt x="1213" y="204"/>
                  <a:pt x="1213" y="191"/>
                </a:cubicBezTo>
                <a:cubicBezTo>
                  <a:pt x="1213" y="179"/>
                  <a:pt x="1209" y="170"/>
                  <a:pt x="1190" y="170"/>
                </a:cubicBezTo>
                <a:cubicBezTo>
                  <a:pt x="1158" y="170"/>
                  <a:pt x="1121" y="192"/>
                  <a:pt x="1091" y="230"/>
                </a:cubicBezTo>
                <a:cubicBezTo>
                  <a:pt x="1093" y="236"/>
                  <a:pt x="1097" y="241"/>
                  <a:pt x="1106" y="241"/>
                </a:cubicBezTo>
                <a:cubicBezTo>
                  <a:pt x="1123" y="222"/>
                  <a:pt x="1144" y="209"/>
                  <a:pt x="1151" y="209"/>
                </a:cubicBezTo>
                <a:cubicBezTo>
                  <a:pt x="1156" y="209"/>
                  <a:pt x="1157" y="212"/>
                  <a:pt x="1157" y="220"/>
                </a:cubicBezTo>
                <a:cubicBezTo>
                  <a:pt x="1157" y="226"/>
                  <a:pt x="1154" y="240"/>
                  <a:pt x="1149" y="257"/>
                </a:cubicBezTo>
                <a:lnTo>
                  <a:pt x="1120" y="367"/>
                </a:lnTo>
                <a:cubicBezTo>
                  <a:pt x="1116" y="384"/>
                  <a:pt x="1114" y="398"/>
                  <a:pt x="1114" y="411"/>
                </a:cubicBezTo>
                <a:cubicBezTo>
                  <a:pt x="1114" y="448"/>
                  <a:pt x="1135" y="463"/>
                  <a:pt x="1157" y="463"/>
                </a:cubicBezTo>
                <a:cubicBezTo>
                  <a:pt x="1208" y="463"/>
                  <a:pt x="1241" y="422"/>
                  <a:pt x="1288" y="355"/>
                </a:cubicBezTo>
                <a:lnTo>
                  <a:pt x="1290" y="356"/>
                </a:lnTo>
                <a:lnTo>
                  <a:pt x="1282" y="381"/>
                </a:lnTo>
                <a:cubicBezTo>
                  <a:pt x="1277" y="402"/>
                  <a:pt x="1271" y="429"/>
                  <a:pt x="1271" y="441"/>
                </a:cubicBezTo>
                <a:cubicBezTo>
                  <a:pt x="1271" y="454"/>
                  <a:pt x="1276" y="463"/>
                  <a:pt x="1295" y="463"/>
                </a:cubicBezTo>
                <a:cubicBezTo>
                  <a:pt x="1327" y="463"/>
                  <a:pt x="1356" y="441"/>
                  <a:pt x="1386" y="402"/>
                </a:cubicBezTo>
                <a:cubicBezTo>
                  <a:pt x="1384" y="396"/>
                  <a:pt x="1381" y="391"/>
                  <a:pt x="1371" y="391"/>
                </a:cubicBezTo>
                <a:cubicBezTo>
                  <a:pt x="1354" y="411"/>
                  <a:pt x="1335" y="424"/>
                  <a:pt x="1329" y="424"/>
                </a:cubicBezTo>
                <a:cubicBezTo>
                  <a:pt x="1324" y="424"/>
                  <a:pt x="1322" y="421"/>
                  <a:pt x="1322" y="413"/>
                </a:cubicBezTo>
                <a:cubicBezTo>
                  <a:pt x="1322" y="407"/>
                  <a:pt x="1326" y="392"/>
                  <a:pt x="1329" y="375"/>
                </a:cubicBezTo>
                <a:lnTo>
                  <a:pt x="1366" y="226"/>
                </a:lnTo>
                <a:moveTo>
                  <a:pt x="1498" y="176"/>
                </a:moveTo>
                <a:lnTo>
                  <a:pt x="1463" y="178"/>
                </a:lnTo>
                <a:cubicBezTo>
                  <a:pt x="1450" y="179"/>
                  <a:pt x="1446" y="184"/>
                  <a:pt x="1445" y="189"/>
                </a:cubicBezTo>
                <a:cubicBezTo>
                  <a:pt x="1444" y="191"/>
                  <a:pt x="1442" y="199"/>
                  <a:pt x="1442" y="200"/>
                </a:cubicBezTo>
                <a:cubicBezTo>
                  <a:pt x="1442" y="202"/>
                  <a:pt x="1444" y="202"/>
                  <a:pt x="1446" y="202"/>
                </a:cubicBezTo>
                <a:lnTo>
                  <a:pt x="1492" y="202"/>
                </a:lnTo>
                <a:lnTo>
                  <a:pt x="1452" y="379"/>
                </a:lnTo>
                <a:cubicBezTo>
                  <a:pt x="1447" y="401"/>
                  <a:pt x="1443" y="421"/>
                  <a:pt x="1443" y="433"/>
                </a:cubicBezTo>
                <a:cubicBezTo>
                  <a:pt x="1443" y="456"/>
                  <a:pt x="1454" y="463"/>
                  <a:pt x="1475" y="463"/>
                </a:cubicBezTo>
                <a:cubicBezTo>
                  <a:pt x="1503" y="463"/>
                  <a:pt x="1547" y="436"/>
                  <a:pt x="1570" y="396"/>
                </a:cubicBezTo>
                <a:cubicBezTo>
                  <a:pt x="1568" y="387"/>
                  <a:pt x="1563" y="383"/>
                  <a:pt x="1555" y="383"/>
                </a:cubicBezTo>
                <a:cubicBezTo>
                  <a:pt x="1525" y="417"/>
                  <a:pt x="1513" y="424"/>
                  <a:pt x="1503" y="424"/>
                </a:cubicBezTo>
                <a:cubicBezTo>
                  <a:pt x="1501" y="424"/>
                  <a:pt x="1494" y="422"/>
                  <a:pt x="1494" y="415"/>
                </a:cubicBezTo>
                <a:cubicBezTo>
                  <a:pt x="1494" y="409"/>
                  <a:pt x="1496" y="396"/>
                  <a:pt x="1501" y="373"/>
                </a:cubicBezTo>
                <a:lnTo>
                  <a:pt x="1540" y="202"/>
                </a:lnTo>
                <a:lnTo>
                  <a:pt x="1604" y="202"/>
                </a:lnTo>
                <a:cubicBezTo>
                  <a:pt x="1612" y="198"/>
                  <a:pt x="1618" y="181"/>
                  <a:pt x="1611" y="176"/>
                </a:cubicBezTo>
                <a:lnTo>
                  <a:pt x="1546" y="176"/>
                </a:lnTo>
                <a:lnTo>
                  <a:pt x="1553" y="147"/>
                </a:lnTo>
                <a:cubicBezTo>
                  <a:pt x="1555" y="135"/>
                  <a:pt x="1561" y="115"/>
                  <a:pt x="1561" y="107"/>
                </a:cubicBezTo>
                <a:cubicBezTo>
                  <a:pt x="1561" y="96"/>
                  <a:pt x="1556" y="90"/>
                  <a:pt x="1535" y="90"/>
                </a:cubicBezTo>
                <a:cubicBezTo>
                  <a:pt x="1511" y="90"/>
                  <a:pt x="1512" y="119"/>
                  <a:pt x="1506" y="143"/>
                </a:cubicBezTo>
                <a:lnTo>
                  <a:pt x="1498" y="176"/>
                </a:lnTo>
                <a:moveTo>
                  <a:pt x="1845" y="173"/>
                </a:moveTo>
                <a:cubicBezTo>
                  <a:pt x="1827" y="172"/>
                  <a:pt x="1819" y="170"/>
                  <a:pt x="1793" y="170"/>
                </a:cubicBezTo>
                <a:cubicBezTo>
                  <a:pt x="1723" y="170"/>
                  <a:pt x="1628" y="272"/>
                  <a:pt x="1628" y="375"/>
                </a:cubicBezTo>
                <a:cubicBezTo>
                  <a:pt x="1628" y="411"/>
                  <a:pt x="1636" y="463"/>
                  <a:pt x="1691" y="463"/>
                </a:cubicBezTo>
                <a:cubicBezTo>
                  <a:pt x="1726" y="463"/>
                  <a:pt x="1762" y="427"/>
                  <a:pt x="1802" y="369"/>
                </a:cubicBezTo>
                <a:lnTo>
                  <a:pt x="1803" y="370"/>
                </a:lnTo>
                <a:lnTo>
                  <a:pt x="1794" y="398"/>
                </a:lnTo>
                <a:cubicBezTo>
                  <a:pt x="1790" y="413"/>
                  <a:pt x="1788" y="426"/>
                  <a:pt x="1788" y="434"/>
                </a:cubicBezTo>
                <a:cubicBezTo>
                  <a:pt x="1788" y="446"/>
                  <a:pt x="1793" y="463"/>
                  <a:pt x="1815" y="463"/>
                </a:cubicBezTo>
                <a:cubicBezTo>
                  <a:pt x="1855" y="463"/>
                  <a:pt x="1881" y="437"/>
                  <a:pt x="1898" y="400"/>
                </a:cubicBezTo>
                <a:cubicBezTo>
                  <a:pt x="1895" y="394"/>
                  <a:pt x="1892" y="389"/>
                  <a:pt x="1883" y="389"/>
                </a:cubicBezTo>
                <a:cubicBezTo>
                  <a:pt x="1866" y="413"/>
                  <a:pt x="1853" y="424"/>
                  <a:pt x="1847" y="424"/>
                </a:cubicBezTo>
                <a:cubicBezTo>
                  <a:pt x="1845" y="424"/>
                  <a:pt x="1839" y="422"/>
                  <a:pt x="1839" y="415"/>
                </a:cubicBezTo>
                <a:cubicBezTo>
                  <a:pt x="1839" y="409"/>
                  <a:pt x="1843" y="390"/>
                  <a:pt x="1846" y="378"/>
                </a:cubicBezTo>
                <a:lnTo>
                  <a:pt x="1891" y="175"/>
                </a:lnTo>
                <a:cubicBezTo>
                  <a:pt x="1875" y="175"/>
                  <a:pt x="1858" y="177"/>
                  <a:pt x="1845" y="173"/>
                </a:cubicBezTo>
                <a:moveTo>
                  <a:pt x="1709" y="427"/>
                </a:moveTo>
                <a:cubicBezTo>
                  <a:pt x="1687" y="427"/>
                  <a:pt x="1680" y="401"/>
                  <a:pt x="1680" y="364"/>
                </a:cubicBezTo>
                <a:cubicBezTo>
                  <a:pt x="1680" y="295"/>
                  <a:pt x="1734" y="190"/>
                  <a:pt x="1794" y="190"/>
                </a:cubicBezTo>
                <a:cubicBezTo>
                  <a:pt x="1808" y="190"/>
                  <a:pt x="1823" y="194"/>
                  <a:pt x="1835" y="202"/>
                </a:cubicBezTo>
                <a:cubicBezTo>
                  <a:pt x="1835" y="202"/>
                  <a:pt x="1829" y="272"/>
                  <a:pt x="1812" y="313"/>
                </a:cubicBezTo>
                <a:cubicBezTo>
                  <a:pt x="1780" y="372"/>
                  <a:pt x="1730" y="427"/>
                  <a:pt x="1709" y="427"/>
                </a:cubicBezTo>
                <a:moveTo>
                  <a:pt x="2081" y="75"/>
                </a:moveTo>
                <a:cubicBezTo>
                  <a:pt x="2090" y="34"/>
                  <a:pt x="2097" y="7"/>
                  <a:pt x="2097" y="7"/>
                </a:cubicBezTo>
                <a:cubicBezTo>
                  <a:pt x="2097" y="2"/>
                  <a:pt x="2095" y="0"/>
                  <a:pt x="2089" y="0"/>
                </a:cubicBezTo>
                <a:cubicBezTo>
                  <a:pt x="2072" y="7"/>
                  <a:pt x="2025" y="15"/>
                  <a:pt x="1998" y="17"/>
                </a:cubicBezTo>
                <a:lnTo>
                  <a:pt x="1996" y="33"/>
                </a:lnTo>
                <a:cubicBezTo>
                  <a:pt x="1996" y="35"/>
                  <a:pt x="1997" y="36"/>
                  <a:pt x="1999" y="36"/>
                </a:cubicBezTo>
                <a:lnTo>
                  <a:pt x="2019" y="38"/>
                </a:lnTo>
                <a:cubicBezTo>
                  <a:pt x="2028" y="38"/>
                  <a:pt x="2033" y="41"/>
                  <a:pt x="2033" y="56"/>
                </a:cubicBezTo>
                <a:cubicBezTo>
                  <a:pt x="2033" y="63"/>
                  <a:pt x="2032" y="74"/>
                  <a:pt x="2029" y="89"/>
                </a:cubicBezTo>
                <a:lnTo>
                  <a:pt x="1961" y="387"/>
                </a:lnTo>
                <a:cubicBezTo>
                  <a:pt x="1952" y="428"/>
                  <a:pt x="1969" y="463"/>
                  <a:pt x="2028" y="463"/>
                </a:cubicBezTo>
                <a:cubicBezTo>
                  <a:pt x="2048" y="463"/>
                  <a:pt x="2074" y="455"/>
                  <a:pt x="2097" y="439"/>
                </a:cubicBezTo>
                <a:cubicBezTo>
                  <a:pt x="2156" y="398"/>
                  <a:pt x="2216" y="315"/>
                  <a:pt x="2216" y="247"/>
                </a:cubicBezTo>
                <a:cubicBezTo>
                  <a:pt x="2216" y="203"/>
                  <a:pt x="2207" y="170"/>
                  <a:pt x="2148" y="170"/>
                </a:cubicBezTo>
                <a:cubicBezTo>
                  <a:pt x="2103" y="170"/>
                  <a:pt x="2069" y="211"/>
                  <a:pt x="2046" y="238"/>
                </a:cubicBezTo>
                <a:lnTo>
                  <a:pt x="2045" y="237"/>
                </a:lnTo>
                <a:lnTo>
                  <a:pt x="2081" y="75"/>
                </a:lnTo>
                <a:moveTo>
                  <a:pt x="2031" y="440"/>
                </a:moveTo>
                <a:cubicBezTo>
                  <a:pt x="2007" y="440"/>
                  <a:pt x="2003" y="415"/>
                  <a:pt x="2014" y="370"/>
                </a:cubicBezTo>
                <a:lnTo>
                  <a:pt x="2036" y="276"/>
                </a:lnTo>
                <a:cubicBezTo>
                  <a:pt x="2067" y="240"/>
                  <a:pt x="2097" y="200"/>
                  <a:pt x="2128" y="200"/>
                </a:cubicBezTo>
                <a:cubicBezTo>
                  <a:pt x="2148" y="200"/>
                  <a:pt x="2163" y="215"/>
                  <a:pt x="2163" y="260"/>
                </a:cubicBezTo>
                <a:cubicBezTo>
                  <a:pt x="2163" y="355"/>
                  <a:pt x="2081" y="440"/>
                  <a:pt x="2031" y="440"/>
                </a:cubicBezTo>
                <a:moveTo>
                  <a:pt x="2394" y="75"/>
                </a:moveTo>
                <a:cubicBezTo>
                  <a:pt x="2403" y="34"/>
                  <a:pt x="2411" y="7"/>
                  <a:pt x="2411" y="7"/>
                </a:cubicBezTo>
                <a:cubicBezTo>
                  <a:pt x="2411" y="2"/>
                  <a:pt x="2409" y="0"/>
                  <a:pt x="2403" y="0"/>
                </a:cubicBezTo>
                <a:cubicBezTo>
                  <a:pt x="2385" y="7"/>
                  <a:pt x="2338" y="15"/>
                  <a:pt x="2311" y="17"/>
                </a:cubicBezTo>
                <a:lnTo>
                  <a:pt x="2309" y="33"/>
                </a:lnTo>
                <a:cubicBezTo>
                  <a:pt x="2309" y="35"/>
                  <a:pt x="2310" y="36"/>
                  <a:pt x="2312" y="36"/>
                </a:cubicBezTo>
                <a:lnTo>
                  <a:pt x="2333" y="38"/>
                </a:lnTo>
                <a:cubicBezTo>
                  <a:pt x="2341" y="38"/>
                  <a:pt x="2346" y="41"/>
                  <a:pt x="2346" y="56"/>
                </a:cubicBezTo>
                <a:cubicBezTo>
                  <a:pt x="2346" y="63"/>
                  <a:pt x="2345" y="75"/>
                  <a:pt x="2342" y="89"/>
                </a:cubicBezTo>
                <a:lnTo>
                  <a:pt x="2277" y="379"/>
                </a:lnTo>
                <a:cubicBezTo>
                  <a:pt x="2272" y="400"/>
                  <a:pt x="2268" y="422"/>
                  <a:pt x="2268" y="434"/>
                </a:cubicBezTo>
                <a:cubicBezTo>
                  <a:pt x="2268" y="447"/>
                  <a:pt x="2271" y="463"/>
                  <a:pt x="2295" y="463"/>
                </a:cubicBezTo>
                <a:cubicBezTo>
                  <a:pt x="2325" y="463"/>
                  <a:pt x="2360" y="447"/>
                  <a:pt x="2390" y="397"/>
                </a:cubicBezTo>
                <a:cubicBezTo>
                  <a:pt x="2388" y="390"/>
                  <a:pt x="2384" y="386"/>
                  <a:pt x="2376" y="386"/>
                </a:cubicBezTo>
                <a:cubicBezTo>
                  <a:pt x="2356" y="409"/>
                  <a:pt x="2335" y="424"/>
                  <a:pt x="2328" y="424"/>
                </a:cubicBezTo>
                <a:cubicBezTo>
                  <a:pt x="2322" y="424"/>
                  <a:pt x="2320" y="421"/>
                  <a:pt x="2320" y="415"/>
                </a:cubicBezTo>
                <a:cubicBezTo>
                  <a:pt x="2320" y="410"/>
                  <a:pt x="2322" y="400"/>
                  <a:pt x="2328" y="373"/>
                </a:cubicBezTo>
                <a:lnTo>
                  <a:pt x="2394" y="75"/>
                </a:lnTo>
                <a:moveTo>
                  <a:pt x="2494" y="302"/>
                </a:moveTo>
                <a:cubicBezTo>
                  <a:pt x="2518" y="209"/>
                  <a:pt x="2554" y="190"/>
                  <a:pt x="2581" y="190"/>
                </a:cubicBezTo>
                <a:cubicBezTo>
                  <a:pt x="2605" y="190"/>
                  <a:pt x="2613" y="196"/>
                  <a:pt x="2613" y="215"/>
                </a:cubicBezTo>
                <a:cubicBezTo>
                  <a:pt x="2613" y="273"/>
                  <a:pt x="2544" y="295"/>
                  <a:pt x="2494" y="302"/>
                </a:cubicBezTo>
                <a:moveTo>
                  <a:pt x="2490" y="326"/>
                </a:moveTo>
                <a:cubicBezTo>
                  <a:pt x="2661" y="293"/>
                  <a:pt x="2658" y="243"/>
                  <a:pt x="2658" y="218"/>
                </a:cubicBezTo>
                <a:cubicBezTo>
                  <a:pt x="2658" y="202"/>
                  <a:pt x="2643" y="170"/>
                  <a:pt x="2596" y="170"/>
                </a:cubicBezTo>
                <a:cubicBezTo>
                  <a:pt x="2483" y="170"/>
                  <a:pt x="2435" y="281"/>
                  <a:pt x="2435" y="364"/>
                </a:cubicBezTo>
                <a:cubicBezTo>
                  <a:pt x="2435" y="419"/>
                  <a:pt x="2462" y="463"/>
                  <a:pt x="2516" y="463"/>
                </a:cubicBezTo>
                <a:cubicBezTo>
                  <a:pt x="2560" y="463"/>
                  <a:pt x="2600" y="440"/>
                  <a:pt x="2638" y="390"/>
                </a:cubicBezTo>
                <a:cubicBezTo>
                  <a:pt x="2635" y="383"/>
                  <a:pt x="2631" y="380"/>
                  <a:pt x="2623" y="380"/>
                </a:cubicBezTo>
                <a:cubicBezTo>
                  <a:pt x="2586" y="418"/>
                  <a:pt x="2571" y="424"/>
                  <a:pt x="2539" y="424"/>
                </a:cubicBezTo>
                <a:cubicBezTo>
                  <a:pt x="2510" y="424"/>
                  <a:pt x="2490" y="408"/>
                  <a:pt x="2490" y="349"/>
                </a:cubicBezTo>
                <a:cubicBezTo>
                  <a:pt x="2490" y="345"/>
                  <a:pt x="2490" y="332"/>
                  <a:pt x="2490" y="32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3345840" y="2544480"/>
            <a:ext cx="1915200" cy="220680"/>
          </a:xfrm>
          <a:custGeom>
            <a:avLst/>
            <a:gdLst/>
            <a:ahLst/>
            <a:rect l="0" t="0" r="r" b="b"/>
            <a:pathLst>
              <a:path w="5320" h="613">
                <a:moveTo>
                  <a:pt x="423" y="381"/>
                </a:moveTo>
                <a:cubicBezTo>
                  <a:pt x="426" y="434"/>
                  <a:pt x="424" y="435"/>
                  <a:pt x="382" y="437"/>
                </a:cubicBezTo>
                <a:cubicBezTo>
                  <a:pt x="378" y="440"/>
                  <a:pt x="378" y="454"/>
                  <a:pt x="382" y="458"/>
                </a:cubicBezTo>
                <a:cubicBezTo>
                  <a:pt x="406" y="457"/>
                  <a:pt x="432" y="457"/>
                  <a:pt x="452" y="457"/>
                </a:cubicBezTo>
                <a:cubicBezTo>
                  <a:pt x="471" y="457"/>
                  <a:pt x="501" y="457"/>
                  <a:pt x="523" y="458"/>
                </a:cubicBezTo>
                <a:cubicBezTo>
                  <a:pt x="527" y="454"/>
                  <a:pt x="527" y="440"/>
                  <a:pt x="523" y="437"/>
                </a:cubicBezTo>
                <a:cubicBezTo>
                  <a:pt x="479" y="435"/>
                  <a:pt x="476" y="432"/>
                  <a:pt x="473" y="378"/>
                </a:cubicBezTo>
                <a:lnTo>
                  <a:pt x="453" y="102"/>
                </a:lnTo>
                <a:cubicBezTo>
                  <a:pt x="450" y="67"/>
                  <a:pt x="454" y="57"/>
                  <a:pt x="498" y="55"/>
                </a:cubicBezTo>
                <a:cubicBezTo>
                  <a:pt x="502" y="51"/>
                  <a:pt x="502" y="37"/>
                  <a:pt x="498" y="33"/>
                </a:cubicBezTo>
                <a:lnTo>
                  <a:pt x="413" y="34"/>
                </a:lnTo>
                <a:lnTo>
                  <a:pt x="274" y="366"/>
                </a:lnTo>
                <a:cubicBezTo>
                  <a:pt x="271" y="373"/>
                  <a:pt x="269" y="376"/>
                  <a:pt x="268" y="376"/>
                </a:cubicBezTo>
                <a:cubicBezTo>
                  <a:pt x="267" y="376"/>
                  <a:pt x="265" y="372"/>
                  <a:pt x="263" y="367"/>
                </a:cubicBezTo>
                <a:lnTo>
                  <a:pt x="129" y="34"/>
                </a:lnTo>
                <a:lnTo>
                  <a:pt x="34" y="33"/>
                </a:lnTo>
                <a:cubicBezTo>
                  <a:pt x="30" y="37"/>
                  <a:pt x="30" y="51"/>
                  <a:pt x="34" y="55"/>
                </a:cubicBezTo>
                <a:cubicBezTo>
                  <a:pt x="79" y="57"/>
                  <a:pt x="83" y="59"/>
                  <a:pt x="78" y="108"/>
                </a:cubicBezTo>
                <a:lnTo>
                  <a:pt x="51" y="378"/>
                </a:lnTo>
                <a:cubicBezTo>
                  <a:pt x="48" y="417"/>
                  <a:pt x="40" y="433"/>
                  <a:pt x="3" y="437"/>
                </a:cubicBezTo>
                <a:cubicBezTo>
                  <a:pt x="-1" y="440"/>
                  <a:pt x="-1" y="454"/>
                  <a:pt x="3" y="458"/>
                </a:cubicBezTo>
                <a:cubicBezTo>
                  <a:pt x="23" y="457"/>
                  <a:pt x="44" y="457"/>
                  <a:pt x="59" y="457"/>
                </a:cubicBezTo>
                <a:cubicBezTo>
                  <a:pt x="75" y="457"/>
                  <a:pt x="101" y="457"/>
                  <a:pt x="121" y="458"/>
                </a:cubicBezTo>
                <a:cubicBezTo>
                  <a:pt x="125" y="454"/>
                  <a:pt x="125" y="440"/>
                  <a:pt x="121" y="437"/>
                </a:cubicBezTo>
                <a:cubicBezTo>
                  <a:pt x="78" y="433"/>
                  <a:pt x="74" y="414"/>
                  <a:pt x="78" y="376"/>
                </a:cubicBezTo>
                <a:lnTo>
                  <a:pt x="102" y="114"/>
                </a:lnTo>
                <a:lnTo>
                  <a:pt x="104" y="114"/>
                </a:lnTo>
                <a:lnTo>
                  <a:pt x="239" y="454"/>
                </a:lnTo>
                <a:cubicBezTo>
                  <a:pt x="240" y="459"/>
                  <a:pt x="245" y="463"/>
                  <a:pt x="249" y="463"/>
                </a:cubicBezTo>
                <a:cubicBezTo>
                  <a:pt x="253" y="463"/>
                  <a:pt x="255" y="459"/>
                  <a:pt x="258" y="454"/>
                </a:cubicBezTo>
                <a:lnTo>
                  <a:pt x="405" y="107"/>
                </a:lnTo>
                <a:lnTo>
                  <a:pt x="407" y="107"/>
                </a:lnTo>
                <a:lnTo>
                  <a:pt x="423" y="381"/>
                </a:lnTo>
                <a:moveTo>
                  <a:pt x="681" y="463"/>
                </a:moveTo>
                <a:cubicBezTo>
                  <a:pt x="706" y="463"/>
                  <a:pt x="737" y="450"/>
                  <a:pt x="769" y="424"/>
                </a:cubicBezTo>
                <a:cubicBezTo>
                  <a:pt x="772" y="421"/>
                  <a:pt x="778" y="420"/>
                  <a:pt x="779" y="425"/>
                </a:cubicBezTo>
                <a:cubicBezTo>
                  <a:pt x="780" y="442"/>
                  <a:pt x="786" y="463"/>
                  <a:pt x="786" y="463"/>
                </a:cubicBezTo>
                <a:cubicBezTo>
                  <a:pt x="791" y="465"/>
                  <a:pt x="794" y="465"/>
                  <a:pt x="799" y="463"/>
                </a:cubicBezTo>
                <a:cubicBezTo>
                  <a:pt x="813" y="452"/>
                  <a:pt x="836" y="442"/>
                  <a:pt x="876" y="437"/>
                </a:cubicBezTo>
                <a:cubicBezTo>
                  <a:pt x="880" y="433"/>
                  <a:pt x="880" y="423"/>
                  <a:pt x="876" y="420"/>
                </a:cubicBezTo>
                <a:cubicBezTo>
                  <a:pt x="834" y="416"/>
                  <a:pt x="828" y="404"/>
                  <a:pt x="828" y="372"/>
                </a:cubicBezTo>
                <a:lnTo>
                  <a:pt x="828" y="246"/>
                </a:lnTo>
                <a:cubicBezTo>
                  <a:pt x="828" y="226"/>
                  <a:pt x="831" y="179"/>
                  <a:pt x="831" y="179"/>
                </a:cubicBezTo>
                <a:cubicBezTo>
                  <a:pt x="831" y="177"/>
                  <a:pt x="829" y="175"/>
                  <a:pt x="825" y="175"/>
                </a:cubicBezTo>
                <a:cubicBezTo>
                  <a:pt x="822" y="175"/>
                  <a:pt x="812" y="176"/>
                  <a:pt x="802" y="176"/>
                </a:cubicBezTo>
                <a:cubicBezTo>
                  <a:pt x="781" y="176"/>
                  <a:pt x="758" y="175"/>
                  <a:pt x="736" y="175"/>
                </a:cubicBezTo>
                <a:cubicBezTo>
                  <a:pt x="732" y="179"/>
                  <a:pt x="732" y="192"/>
                  <a:pt x="736" y="196"/>
                </a:cubicBezTo>
                <a:cubicBezTo>
                  <a:pt x="768" y="198"/>
                  <a:pt x="776" y="206"/>
                  <a:pt x="776" y="249"/>
                </a:cubicBezTo>
                <a:lnTo>
                  <a:pt x="776" y="376"/>
                </a:lnTo>
                <a:cubicBezTo>
                  <a:pt x="776" y="388"/>
                  <a:pt x="775" y="393"/>
                  <a:pt x="766" y="401"/>
                </a:cubicBezTo>
                <a:cubicBezTo>
                  <a:pt x="742" y="422"/>
                  <a:pt x="717" y="433"/>
                  <a:pt x="700" y="433"/>
                </a:cubicBezTo>
                <a:cubicBezTo>
                  <a:pt x="681" y="433"/>
                  <a:pt x="648" y="423"/>
                  <a:pt x="648" y="365"/>
                </a:cubicBezTo>
                <a:lnTo>
                  <a:pt x="648" y="246"/>
                </a:lnTo>
                <a:cubicBezTo>
                  <a:pt x="648" y="226"/>
                  <a:pt x="651" y="179"/>
                  <a:pt x="651" y="179"/>
                </a:cubicBezTo>
                <a:cubicBezTo>
                  <a:pt x="651" y="177"/>
                  <a:pt x="649" y="175"/>
                  <a:pt x="645" y="175"/>
                </a:cubicBezTo>
                <a:cubicBezTo>
                  <a:pt x="642" y="175"/>
                  <a:pt x="632" y="176"/>
                  <a:pt x="623" y="176"/>
                </a:cubicBezTo>
                <a:cubicBezTo>
                  <a:pt x="602" y="176"/>
                  <a:pt x="578" y="175"/>
                  <a:pt x="556" y="175"/>
                </a:cubicBezTo>
                <a:cubicBezTo>
                  <a:pt x="552" y="179"/>
                  <a:pt x="552" y="192"/>
                  <a:pt x="556" y="196"/>
                </a:cubicBezTo>
                <a:cubicBezTo>
                  <a:pt x="587" y="199"/>
                  <a:pt x="596" y="206"/>
                  <a:pt x="596" y="249"/>
                </a:cubicBezTo>
                <a:lnTo>
                  <a:pt x="596" y="374"/>
                </a:lnTo>
                <a:cubicBezTo>
                  <a:pt x="596" y="420"/>
                  <a:pt x="616" y="463"/>
                  <a:pt x="681" y="463"/>
                </a:cubicBezTo>
                <a:moveTo>
                  <a:pt x="948" y="377"/>
                </a:moveTo>
                <a:cubicBezTo>
                  <a:pt x="948" y="431"/>
                  <a:pt x="941" y="435"/>
                  <a:pt x="901" y="437"/>
                </a:cubicBezTo>
                <a:cubicBezTo>
                  <a:pt x="897" y="440"/>
                  <a:pt x="897" y="454"/>
                  <a:pt x="901" y="458"/>
                </a:cubicBezTo>
                <a:cubicBezTo>
                  <a:pt x="924" y="457"/>
                  <a:pt x="947" y="457"/>
                  <a:pt x="974" y="457"/>
                </a:cubicBezTo>
                <a:cubicBezTo>
                  <a:pt x="1000" y="457"/>
                  <a:pt x="1026" y="457"/>
                  <a:pt x="1047" y="458"/>
                </a:cubicBezTo>
                <a:cubicBezTo>
                  <a:pt x="1051" y="454"/>
                  <a:pt x="1051" y="440"/>
                  <a:pt x="1047" y="437"/>
                </a:cubicBezTo>
                <a:cubicBezTo>
                  <a:pt x="1007" y="435"/>
                  <a:pt x="1000" y="431"/>
                  <a:pt x="1000" y="377"/>
                </a:cubicBezTo>
                <a:lnTo>
                  <a:pt x="1000" y="75"/>
                </a:lnTo>
                <a:cubicBezTo>
                  <a:pt x="1000" y="32"/>
                  <a:pt x="1003" y="6"/>
                  <a:pt x="1003" y="6"/>
                </a:cubicBezTo>
                <a:cubicBezTo>
                  <a:pt x="1003" y="2"/>
                  <a:pt x="1000" y="0"/>
                  <a:pt x="994" y="0"/>
                </a:cubicBezTo>
                <a:cubicBezTo>
                  <a:pt x="978" y="6"/>
                  <a:pt x="929" y="15"/>
                  <a:pt x="903" y="17"/>
                </a:cubicBezTo>
                <a:cubicBezTo>
                  <a:pt x="901" y="23"/>
                  <a:pt x="903" y="33"/>
                  <a:pt x="906" y="37"/>
                </a:cubicBezTo>
                <a:cubicBezTo>
                  <a:pt x="944" y="40"/>
                  <a:pt x="948" y="42"/>
                  <a:pt x="948" y="91"/>
                </a:cubicBezTo>
                <a:lnTo>
                  <a:pt x="948" y="377"/>
                </a:lnTo>
                <a:moveTo>
                  <a:pt x="1087" y="176"/>
                </a:moveTo>
                <a:cubicBezTo>
                  <a:pt x="1078" y="176"/>
                  <a:pt x="1075" y="184"/>
                  <a:pt x="1075" y="189"/>
                </a:cubicBezTo>
                <a:lnTo>
                  <a:pt x="1075" y="198"/>
                </a:lnTo>
                <a:cubicBezTo>
                  <a:pt x="1075" y="201"/>
                  <a:pt x="1076" y="201"/>
                  <a:pt x="1079" y="201"/>
                </a:cubicBezTo>
                <a:lnTo>
                  <a:pt x="1117" y="201"/>
                </a:lnTo>
                <a:lnTo>
                  <a:pt x="1117" y="399"/>
                </a:lnTo>
                <a:cubicBezTo>
                  <a:pt x="1117" y="445"/>
                  <a:pt x="1137" y="463"/>
                  <a:pt x="1167" y="463"/>
                </a:cubicBezTo>
                <a:cubicBezTo>
                  <a:pt x="1198" y="463"/>
                  <a:pt x="1230" y="449"/>
                  <a:pt x="1256" y="420"/>
                </a:cubicBezTo>
                <a:cubicBezTo>
                  <a:pt x="1255" y="414"/>
                  <a:pt x="1251" y="410"/>
                  <a:pt x="1244" y="409"/>
                </a:cubicBezTo>
                <a:cubicBezTo>
                  <a:pt x="1227" y="422"/>
                  <a:pt x="1207" y="427"/>
                  <a:pt x="1190" y="427"/>
                </a:cubicBezTo>
                <a:cubicBezTo>
                  <a:pt x="1173" y="427"/>
                  <a:pt x="1169" y="408"/>
                  <a:pt x="1169" y="367"/>
                </a:cubicBezTo>
                <a:lnTo>
                  <a:pt x="1169" y="201"/>
                </a:lnTo>
                <a:lnTo>
                  <a:pt x="1237" y="201"/>
                </a:lnTo>
                <a:cubicBezTo>
                  <a:pt x="1243" y="201"/>
                  <a:pt x="1253" y="199"/>
                  <a:pt x="1253" y="193"/>
                </a:cubicBezTo>
                <a:lnTo>
                  <a:pt x="1253" y="180"/>
                </a:lnTo>
                <a:cubicBezTo>
                  <a:pt x="1253" y="177"/>
                  <a:pt x="1251" y="176"/>
                  <a:pt x="1247" y="176"/>
                </a:cubicBezTo>
                <a:lnTo>
                  <a:pt x="1169" y="176"/>
                </a:lnTo>
                <a:lnTo>
                  <a:pt x="1169" y="150"/>
                </a:lnTo>
                <a:cubicBezTo>
                  <a:pt x="1169" y="108"/>
                  <a:pt x="1171" y="82"/>
                  <a:pt x="1171" y="82"/>
                </a:cubicBezTo>
                <a:cubicBezTo>
                  <a:pt x="1171" y="78"/>
                  <a:pt x="1169" y="76"/>
                  <a:pt x="1166" y="76"/>
                </a:cubicBezTo>
                <a:cubicBezTo>
                  <a:pt x="1163" y="76"/>
                  <a:pt x="1158" y="79"/>
                  <a:pt x="1152" y="82"/>
                </a:cubicBezTo>
                <a:cubicBezTo>
                  <a:pt x="1144" y="86"/>
                  <a:pt x="1137" y="89"/>
                  <a:pt x="1130" y="91"/>
                </a:cubicBezTo>
                <a:cubicBezTo>
                  <a:pt x="1122" y="93"/>
                  <a:pt x="1115" y="96"/>
                  <a:pt x="1115" y="100"/>
                </a:cubicBezTo>
                <a:cubicBezTo>
                  <a:pt x="1115" y="108"/>
                  <a:pt x="1117" y="103"/>
                  <a:pt x="1117" y="176"/>
                </a:cubicBezTo>
                <a:lnTo>
                  <a:pt x="1087" y="176"/>
                </a:lnTo>
                <a:moveTo>
                  <a:pt x="1325" y="65"/>
                </a:moveTo>
                <a:cubicBezTo>
                  <a:pt x="1325" y="82"/>
                  <a:pt x="1340" y="99"/>
                  <a:pt x="1356" y="99"/>
                </a:cubicBezTo>
                <a:cubicBezTo>
                  <a:pt x="1374" y="99"/>
                  <a:pt x="1390" y="82"/>
                  <a:pt x="1390" y="67"/>
                </a:cubicBezTo>
                <a:cubicBezTo>
                  <a:pt x="1390" y="51"/>
                  <a:pt x="1376" y="33"/>
                  <a:pt x="1359" y="33"/>
                </a:cubicBezTo>
                <a:cubicBezTo>
                  <a:pt x="1343" y="33"/>
                  <a:pt x="1325" y="49"/>
                  <a:pt x="1325" y="65"/>
                </a:cubicBezTo>
                <a:moveTo>
                  <a:pt x="1384" y="247"/>
                </a:moveTo>
                <a:cubicBezTo>
                  <a:pt x="1384" y="214"/>
                  <a:pt x="1387" y="172"/>
                  <a:pt x="1387" y="172"/>
                </a:cubicBezTo>
                <a:cubicBezTo>
                  <a:pt x="1387" y="169"/>
                  <a:pt x="1383" y="167"/>
                  <a:pt x="1378" y="167"/>
                </a:cubicBezTo>
                <a:cubicBezTo>
                  <a:pt x="1359" y="175"/>
                  <a:pt x="1334" y="180"/>
                  <a:pt x="1289" y="186"/>
                </a:cubicBezTo>
                <a:cubicBezTo>
                  <a:pt x="1287" y="190"/>
                  <a:pt x="1289" y="201"/>
                  <a:pt x="1290" y="205"/>
                </a:cubicBezTo>
                <a:cubicBezTo>
                  <a:pt x="1325" y="209"/>
                  <a:pt x="1332" y="212"/>
                  <a:pt x="1332" y="249"/>
                </a:cubicBezTo>
                <a:lnTo>
                  <a:pt x="1332" y="377"/>
                </a:lnTo>
                <a:cubicBezTo>
                  <a:pt x="1332" y="431"/>
                  <a:pt x="1325" y="433"/>
                  <a:pt x="1285" y="437"/>
                </a:cubicBezTo>
                <a:cubicBezTo>
                  <a:pt x="1281" y="440"/>
                  <a:pt x="1281" y="454"/>
                  <a:pt x="1285" y="458"/>
                </a:cubicBezTo>
                <a:cubicBezTo>
                  <a:pt x="1307" y="457"/>
                  <a:pt x="1332" y="457"/>
                  <a:pt x="1359" y="457"/>
                </a:cubicBezTo>
                <a:cubicBezTo>
                  <a:pt x="1385" y="457"/>
                  <a:pt x="1410" y="457"/>
                  <a:pt x="1431" y="458"/>
                </a:cubicBezTo>
                <a:cubicBezTo>
                  <a:pt x="1435" y="454"/>
                  <a:pt x="1435" y="440"/>
                  <a:pt x="1431" y="437"/>
                </a:cubicBezTo>
                <a:cubicBezTo>
                  <a:pt x="1391" y="434"/>
                  <a:pt x="1384" y="431"/>
                  <a:pt x="1384" y="377"/>
                </a:cubicBezTo>
                <a:lnTo>
                  <a:pt x="1384" y="247"/>
                </a:lnTo>
                <a:moveTo>
                  <a:pt x="1620" y="311"/>
                </a:moveTo>
                <a:cubicBezTo>
                  <a:pt x="1629" y="311"/>
                  <a:pt x="1638" y="292"/>
                  <a:pt x="1638" y="285"/>
                </a:cubicBezTo>
                <a:cubicBezTo>
                  <a:pt x="1638" y="278"/>
                  <a:pt x="1635" y="272"/>
                  <a:pt x="1629" y="272"/>
                </a:cubicBezTo>
                <a:lnTo>
                  <a:pt x="1485" y="272"/>
                </a:lnTo>
                <a:cubicBezTo>
                  <a:pt x="1478" y="272"/>
                  <a:pt x="1469" y="287"/>
                  <a:pt x="1469" y="298"/>
                </a:cubicBezTo>
                <a:cubicBezTo>
                  <a:pt x="1469" y="305"/>
                  <a:pt x="1473" y="311"/>
                  <a:pt x="1479" y="311"/>
                </a:cubicBezTo>
                <a:lnTo>
                  <a:pt x="1620" y="311"/>
                </a:lnTo>
                <a:moveTo>
                  <a:pt x="1845" y="199"/>
                </a:moveTo>
                <a:cubicBezTo>
                  <a:pt x="1886" y="199"/>
                  <a:pt x="1922" y="247"/>
                  <a:pt x="1922" y="321"/>
                </a:cubicBezTo>
                <a:cubicBezTo>
                  <a:pt x="1922" y="374"/>
                  <a:pt x="1904" y="441"/>
                  <a:pt x="1830" y="441"/>
                </a:cubicBezTo>
                <a:cubicBezTo>
                  <a:pt x="1818" y="441"/>
                  <a:pt x="1796" y="438"/>
                  <a:pt x="1784" y="427"/>
                </a:cubicBezTo>
                <a:cubicBezTo>
                  <a:pt x="1770" y="416"/>
                  <a:pt x="1768" y="412"/>
                  <a:pt x="1768" y="388"/>
                </a:cubicBezTo>
                <a:lnTo>
                  <a:pt x="1768" y="269"/>
                </a:lnTo>
                <a:cubicBezTo>
                  <a:pt x="1768" y="255"/>
                  <a:pt x="1771" y="250"/>
                  <a:pt x="1779" y="240"/>
                </a:cubicBezTo>
                <a:cubicBezTo>
                  <a:pt x="1796" y="219"/>
                  <a:pt x="1825" y="199"/>
                  <a:pt x="1845" y="199"/>
                </a:cubicBezTo>
                <a:moveTo>
                  <a:pt x="1766" y="216"/>
                </a:moveTo>
                <a:cubicBezTo>
                  <a:pt x="1765" y="196"/>
                  <a:pt x="1763" y="180"/>
                  <a:pt x="1761" y="173"/>
                </a:cubicBezTo>
                <a:cubicBezTo>
                  <a:pt x="1759" y="170"/>
                  <a:pt x="1758" y="167"/>
                  <a:pt x="1753" y="167"/>
                </a:cubicBezTo>
                <a:cubicBezTo>
                  <a:pt x="1735" y="175"/>
                  <a:pt x="1718" y="180"/>
                  <a:pt x="1673" y="186"/>
                </a:cubicBezTo>
                <a:cubicBezTo>
                  <a:pt x="1671" y="190"/>
                  <a:pt x="1673" y="201"/>
                  <a:pt x="1674" y="205"/>
                </a:cubicBezTo>
                <a:cubicBezTo>
                  <a:pt x="1709" y="208"/>
                  <a:pt x="1716" y="211"/>
                  <a:pt x="1716" y="249"/>
                </a:cubicBezTo>
                <a:lnTo>
                  <a:pt x="1716" y="529"/>
                </a:lnTo>
                <a:cubicBezTo>
                  <a:pt x="1716" y="583"/>
                  <a:pt x="1709" y="587"/>
                  <a:pt x="1669" y="588"/>
                </a:cubicBezTo>
                <a:cubicBezTo>
                  <a:pt x="1665" y="592"/>
                  <a:pt x="1665" y="606"/>
                  <a:pt x="1669" y="610"/>
                </a:cubicBezTo>
                <a:cubicBezTo>
                  <a:pt x="1692" y="609"/>
                  <a:pt x="1716" y="609"/>
                  <a:pt x="1743" y="609"/>
                </a:cubicBezTo>
                <a:cubicBezTo>
                  <a:pt x="1769" y="609"/>
                  <a:pt x="1800" y="609"/>
                  <a:pt x="1822" y="610"/>
                </a:cubicBezTo>
                <a:cubicBezTo>
                  <a:pt x="1826" y="606"/>
                  <a:pt x="1826" y="592"/>
                  <a:pt x="1822" y="588"/>
                </a:cubicBezTo>
                <a:cubicBezTo>
                  <a:pt x="1775" y="586"/>
                  <a:pt x="1768" y="583"/>
                  <a:pt x="1768" y="529"/>
                </a:cubicBezTo>
                <a:lnTo>
                  <a:pt x="1768" y="458"/>
                </a:lnTo>
                <a:cubicBezTo>
                  <a:pt x="1768" y="450"/>
                  <a:pt x="1770" y="451"/>
                  <a:pt x="1777" y="454"/>
                </a:cubicBezTo>
                <a:cubicBezTo>
                  <a:pt x="1793" y="460"/>
                  <a:pt x="1813" y="463"/>
                  <a:pt x="1834" y="463"/>
                </a:cubicBezTo>
                <a:cubicBezTo>
                  <a:pt x="1871" y="463"/>
                  <a:pt x="1904" y="452"/>
                  <a:pt x="1930" y="427"/>
                </a:cubicBezTo>
                <a:cubicBezTo>
                  <a:pt x="1961" y="397"/>
                  <a:pt x="1979" y="356"/>
                  <a:pt x="1979" y="303"/>
                </a:cubicBezTo>
                <a:cubicBezTo>
                  <a:pt x="1979" y="234"/>
                  <a:pt x="1930" y="169"/>
                  <a:pt x="1863" y="169"/>
                </a:cubicBezTo>
                <a:cubicBezTo>
                  <a:pt x="1832" y="169"/>
                  <a:pt x="1799" y="190"/>
                  <a:pt x="1773" y="218"/>
                </a:cubicBezTo>
                <a:cubicBezTo>
                  <a:pt x="1769" y="223"/>
                  <a:pt x="1766" y="222"/>
                  <a:pt x="1766" y="216"/>
                </a:cubicBezTo>
                <a:moveTo>
                  <a:pt x="2119" y="222"/>
                </a:moveTo>
                <a:cubicBezTo>
                  <a:pt x="2117" y="196"/>
                  <a:pt x="2116" y="180"/>
                  <a:pt x="2114" y="173"/>
                </a:cubicBezTo>
                <a:cubicBezTo>
                  <a:pt x="2112" y="170"/>
                  <a:pt x="2111" y="167"/>
                  <a:pt x="2106" y="167"/>
                </a:cubicBezTo>
                <a:cubicBezTo>
                  <a:pt x="2087" y="175"/>
                  <a:pt x="2070" y="180"/>
                  <a:pt x="2025" y="186"/>
                </a:cubicBezTo>
                <a:cubicBezTo>
                  <a:pt x="2024" y="190"/>
                  <a:pt x="2025" y="201"/>
                  <a:pt x="2026" y="205"/>
                </a:cubicBezTo>
                <a:cubicBezTo>
                  <a:pt x="2062" y="208"/>
                  <a:pt x="2069" y="211"/>
                  <a:pt x="2069" y="249"/>
                </a:cubicBezTo>
                <a:lnTo>
                  <a:pt x="2069" y="377"/>
                </a:lnTo>
                <a:cubicBezTo>
                  <a:pt x="2069" y="431"/>
                  <a:pt x="2061" y="434"/>
                  <a:pt x="2021" y="437"/>
                </a:cubicBezTo>
                <a:cubicBezTo>
                  <a:pt x="2017" y="440"/>
                  <a:pt x="2017" y="454"/>
                  <a:pt x="2021" y="458"/>
                </a:cubicBezTo>
                <a:cubicBezTo>
                  <a:pt x="2044" y="457"/>
                  <a:pt x="2069" y="457"/>
                  <a:pt x="2095" y="457"/>
                </a:cubicBezTo>
                <a:cubicBezTo>
                  <a:pt x="2121" y="457"/>
                  <a:pt x="2151" y="457"/>
                  <a:pt x="2174" y="458"/>
                </a:cubicBezTo>
                <a:cubicBezTo>
                  <a:pt x="2178" y="454"/>
                  <a:pt x="2178" y="440"/>
                  <a:pt x="2174" y="437"/>
                </a:cubicBezTo>
                <a:cubicBezTo>
                  <a:pt x="2129" y="433"/>
                  <a:pt x="2121" y="431"/>
                  <a:pt x="2121" y="377"/>
                </a:cubicBezTo>
                <a:lnTo>
                  <a:pt x="2121" y="286"/>
                </a:lnTo>
                <a:cubicBezTo>
                  <a:pt x="2121" y="269"/>
                  <a:pt x="2129" y="254"/>
                  <a:pt x="2136" y="242"/>
                </a:cubicBezTo>
                <a:cubicBezTo>
                  <a:pt x="2144" y="232"/>
                  <a:pt x="2159" y="210"/>
                  <a:pt x="2167" y="210"/>
                </a:cubicBezTo>
                <a:cubicBezTo>
                  <a:pt x="2172" y="210"/>
                  <a:pt x="2178" y="212"/>
                  <a:pt x="2183" y="218"/>
                </a:cubicBezTo>
                <a:cubicBezTo>
                  <a:pt x="2188" y="225"/>
                  <a:pt x="2195" y="234"/>
                  <a:pt x="2207" y="234"/>
                </a:cubicBezTo>
                <a:cubicBezTo>
                  <a:pt x="2223" y="234"/>
                  <a:pt x="2238" y="217"/>
                  <a:pt x="2238" y="201"/>
                </a:cubicBezTo>
                <a:cubicBezTo>
                  <a:pt x="2238" y="188"/>
                  <a:pt x="2226" y="169"/>
                  <a:pt x="2199" y="169"/>
                </a:cubicBezTo>
                <a:cubicBezTo>
                  <a:pt x="2168" y="169"/>
                  <a:pt x="2141" y="198"/>
                  <a:pt x="2126" y="224"/>
                </a:cubicBezTo>
                <a:cubicBezTo>
                  <a:pt x="2122" y="231"/>
                  <a:pt x="2119" y="226"/>
                  <a:pt x="2119" y="222"/>
                </a:cubicBezTo>
                <a:moveTo>
                  <a:pt x="2406" y="463"/>
                </a:moveTo>
                <a:cubicBezTo>
                  <a:pt x="2448" y="463"/>
                  <a:pt x="2479" y="449"/>
                  <a:pt x="2501" y="427"/>
                </a:cubicBezTo>
                <a:cubicBezTo>
                  <a:pt x="2531" y="399"/>
                  <a:pt x="2545" y="357"/>
                  <a:pt x="2545" y="317"/>
                </a:cubicBezTo>
                <a:cubicBezTo>
                  <a:pt x="2545" y="249"/>
                  <a:pt x="2507" y="169"/>
                  <a:pt x="2407" y="169"/>
                </a:cubicBezTo>
                <a:cubicBezTo>
                  <a:pt x="2364" y="169"/>
                  <a:pt x="2328" y="187"/>
                  <a:pt x="2305" y="215"/>
                </a:cubicBezTo>
                <a:cubicBezTo>
                  <a:pt x="2281" y="243"/>
                  <a:pt x="2269" y="281"/>
                  <a:pt x="2269" y="323"/>
                </a:cubicBezTo>
                <a:cubicBezTo>
                  <a:pt x="2269" y="389"/>
                  <a:pt x="2313" y="463"/>
                  <a:pt x="2406" y="463"/>
                </a:cubicBezTo>
                <a:moveTo>
                  <a:pt x="2488" y="338"/>
                </a:moveTo>
                <a:cubicBezTo>
                  <a:pt x="2488" y="420"/>
                  <a:pt x="2446" y="440"/>
                  <a:pt x="2415" y="440"/>
                </a:cubicBezTo>
                <a:cubicBezTo>
                  <a:pt x="2347" y="440"/>
                  <a:pt x="2325" y="358"/>
                  <a:pt x="2325" y="308"/>
                </a:cubicBezTo>
                <a:cubicBezTo>
                  <a:pt x="2325" y="251"/>
                  <a:pt x="2339" y="192"/>
                  <a:pt x="2397" y="192"/>
                </a:cubicBezTo>
                <a:cubicBezTo>
                  <a:pt x="2454" y="192"/>
                  <a:pt x="2488" y="243"/>
                  <a:pt x="2488" y="338"/>
                </a:cubicBezTo>
                <a:moveTo>
                  <a:pt x="2725" y="347"/>
                </a:moveTo>
                <a:cubicBezTo>
                  <a:pt x="2670" y="347"/>
                  <a:pt x="2664" y="301"/>
                  <a:pt x="2664" y="259"/>
                </a:cubicBezTo>
                <a:cubicBezTo>
                  <a:pt x="2664" y="213"/>
                  <a:pt x="2681" y="190"/>
                  <a:pt x="2717" y="190"/>
                </a:cubicBezTo>
                <a:cubicBezTo>
                  <a:pt x="2758" y="190"/>
                  <a:pt x="2780" y="220"/>
                  <a:pt x="2780" y="274"/>
                </a:cubicBezTo>
                <a:cubicBezTo>
                  <a:pt x="2780" y="335"/>
                  <a:pt x="2749" y="347"/>
                  <a:pt x="2725" y="347"/>
                </a:cubicBezTo>
                <a:moveTo>
                  <a:pt x="2658" y="463"/>
                </a:moveTo>
                <a:cubicBezTo>
                  <a:pt x="2665" y="465"/>
                  <a:pt x="2675" y="467"/>
                  <a:pt x="2684" y="467"/>
                </a:cubicBezTo>
                <a:cubicBezTo>
                  <a:pt x="2704" y="467"/>
                  <a:pt x="2723" y="465"/>
                  <a:pt x="2732" y="465"/>
                </a:cubicBezTo>
                <a:cubicBezTo>
                  <a:pt x="2764" y="465"/>
                  <a:pt x="2792" y="465"/>
                  <a:pt x="2811" y="476"/>
                </a:cubicBezTo>
                <a:cubicBezTo>
                  <a:pt x="2836" y="490"/>
                  <a:pt x="2844" y="499"/>
                  <a:pt x="2844" y="516"/>
                </a:cubicBezTo>
                <a:cubicBezTo>
                  <a:pt x="2844" y="564"/>
                  <a:pt x="2775" y="588"/>
                  <a:pt x="2716" y="588"/>
                </a:cubicBezTo>
                <a:cubicBezTo>
                  <a:pt x="2693" y="588"/>
                  <a:pt x="2638" y="569"/>
                  <a:pt x="2638" y="525"/>
                </a:cubicBezTo>
                <a:cubicBezTo>
                  <a:pt x="2638" y="503"/>
                  <a:pt x="2639" y="486"/>
                  <a:pt x="2658" y="463"/>
                </a:cubicBezTo>
                <a:moveTo>
                  <a:pt x="2862" y="203"/>
                </a:moveTo>
                <a:cubicBezTo>
                  <a:pt x="2874" y="203"/>
                  <a:pt x="2886" y="192"/>
                  <a:pt x="2886" y="179"/>
                </a:cubicBezTo>
                <a:cubicBezTo>
                  <a:pt x="2886" y="165"/>
                  <a:pt x="2874" y="154"/>
                  <a:pt x="2856" y="154"/>
                </a:cubicBezTo>
                <a:cubicBezTo>
                  <a:pt x="2839" y="154"/>
                  <a:pt x="2808" y="165"/>
                  <a:pt x="2791" y="188"/>
                </a:cubicBezTo>
                <a:cubicBezTo>
                  <a:pt x="2783" y="182"/>
                  <a:pt x="2761" y="169"/>
                  <a:pt x="2723" y="169"/>
                </a:cubicBezTo>
                <a:cubicBezTo>
                  <a:pt x="2664" y="169"/>
                  <a:pt x="2611" y="209"/>
                  <a:pt x="2611" y="269"/>
                </a:cubicBezTo>
                <a:cubicBezTo>
                  <a:pt x="2611" y="304"/>
                  <a:pt x="2626" y="325"/>
                  <a:pt x="2645" y="342"/>
                </a:cubicBezTo>
                <a:cubicBezTo>
                  <a:pt x="2626" y="358"/>
                  <a:pt x="2616" y="386"/>
                  <a:pt x="2616" y="408"/>
                </a:cubicBezTo>
                <a:cubicBezTo>
                  <a:pt x="2616" y="432"/>
                  <a:pt x="2629" y="450"/>
                  <a:pt x="2646" y="459"/>
                </a:cubicBezTo>
                <a:cubicBezTo>
                  <a:pt x="2611" y="480"/>
                  <a:pt x="2592" y="510"/>
                  <a:pt x="2592" y="538"/>
                </a:cubicBezTo>
                <a:cubicBezTo>
                  <a:pt x="2592" y="595"/>
                  <a:pt x="2646" y="613"/>
                  <a:pt x="2696" y="613"/>
                </a:cubicBezTo>
                <a:cubicBezTo>
                  <a:pt x="2785" y="613"/>
                  <a:pt x="2880" y="570"/>
                  <a:pt x="2880" y="499"/>
                </a:cubicBezTo>
                <a:cubicBezTo>
                  <a:pt x="2880" y="478"/>
                  <a:pt x="2870" y="462"/>
                  <a:pt x="2851" y="446"/>
                </a:cubicBezTo>
                <a:cubicBezTo>
                  <a:pt x="2826" y="425"/>
                  <a:pt x="2780" y="425"/>
                  <a:pt x="2756" y="425"/>
                </a:cubicBezTo>
                <a:cubicBezTo>
                  <a:pt x="2744" y="425"/>
                  <a:pt x="2728" y="426"/>
                  <a:pt x="2712" y="428"/>
                </a:cubicBezTo>
                <a:cubicBezTo>
                  <a:pt x="2702" y="429"/>
                  <a:pt x="2696" y="429"/>
                  <a:pt x="2693" y="429"/>
                </a:cubicBezTo>
                <a:cubicBezTo>
                  <a:pt x="2674" y="429"/>
                  <a:pt x="2651" y="420"/>
                  <a:pt x="2651" y="392"/>
                </a:cubicBezTo>
                <a:cubicBezTo>
                  <a:pt x="2651" y="379"/>
                  <a:pt x="2655" y="365"/>
                  <a:pt x="2662" y="354"/>
                </a:cubicBezTo>
                <a:cubicBezTo>
                  <a:pt x="2678" y="363"/>
                  <a:pt x="2696" y="368"/>
                  <a:pt x="2722" y="368"/>
                </a:cubicBezTo>
                <a:cubicBezTo>
                  <a:pt x="2780" y="368"/>
                  <a:pt x="2833" y="332"/>
                  <a:pt x="2833" y="268"/>
                </a:cubicBezTo>
                <a:cubicBezTo>
                  <a:pt x="2833" y="237"/>
                  <a:pt x="2823" y="219"/>
                  <a:pt x="2804" y="199"/>
                </a:cubicBezTo>
                <a:cubicBezTo>
                  <a:pt x="2809" y="193"/>
                  <a:pt x="2822" y="184"/>
                  <a:pt x="2831" y="184"/>
                </a:cubicBezTo>
                <a:cubicBezTo>
                  <a:pt x="2835" y="184"/>
                  <a:pt x="2840" y="186"/>
                  <a:pt x="2844" y="192"/>
                </a:cubicBezTo>
                <a:cubicBezTo>
                  <a:pt x="2846" y="197"/>
                  <a:pt x="2855" y="203"/>
                  <a:pt x="2862" y="203"/>
                </a:cubicBezTo>
                <a:moveTo>
                  <a:pt x="3014" y="222"/>
                </a:moveTo>
                <a:cubicBezTo>
                  <a:pt x="3012" y="196"/>
                  <a:pt x="3011" y="180"/>
                  <a:pt x="3009" y="173"/>
                </a:cubicBezTo>
                <a:cubicBezTo>
                  <a:pt x="3007" y="170"/>
                  <a:pt x="3006" y="167"/>
                  <a:pt x="3001" y="167"/>
                </a:cubicBezTo>
                <a:cubicBezTo>
                  <a:pt x="2982" y="175"/>
                  <a:pt x="2965" y="180"/>
                  <a:pt x="2920" y="186"/>
                </a:cubicBezTo>
                <a:cubicBezTo>
                  <a:pt x="2919" y="190"/>
                  <a:pt x="2920" y="201"/>
                  <a:pt x="2921" y="205"/>
                </a:cubicBezTo>
                <a:cubicBezTo>
                  <a:pt x="2957" y="208"/>
                  <a:pt x="2964" y="211"/>
                  <a:pt x="2964" y="249"/>
                </a:cubicBezTo>
                <a:lnTo>
                  <a:pt x="2964" y="377"/>
                </a:lnTo>
                <a:cubicBezTo>
                  <a:pt x="2964" y="431"/>
                  <a:pt x="2956" y="434"/>
                  <a:pt x="2916" y="437"/>
                </a:cubicBezTo>
                <a:cubicBezTo>
                  <a:pt x="2912" y="440"/>
                  <a:pt x="2912" y="454"/>
                  <a:pt x="2916" y="458"/>
                </a:cubicBezTo>
                <a:cubicBezTo>
                  <a:pt x="2938" y="457"/>
                  <a:pt x="2964" y="457"/>
                  <a:pt x="2990" y="457"/>
                </a:cubicBezTo>
                <a:cubicBezTo>
                  <a:pt x="3016" y="457"/>
                  <a:pt x="3046" y="457"/>
                  <a:pt x="3069" y="458"/>
                </a:cubicBezTo>
                <a:cubicBezTo>
                  <a:pt x="3073" y="454"/>
                  <a:pt x="3073" y="440"/>
                  <a:pt x="3069" y="437"/>
                </a:cubicBezTo>
                <a:cubicBezTo>
                  <a:pt x="3024" y="433"/>
                  <a:pt x="3016" y="431"/>
                  <a:pt x="3016" y="377"/>
                </a:cubicBezTo>
                <a:lnTo>
                  <a:pt x="3016" y="286"/>
                </a:lnTo>
                <a:cubicBezTo>
                  <a:pt x="3016" y="269"/>
                  <a:pt x="3024" y="254"/>
                  <a:pt x="3031" y="242"/>
                </a:cubicBezTo>
                <a:cubicBezTo>
                  <a:pt x="3039" y="232"/>
                  <a:pt x="3054" y="210"/>
                  <a:pt x="3061" y="210"/>
                </a:cubicBezTo>
                <a:cubicBezTo>
                  <a:pt x="3067" y="210"/>
                  <a:pt x="3073" y="212"/>
                  <a:pt x="3078" y="218"/>
                </a:cubicBezTo>
                <a:cubicBezTo>
                  <a:pt x="3083" y="225"/>
                  <a:pt x="3090" y="234"/>
                  <a:pt x="3102" y="234"/>
                </a:cubicBezTo>
                <a:cubicBezTo>
                  <a:pt x="3118" y="234"/>
                  <a:pt x="3133" y="217"/>
                  <a:pt x="3133" y="201"/>
                </a:cubicBezTo>
                <a:cubicBezTo>
                  <a:pt x="3133" y="188"/>
                  <a:pt x="3121" y="169"/>
                  <a:pt x="3094" y="169"/>
                </a:cubicBezTo>
                <a:cubicBezTo>
                  <a:pt x="3063" y="169"/>
                  <a:pt x="3036" y="198"/>
                  <a:pt x="3021" y="224"/>
                </a:cubicBezTo>
                <a:cubicBezTo>
                  <a:pt x="3017" y="231"/>
                  <a:pt x="3014" y="226"/>
                  <a:pt x="3014" y="222"/>
                </a:cubicBezTo>
                <a:moveTo>
                  <a:pt x="3334" y="304"/>
                </a:moveTo>
                <a:lnTo>
                  <a:pt x="3334" y="391"/>
                </a:lnTo>
                <a:cubicBezTo>
                  <a:pt x="3334" y="399"/>
                  <a:pt x="3330" y="404"/>
                  <a:pt x="3324" y="408"/>
                </a:cubicBezTo>
                <a:cubicBezTo>
                  <a:pt x="3307" y="421"/>
                  <a:pt x="3285" y="437"/>
                  <a:pt x="3267" y="437"/>
                </a:cubicBezTo>
                <a:cubicBezTo>
                  <a:pt x="3234" y="437"/>
                  <a:pt x="3220" y="410"/>
                  <a:pt x="3220" y="390"/>
                </a:cubicBezTo>
                <a:cubicBezTo>
                  <a:pt x="3220" y="361"/>
                  <a:pt x="3234" y="330"/>
                  <a:pt x="3282" y="318"/>
                </a:cubicBezTo>
                <a:lnTo>
                  <a:pt x="3334" y="304"/>
                </a:lnTo>
                <a:moveTo>
                  <a:pt x="3334" y="425"/>
                </a:moveTo>
                <a:cubicBezTo>
                  <a:pt x="3338" y="446"/>
                  <a:pt x="3344" y="463"/>
                  <a:pt x="3377" y="463"/>
                </a:cubicBezTo>
                <a:cubicBezTo>
                  <a:pt x="3402" y="463"/>
                  <a:pt x="3426" y="452"/>
                  <a:pt x="3440" y="439"/>
                </a:cubicBezTo>
                <a:cubicBezTo>
                  <a:pt x="3438" y="431"/>
                  <a:pt x="3436" y="426"/>
                  <a:pt x="3429" y="421"/>
                </a:cubicBezTo>
                <a:cubicBezTo>
                  <a:pt x="3423" y="426"/>
                  <a:pt x="3412" y="432"/>
                  <a:pt x="3404" y="432"/>
                </a:cubicBezTo>
                <a:cubicBezTo>
                  <a:pt x="3385" y="432"/>
                  <a:pt x="3385" y="406"/>
                  <a:pt x="3385" y="376"/>
                </a:cubicBezTo>
                <a:lnTo>
                  <a:pt x="3385" y="280"/>
                </a:lnTo>
                <a:cubicBezTo>
                  <a:pt x="3385" y="187"/>
                  <a:pt x="3334" y="169"/>
                  <a:pt x="3286" y="169"/>
                </a:cubicBezTo>
                <a:cubicBezTo>
                  <a:pt x="3232" y="169"/>
                  <a:pt x="3178" y="205"/>
                  <a:pt x="3178" y="242"/>
                </a:cubicBezTo>
                <a:cubicBezTo>
                  <a:pt x="3178" y="258"/>
                  <a:pt x="3186" y="266"/>
                  <a:pt x="3201" y="266"/>
                </a:cubicBezTo>
                <a:cubicBezTo>
                  <a:pt x="3220" y="266"/>
                  <a:pt x="3232" y="252"/>
                  <a:pt x="3232" y="243"/>
                </a:cubicBezTo>
                <a:cubicBezTo>
                  <a:pt x="3232" y="239"/>
                  <a:pt x="3231" y="234"/>
                  <a:pt x="3230" y="232"/>
                </a:cubicBezTo>
                <a:cubicBezTo>
                  <a:pt x="3229" y="230"/>
                  <a:pt x="3228" y="226"/>
                  <a:pt x="3228" y="218"/>
                </a:cubicBezTo>
                <a:cubicBezTo>
                  <a:pt x="3228" y="198"/>
                  <a:pt x="3256" y="191"/>
                  <a:pt x="3281" y="191"/>
                </a:cubicBezTo>
                <a:cubicBezTo>
                  <a:pt x="3303" y="191"/>
                  <a:pt x="3334" y="202"/>
                  <a:pt x="3334" y="276"/>
                </a:cubicBezTo>
                <a:cubicBezTo>
                  <a:pt x="3334" y="281"/>
                  <a:pt x="3332" y="283"/>
                  <a:pt x="3330" y="284"/>
                </a:cubicBezTo>
                <a:lnTo>
                  <a:pt x="3273" y="298"/>
                </a:lnTo>
                <a:cubicBezTo>
                  <a:pt x="3211" y="313"/>
                  <a:pt x="3166" y="348"/>
                  <a:pt x="3166" y="393"/>
                </a:cubicBezTo>
                <a:cubicBezTo>
                  <a:pt x="3166" y="446"/>
                  <a:pt x="3202" y="463"/>
                  <a:pt x="3248" y="463"/>
                </a:cubicBezTo>
                <a:cubicBezTo>
                  <a:pt x="3270" y="463"/>
                  <a:pt x="3290" y="458"/>
                  <a:pt x="3319" y="436"/>
                </a:cubicBezTo>
                <a:lnTo>
                  <a:pt x="3332" y="425"/>
                </a:lnTo>
                <a:lnTo>
                  <a:pt x="3334" y="425"/>
                </a:lnTo>
                <a:moveTo>
                  <a:pt x="3552" y="222"/>
                </a:moveTo>
                <a:cubicBezTo>
                  <a:pt x="3551" y="203"/>
                  <a:pt x="3550" y="180"/>
                  <a:pt x="3547" y="173"/>
                </a:cubicBezTo>
                <a:cubicBezTo>
                  <a:pt x="3545" y="170"/>
                  <a:pt x="3544" y="167"/>
                  <a:pt x="3539" y="167"/>
                </a:cubicBezTo>
                <a:cubicBezTo>
                  <a:pt x="3521" y="175"/>
                  <a:pt x="3504" y="180"/>
                  <a:pt x="3459" y="186"/>
                </a:cubicBezTo>
                <a:cubicBezTo>
                  <a:pt x="3457" y="190"/>
                  <a:pt x="3459" y="201"/>
                  <a:pt x="3460" y="205"/>
                </a:cubicBezTo>
                <a:cubicBezTo>
                  <a:pt x="3495" y="208"/>
                  <a:pt x="3502" y="211"/>
                  <a:pt x="3502" y="249"/>
                </a:cubicBezTo>
                <a:lnTo>
                  <a:pt x="3502" y="377"/>
                </a:lnTo>
                <a:cubicBezTo>
                  <a:pt x="3502" y="431"/>
                  <a:pt x="3494" y="434"/>
                  <a:pt x="3458" y="437"/>
                </a:cubicBezTo>
                <a:cubicBezTo>
                  <a:pt x="3454" y="440"/>
                  <a:pt x="3454" y="454"/>
                  <a:pt x="3458" y="458"/>
                </a:cubicBezTo>
                <a:cubicBezTo>
                  <a:pt x="3478" y="457"/>
                  <a:pt x="3502" y="457"/>
                  <a:pt x="3529" y="457"/>
                </a:cubicBezTo>
                <a:cubicBezTo>
                  <a:pt x="3555" y="457"/>
                  <a:pt x="3574" y="457"/>
                  <a:pt x="3594" y="458"/>
                </a:cubicBezTo>
                <a:cubicBezTo>
                  <a:pt x="3598" y="454"/>
                  <a:pt x="3598" y="440"/>
                  <a:pt x="3594" y="437"/>
                </a:cubicBezTo>
                <a:cubicBezTo>
                  <a:pt x="3561" y="433"/>
                  <a:pt x="3554" y="431"/>
                  <a:pt x="3554" y="377"/>
                </a:cubicBezTo>
                <a:lnTo>
                  <a:pt x="3554" y="270"/>
                </a:lnTo>
                <a:cubicBezTo>
                  <a:pt x="3554" y="256"/>
                  <a:pt x="3560" y="248"/>
                  <a:pt x="3565" y="242"/>
                </a:cubicBezTo>
                <a:cubicBezTo>
                  <a:pt x="3591" y="217"/>
                  <a:pt x="3616" y="203"/>
                  <a:pt x="3636" y="203"/>
                </a:cubicBezTo>
                <a:cubicBezTo>
                  <a:pt x="3661" y="203"/>
                  <a:pt x="3679" y="219"/>
                  <a:pt x="3679" y="263"/>
                </a:cubicBezTo>
                <a:lnTo>
                  <a:pt x="3679" y="377"/>
                </a:lnTo>
                <a:cubicBezTo>
                  <a:pt x="3679" y="431"/>
                  <a:pt x="3674" y="434"/>
                  <a:pt x="3639" y="437"/>
                </a:cubicBezTo>
                <a:cubicBezTo>
                  <a:pt x="3635" y="440"/>
                  <a:pt x="3635" y="454"/>
                  <a:pt x="3639" y="458"/>
                </a:cubicBezTo>
                <a:cubicBezTo>
                  <a:pt x="3655" y="457"/>
                  <a:pt x="3679" y="457"/>
                  <a:pt x="3705" y="457"/>
                </a:cubicBezTo>
                <a:cubicBezTo>
                  <a:pt x="3731" y="457"/>
                  <a:pt x="3753" y="457"/>
                  <a:pt x="3769" y="458"/>
                </a:cubicBezTo>
                <a:cubicBezTo>
                  <a:pt x="3773" y="454"/>
                  <a:pt x="3773" y="440"/>
                  <a:pt x="3769" y="437"/>
                </a:cubicBezTo>
                <a:cubicBezTo>
                  <a:pt x="3737" y="434"/>
                  <a:pt x="3731" y="431"/>
                  <a:pt x="3731" y="377"/>
                </a:cubicBezTo>
                <a:lnTo>
                  <a:pt x="3731" y="273"/>
                </a:lnTo>
                <a:cubicBezTo>
                  <a:pt x="3731" y="264"/>
                  <a:pt x="3731" y="254"/>
                  <a:pt x="3730" y="247"/>
                </a:cubicBezTo>
                <a:cubicBezTo>
                  <a:pt x="3762" y="212"/>
                  <a:pt x="3791" y="203"/>
                  <a:pt x="3816" y="203"/>
                </a:cubicBezTo>
                <a:cubicBezTo>
                  <a:pt x="3841" y="203"/>
                  <a:pt x="3856" y="218"/>
                  <a:pt x="3856" y="262"/>
                </a:cubicBezTo>
                <a:lnTo>
                  <a:pt x="3856" y="377"/>
                </a:lnTo>
                <a:cubicBezTo>
                  <a:pt x="3856" y="431"/>
                  <a:pt x="3849" y="434"/>
                  <a:pt x="3815" y="437"/>
                </a:cubicBezTo>
                <a:cubicBezTo>
                  <a:pt x="3812" y="440"/>
                  <a:pt x="3812" y="454"/>
                  <a:pt x="3815" y="458"/>
                </a:cubicBezTo>
                <a:cubicBezTo>
                  <a:pt x="3832" y="457"/>
                  <a:pt x="3856" y="457"/>
                  <a:pt x="3882" y="457"/>
                </a:cubicBezTo>
                <a:cubicBezTo>
                  <a:pt x="3908" y="457"/>
                  <a:pt x="3931" y="457"/>
                  <a:pt x="3949" y="458"/>
                </a:cubicBezTo>
                <a:cubicBezTo>
                  <a:pt x="3953" y="454"/>
                  <a:pt x="3953" y="440"/>
                  <a:pt x="3949" y="437"/>
                </a:cubicBezTo>
                <a:cubicBezTo>
                  <a:pt x="3913" y="434"/>
                  <a:pt x="3907" y="431"/>
                  <a:pt x="3907" y="377"/>
                </a:cubicBezTo>
                <a:lnTo>
                  <a:pt x="3907" y="273"/>
                </a:lnTo>
                <a:cubicBezTo>
                  <a:pt x="3907" y="215"/>
                  <a:pt x="3898" y="169"/>
                  <a:pt x="3840" y="169"/>
                </a:cubicBezTo>
                <a:cubicBezTo>
                  <a:pt x="3806" y="169"/>
                  <a:pt x="3766" y="182"/>
                  <a:pt x="3732" y="218"/>
                </a:cubicBezTo>
                <a:cubicBezTo>
                  <a:pt x="3730" y="220"/>
                  <a:pt x="3726" y="223"/>
                  <a:pt x="3725" y="218"/>
                </a:cubicBezTo>
                <a:cubicBezTo>
                  <a:pt x="3718" y="191"/>
                  <a:pt x="3693" y="169"/>
                  <a:pt x="3659" y="169"/>
                </a:cubicBezTo>
                <a:cubicBezTo>
                  <a:pt x="3622" y="169"/>
                  <a:pt x="3587" y="192"/>
                  <a:pt x="3560" y="222"/>
                </a:cubicBezTo>
                <a:cubicBezTo>
                  <a:pt x="3557" y="226"/>
                  <a:pt x="3552" y="230"/>
                  <a:pt x="3552" y="222"/>
                </a:cubicBezTo>
                <a:moveTo>
                  <a:pt x="4069" y="222"/>
                </a:moveTo>
                <a:cubicBezTo>
                  <a:pt x="4068" y="203"/>
                  <a:pt x="4066" y="180"/>
                  <a:pt x="4064" y="173"/>
                </a:cubicBezTo>
                <a:cubicBezTo>
                  <a:pt x="4062" y="170"/>
                  <a:pt x="4061" y="167"/>
                  <a:pt x="4056" y="167"/>
                </a:cubicBezTo>
                <a:cubicBezTo>
                  <a:pt x="4038" y="175"/>
                  <a:pt x="4021" y="180"/>
                  <a:pt x="3975" y="186"/>
                </a:cubicBezTo>
                <a:cubicBezTo>
                  <a:pt x="3974" y="190"/>
                  <a:pt x="3975" y="201"/>
                  <a:pt x="3977" y="205"/>
                </a:cubicBezTo>
                <a:cubicBezTo>
                  <a:pt x="4012" y="208"/>
                  <a:pt x="4019" y="211"/>
                  <a:pt x="4019" y="249"/>
                </a:cubicBezTo>
                <a:lnTo>
                  <a:pt x="4019" y="377"/>
                </a:lnTo>
                <a:cubicBezTo>
                  <a:pt x="4019" y="431"/>
                  <a:pt x="4011" y="434"/>
                  <a:pt x="3975" y="437"/>
                </a:cubicBezTo>
                <a:cubicBezTo>
                  <a:pt x="3971" y="440"/>
                  <a:pt x="3971" y="454"/>
                  <a:pt x="3975" y="458"/>
                </a:cubicBezTo>
                <a:cubicBezTo>
                  <a:pt x="3994" y="457"/>
                  <a:pt x="4019" y="457"/>
                  <a:pt x="4045" y="457"/>
                </a:cubicBezTo>
                <a:cubicBezTo>
                  <a:pt x="4072" y="457"/>
                  <a:pt x="4091" y="457"/>
                  <a:pt x="4111" y="458"/>
                </a:cubicBezTo>
                <a:cubicBezTo>
                  <a:pt x="4115" y="454"/>
                  <a:pt x="4115" y="440"/>
                  <a:pt x="4111" y="437"/>
                </a:cubicBezTo>
                <a:cubicBezTo>
                  <a:pt x="4078" y="433"/>
                  <a:pt x="4071" y="431"/>
                  <a:pt x="4071" y="377"/>
                </a:cubicBezTo>
                <a:lnTo>
                  <a:pt x="4071" y="270"/>
                </a:lnTo>
                <a:cubicBezTo>
                  <a:pt x="4071" y="256"/>
                  <a:pt x="4077" y="248"/>
                  <a:pt x="4082" y="242"/>
                </a:cubicBezTo>
                <a:cubicBezTo>
                  <a:pt x="4108" y="217"/>
                  <a:pt x="4132" y="203"/>
                  <a:pt x="4153" y="203"/>
                </a:cubicBezTo>
                <a:cubicBezTo>
                  <a:pt x="4178" y="203"/>
                  <a:pt x="4196" y="219"/>
                  <a:pt x="4196" y="263"/>
                </a:cubicBezTo>
                <a:lnTo>
                  <a:pt x="4196" y="377"/>
                </a:lnTo>
                <a:cubicBezTo>
                  <a:pt x="4196" y="431"/>
                  <a:pt x="4191" y="434"/>
                  <a:pt x="4155" y="437"/>
                </a:cubicBezTo>
                <a:cubicBezTo>
                  <a:pt x="4152" y="440"/>
                  <a:pt x="4152" y="454"/>
                  <a:pt x="4155" y="458"/>
                </a:cubicBezTo>
                <a:cubicBezTo>
                  <a:pt x="4172" y="457"/>
                  <a:pt x="4196" y="457"/>
                  <a:pt x="4222" y="457"/>
                </a:cubicBezTo>
                <a:cubicBezTo>
                  <a:pt x="4248" y="457"/>
                  <a:pt x="4270" y="457"/>
                  <a:pt x="4286" y="458"/>
                </a:cubicBezTo>
                <a:cubicBezTo>
                  <a:pt x="4289" y="454"/>
                  <a:pt x="4289" y="440"/>
                  <a:pt x="4286" y="437"/>
                </a:cubicBezTo>
                <a:cubicBezTo>
                  <a:pt x="4254" y="434"/>
                  <a:pt x="4248" y="431"/>
                  <a:pt x="4248" y="377"/>
                </a:cubicBezTo>
                <a:lnTo>
                  <a:pt x="4248" y="273"/>
                </a:lnTo>
                <a:cubicBezTo>
                  <a:pt x="4248" y="264"/>
                  <a:pt x="4248" y="254"/>
                  <a:pt x="4247" y="247"/>
                </a:cubicBezTo>
                <a:cubicBezTo>
                  <a:pt x="4278" y="212"/>
                  <a:pt x="4308" y="203"/>
                  <a:pt x="4333" y="203"/>
                </a:cubicBezTo>
                <a:cubicBezTo>
                  <a:pt x="4358" y="203"/>
                  <a:pt x="4373" y="218"/>
                  <a:pt x="4373" y="262"/>
                </a:cubicBezTo>
                <a:lnTo>
                  <a:pt x="4373" y="377"/>
                </a:lnTo>
                <a:cubicBezTo>
                  <a:pt x="4373" y="431"/>
                  <a:pt x="4366" y="434"/>
                  <a:pt x="4332" y="437"/>
                </a:cubicBezTo>
                <a:cubicBezTo>
                  <a:pt x="4329" y="440"/>
                  <a:pt x="4329" y="454"/>
                  <a:pt x="4332" y="458"/>
                </a:cubicBezTo>
                <a:cubicBezTo>
                  <a:pt x="4348" y="457"/>
                  <a:pt x="4373" y="457"/>
                  <a:pt x="4399" y="457"/>
                </a:cubicBezTo>
                <a:cubicBezTo>
                  <a:pt x="4425" y="457"/>
                  <a:pt x="4448" y="457"/>
                  <a:pt x="4466" y="458"/>
                </a:cubicBezTo>
                <a:cubicBezTo>
                  <a:pt x="4469" y="454"/>
                  <a:pt x="4469" y="440"/>
                  <a:pt x="4466" y="437"/>
                </a:cubicBezTo>
                <a:cubicBezTo>
                  <a:pt x="4430" y="434"/>
                  <a:pt x="4424" y="431"/>
                  <a:pt x="4424" y="377"/>
                </a:cubicBezTo>
                <a:lnTo>
                  <a:pt x="4424" y="273"/>
                </a:lnTo>
                <a:cubicBezTo>
                  <a:pt x="4424" y="215"/>
                  <a:pt x="4414" y="169"/>
                  <a:pt x="4357" y="169"/>
                </a:cubicBezTo>
                <a:cubicBezTo>
                  <a:pt x="4323" y="169"/>
                  <a:pt x="4283" y="182"/>
                  <a:pt x="4249" y="218"/>
                </a:cubicBezTo>
                <a:cubicBezTo>
                  <a:pt x="4247" y="220"/>
                  <a:pt x="4243" y="223"/>
                  <a:pt x="4242" y="218"/>
                </a:cubicBezTo>
                <a:cubicBezTo>
                  <a:pt x="4235" y="191"/>
                  <a:pt x="4210" y="169"/>
                  <a:pt x="4176" y="169"/>
                </a:cubicBezTo>
                <a:cubicBezTo>
                  <a:pt x="4138" y="169"/>
                  <a:pt x="4104" y="192"/>
                  <a:pt x="4077" y="222"/>
                </a:cubicBezTo>
                <a:cubicBezTo>
                  <a:pt x="4074" y="226"/>
                  <a:pt x="4069" y="230"/>
                  <a:pt x="4069" y="222"/>
                </a:cubicBezTo>
                <a:moveTo>
                  <a:pt x="4565" y="99"/>
                </a:moveTo>
                <a:cubicBezTo>
                  <a:pt x="4583" y="99"/>
                  <a:pt x="4599" y="82"/>
                  <a:pt x="4599" y="67"/>
                </a:cubicBezTo>
                <a:cubicBezTo>
                  <a:pt x="4599" y="51"/>
                  <a:pt x="4585" y="33"/>
                  <a:pt x="4568" y="33"/>
                </a:cubicBezTo>
                <a:cubicBezTo>
                  <a:pt x="4552" y="33"/>
                  <a:pt x="4534" y="49"/>
                  <a:pt x="4534" y="65"/>
                </a:cubicBezTo>
                <a:cubicBezTo>
                  <a:pt x="4534" y="82"/>
                  <a:pt x="4549" y="99"/>
                  <a:pt x="4565" y="99"/>
                </a:cubicBezTo>
                <a:moveTo>
                  <a:pt x="4593" y="247"/>
                </a:moveTo>
                <a:cubicBezTo>
                  <a:pt x="4593" y="214"/>
                  <a:pt x="4596" y="172"/>
                  <a:pt x="4596" y="172"/>
                </a:cubicBezTo>
                <a:cubicBezTo>
                  <a:pt x="4596" y="169"/>
                  <a:pt x="4592" y="167"/>
                  <a:pt x="4587" y="167"/>
                </a:cubicBezTo>
                <a:cubicBezTo>
                  <a:pt x="4568" y="175"/>
                  <a:pt x="4543" y="180"/>
                  <a:pt x="4498" y="186"/>
                </a:cubicBezTo>
                <a:cubicBezTo>
                  <a:pt x="4496" y="190"/>
                  <a:pt x="4498" y="201"/>
                  <a:pt x="4499" y="205"/>
                </a:cubicBezTo>
                <a:cubicBezTo>
                  <a:pt x="4534" y="209"/>
                  <a:pt x="4541" y="212"/>
                  <a:pt x="4541" y="249"/>
                </a:cubicBezTo>
                <a:lnTo>
                  <a:pt x="4541" y="377"/>
                </a:lnTo>
                <a:cubicBezTo>
                  <a:pt x="4541" y="431"/>
                  <a:pt x="4534" y="433"/>
                  <a:pt x="4494" y="437"/>
                </a:cubicBezTo>
                <a:cubicBezTo>
                  <a:pt x="4490" y="440"/>
                  <a:pt x="4490" y="454"/>
                  <a:pt x="4494" y="458"/>
                </a:cubicBezTo>
                <a:cubicBezTo>
                  <a:pt x="4516" y="457"/>
                  <a:pt x="4541" y="457"/>
                  <a:pt x="4568" y="457"/>
                </a:cubicBezTo>
                <a:cubicBezTo>
                  <a:pt x="4594" y="457"/>
                  <a:pt x="4619" y="457"/>
                  <a:pt x="4640" y="458"/>
                </a:cubicBezTo>
                <a:cubicBezTo>
                  <a:pt x="4644" y="454"/>
                  <a:pt x="4644" y="440"/>
                  <a:pt x="4640" y="437"/>
                </a:cubicBezTo>
                <a:cubicBezTo>
                  <a:pt x="4600" y="434"/>
                  <a:pt x="4593" y="431"/>
                  <a:pt x="4593" y="377"/>
                </a:cubicBezTo>
                <a:lnTo>
                  <a:pt x="4593" y="247"/>
                </a:lnTo>
                <a:moveTo>
                  <a:pt x="4771" y="222"/>
                </a:moveTo>
                <a:cubicBezTo>
                  <a:pt x="4767" y="227"/>
                  <a:pt x="4763" y="229"/>
                  <a:pt x="4763" y="222"/>
                </a:cubicBezTo>
                <a:cubicBezTo>
                  <a:pt x="4763" y="205"/>
                  <a:pt x="4761" y="180"/>
                  <a:pt x="4758" y="173"/>
                </a:cubicBezTo>
                <a:cubicBezTo>
                  <a:pt x="4756" y="170"/>
                  <a:pt x="4756" y="167"/>
                  <a:pt x="4750" y="167"/>
                </a:cubicBezTo>
                <a:cubicBezTo>
                  <a:pt x="4732" y="175"/>
                  <a:pt x="4715" y="180"/>
                  <a:pt x="4671" y="186"/>
                </a:cubicBezTo>
                <a:cubicBezTo>
                  <a:pt x="4670" y="190"/>
                  <a:pt x="4671" y="201"/>
                  <a:pt x="4672" y="205"/>
                </a:cubicBezTo>
                <a:cubicBezTo>
                  <a:pt x="4707" y="208"/>
                  <a:pt x="4714" y="211"/>
                  <a:pt x="4714" y="249"/>
                </a:cubicBezTo>
                <a:lnTo>
                  <a:pt x="4714" y="377"/>
                </a:lnTo>
                <a:cubicBezTo>
                  <a:pt x="4714" y="431"/>
                  <a:pt x="4707" y="433"/>
                  <a:pt x="4669" y="437"/>
                </a:cubicBezTo>
                <a:cubicBezTo>
                  <a:pt x="4665" y="440"/>
                  <a:pt x="4665" y="454"/>
                  <a:pt x="4669" y="458"/>
                </a:cubicBezTo>
                <a:cubicBezTo>
                  <a:pt x="4689" y="457"/>
                  <a:pt x="4714" y="457"/>
                  <a:pt x="4740" y="457"/>
                </a:cubicBezTo>
                <a:cubicBezTo>
                  <a:pt x="4766" y="457"/>
                  <a:pt x="4786" y="457"/>
                  <a:pt x="4805" y="458"/>
                </a:cubicBezTo>
                <a:cubicBezTo>
                  <a:pt x="4809" y="454"/>
                  <a:pt x="4809" y="440"/>
                  <a:pt x="4805" y="437"/>
                </a:cubicBezTo>
                <a:cubicBezTo>
                  <a:pt x="4772" y="433"/>
                  <a:pt x="4765" y="431"/>
                  <a:pt x="4765" y="377"/>
                </a:cubicBezTo>
                <a:lnTo>
                  <a:pt x="4765" y="270"/>
                </a:lnTo>
                <a:cubicBezTo>
                  <a:pt x="4765" y="256"/>
                  <a:pt x="4771" y="248"/>
                  <a:pt x="4777" y="242"/>
                </a:cubicBezTo>
                <a:cubicBezTo>
                  <a:pt x="4801" y="218"/>
                  <a:pt x="4831" y="203"/>
                  <a:pt x="4856" y="203"/>
                </a:cubicBezTo>
                <a:cubicBezTo>
                  <a:pt x="4869" y="203"/>
                  <a:pt x="4883" y="212"/>
                  <a:pt x="4891" y="227"/>
                </a:cubicBezTo>
                <a:cubicBezTo>
                  <a:pt x="4898" y="240"/>
                  <a:pt x="4899" y="258"/>
                  <a:pt x="4899" y="277"/>
                </a:cubicBezTo>
                <a:lnTo>
                  <a:pt x="4899" y="377"/>
                </a:lnTo>
                <a:cubicBezTo>
                  <a:pt x="4899" y="431"/>
                  <a:pt x="4892" y="433"/>
                  <a:pt x="4858" y="437"/>
                </a:cubicBezTo>
                <a:cubicBezTo>
                  <a:pt x="4855" y="440"/>
                  <a:pt x="4855" y="454"/>
                  <a:pt x="4858" y="458"/>
                </a:cubicBezTo>
                <a:cubicBezTo>
                  <a:pt x="4878" y="457"/>
                  <a:pt x="4899" y="457"/>
                  <a:pt x="4925" y="457"/>
                </a:cubicBezTo>
                <a:cubicBezTo>
                  <a:pt x="4951" y="457"/>
                  <a:pt x="4975" y="457"/>
                  <a:pt x="4994" y="458"/>
                </a:cubicBezTo>
                <a:cubicBezTo>
                  <a:pt x="4998" y="454"/>
                  <a:pt x="4998" y="440"/>
                  <a:pt x="4994" y="437"/>
                </a:cubicBezTo>
                <a:cubicBezTo>
                  <a:pt x="4958" y="433"/>
                  <a:pt x="4951" y="431"/>
                  <a:pt x="4951" y="377"/>
                </a:cubicBezTo>
                <a:lnTo>
                  <a:pt x="4951" y="279"/>
                </a:lnTo>
                <a:cubicBezTo>
                  <a:pt x="4951" y="243"/>
                  <a:pt x="4948" y="212"/>
                  <a:pt x="4933" y="192"/>
                </a:cubicBezTo>
                <a:cubicBezTo>
                  <a:pt x="4922" y="177"/>
                  <a:pt x="4902" y="169"/>
                  <a:pt x="4879" y="169"/>
                </a:cubicBezTo>
                <a:cubicBezTo>
                  <a:pt x="4847" y="169"/>
                  <a:pt x="4810" y="178"/>
                  <a:pt x="4771" y="222"/>
                </a:cubicBezTo>
                <a:moveTo>
                  <a:pt x="5214" y="274"/>
                </a:moveTo>
                <a:cubicBezTo>
                  <a:pt x="5214" y="335"/>
                  <a:pt x="5183" y="347"/>
                  <a:pt x="5159" y="347"/>
                </a:cubicBezTo>
                <a:cubicBezTo>
                  <a:pt x="5104" y="347"/>
                  <a:pt x="5098" y="301"/>
                  <a:pt x="5098" y="259"/>
                </a:cubicBezTo>
                <a:cubicBezTo>
                  <a:pt x="5098" y="213"/>
                  <a:pt x="5115" y="190"/>
                  <a:pt x="5151" y="190"/>
                </a:cubicBezTo>
                <a:cubicBezTo>
                  <a:pt x="5192" y="190"/>
                  <a:pt x="5214" y="220"/>
                  <a:pt x="5214" y="274"/>
                </a:cubicBezTo>
                <a:moveTo>
                  <a:pt x="5092" y="463"/>
                </a:moveTo>
                <a:cubicBezTo>
                  <a:pt x="5099" y="465"/>
                  <a:pt x="5110" y="467"/>
                  <a:pt x="5118" y="467"/>
                </a:cubicBezTo>
                <a:cubicBezTo>
                  <a:pt x="5138" y="467"/>
                  <a:pt x="5157" y="465"/>
                  <a:pt x="5166" y="465"/>
                </a:cubicBezTo>
                <a:cubicBezTo>
                  <a:pt x="5199" y="465"/>
                  <a:pt x="5226" y="465"/>
                  <a:pt x="5245" y="476"/>
                </a:cubicBezTo>
                <a:cubicBezTo>
                  <a:pt x="5270" y="490"/>
                  <a:pt x="5278" y="499"/>
                  <a:pt x="5278" y="516"/>
                </a:cubicBezTo>
                <a:cubicBezTo>
                  <a:pt x="5278" y="564"/>
                  <a:pt x="5209" y="588"/>
                  <a:pt x="5150" y="588"/>
                </a:cubicBezTo>
                <a:cubicBezTo>
                  <a:pt x="5127" y="588"/>
                  <a:pt x="5072" y="569"/>
                  <a:pt x="5072" y="525"/>
                </a:cubicBezTo>
                <a:cubicBezTo>
                  <a:pt x="5072" y="503"/>
                  <a:pt x="5073" y="486"/>
                  <a:pt x="5092" y="463"/>
                </a:cubicBezTo>
                <a:moveTo>
                  <a:pt x="5296" y="203"/>
                </a:moveTo>
                <a:cubicBezTo>
                  <a:pt x="5308" y="203"/>
                  <a:pt x="5320" y="192"/>
                  <a:pt x="5320" y="179"/>
                </a:cubicBezTo>
                <a:cubicBezTo>
                  <a:pt x="5320" y="165"/>
                  <a:pt x="5308" y="154"/>
                  <a:pt x="5290" y="154"/>
                </a:cubicBezTo>
                <a:cubicBezTo>
                  <a:pt x="5273" y="154"/>
                  <a:pt x="5242" y="165"/>
                  <a:pt x="5225" y="188"/>
                </a:cubicBezTo>
                <a:cubicBezTo>
                  <a:pt x="5217" y="182"/>
                  <a:pt x="5195" y="169"/>
                  <a:pt x="5157" y="169"/>
                </a:cubicBezTo>
                <a:cubicBezTo>
                  <a:pt x="5098" y="169"/>
                  <a:pt x="5045" y="209"/>
                  <a:pt x="5045" y="269"/>
                </a:cubicBezTo>
                <a:cubicBezTo>
                  <a:pt x="5045" y="304"/>
                  <a:pt x="5060" y="325"/>
                  <a:pt x="5079" y="342"/>
                </a:cubicBezTo>
                <a:cubicBezTo>
                  <a:pt x="5060" y="358"/>
                  <a:pt x="5050" y="386"/>
                  <a:pt x="5050" y="408"/>
                </a:cubicBezTo>
                <a:cubicBezTo>
                  <a:pt x="5050" y="432"/>
                  <a:pt x="5063" y="450"/>
                  <a:pt x="5080" y="459"/>
                </a:cubicBezTo>
                <a:cubicBezTo>
                  <a:pt x="5045" y="480"/>
                  <a:pt x="5026" y="510"/>
                  <a:pt x="5026" y="538"/>
                </a:cubicBezTo>
                <a:cubicBezTo>
                  <a:pt x="5026" y="595"/>
                  <a:pt x="5080" y="613"/>
                  <a:pt x="5130" y="613"/>
                </a:cubicBezTo>
                <a:cubicBezTo>
                  <a:pt x="5219" y="613"/>
                  <a:pt x="5314" y="570"/>
                  <a:pt x="5314" y="499"/>
                </a:cubicBezTo>
                <a:cubicBezTo>
                  <a:pt x="5314" y="478"/>
                  <a:pt x="5305" y="462"/>
                  <a:pt x="5286" y="446"/>
                </a:cubicBezTo>
                <a:cubicBezTo>
                  <a:pt x="5260" y="425"/>
                  <a:pt x="5214" y="425"/>
                  <a:pt x="5190" y="425"/>
                </a:cubicBezTo>
                <a:cubicBezTo>
                  <a:pt x="5178" y="425"/>
                  <a:pt x="5162" y="426"/>
                  <a:pt x="5146" y="428"/>
                </a:cubicBezTo>
                <a:cubicBezTo>
                  <a:pt x="5136" y="429"/>
                  <a:pt x="5130" y="429"/>
                  <a:pt x="5127" y="429"/>
                </a:cubicBezTo>
                <a:cubicBezTo>
                  <a:pt x="5108" y="429"/>
                  <a:pt x="5085" y="420"/>
                  <a:pt x="5085" y="392"/>
                </a:cubicBezTo>
                <a:cubicBezTo>
                  <a:pt x="5085" y="379"/>
                  <a:pt x="5089" y="365"/>
                  <a:pt x="5096" y="354"/>
                </a:cubicBezTo>
                <a:cubicBezTo>
                  <a:pt x="5112" y="363"/>
                  <a:pt x="5130" y="368"/>
                  <a:pt x="5156" y="368"/>
                </a:cubicBezTo>
                <a:cubicBezTo>
                  <a:pt x="5214" y="368"/>
                  <a:pt x="5267" y="332"/>
                  <a:pt x="5267" y="268"/>
                </a:cubicBezTo>
                <a:cubicBezTo>
                  <a:pt x="5267" y="237"/>
                  <a:pt x="5257" y="219"/>
                  <a:pt x="5238" y="199"/>
                </a:cubicBezTo>
                <a:cubicBezTo>
                  <a:pt x="5243" y="193"/>
                  <a:pt x="5256" y="184"/>
                  <a:pt x="5265" y="184"/>
                </a:cubicBezTo>
                <a:cubicBezTo>
                  <a:pt x="5269" y="184"/>
                  <a:pt x="5274" y="186"/>
                  <a:pt x="5278" y="192"/>
                </a:cubicBezTo>
                <a:cubicBezTo>
                  <a:pt x="5280" y="197"/>
                  <a:pt x="5289" y="203"/>
                  <a:pt x="5296" y="20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3889440" y="2936880"/>
            <a:ext cx="834840" cy="219600"/>
          </a:xfrm>
          <a:custGeom>
            <a:avLst/>
            <a:gdLst/>
            <a:ahLst/>
            <a:rect l="0" t="0" r="r" b="b"/>
            <a:pathLst>
              <a:path w="2319" h="610">
                <a:moveTo>
                  <a:pt x="222" y="388"/>
                </a:moveTo>
                <a:cubicBezTo>
                  <a:pt x="200" y="417"/>
                  <a:pt x="172" y="431"/>
                  <a:pt x="144" y="431"/>
                </a:cubicBezTo>
                <a:cubicBezTo>
                  <a:pt x="96" y="431"/>
                  <a:pt x="56" y="383"/>
                  <a:pt x="56" y="306"/>
                </a:cubicBezTo>
                <a:cubicBezTo>
                  <a:pt x="56" y="234"/>
                  <a:pt x="88" y="191"/>
                  <a:pt x="131" y="191"/>
                </a:cubicBezTo>
                <a:cubicBezTo>
                  <a:pt x="169" y="191"/>
                  <a:pt x="175" y="214"/>
                  <a:pt x="177" y="237"/>
                </a:cubicBezTo>
                <a:cubicBezTo>
                  <a:pt x="179" y="255"/>
                  <a:pt x="188" y="260"/>
                  <a:pt x="202" y="260"/>
                </a:cubicBezTo>
                <a:cubicBezTo>
                  <a:pt x="216" y="260"/>
                  <a:pt x="234" y="252"/>
                  <a:pt x="234" y="232"/>
                </a:cubicBezTo>
                <a:cubicBezTo>
                  <a:pt x="234" y="196"/>
                  <a:pt x="197" y="169"/>
                  <a:pt x="134" y="169"/>
                </a:cubicBezTo>
                <a:cubicBezTo>
                  <a:pt x="69" y="169"/>
                  <a:pt x="0" y="228"/>
                  <a:pt x="0" y="321"/>
                </a:cubicBezTo>
                <a:cubicBezTo>
                  <a:pt x="0" y="405"/>
                  <a:pt x="47" y="463"/>
                  <a:pt x="130" y="463"/>
                </a:cubicBezTo>
                <a:cubicBezTo>
                  <a:pt x="169" y="463"/>
                  <a:pt x="203" y="451"/>
                  <a:pt x="236" y="397"/>
                </a:cubicBezTo>
                <a:cubicBezTo>
                  <a:pt x="234" y="391"/>
                  <a:pt x="228" y="389"/>
                  <a:pt x="222" y="388"/>
                </a:cubicBezTo>
                <a:moveTo>
                  <a:pt x="283" y="323"/>
                </a:moveTo>
                <a:cubicBezTo>
                  <a:pt x="283" y="389"/>
                  <a:pt x="327" y="463"/>
                  <a:pt x="420" y="463"/>
                </a:cubicBezTo>
                <a:cubicBezTo>
                  <a:pt x="462" y="463"/>
                  <a:pt x="493" y="449"/>
                  <a:pt x="516" y="427"/>
                </a:cubicBezTo>
                <a:cubicBezTo>
                  <a:pt x="545" y="399"/>
                  <a:pt x="559" y="357"/>
                  <a:pt x="559" y="317"/>
                </a:cubicBezTo>
                <a:cubicBezTo>
                  <a:pt x="559" y="249"/>
                  <a:pt x="521" y="169"/>
                  <a:pt x="421" y="169"/>
                </a:cubicBezTo>
                <a:cubicBezTo>
                  <a:pt x="378" y="169"/>
                  <a:pt x="342" y="187"/>
                  <a:pt x="319" y="215"/>
                </a:cubicBezTo>
                <a:cubicBezTo>
                  <a:pt x="295" y="243"/>
                  <a:pt x="283" y="281"/>
                  <a:pt x="283" y="323"/>
                </a:cubicBezTo>
                <a:moveTo>
                  <a:pt x="502" y="338"/>
                </a:moveTo>
                <a:cubicBezTo>
                  <a:pt x="502" y="420"/>
                  <a:pt x="460" y="441"/>
                  <a:pt x="429" y="441"/>
                </a:cubicBezTo>
                <a:cubicBezTo>
                  <a:pt x="361" y="441"/>
                  <a:pt x="339" y="358"/>
                  <a:pt x="339" y="308"/>
                </a:cubicBezTo>
                <a:cubicBezTo>
                  <a:pt x="339" y="251"/>
                  <a:pt x="353" y="192"/>
                  <a:pt x="411" y="192"/>
                </a:cubicBezTo>
                <a:cubicBezTo>
                  <a:pt x="468" y="192"/>
                  <a:pt x="502" y="243"/>
                  <a:pt x="502" y="338"/>
                </a:cubicBezTo>
                <a:moveTo>
                  <a:pt x="697" y="222"/>
                </a:moveTo>
                <a:cubicBezTo>
                  <a:pt x="695" y="204"/>
                  <a:pt x="694" y="180"/>
                  <a:pt x="692" y="173"/>
                </a:cubicBezTo>
                <a:cubicBezTo>
                  <a:pt x="690" y="170"/>
                  <a:pt x="689" y="167"/>
                  <a:pt x="684" y="167"/>
                </a:cubicBezTo>
                <a:cubicBezTo>
                  <a:pt x="665" y="175"/>
                  <a:pt x="648" y="181"/>
                  <a:pt x="603" y="186"/>
                </a:cubicBezTo>
                <a:cubicBezTo>
                  <a:pt x="602" y="190"/>
                  <a:pt x="603" y="201"/>
                  <a:pt x="604" y="205"/>
                </a:cubicBezTo>
                <a:cubicBezTo>
                  <a:pt x="640" y="208"/>
                  <a:pt x="647" y="211"/>
                  <a:pt x="647" y="249"/>
                </a:cubicBezTo>
                <a:lnTo>
                  <a:pt x="647" y="377"/>
                </a:lnTo>
                <a:cubicBezTo>
                  <a:pt x="647" y="431"/>
                  <a:pt x="639" y="434"/>
                  <a:pt x="603" y="437"/>
                </a:cubicBezTo>
                <a:cubicBezTo>
                  <a:pt x="599" y="441"/>
                  <a:pt x="599" y="454"/>
                  <a:pt x="603" y="458"/>
                </a:cubicBezTo>
                <a:cubicBezTo>
                  <a:pt x="622" y="458"/>
                  <a:pt x="647" y="457"/>
                  <a:pt x="673" y="457"/>
                </a:cubicBezTo>
                <a:cubicBezTo>
                  <a:pt x="699" y="457"/>
                  <a:pt x="719" y="458"/>
                  <a:pt x="739" y="458"/>
                </a:cubicBezTo>
                <a:cubicBezTo>
                  <a:pt x="743" y="454"/>
                  <a:pt x="743" y="441"/>
                  <a:pt x="739" y="437"/>
                </a:cubicBezTo>
                <a:cubicBezTo>
                  <a:pt x="706" y="433"/>
                  <a:pt x="699" y="431"/>
                  <a:pt x="699" y="377"/>
                </a:cubicBezTo>
                <a:lnTo>
                  <a:pt x="699" y="270"/>
                </a:lnTo>
                <a:cubicBezTo>
                  <a:pt x="699" y="256"/>
                  <a:pt x="705" y="248"/>
                  <a:pt x="710" y="242"/>
                </a:cubicBezTo>
                <a:cubicBezTo>
                  <a:pt x="735" y="217"/>
                  <a:pt x="760" y="204"/>
                  <a:pt x="780" y="204"/>
                </a:cubicBezTo>
                <a:cubicBezTo>
                  <a:pt x="805" y="204"/>
                  <a:pt x="824" y="219"/>
                  <a:pt x="824" y="263"/>
                </a:cubicBezTo>
                <a:lnTo>
                  <a:pt x="824" y="377"/>
                </a:lnTo>
                <a:cubicBezTo>
                  <a:pt x="824" y="431"/>
                  <a:pt x="818" y="434"/>
                  <a:pt x="783" y="437"/>
                </a:cubicBezTo>
                <a:cubicBezTo>
                  <a:pt x="780" y="441"/>
                  <a:pt x="780" y="454"/>
                  <a:pt x="783" y="458"/>
                </a:cubicBezTo>
                <a:cubicBezTo>
                  <a:pt x="799" y="458"/>
                  <a:pt x="824" y="457"/>
                  <a:pt x="850" y="457"/>
                </a:cubicBezTo>
                <a:cubicBezTo>
                  <a:pt x="876" y="457"/>
                  <a:pt x="898" y="458"/>
                  <a:pt x="914" y="458"/>
                </a:cubicBezTo>
                <a:cubicBezTo>
                  <a:pt x="917" y="454"/>
                  <a:pt x="917" y="441"/>
                  <a:pt x="914" y="437"/>
                </a:cubicBezTo>
                <a:cubicBezTo>
                  <a:pt x="881" y="434"/>
                  <a:pt x="875" y="431"/>
                  <a:pt x="875" y="377"/>
                </a:cubicBezTo>
                <a:lnTo>
                  <a:pt x="875" y="273"/>
                </a:lnTo>
                <a:cubicBezTo>
                  <a:pt x="875" y="264"/>
                  <a:pt x="875" y="255"/>
                  <a:pt x="875" y="247"/>
                </a:cubicBezTo>
                <a:cubicBezTo>
                  <a:pt x="906" y="212"/>
                  <a:pt x="936" y="204"/>
                  <a:pt x="961" y="204"/>
                </a:cubicBezTo>
                <a:cubicBezTo>
                  <a:pt x="986" y="204"/>
                  <a:pt x="1000" y="218"/>
                  <a:pt x="1000" y="262"/>
                </a:cubicBezTo>
                <a:lnTo>
                  <a:pt x="1000" y="377"/>
                </a:lnTo>
                <a:cubicBezTo>
                  <a:pt x="1000" y="431"/>
                  <a:pt x="994" y="434"/>
                  <a:pt x="960" y="437"/>
                </a:cubicBezTo>
                <a:cubicBezTo>
                  <a:pt x="956" y="441"/>
                  <a:pt x="956" y="454"/>
                  <a:pt x="960" y="458"/>
                </a:cubicBezTo>
                <a:cubicBezTo>
                  <a:pt x="976" y="458"/>
                  <a:pt x="1000" y="457"/>
                  <a:pt x="1026" y="457"/>
                </a:cubicBezTo>
                <a:cubicBezTo>
                  <a:pt x="1053" y="457"/>
                  <a:pt x="1076" y="458"/>
                  <a:pt x="1094" y="458"/>
                </a:cubicBezTo>
                <a:cubicBezTo>
                  <a:pt x="1097" y="454"/>
                  <a:pt x="1097" y="441"/>
                  <a:pt x="1094" y="437"/>
                </a:cubicBezTo>
                <a:cubicBezTo>
                  <a:pt x="1058" y="434"/>
                  <a:pt x="1052" y="431"/>
                  <a:pt x="1052" y="377"/>
                </a:cubicBezTo>
                <a:lnTo>
                  <a:pt x="1052" y="274"/>
                </a:lnTo>
                <a:cubicBezTo>
                  <a:pt x="1052" y="215"/>
                  <a:pt x="1042" y="169"/>
                  <a:pt x="985" y="169"/>
                </a:cubicBezTo>
                <a:cubicBezTo>
                  <a:pt x="951" y="169"/>
                  <a:pt x="911" y="182"/>
                  <a:pt x="877" y="218"/>
                </a:cubicBezTo>
                <a:cubicBezTo>
                  <a:pt x="875" y="220"/>
                  <a:pt x="871" y="223"/>
                  <a:pt x="869" y="218"/>
                </a:cubicBezTo>
                <a:cubicBezTo>
                  <a:pt x="863" y="191"/>
                  <a:pt x="838" y="169"/>
                  <a:pt x="804" y="169"/>
                </a:cubicBezTo>
                <a:cubicBezTo>
                  <a:pt x="766" y="169"/>
                  <a:pt x="731" y="192"/>
                  <a:pt x="705" y="222"/>
                </a:cubicBezTo>
                <a:cubicBezTo>
                  <a:pt x="701" y="226"/>
                  <a:pt x="697" y="230"/>
                  <a:pt x="697" y="222"/>
                </a:cubicBezTo>
                <a:moveTo>
                  <a:pt x="1283" y="200"/>
                </a:moveTo>
                <a:cubicBezTo>
                  <a:pt x="1325" y="200"/>
                  <a:pt x="1361" y="247"/>
                  <a:pt x="1361" y="321"/>
                </a:cubicBezTo>
                <a:cubicBezTo>
                  <a:pt x="1361" y="374"/>
                  <a:pt x="1342" y="441"/>
                  <a:pt x="1269" y="441"/>
                </a:cubicBezTo>
                <a:cubicBezTo>
                  <a:pt x="1257" y="441"/>
                  <a:pt x="1234" y="438"/>
                  <a:pt x="1222" y="427"/>
                </a:cubicBezTo>
                <a:cubicBezTo>
                  <a:pt x="1208" y="416"/>
                  <a:pt x="1206" y="412"/>
                  <a:pt x="1206" y="388"/>
                </a:cubicBezTo>
                <a:lnTo>
                  <a:pt x="1206" y="269"/>
                </a:lnTo>
                <a:cubicBezTo>
                  <a:pt x="1206" y="255"/>
                  <a:pt x="1209" y="250"/>
                  <a:pt x="1217" y="240"/>
                </a:cubicBezTo>
                <a:cubicBezTo>
                  <a:pt x="1234" y="219"/>
                  <a:pt x="1263" y="200"/>
                  <a:pt x="1283" y="200"/>
                </a:cubicBezTo>
                <a:moveTo>
                  <a:pt x="1204" y="216"/>
                </a:moveTo>
                <a:cubicBezTo>
                  <a:pt x="1203" y="196"/>
                  <a:pt x="1202" y="180"/>
                  <a:pt x="1199" y="173"/>
                </a:cubicBezTo>
                <a:cubicBezTo>
                  <a:pt x="1197" y="170"/>
                  <a:pt x="1197" y="167"/>
                  <a:pt x="1191" y="167"/>
                </a:cubicBezTo>
                <a:cubicBezTo>
                  <a:pt x="1173" y="175"/>
                  <a:pt x="1156" y="181"/>
                  <a:pt x="1111" y="186"/>
                </a:cubicBezTo>
                <a:cubicBezTo>
                  <a:pt x="1110" y="190"/>
                  <a:pt x="1111" y="201"/>
                  <a:pt x="1112" y="205"/>
                </a:cubicBezTo>
                <a:cubicBezTo>
                  <a:pt x="1148" y="208"/>
                  <a:pt x="1155" y="211"/>
                  <a:pt x="1155" y="249"/>
                </a:cubicBezTo>
                <a:lnTo>
                  <a:pt x="1155" y="529"/>
                </a:lnTo>
                <a:cubicBezTo>
                  <a:pt x="1155" y="583"/>
                  <a:pt x="1148" y="587"/>
                  <a:pt x="1108" y="589"/>
                </a:cubicBezTo>
                <a:cubicBezTo>
                  <a:pt x="1104" y="592"/>
                  <a:pt x="1104" y="606"/>
                  <a:pt x="1108" y="610"/>
                </a:cubicBezTo>
                <a:cubicBezTo>
                  <a:pt x="1130" y="610"/>
                  <a:pt x="1155" y="609"/>
                  <a:pt x="1181" y="609"/>
                </a:cubicBezTo>
                <a:cubicBezTo>
                  <a:pt x="1207" y="609"/>
                  <a:pt x="1238" y="610"/>
                  <a:pt x="1260" y="610"/>
                </a:cubicBezTo>
                <a:cubicBezTo>
                  <a:pt x="1264" y="606"/>
                  <a:pt x="1264" y="592"/>
                  <a:pt x="1260" y="589"/>
                </a:cubicBezTo>
                <a:cubicBezTo>
                  <a:pt x="1214" y="586"/>
                  <a:pt x="1206" y="583"/>
                  <a:pt x="1206" y="529"/>
                </a:cubicBezTo>
                <a:lnTo>
                  <a:pt x="1206" y="458"/>
                </a:lnTo>
                <a:cubicBezTo>
                  <a:pt x="1206" y="450"/>
                  <a:pt x="1208" y="451"/>
                  <a:pt x="1216" y="454"/>
                </a:cubicBezTo>
                <a:cubicBezTo>
                  <a:pt x="1231" y="460"/>
                  <a:pt x="1252" y="463"/>
                  <a:pt x="1272" y="463"/>
                </a:cubicBezTo>
                <a:cubicBezTo>
                  <a:pt x="1309" y="463"/>
                  <a:pt x="1342" y="452"/>
                  <a:pt x="1369" y="427"/>
                </a:cubicBezTo>
                <a:cubicBezTo>
                  <a:pt x="1399" y="397"/>
                  <a:pt x="1417" y="356"/>
                  <a:pt x="1417" y="303"/>
                </a:cubicBezTo>
                <a:cubicBezTo>
                  <a:pt x="1417" y="234"/>
                  <a:pt x="1368" y="169"/>
                  <a:pt x="1301" y="169"/>
                </a:cubicBezTo>
                <a:cubicBezTo>
                  <a:pt x="1271" y="169"/>
                  <a:pt x="1237" y="190"/>
                  <a:pt x="1212" y="219"/>
                </a:cubicBezTo>
                <a:cubicBezTo>
                  <a:pt x="1208" y="223"/>
                  <a:pt x="1204" y="222"/>
                  <a:pt x="1204" y="216"/>
                </a:cubicBezTo>
                <a:moveTo>
                  <a:pt x="1501" y="65"/>
                </a:moveTo>
                <a:cubicBezTo>
                  <a:pt x="1501" y="82"/>
                  <a:pt x="1516" y="99"/>
                  <a:pt x="1532" y="99"/>
                </a:cubicBezTo>
                <a:cubicBezTo>
                  <a:pt x="1551" y="99"/>
                  <a:pt x="1566" y="82"/>
                  <a:pt x="1566" y="67"/>
                </a:cubicBezTo>
                <a:cubicBezTo>
                  <a:pt x="1566" y="52"/>
                  <a:pt x="1552" y="33"/>
                  <a:pt x="1535" y="33"/>
                </a:cubicBezTo>
                <a:cubicBezTo>
                  <a:pt x="1519" y="33"/>
                  <a:pt x="1501" y="49"/>
                  <a:pt x="1501" y="65"/>
                </a:cubicBezTo>
                <a:moveTo>
                  <a:pt x="1560" y="377"/>
                </a:moveTo>
                <a:lnTo>
                  <a:pt x="1560" y="247"/>
                </a:lnTo>
                <a:cubicBezTo>
                  <a:pt x="1560" y="214"/>
                  <a:pt x="1563" y="172"/>
                  <a:pt x="1563" y="172"/>
                </a:cubicBezTo>
                <a:cubicBezTo>
                  <a:pt x="1563" y="169"/>
                  <a:pt x="1560" y="167"/>
                  <a:pt x="1554" y="167"/>
                </a:cubicBezTo>
                <a:cubicBezTo>
                  <a:pt x="1535" y="175"/>
                  <a:pt x="1510" y="181"/>
                  <a:pt x="1465" y="186"/>
                </a:cubicBezTo>
                <a:cubicBezTo>
                  <a:pt x="1464" y="190"/>
                  <a:pt x="1465" y="201"/>
                  <a:pt x="1466" y="205"/>
                </a:cubicBezTo>
                <a:cubicBezTo>
                  <a:pt x="1501" y="209"/>
                  <a:pt x="1509" y="212"/>
                  <a:pt x="1509" y="249"/>
                </a:cubicBezTo>
                <a:lnTo>
                  <a:pt x="1509" y="377"/>
                </a:lnTo>
                <a:cubicBezTo>
                  <a:pt x="1509" y="431"/>
                  <a:pt x="1501" y="433"/>
                  <a:pt x="1462" y="437"/>
                </a:cubicBezTo>
                <a:cubicBezTo>
                  <a:pt x="1458" y="441"/>
                  <a:pt x="1458" y="454"/>
                  <a:pt x="1462" y="458"/>
                </a:cubicBezTo>
                <a:cubicBezTo>
                  <a:pt x="1483" y="458"/>
                  <a:pt x="1509" y="457"/>
                  <a:pt x="1535" y="457"/>
                </a:cubicBezTo>
                <a:cubicBezTo>
                  <a:pt x="1561" y="457"/>
                  <a:pt x="1586" y="458"/>
                  <a:pt x="1607" y="458"/>
                </a:cubicBezTo>
                <a:cubicBezTo>
                  <a:pt x="1611" y="454"/>
                  <a:pt x="1611" y="441"/>
                  <a:pt x="1607" y="437"/>
                </a:cubicBezTo>
                <a:cubicBezTo>
                  <a:pt x="1568" y="434"/>
                  <a:pt x="1560" y="431"/>
                  <a:pt x="1560" y="377"/>
                </a:cubicBezTo>
                <a:moveTo>
                  <a:pt x="1681" y="377"/>
                </a:moveTo>
                <a:cubicBezTo>
                  <a:pt x="1681" y="431"/>
                  <a:pt x="1674" y="435"/>
                  <a:pt x="1634" y="437"/>
                </a:cubicBezTo>
                <a:cubicBezTo>
                  <a:pt x="1630" y="441"/>
                  <a:pt x="1630" y="454"/>
                  <a:pt x="1634" y="458"/>
                </a:cubicBezTo>
                <a:cubicBezTo>
                  <a:pt x="1657" y="458"/>
                  <a:pt x="1681" y="457"/>
                  <a:pt x="1708" y="457"/>
                </a:cubicBezTo>
                <a:cubicBezTo>
                  <a:pt x="1734" y="457"/>
                  <a:pt x="1759" y="458"/>
                  <a:pt x="1780" y="458"/>
                </a:cubicBezTo>
                <a:cubicBezTo>
                  <a:pt x="1784" y="454"/>
                  <a:pt x="1784" y="441"/>
                  <a:pt x="1780" y="437"/>
                </a:cubicBezTo>
                <a:cubicBezTo>
                  <a:pt x="1740" y="435"/>
                  <a:pt x="1733" y="431"/>
                  <a:pt x="1733" y="377"/>
                </a:cubicBezTo>
                <a:lnTo>
                  <a:pt x="1733" y="75"/>
                </a:lnTo>
                <a:cubicBezTo>
                  <a:pt x="1733" y="33"/>
                  <a:pt x="1736" y="6"/>
                  <a:pt x="1736" y="6"/>
                </a:cubicBezTo>
                <a:cubicBezTo>
                  <a:pt x="1736" y="2"/>
                  <a:pt x="1733" y="0"/>
                  <a:pt x="1727" y="0"/>
                </a:cubicBezTo>
                <a:cubicBezTo>
                  <a:pt x="1711" y="6"/>
                  <a:pt x="1662" y="16"/>
                  <a:pt x="1636" y="18"/>
                </a:cubicBezTo>
                <a:cubicBezTo>
                  <a:pt x="1634" y="23"/>
                  <a:pt x="1636" y="33"/>
                  <a:pt x="1639" y="37"/>
                </a:cubicBezTo>
                <a:cubicBezTo>
                  <a:pt x="1677" y="40"/>
                  <a:pt x="1681" y="42"/>
                  <a:pt x="1681" y="91"/>
                </a:cubicBezTo>
                <a:lnTo>
                  <a:pt x="1681" y="377"/>
                </a:lnTo>
                <a:moveTo>
                  <a:pt x="1873" y="272"/>
                </a:moveTo>
                <a:cubicBezTo>
                  <a:pt x="1885" y="198"/>
                  <a:pt x="1931" y="192"/>
                  <a:pt x="1947" y="192"/>
                </a:cubicBezTo>
                <a:cubicBezTo>
                  <a:pt x="1972" y="192"/>
                  <a:pt x="2001" y="206"/>
                  <a:pt x="2001" y="261"/>
                </a:cubicBezTo>
                <a:cubicBezTo>
                  <a:pt x="2001" y="267"/>
                  <a:pt x="1999" y="270"/>
                  <a:pt x="1991" y="270"/>
                </a:cubicBezTo>
                <a:lnTo>
                  <a:pt x="1873" y="272"/>
                </a:lnTo>
                <a:moveTo>
                  <a:pt x="2044" y="396"/>
                </a:moveTo>
                <a:cubicBezTo>
                  <a:pt x="2020" y="421"/>
                  <a:pt x="2001" y="431"/>
                  <a:pt x="1963" y="431"/>
                </a:cubicBezTo>
                <a:cubicBezTo>
                  <a:pt x="1940" y="431"/>
                  <a:pt x="1912" y="418"/>
                  <a:pt x="1892" y="384"/>
                </a:cubicBezTo>
                <a:cubicBezTo>
                  <a:pt x="1879" y="363"/>
                  <a:pt x="1871" y="333"/>
                  <a:pt x="1871" y="295"/>
                </a:cubicBezTo>
                <a:lnTo>
                  <a:pt x="2045" y="296"/>
                </a:lnTo>
                <a:cubicBezTo>
                  <a:pt x="2053" y="296"/>
                  <a:pt x="2058" y="292"/>
                  <a:pt x="2058" y="285"/>
                </a:cubicBezTo>
                <a:cubicBezTo>
                  <a:pt x="2058" y="230"/>
                  <a:pt x="2038" y="171"/>
                  <a:pt x="1947" y="171"/>
                </a:cubicBezTo>
                <a:cubicBezTo>
                  <a:pt x="1890" y="171"/>
                  <a:pt x="1816" y="225"/>
                  <a:pt x="1816" y="325"/>
                </a:cubicBezTo>
                <a:cubicBezTo>
                  <a:pt x="1816" y="361"/>
                  <a:pt x="1825" y="397"/>
                  <a:pt x="1847" y="422"/>
                </a:cubicBezTo>
                <a:cubicBezTo>
                  <a:pt x="1869" y="448"/>
                  <a:pt x="1900" y="463"/>
                  <a:pt x="1947" y="463"/>
                </a:cubicBezTo>
                <a:cubicBezTo>
                  <a:pt x="1997" y="463"/>
                  <a:pt x="2032" y="441"/>
                  <a:pt x="2058" y="407"/>
                </a:cubicBezTo>
                <a:cubicBezTo>
                  <a:pt x="2056" y="400"/>
                  <a:pt x="2052" y="397"/>
                  <a:pt x="2044" y="396"/>
                </a:cubicBezTo>
                <a:moveTo>
                  <a:pt x="2200" y="222"/>
                </a:moveTo>
                <a:cubicBezTo>
                  <a:pt x="2198" y="196"/>
                  <a:pt x="2197" y="180"/>
                  <a:pt x="2194" y="173"/>
                </a:cubicBezTo>
                <a:cubicBezTo>
                  <a:pt x="2192" y="170"/>
                  <a:pt x="2192" y="167"/>
                  <a:pt x="2186" y="167"/>
                </a:cubicBezTo>
                <a:cubicBezTo>
                  <a:pt x="2168" y="175"/>
                  <a:pt x="2151" y="181"/>
                  <a:pt x="2106" y="186"/>
                </a:cubicBezTo>
                <a:cubicBezTo>
                  <a:pt x="2105" y="190"/>
                  <a:pt x="2106" y="201"/>
                  <a:pt x="2107" y="205"/>
                </a:cubicBezTo>
                <a:cubicBezTo>
                  <a:pt x="2143" y="208"/>
                  <a:pt x="2150" y="211"/>
                  <a:pt x="2150" y="249"/>
                </a:cubicBezTo>
                <a:lnTo>
                  <a:pt x="2150" y="377"/>
                </a:lnTo>
                <a:cubicBezTo>
                  <a:pt x="2150" y="431"/>
                  <a:pt x="2142" y="434"/>
                  <a:pt x="2101" y="437"/>
                </a:cubicBezTo>
                <a:cubicBezTo>
                  <a:pt x="2097" y="441"/>
                  <a:pt x="2097" y="454"/>
                  <a:pt x="2101" y="458"/>
                </a:cubicBezTo>
                <a:cubicBezTo>
                  <a:pt x="2124" y="458"/>
                  <a:pt x="2150" y="457"/>
                  <a:pt x="2176" y="457"/>
                </a:cubicBezTo>
                <a:cubicBezTo>
                  <a:pt x="2202" y="457"/>
                  <a:pt x="2232" y="458"/>
                  <a:pt x="2255" y="458"/>
                </a:cubicBezTo>
                <a:cubicBezTo>
                  <a:pt x="2259" y="454"/>
                  <a:pt x="2259" y="441"/>
                  <a:pt x="2255" y="437"/>
                </a:cubicBezTo>
                <a:cubicBezTo>
                  <a:pt x="2209" y="433"/>
                  <a:pt x="2201" y="431"/>
                  <a:pt x="2201" y="377"/>
                </a:cubicBezTo>
                <a:lnTo>
                  <a:pt x="2201" y="286"/>
                </a:lnTo>
                <a:cubicBezTo>
                  <a:pt x="2201" y="269"/>
                  <a:pt x="2209" y="254"/>
                  <a:pt x="2217" y="242"/>
                </a:cubicBezTo>
                <a:cubicBezTo>
                  <a:pt x="2224" y="232"/>
                  <a:pt x="2239" y="210"/>
                  <a:pt x="2247" y="210"/>
                </a:cubicBezTo>
                <a:cubicBezTo>
                  <a:pt x="2253" y="210"/>
                  <a:pt x="2259" y="212"/>
                  <a:pt x="2264" y="219"/>
                </a:cubicBezTo>
                <a:cubicBezTo>
                  <a:pt x="2269" y="225"/>
                  <a:pt x="2276" y="234"/>
                  <a:pt x="2288" y="234"/>
                </a:cubicBezTo>
                <a:cubicBezTo>
                  <a:pt x="2304" y="234"/>
                  <a:pt x="2319" y="217"/>
                  <a:pt x="2319" y="201"/>
                </a:cubicBezTo>
                <a:cubicBezTo>
                  <a:pt x="2319" y="188"/>
                  <a:pt x="2307" y="169"/>
                  <a:pt x="2279" y="169"/>
                </a:cubicBezTo>
                <a:cubicBezTo>
                  <a:pt x="2249" y="169"/>
                  <a:pt x="2222" y="198"/>
                  <a:pt x="2207" y="224"/>
                </a:cubicBezTo>
                <a:cubicBezTo>
                  <a:pt x="2203" y="231"/>
                  <a:pt x="2200" y="226"/>
                  <a:pt x="2200" y="22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504000" y="1475640"/>
            <a:ext cx="255960" cy="204120"/>
          </a:xfrm>
          <a:custGeom>
            <a:avLst/>
            <a:gdLst/>
            <a:ahLst/>
            <a:rect l="0" t="0" r="r" b="b"/>
            <a:pathLst>
              <a:path w="711" h="567">
                <a:moveTo>
                  <a:pt x="192" y="24"/>
                </a:moveTo>
                <a:cubicBezTo>
                  <a:pt x="279" y="24"/>
                  <a:pt x="349" y="95"/>
                  <a:pt x="349" y="227"/>
                </a:cubicBezTo>
                <a:cubicBezTo>
                  <a:pt x="349" y="344"/>
                  <a:pt x="292" y="413"/>
                  <a:pt x="218" y="413"/>
                </a:cubicBezTo>
                <a:cubicBezTo>
                  <a:pt x="138" y="413"/>
                  <a:pt x="63" y="342"/>
                  <a:pt x="63" y="216"/>
                </a:cubicBezTo>
                <a:cubicBezTo>
                  <a:pt x="63" y="79"/>
                  <a:pt x="128" y="24"/>
                  <a:pt x="192" y="24"/>
                </a:cubicBezTo>
                <a:moveTo>
                  <a:pt x="411" y="215"/>
                </a:moveTo>
                <a:cubicBezTo>
                  <a:pt x="411" y="80"/>
                  <a:pt x="318" y="0"/>
                  <a:pt x="201" y="0"/>
                </a:cubicBezTo>
                <a:cubicBezTo>
                  <a:pt x="74" y="0"/>
                  <a:pt x="0" y="101"/>
                  <a:pt x="0" y="227"/>
                </a:cubicBezTo>
                <a:cubicBezTo>
                  <a:pt x="0" y="346"/>
                  <a:pt x="78" y="423"/>
                  <a:pt x="178" y="435"/>
                </a:cubicBezTo>
                <a:cubicBezTo>
                  <a:pt x="138" y="456"/>
                  <a:pt x="101" y="487"/>
                  <a:pt x="78" y="515"/>
                </a:cubicBezTo>
                <a:cubicBezTo>
                  <a:pt x="73" y="520"/>
                  <a:pt x="69" y="525"/>
                  <a:pt x="67" y="530"/>
                </a:cubicBezTo>
                <a:lnTo>
                  <a:pt x="92" y="543"/>
                </a:lnTo>
                <a:cubicBezTo>
                  <a:pt x="99" y="533"/>
                  <a:pt x="108" y="522"/>
                  <a:pt x="116" y="513"/>
                </a:cubicBezTo>
                <a:cubicBezTo>
                  <a:pt x="126" y="507"/>
                  <a:pt x="135" y="505"/>
                  <a:pt x="140" y="505"/>
                </a:cubicBezTo>
                <a:cubicBezTo>
                  <a:pt x="167" y="505"/>
                  <a:pt x="192" y="518"/>
                  <a:pt x="217" y="532"/>
                </a:cubicBezTo>
                <a:cubicBezTo>
                  <a:pt x="247" y="549"/>
                  <a:pt x="281" y="567"/>
                  <a:pt x="327" y="567"/>
                </a:cubicBezTo>
                <a:cubicBezTo>
                  <a:pt x="368" y="567"/>
                  <a:pt x="396" y="550"/>
                  <a:pt x="421" y="513"/>
                </a:cubicBezTo>
                <a:lnTo>
                  <a:pt x="410" y="505"/>
                </a:lnTo>
                <a:cubicBezTo>
                  <a:pt x="396" y="523"/>
                  <a:pt x="372" y="529"/>
                  <a:pt x="353" y="529"/>
                </a:cubicBezTo>
                <a:cubicBezTo>
                  <a:pt x="326" y="529"/>
                  <a:pt x="300" y="518"/>
                  <a:pt x="271" y="505"/>
                </a:cubicBezTo>
                <a:cubicBezTo>
                  <a:pt x="241" y="490"/>
                  <a:pt x="208" y="476"/>
                  <a:pt x="171" y="476"/>
                </a:cubicBezTo>
                <a:cubicBezTo>
                  <a:pt x="167" y="476"/>
                  <a:pt x="162" y="476"/>
                  <a:pt x="158" y="477"/>
                </a:cubicBezTo>
                <a:cubicBezTo>
                  <a:pt x="190" y="454"/>
                  <a:pt x="222" y="440"/>
                  <a:pt x="243" y="434"/>
                </a:cubicBezTo>
                <a:cubicBezTo>
                  <a:pt x="298" y="425"/>
                  <a:pt x="341" y="396"/>
                  <a:pt x="371" y="354"/>
                </a:cubicBezTo>
                <a:cubicBezTo>
                  <a:pt x="397" y="318"/>
                  <a:pt x="411" y="270"/>
                  <a:pt x="411" y="215"/>
                </a:cubicBezTo>
                <a:moveTo>
                  <a:pt x="616" y="65"/>
                </a:moveTo>
                <a:cubicBezTo>
                  <a:pt x="636" y="82"/>
                  <a:pt x="654" y="132"/>
                  <a:pt x="654" y="220"/>
                </a:cubicBezTo>
                <a:cubicBezTo>
                  <a:pt x="654" y="280"/>
                  <a:pt x="652" y="321"/>
                  <a:pt x="643" y="354"/>
                </a:cubicBezTo>
                <a:cubicBezTo>
                  <a:pt x="629" y="408"/>
                  <a:pt x="596" y="414"/>
                  <a:pt x="585" y="414"/>
                </a:cubicBezTo>
                <a:cubicBezTo>
                  <a:pt x="524" y="414"/>
                  <a:pt x="517" y="302"/>
                  <a:pt x="517" y="245"/>
                </a:cubicBezTo>
                <a:cubicBezTo>
                  <a:pt x="517" y="84"/>
                  <a:pt x="557" y="54"/>
                  <a:pt x="587" y="54"/>
                </a:cubicBezTo>
                <a:cubicBezTo>
                  <a:pt x="598" y="54"/>
                  <a:pt x="608" y="58"/>
                  <a:pt x="616" y="65"/>
                </a:cubicBezTo>
                <a:moveTo>
                  <a:pt x="711" y="232"/>
                </a:moveTo>
                <a:cubicBezTo>
                  <a:pt x="711" y="167"/>
                  <a:pt x="695" y="112"/>
                  <a:pt x="666" y="74"/>
                </a:cubicBezTo>
                <a:cubicBezTo>
                  <a:pt x="649" y="52"/>
                  <a:pt x="622" y="31"/>
                  <a:pt x="587" y="31"/>
                </a:cubicBezTo>
                <a:cubicBezTo>
                  <a:pt x="522" y="31"/>
                  <a:pt x="460" y="108"/>
                  <a:pt x="460" y="238"/>
                </a:cubicBezTo>
                <a:cubicBezTo>
                  <a:pt x="460" y="308"/>
                  <a:pt x="481" y="374"/>
                  <a:pt x="517" y="409"/>
                </a:cubicBezTo>
                <a:cubicBezTo>
                  <a:pt x="536" y="428"/>
                  <a:pt x="559" y="437"/>
                  <a:pt x="584" y="437"/>
                </a:cubicBezTo>
                <a:cubicBezTo>
                  <a:pt x="634" y="437"/>
                  <a:pt x="711" y="386"/>
                  <a:pt x="711" y="23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504000" y="1855440"/>
            <a:ext cx="245880" cy="204120"/>
          </a:xfrm>
          <a:custGeom>
            <a:avLst/>
            <a:gdLst/>
            <a:ahLst/>
            <a:rect l="0" t="0" r="r" b="b"/>
            <a:pathLst>
              <a:path w="683" h="567">
                <a:moveTo>
                  <a:pt x="192" y="24"/>
                </a:moveTo>
                <a:cubicBezTo>
                  <a:pt x="279" y="24"/>
                  <a:pt x="349" y="96"/>
                  <a:pt x="349" y="228"/>
                </a:cubicBezTo>
                <a:cubicBezTo>
                  <a:pt x="349" y="345"/>
                  <a:pt x="292" y="413"/>
                  <a:pt x="218" y="413"/>
                </a:cubicBezTo>
                <a:cubicBezTo>
                  <a:pt x="138" y="413"/>
                  <a:pt x="63" y="342"/>
                  <a:pt x="63" y="217"/>
                </a:cubicBezTo>
                <a:cubicBezTo>
                  <a:pt x="63" y="79"/>
                  <a:pt x="128" y="24"/>
                  <a:pt x="192" y="24"/>
                </a:cubicBezTo>
                <a:moveTo>
                  <a:pt x="201" y="0"/>
                </a:moveTo>
                <a:cubicBezTo>
                  <a:pt x="74" y="0"/>
                  <a:pt x="0" y="101"/>
                  <a:pt x="0" y="228"/>
                </a:cubicBezTo>
                <a:cubicBezTo>
                  <a:pt x="0" y="346"/>
                  <a:pt x="78" y="424"/>
                  <a:pt x="178" y="435"/>
                </a:cubicBezTo>
                <a:cubicBezTo>
                  <a:pt x="138" y="456"/>
                  <a:pt x="101" y="487"/>
                  <a:pt x="78" y="515"/>
                </a:cubicBezTo>
                <a:cubicBezTo>
                  <a:pt x="73" y="520"/>
                  <a:pt x="69" y="525"/>
                  <a:pt x="67" y="530"/>
                </a:cubicBezTo>
                <a:lnTo>
                  <a:pt x="92" y="543"/>
                </a:lnTo>
                <a:cubicBezTo>
                  <a:pt x="99" y="533"/>
                  <a:pt x="108" y="522"/>
                  <a:pt x="116" y="513"/>
                </a:cubicBezTo>
                <a:cubicBezTo>
                  <a:pt x="126" y="507"/>
                  <a:pt x="135" y="505"/>
                  <a:pt x="140" y="505"/>
                </a:cubicBezTo>
                <a:cubicBezTo>
                  <a:pt x="167" y="505"/>
                  <a:pt x="192" y="518"/>
                  <a:pt x="217" y="532"/>
                </a:cubicBezTo>
                <a:cubicBezTo>
                  <a:pt x="247" y="549"/>
                  <a:pt x="281" y="567"/>
                  <a:pt x="327" y="567"/>
                </a:cubicBezTo>
                <a:cubicBezTo>
                  <a:pt x="368" y="567"/>
                  <a:pt x="396" y="550"/>
                  <a:pt x="421" y="513"/>
                </a:cubicBezTo>
                <a:lnTo>
                  <a:pt x="410" y="505"/>
                </a:lnTo>
                <a:cubicBezTo>
                  <a:pt x="396" y="523"/>
                  <a:pt x="372" y="530"/>
                  <a:pt x="353" y="530"/>
                </a:cubicBezTo>
                <a:cubicBezTo>
                  <a:pt x="326" y="530"/>
                  <a:pt x="300" y="518"/>
                  <a:pt x="271" y="505"/>
                </a:cubicBezTo>
                <a:cubicBezTo>
                  <a:pt x="241" y="490"/>
                  <a:pt x="208" y="476"/>
                  <a:pt x="171" y="476"/>
                </a:cubicBezTo>
                <a:cubicBezTo>
                  <a:pt x="167" y="476"/>
                  <a:pt x="162" y="477"/>
                  <a:pt x="158" y="477"/>
                </a:cubicBezTo>
                <a:cubicBezTo>
                  <a:pt x="190" y="454"/>
                  <a:pt x="222" y="440"/>
                  <a:pt x="243" y="434"/>
                </a:cubicBezTo>
                <a:cubicBezTo>
                  <a:pt x="298" y="425"/>
                  <a:pt x="341" y="396"/>
                  <a:pt x="371" y="354"/>
                </a:cubicBezTo>
                <a:cubicBezTo>
                  <a:pt x="397" y="318"/>
                  <a:pt x="411" y="270"/>
                  <a:pt x="411" y="215"/>
                </a:cubicBezTo>
                <a:cubicBezTo>
                  <a:pt x="411" y="80"/>
                  <a:pt x="318" y="0"/>
                  <a:pt x="201" y="0"/>
                </a:cubicBezTo>
                <a:moveTo>
                  <a:pt x="623" y="350"/>
                </a:moveTo>
                <a:lnTo>
                  <a:pt x="623" y="124"/>
                </a:lnTo>
                <a:cubicBezTo>
                  <a:pt x="623" y="84"/>
                  <a:pt x="624" y="45"/>
                  <a:pt x="625" y="36"/>
                </a:cubicBezTo>
                <a:cubicBezTo>
                  <a:pt x="625" y="34"/>
                  <a:pt x="623" y="33"/>
                  <a:pt x="621" y="33"/>
                </a:cubicBezTo>
                <a:cubicBezTo>
                  <a:pt x="585" y="56"/>
                  <a:pt x="551" y="71"/>
                  <a:pt x="493" y="98"/>
                </a:cubicBezTo>
                <a:cubicBezTo>
                  <a:pt x="494" y="106"/>
                  <a:pt x="497" y="112"/>
                  <a:pt x="503" y="116"/>
                </a:cubicBezTo>
                <a:cubicBezTo>
                  <a:pt x="532" y="103"/>
                  <a:pt x="547" y="100"/>
                  <a:pt x="560" y="100"/>
                </a:cubicBezTo>
                <a:cubicBezTo>
                  <a:pt x="570" y="100"/>
                  <a:pt x="573" y="115"/>
                  <a:pt x="573" y="137"/>
                </a:cubicBezTo>
                <a:lnTo>
                  <a:pt x="573" y="350"/>
                </a:lnTo>
                <a:cubicBezTo>
                  <a:pt x="573" y="405"/>
                  <a:pt x="555" y="408"/>
                  <a:pt x="509" y="410"/>
                </a:cubicBezTo>
                <a:cubicBezTo>
                  <a:pt x="506" y="414"/>
                  <a:pt x="506" y="428"/>
                  <a:pt x="509" y="432"/>
                </a:cubicBezTo>
                <a:cubicBezTo>
                  <a:pt x="542" y="431"/>
                  <a:pt x="564" y="430"/>
                  <a:pt x="600" y="430"/>
                </a:cubicBezTo>
                <a:cubicBezTo>
                  <a:pt x="631" y="430"/>
                  <a:pt x="647" y="431"/>
                  <a:pt x="680" y="432"/>
                </a:cubicBezTo>
                <a:cubicBezTo>
                  <a:pt x="684" y="428"/>
                  <a:pt x="684" y="414"/>
                  <a:pt x="680" y="410"/>
                </a:cubicBezTo>
                <a:cubicBezTo>
                  <a:pt x="634" y="408"/>
                  <a:pt x="623" y="405"/>
                  <a:pt x="623" y="3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504000" y="2234520"/>
            <a:ext cx="253440" cy="204120"/>
          </a:xfrm>
          <a:custGeom>
            <a:avLst/>
            <a:gdLst/>
            <a:ahLst/>
            <a:rect l="0" t="0" r="r" b="b"/>
            <a:pathLst>
              <a:path w="704" h="567">
                <a:moveTo>
                  <a:pt x="192" y="24"/>
                </a:moveTo>
                <a:cubicBezTo>
                  <a:pt x="279" y="24"/>
                  <a:pt x="349" y="96"/>
                  <a:pt x="349" y="228"/>
                </a:cubicBezTo>
                <a:cubicBezTo>
                  <a:pt x="349" y="345"/>
                  <a:pt x="292" y="413"/>
                  <a:pt x="218" y="413"/>
                </a:cubicBezTo>
                <a:cubicBezTo>
                  <a:pt x="138" y="413"/>
                  <a:pt x="63" y="342"/>
                  <a:pt x="63" y="217"/>
                </a:cubicBezTo>
                <a:cubicBezTo>
                  <a:pt x="63" y="79"/>
                  <a:pt x="128" y="24"/>
                  <a:pt x="192" y="24"/>
                </a:cubicBezTo>
                <a:moveTo>
                  <a:pt x="201" y="0"/>
                </a:moveTo>
                <a:cubicBezTo>
                  <a:pt x="74" y="0"/>
                  <a:pt x="0" y="102"/>
                  <a:pt x="0" y="228"/>
                </a:cubicBezTo>
                <a:cubicBezTo>
                  <a:pt x="0" y="346"/>
                  <a:pt x="78" y="424"/>
                  <a:pt x="178" y="436"/>
                </a:cubicBezTo>
                <a:cubicBezTo>
                  <a:pt x="138" y="456"/>
                  <a:pt x="101" y="487"/>
                  <a:pt x="78" y="515"/>
                </a:cubicBezTo>
                <a:cubicBezTo>
                  <a:pt x="73" y="520"/>
                  <a:pt x="69" y="525"/>
                  <a:pt x="67" y="530"/>
                </a:cubicBezTo>
                <a:lnTo>
                  <a:pt x="92" y="543"/>
                </a:lnTo>
                <a:cubicBezTo>
                  <a:pt x="99" y="533"/>
                  <a:pt x="108" y="522"/>
                  <a:pt x="116" y="513"/>
                </a:cubicBezTo>
                <a:cubicBezTo>
                  <a:pt x="126" y="507"/>
                  <a:pt x="135" y="505"/>
                  <a:pt x="140" y="505"/>
                </a:cubicBezTo>
                <a:cubicBezTo>
                  <a:pt x="167" y="505"/>
                  <a:pt x="192" y="518"/>
                  <a:pt x="217" y="532"/>
                </a:cubicBezTo>
                <a:cubicBezTo>
                  <a:pt x="247" y="549"/>
                  <a:pt x="281" y="567"/>
                  <a:pt x="327" y="567"/>
                </a:cubicBezTo>
                <a:cubicBezTo>
                  <a:pt x="368" y="567"/>
                  <a:pt x="396" y="550"/>
                  <a:pt x="421" y="513"/>
                </a:cubicBezTo>
                <a:lnTo>
                  <a:pt x="410" y="505"/>
                </a:lnTo>
                <a:cubicBezTo>
                  <a:pt x="396" y="523"/>
                  <a:pt x="372" y="530"/>
                  <a:pt x="353" y="530"/>
                </a:cubicBezTo>
                <a:cubicBezTo>
                  <a:pt x="326" y="530"/>
                  <a:pt x="300" y="519"/>
                  <a:pt x="271" y="505"/>
                </a:cubicBezTo>
                <a:cubicBezTo>
                  <a:pt x="241" y="490"/>
                  <a:pt x="208" y="476"/>
                  <a:pt x="171" y="476"/>
                </a:cubicBezTo>
                <a:cubicBezTo>
                  <a:pt x="167" y="476"/>
                  <a:pt x="162" y="477"/>
                  <a:pt x="158" y="477"/>
                </a:cubicBezTo>
                <a:cubicBezTo>
                  <a:pt x="190" y="454"/>
                  <a:pt x="222" y="440"/>
                  <a:pt x="243" y="434"/>
                </a:cubicBezTo>
                <a:cubicBezTo>
                  <a:pt x="298" y="425"/>
                  <a:pt x="341" y="396"/>
                  <a:pt x="371" y="354"/>
                </a:cubicBezTo>
                <a:cubicBezTo>
                  <a:pt x="397" y="318"/>
                  <a:pt x="411" y="270"/>
                  <a:pt x="411" y="215"/>
                </a:cubicBezTo>
                <a:cubicBezTo>
                  <a:pt x="411" y="80"/>
                  <a:pt x="318" y="0"/>
                  <a:pt x="201" y="0"/>
                </a:cubicBezTo>
                <a:moveTo>
                  <a:pt x="501" y="150"/>
                </a:moveTo>
                <a:cubicBezTo>
                  <a:pt x="512" y="150"/>
                  <a:pt x="532" y="139"/>
                  <a:pt x="532" y="124"/>
                </a:cubicBezTo>
                <a:cubicBezTo>
                  <a:pt x="532" y="119"/>
                  <a:pt x="530" y="115"/>
                  <a:pt x="529" y="110"/>
                </a:cubicBezTo>
                <a:cubicBezTo>
                  <a:pt x="528" y="105"/>
                  <a:pt x="524" y="100"/>
                  <a:pt x="524" y="94"/>
                </a:cubicBezTo>
                <a:cubicBezTo>
                  <a:pt x="524" y="78"/>
                  <a:pt x="541" y="55"/>
                  <a:pt x="589" y="55"/>
                </a:cubicBezTo>
                <a:cubicBezTo>
                  <a:pt x="612" y="55"/>
                  <a:pt x="646" y="71"/>
                  <a:pt x="646" y="134"/>
                </a:cubicBezTo>
                <a:cubicBezTo>
                  <a:pt x="646" y="175"/>
                  <a:pt x="630" y="209"/>
                  <a:pt x="592" y="249"/>
                </a:cubicBezTo>
                <a:lnTo>
                  <a:pt x="543" y="296"/>
                </a:lnTo>
                <a:cubicBezTo>
                  <a:pt x="479" y="362"/>
                  <a:pt x="469" y="393"/>
                  <a:pt x="469" y="432"/>
                </a:cubicBezTo>
                <a:cubicBezTo>
                  <a:pt x="469" y="432"/>
                  <a:pt x="502" y="430"/>
                  <a:pt x="523" y="430"/>
                </a:cubicBezTo>
                <a:lnTo>
                  <a:pt x="638" y="430"/>
                </a:lnTo>
                <a:cubicBezTo>
                  <a:pt x="659" y="430"/>
                  <a:pt x="689" y="432"/>
                  <a:pt x="689" y="432"/>
                </a:cubicBezTo>
                <a:cubicBezTo>
                  <a:pt x="697" y="397"/>
                  <a:pt x="704" y="348"/>
                  <a:pt x="704" y="328"/>
                </a:cubicBezTo>
                <a:cubicBezTo>
                  <a:pt x="700" y="325"/>
                  <a:pt x="692" y="324"/>
                  <a:pt x="685" y="325"/>
                </a:cubicBezTo>
                <a:cubicBezTo>
                  <a:pt x="674" y="371"/>
                  <a:pt x="663" y="388"/>
                  <a:pt x="640" y="388"/>
                </a:cubicBezTo>
                <a:lnTo>
                  <a:pt x="523" y="388"/>
                </a:lnTo>
                <a:cubicBezTo>
                  <a:pt x="523" y="356"/>
                  <a:pt x="568" y="312"/>
                  <a:pt x="572" y="309"/>
                </a:cubicBezTo>
                <a:lnTo>
                  <a:pt x="638" y="245"/>
                </a:lnTo>
                <a:cubicBezTo>
                  <a:pt x="675" y="209"/>
                  <a:pt x="703" y="181"/>
                  <a:pt x="703" y="131"/>
                </a:cubicBezTo>
                <a:cubicBezTo>
                  <a:pt x="703" y="60"/>
                  <a:pt x="646" y="32"/>
                  <a:pt x="593" y="32"/>
                </a:cubicBezTo>
                <a:cubicBezTo>
                  <a:pt x="520" y="32"/>
                  <a:pt x="475" y="85"/>
                  <a:pt x="475" y="124"/>
                </a:cubicBezTo>
                <a:cubicBezTo>
                  <a:pt x="475" y="138"/>
                  <a:pt x="487" y="150"/>
                  <a:pt x="501" y="1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787320" y="1957680"/>
            <a:ext cx="1655280" cy="0"/>
          </a:xfrm>
          <a:prstGeom prst="line">
            <a:avLst/>
          </a:prstGeom>
          <a:ln cap="rnd" w="446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2320" rIns="112320" tIns="-67320" bIns="-67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1740600" y="1825560"/>
            <a:ext cx="263160" cy="263520"/>
          </a:xfrm>
          <a:custGeom>
            <a:avLst/>
            <a:gdLst/>
            <a:ahLst/>
            <a:rect l="0" t="0" r="r" b="b"/>
            <a:pathLst>
              <a:path w="731" h="732">
                <a:moveTo>
                  <a:pt x="95" y="0"/>
                </a:moveTo>
                <a:lnTo>
                  <a:pt x="636" y="0"/>
                </a:lnTo>
                <a:cubicBezTo>
                  <a:pt x="689" y="0"/>
                  <a:pt x="731" y="20"/>
                  <a:pt x="731" y="44"/>
                </a:cubicBezTo>
                <a:lnTo>
                  <a:pt x="731" y="688"/>
                </a:lnTo>
                <a:cubicBezTo>
                  <a:pt x="731" y="713"/>
                  <a:pt x="689" y="732"/>
                  <a:pt x="636" y="732"/>
                </a:cubicBezTo>
                <a:lnTo>
                  <a:pt x="95" y="732"/>
                </a:lnTo>
                <a:cubicBezTo>
                  <a:pt x="42" y="732"/>
                  <a:pt x="0" y="713"/>
                  <a:pt x="0" y="688"/>
                </a:cubicBezTo>
                <a:lnTo>
                  <a:pt x="0" y="44"/>
                </a:lnTo>
                <a:cubicBezTo>
                  <a:pt x="0" y="20"/>
                  <a:pt x="42" y="0"/>
                  <a:pt x="9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1740600" y="1825560"/>
            <a:ext cx="263160" cy="263520"/>
          </a:xfrm>
          <a:custGeom>
            <a:avLst/>
            <a:gdLst/>
            <a:ahLst/>
            <a:rect l="0" t="0" r="r" b="b"/>
            <a:pathLst>
              <a:path w="731" h="732">
                <a:moveTo>
                  <a:pt x="95" y="0"/>
                </a:moveTo>
                <a:lnTo>
                  <a:pt x="636" y="0"/>
                </a:lnTo>
                <a:cubicBezTo>
                  <a:pt x="689" y="0"/>
                  <a:pt x="731" y="20"/>
                  <a:pt x="731" y="44"/>
                </a:cubicBezTo>
                <a:lnTo>
                  <a:pt x="731" y="688"/>
                </a:lnTo>
                <a:cubicBezTo>
                  <a:pt x="731" y="713"/>
                  <a:pt x="689" y="732"/>
                  <a:pt x="636" y="732"/>
                </a:cubicBezTo>
                <a:lnTo>
                  <a:pt x="95" y="732"/>
                </a:lnTo>
                <a:cubicBezTo>
                  <a:pt x="42" y="732"/>
                  <a:pt x="0" y="713"/>
                  <a:pt x="0" y="688"/>
                </a:cubicBezTo>
                <a:lnTo>
                  <a:pt x="0" y="44"/>
                </a:lnTo>
                <a:cubicBezTo>
                  <a:pt x="0" y="20"/>
                  <a:pt x="42" y="0"/>
                  <a:pt x="95" y="0"/>
                </a:cubicBezTo>
                <a:close/>
              </a:path>
            </a:pathLst>
          </a:custGeom>
          <a:noFill/>
          <a:ln cap="rnd" w="29520">
            <a:solidFill>
              <a:srgbClr val="000000"/>
            </a:solidFill>
            <a:round/>
          </a:ln>
        </p:spPr>
        <p:txBody>
          <a:bodyPr lIns="104760" rIns="104760" tIns="59760" bIns="59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1809000" y="1880280"/>
            <a:ext cx="126360" cy="154080"/>
          </a:xfrm>
          <a:custGeom>
            <a:avLst/>
            <a:gdLst/>
            <a:ahLst/>
            <a:rect l="0" t="0" r="r" b="b"/>
            <a:pathLst>
              <a:path w="351" h="428">
                <a:moveTo>
                  <a:pt x="333" y="428"/>
                </a:moveTo>
                <a:cubicBezTo>
                  <a:pt x="337" y="392"/>
                  <a:pt x="343" y="353"/>
                  <a:pt x="351" y="319"/>
                </a:cubicBezTo>
                <a:cubicBezTo>
                  <a:pt x="347" y="318"/>
                  <a:pt x="339" y="316"/>
                  <a:pt x="331" y="316"/>
                </a:cubicBezTo>
                <a:cubicBezTo>
                  <a:pt x="311" y="362"/>
                  <a:pt x="294" y="398"/>
                  <a:pt x="223" y="400"/>
                </a:cubicBezTo>
                <a:lnTo>
                  <a:pt x="97" y="402"/>
                </a:lnTo>
                <a:cubicBezTo>
                  <a:pt x="86" y="403"/>
                  <a:pt x="80" y="399"/>
                  <a:pt x="80" y="393"/>
                </a:cubicBezTo>
                <a:cubicBezTo>
                  <a:pt x="80" y="390"/>
                  <a:pt x="82" y="386"/>
                  <a:pt x="86" y="380"/>
                </a:cubicBezTo>
                <a:cubicBezTo>
                  <a:pt x="133" y="311"/>
                  <a:pt x="254" y="140"/>
                  <a:pt x="331" y="41"/>
                </a:cubicBezTo>
                <a:cubicBezTo>
                  <a:pt x="345" y="23"/>
                  <a:pt x="347" y="19"/>
                  <a:pt x="347" y="11"/>
                </a:cubicBezTo>
                <a:cubicBezTo>
                  <a:pt x="347" y="7"/>
                  <a:pt x="343" y="4"/>
                  <a:pt x="338" y="4"/>
                </a:cubicBezTo>
                <a:cubicBezTo>
                  <a:pt x="330" y="4"/>
                  <a:pt x="310" y="5"/>
                  <a:pt x="290" y="5"/>
                </a:cubicBezTo>
                <a:lnTo>
                  <a:pt x="146" y="5"/>
                </a:lnTo>
                <a:cubicBezTo>
                  <a:pt x="115" y="5"/>
                  <a:pt x="52" y="2"/>
                  <a:pt x="27" y="0"/>
                </a:cubicBezTo>
                <a:cubicBezTo>
                  <a:pt x="25" y="35"/>
                  <a:pt x="18" y="73"/>
                  <a:pt x="13" y="100"/>
                </a:cubicBezTo>
                <a:cubicBezTo>
                  <a:pt x="20" y="102"/>
                  <a:pt x="25" y="103"/>
                  <a:pt x="33" y="103"/>
                </a:cubicBezTo>
                <a:cubicBezTo>
                  <a:pt x="46" y="58"/>
                  <a:pt x="71" y="35"/>
                  <a:pt x="120" y="34"/>
                </a:cubicBezTo>
                <a:lnTo>
                  <a:pt x="258" y="31"/>
                </a:lnTo>
                <a:cubicBezTo>
                  <a:pt x="262" y="31"/>
                  <a:pt x="265" y="33"/>
                  <a:pt x="265" y="37"/>
                </a:cubicBezTo>
                <a:cubicBezTo>
                  <a:pt x="265" y="40"/>
                  <a:pt x="263" y="44"/>
                  <a:pt x="260" y="49"/>
                </a:cubicBezTo>
                <a:cubicBezTo>
                  <a:pt x="196" y="129"/>
                  <a:pt x="72" y="303"/>
                  <a:pt x="5" y="402"/>
                </a:cubicBezTo>
                <a:cubicBezTo>
                  <a:pt x="1" y="407"/>
                  <a:pt x="0" y="413"/>
                  <a:pt x="0" y="417"/>
                </a:cubicBezTo>
                <a:cubicBezTo>
                  <a:pt x="0" y="424"/>
                  <a:pt x="3" y="427"/>
                  <a:pt x="12" y="427"/>
                </a:cubicBezTo>
                <a:lnTo>
                  <a:pt x="250" y="427"/>
                </a:lnTo>
                <a:cubicBezTo>
                  <a:pt x="268" y="427"/>
                  <a:pt x="333" y="428"/>
                  <a:pt x="333" y="42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1301040" y="1825560"/>
            <a:ext cx="263520" cy="263520"/>
          </a:xfrm>
          <a:custGeom>
            <a:avLst/>
            <a:gdLst/>
            <a:ahLst/>
            <a:rect l="0" t="0" r="r" b="b"/>
            <a:pathLst>
              <a:path w="732" h="732">
                <a:moveTo>
                  <a:pt x="637" y="0"/>
                </a:moveTo>
                <a:cubicBezTo>
                  <a:pt x="689" y="0"/>
                  <a:pt x="732" y="20"/>
                  <a:pt x="732" y="44"/>
                </a:cubicBezTo>
                <a:lnTo>
                  <a:pt x="732" y="688"/>
                </a:lnTo>
                <a:cubicBezTo>
                  <a:pt x="732" y="713"/>
                  <a:pt x="689" y="732"/>
                  <a:pt x="637" y="732"/>
                </a:cubicBezTo>
                <a:lnTo>
                  <a:pt x="95" y="732"/>
                </a:lnTo>
                <a:cubicBezTo>
                  <a:pt x="42" y="732"/>
                  <a:pt x="0" y="713"/>
                  <a:pt x="0" y="688"/>
                </a:cubicBezTo>
                <a:lnTo>
                  <a:pt x="0" y="44"/>
                </a:lnTo>
                <a:cubicBezTo>
                  <a:pt x="0" y="20"/>
                  <a:pt x="42" y="0"/>
                  <a:pt x="95" y="0"/>
                </a:cubicBezTo>
                <a:lnTo>
                  <a:pt x="63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1301040" y="1825560"/>
            <a:ext cx="263520" cy="263520"/>
          </a:xfrm>
          <a:custGeom>
            <a:avLst/>
            <a:gdLst/>
            <a:ahLst/>
            <a:rect l="0" t="0" r="r" b="b"/>
            <a:pathLst>
              <a:path w="732" h="732">
                <a:moveTo>
                  <a:pt x="95" y="0"/>
                </a:moveTo>
                <a:lnTo>
                  <a:pt x="637" y="0"/>
                </a:lnTo>
                <a:cubicBezTo>
                  <a:pt x="689" y="0"/>
                  <a:pt x="732" y="20"/>
                  <a:pt x="732" y="44"/>
                </a:cubicBezTo>
                <a:lnTo>
                  <a:pt x="732" y="688"/>
                </a:lnTo>
                <a:cubicBezTo>
                  <a:pt x="732" y="713"/>
                  <a:pt x="689" y="732"/>
                  <a:pt x="637" y="732"/>
                </a:cubicBezTo>
                <a:lnTo>
                  <a:pt x="95" y="732"/>
                </a:lnTo>
                <a:cubicBezTo>
                  <a:pt x="42" y="732"/>
                  <a:pt x="0" y="713"/>
                  <a:pt x="0" y="688"/>
                </a:cubicBezTo>
                <a:lnTo>
                  <a:pt x="0" y="44"/>
                </a:lnTo>
                <a:cubicBezTo>
                  <a:pt x="0" y="20"/>
                  <a:pt x="42" y="0"/>
                  <a:pt x="95" y="0"/>
                </a:cubicBezTo>
                <a:close/>
              </a:path>
            </a:pathLst>
          </a:custGeom>
          <a:noFill/>
          <a:ln cap="rnd" w="29520">
            <a:solidFill>
              <a:srgbClr val="000000"/>
            </a:solidFill>
            <a:round/>
          </a:ln>
        </p:spPr>
        <p:txBody>
          <a:bodyPr lIns="104760" rIns="104760" tIns="59760" bIns="59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1357200" y="1881000"/>
            <a:ext cx="151200" cy="152640"/>
          </a:xfrm>
          <a:custGeom>
            <a:avLst/>
            <a:gdLst/>
            <a:ahLst/>
            <a:rect l="0" t="0" r="r" b="b"/>
            <a:pathLst>
              <a:path w="420" h="424">
                <a:moveTo>
                  <a:pt x="351" y="356"/>
                </a:moveTo>
                <a:lnTo>
                  <a:pt x="251" y="219"/>
                </a:lnTo>
                <a:cubicBezTo>
                  <a:pt x="244" y="211"/>
                  <a:pt x="240" y="204"/>
                  <a:pt x="240" y="198"/>
                </a:cubicBezTo>
                <a:cubicBezTo>
                  <a:pt x="240" y="192"/>
                  <a:pt x="240" y="186"/>
                  <a:pt x="247" y="178"/>
                </a:cubicBezTo>
                <a:lnTo>
                  <a:pt x="336" y="62"/>
                </a:lnTo>
                <a:cubicBezTo>
                  <a:pt x="358" y="34"/>
                  <a:pt x="379" y="25"/>
                  <a:pt x="409" y="22"/>
                </a:cubicBezTo>
                <a:cubicBezTo>
                  <a:pt x="413" y="18"/>
                  <a:pt x="413" y="4"/>
                  <a:pt x="409" y="0"/>
                </a:cubicBezTo>
                <a:cubicBezTo>
                  <a:pt x="389" y="1"/>
                  <a:pt x="365" y="2"/>
                  <a:pt x="350" y="2"/>
                </a:cubicBezTo>
                <a:cubicBezTo>
                  <a:pt x="335" y="2"/>
                  <a:pt x="307" y="1"/>
                  <a:pt x="281" y="0"/>
                </a:cubicBezTo>
                <a:cubicBezTo>
                  <a:pt x="277" y="4"/>
                  <a:pt x="277" y="18"/>
                  <a:pt x="281" y="22"/>
                </a:cubicBezTo>
                <a:cubicBezTo>
                  <a:pt x="310" y="24"/>
                  <a:pt x="322" y="28"/>
                  <a:pt x="307" y="49"/>
                </a:cubicBezTo>
                <a:lnTo>
                  <a:pt x="226" y="164"/>
                </a:lnTo>
                <a:cubicBezTo>
                  <a:pt x="222" y="169"/>
                  <a:pt x="218" y="171"/>
                  <a:pt x="216" y="171"/>
                </a:cubicBezTo>
                <a:cubicBezTo>
                  <a:pt x="214" y="171"/>
                  <a:pt x="211" y="169"/>
                  <a:pt x="208" y="164"/>
                </a:cubicBezTo>
                <a:lnTo>
                  <a:pt x="135" y="58"/>
                </a:lnTo>
                <a:cubicBezTo>
                  <a:pt x="117" y="32"/>
                  <a:pt x="115" y="24"/>
                  <a:pt x="151" y="22"/>
                </a:cubicBezTo>
                <a:cubicBezTo>
                  <a:pt x="155" y="18"/>
                  <a:pt x="155" y="4"/>
                  <a:pt x="151" y="0"/>
                </a:cubicBezTo>
                <a:cubicBezTo>
                  <a:pt x="127" y="1"/>
                  <a:pt x="103" y="2"/>
                  <a:pt x="77" y="2"/>
                </a:cubicBezTo>
                <a:cubicBezTo>
                  <a:pt x="51" y="2"/>
                  <a:pt x="29" y="1"/>
                  <a:pt x="10" y="0"/>
                </a:cubicBezTo>
                <a:cubicBezTo>
                  <a:pt x="6" y="4"/>
                  <a:pt x="7" y="18"/>
                  <a:pt x="11" y="22"/>
                </a:cubicBezTo>
                <a:cubicBezTo>
                  <a:pt x="38" y="24"/>
                  <a:pt x="50" y="28"/>
                  <a:pt x="77" y="66"/>
                </a:cubicBezTo>
                <a:lnTo>
                  <a:pt x="170" y="198"/>
                </a:lnTo>
                <a:cubicBezTo>
                  <a:pt x="175" y="206"/>
                  <a:pt x="179" y="211"/>
                  <a:pt x="179" y="218"/>
                </a:cubicBezTo>
                <a:cubicBezTo>
                  <a:pt x="179" y="222"/>
                  <a:pt x="176" y="228"/>
                  <a:pt x="173" y="233"/>
                </a:cubicBezTo>
                <a:lnTo>
                  <a:pt x="76" y="362"/>
                </a:lnTo>
                <a:cubicBezTo>
                  <a:pt x="53" y="392"/>
                  <a:pt x="32" y="400"/>
                  <a:pt x="3" y="403"/>
                </a:cubicBezTo>
                <a:cubicBezTo>
                  <a:pt x="-1" y="407"/>
                  <a:pt x="-1" y="420"/>
                  <a:pt x="3" y="424"/>
                </a:cubicBezTo>
                <a:cubicBezTo>
                  <a:pt x="23" y="424"/>
                  <a:pt x="47" y="423"/>
                  <a:pt x="62" y="423"/>
                </a:cubicBezTo>
                <a:cubicBezTo>
                  <a:pt x="77" y="423"/>
                  <a:pt x="105" y="424"/>
                  <a:pt x="131" y="424"/>
                </a:cubicBezTo>
                <a:cubicBezTo>
                  <a:pt x="135" y="420"/>
                  <a:pt x="135" y="407"/>
                  <a:pt x="131" y="403"/>
                </a:cubicBezTo>
                <a:cubicBezTo>
                  <a:pt x="101" y="401"/>
                  <a:pt x="89" y="398"/>
                  <a:pt x="105" y="375"/>
                </a:cubicBezTo>
                <a:lnTo>
                  <a:pt x="192" y="254"/>
                </a:lnTo>
                <a:cubicBezTo>
                  <a:pt x="195" y="249"/>
                  <a:pt x="200" y="245"/>
                  <a:pt x="201" y="245"/>
                </a:cubicBezTo>
                <a:cubicBezTo>
                  <a:pt x="204" y="245"/>
                  <a:pt x="207" y="247"/>
                  <a:pt x="211" y="252"/>
                </a:cubicBezTo>
                <a:lnTo>
                  <a:pt x="291" y="367"/>
                </a:lnTo>
                <a:cubicBezTo>
                  <a:pt x="309" y="394"/>
                  <a:pt x="313" y="401"/>
                  <a:pt x="276" y="403"/>
                </a:cubicBezTo>
                <a:cubicBezTo>
                  <a:pt x="272" y="407"/>
                  <a:pt x="272" y="420"/>
                  <a:pt x="276" y="424"/>
                </a:cubicBezTo>
                <a:cubicBezTo>
                  <a:pt x="300" y="424"/>
                  <a:pt x="324" y="423"/>
                  <a:pt x="351" y="423"/>
                </a:cubicBezTo>
                <a:cubicBezTo>
                  <a:pt x="376" y="423"/>
                  <a:pt x="398" y="424"/>
                  <a:pt x="417" y="424"/>
                </a:cubicBezTo>
                <a:cubicBezTo>
                  <a:pt x="421" y="420"/>
                  <a:pt x="421" y="407"/>
                  <a:pt x="417" y="403"/>
                </a:cubicBezTo>
                <a:cubicBezTo>
                  <a:pt x="389" y="401"/>
                  <a:pt x="378" y="395"/>
                  <a:pt x="351" y="35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792000" y="1577520"/>
            <a:ext cx="1650600" cy="0"/>
          </a:xfrm>
          <a:prstGeom prst="line">
            <a:avLst/>
          </a:prstGeom>
          <a:ln cap="rnd" w="446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2320" rIns="112320" tIns="-67320" bIns="-67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792360" y="2337120"/>
            <a:ext cx="1650240" cy="0"/>
          </a:xfrm>
          <a:prstGeom prst="line">
            <a:avLst/>
          </a:prstGeom>
          <a:ln cap="rnd" w="446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2320" rIns="112320" tIns="-67320" bIns="-67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874440" y="2205000"/>
            <a:ext cx="263520" cy="263520"/>
          </a:xfrm>
          <a:custGeom>
            <a:avLst/>
            <a:gdLst/>
            <a:ahLst/>
            <a:rect l="0" t="0" r="r" b="b"/>
            <a:pathLst>
              <a:path w="732" h="732">
                <a:moveTo>
                  <a:pt x="637" y="0"/>
                </a:moveTo>
                <a:cubicBezTo>
                  <a:pt x="690" y="0"/>
                  <a:pt x="732" y="19"/>
                  <a:pt x="732" y="44"/>
                </a:cubicBezTo>
                <a:lnTo>
                  <a:pt x="732" y="687"/>
                </a:lnTo>
                <a:cubicBezTo>
                  <a:pt x="732" y="712"/>
                  <a:pt x="690" y="732"/>
                  <a:pt x="637" y="732"/>
                </a:cubicBezTo>
                <a:lnTo>
                  <a:pt x="95" y="732"/>
                </a:lnTo>
                <a:cubicBezTo>
                  <a:pt x="42" y="732"/>
                  <a:pt x="0" y="712"/>
                  <a:pt x="0" y="687"/>
                </a:cubicBezTo>
                <a:lnTo>
                  <a:pt x="0" y="44"/>
                </a:lnTo>
                <a:cubicBezTo>
                  <a:pt x="0" y="19"/>
                  <a:pt x="42" y="0"/>
                  <a:pt x="95" y="0"/>
                </a:cubicBezTo>
                <a:lnTo>
                  <a:pt x="63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874440" y="2205000"/>
            <a:ext cx="263520" cy="263520"/>
          </a:xfrm>
          <a:custGeom>
            <a:avLst/>
            <a:gdLst/>
            <a:ahLst/>
            <a:rect l="0" t="0" r="r" b="b"/>
            <a:pathLst>
              <a:path w="732" h="732">
                <a:moveTo>
                  <a:pt x="95" y="0"/>
                </a:moveTo>
                <a:lnTo>
                  <a:pt x="637" y="0"/>
                </a:lnTo>
                <a:cubicBezTo>
                  <a:pt x="690" y="0"/>
                  <a:pt x="732" y="19"/>
                  <a:pt x="732" y="44"/>
                </a:cubicBezTo>
                <a:lnTo>
                  <a:pt x="732" y="687"/>
                </a:lnTo>
                <a:cubicBezTo>
                  <a:pt x="732" y="712"/>
                  <a:pt x="690" y="732"/>
                  <a:pt x="637" y="732"/>
                </a:cubicBezTo>
                <a:lnTo>
                  <a:pt x="95" y="732"/>
                </a:lnTo>
                <a:cubicBezTo>
                  <a:pt x="42" y="732"/>
                  <a:pt x="0" y="712"/>
                  <a:pt x="0" y="687"/>
                </a:cubicBezTo>
                <a:lnTo>
                  <a:pt x="0" y="44"/>
                </a:lnTo>
                <a:cubicBezTo>
                  <a:pt x="0" y="19"/>
                  <a:pt x="42" y="0"/>
                  <a:pt x="95" y="0"/>
                </a:cubicBezTo>
                <a:close/>
              </a:path>
            </a:pathLst>
          </a:custGeom>
          <a:noFill/>
          <a:ln cap="rnd" w="29520">
            <a:solidFill>
              <a:srgbClr val="000000"/>
            </a:solidFill>
            <a:round/>
          </a:ln>
        </p:spPr>
        <p:txBody>
          <a:bodyPr lIns="104760" rIns="104760" tIns="59760" bIns="59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942840" y="2259360"/>
            <a:ext cx="126360" cy="154440"/>
          </a:xfrm>
          <a:custGeom>
            <a:avLst/>
            <a:gdLst/>
            <a:ahLst/>
            <a:rect l="0" t="0" r="r" b="b"/>
            <a:pathLst>
              <a:path w="351" h="429">
                <a:moveTo>
                  <a:pt x="334" y="429"/>
                </a:moveTo>
                <a:cubicBezTo>
                  <a:pt x="337" y="392"/>
                  <a:pt x="344" y="353"/>
                  <a:pt x="351" y="319"/>
                </a:cubicBezTo>
                <a:cubicBezTo>
                  <a:pt x="347" y="318"/>
                  <a:pt x="340" y="316"/>
                  <a:pt x="331" y="316"/>
                </a:cubicBezTo>
                <a:cubicBezTo>
                  <a:pt x="311" y="362"/>
                  <a:pt x="294" y="398"/>
                  <a:pt x="223" y="400"/>
                </a:cubicBezTo>
                <a:lnTo>
                  <a:pt x="97" y="402"/>
                </a:lnTo>
                <a:cubicBezTo>
                  <a:pt x="86" y="403"/>
                  <a:pt x="81" y="399"/>
                  <a:pt x="81" y="393"/>
                </a:cubicBezTo>
                <a:cubicBezTo>
                  <a:pt x="81" y="390"/>
                  <a:pt x="83" y="386"/>
                  <a:pt x="86" y="380"/>
                </a:cubicBezTo>
                <a:cubicBezTo>
                  <a:pt x="134" y="311"/>
                  <a:pt x="254" y="140"/>
                  <a:pt x="331" y="41"/>
                </a:cubicBezTo>
                <a:cubicBezTo>
                  <a:pt x="345" y="23"/>
                  <a:pt x="347" y="19"/>
                  <a:pt x="347" y="12"/>
                </a:cubicBezTo>
                <a:cubicBezTo>
                  <a:pt x="347" y="7"/>
                  <a:pt x="344" y="4"/>
                  <a:pt x="338" y="4"/>
                </a:cubicBezTo>
                <a:cubicBezTo>
                  <a:pt x="330" y="4"/>
                  <a:pt x="310" y="6"/>
                  <a:pt x="291" y="6"/>
                </a:cubicBezTo>
                <a:lnTo>
                  <a:pt x="146" y="6"/>
                </a:lnTo>
                <a:cubicBezTo>
                  <a:pt x="115" y="6"/>
                  <a:pt x="52" y="2"/>
                  <a:pt x="28" y="0"/>
                </a:cubicBezTo>
                <a:cubicBezTo>
                  <a:pt x="25" y="36"/>
                  <a:pt x="19" y="73"/>
                  <a:pt x="13" y="100"/>
                </a:cubicBezTo>
                <a:cubicBezTo>
                  <a:pt x="20" y="102"/>
                  <a:pt x="26" y="103"/>
                  <a:pt x="33" y="103"/>
                </a:cubicBezTo>
                <a:cubicBezTo>
                  <a:pt x="47" y="58"/>
                  <a:pt x="71" y="35"/>
                  <a:pt x="121" y="34"/>
                </a:cubicBezTo>
                <a:lnTo>
                  <a:pt x="259" y="31"/>
                </a:lnTo>
                <a:cubicBezTo>
                  <a:pt x="262" y="31"/>
                  <a:pt x="265" y="33"/>
                  <a:pt x="265" y="37"/>
                </a:cubicBezTo>
                <a:cubicBezTo>
                  <a:pt x="265" y="40"/>
                  <a:pt x="263" y="44"/>
                  <a:pt x="260" y="49"/>
                </a:cubicBezTo>
                <a:cubicBezTo>
                  <a:pt x="196" y="129"/>
                  <a:pt x="72" y="303"/>
                  <a:pt x="5" y="402"/>
                </a:cubicBezTo>
                <a:cubicBezTo>
                  <a:pt x="1" y="408"/>
                  <a:pt x="0" y="413"/>
                  <a:pt x="0" y="417"/>
                </a:cubicBezTo>
                <a:cubicBezTo>
                  <a:pt x="0" y="424"/>
                  <a:pt x="3" y="427"/>
                  <a:pt x="13" y="427"/>
                </a:cubicBezTo>
                <a:lnTo>
                  <a:pt x="251" y="427"/>
                </a:lnTo>
                <a:cubicBezTo>
                  <a:pt x="268" y="427"/>
                  <a:pt x="334" y="429"/>
                  <a:pt x="334" y="4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922680" y="1499040"/>
            <a:ext cx="156960" cy="157320"/>
          </a:xfrm>
          <a:custGeom>
            <a:avLst/>
            <a:gdLst/>
            <a:ahLst/>
            <a:rect l="0" t="0" r="r" b="b"/>
            <a:pathLst>
              <a:path w="436" h="437">
                <a:moveTo>
                  <a:pt x="436" y="218"/>
                </a:moveTo>
                <a:cubicBezTo>
                  <a:pt x="436" y="339"/>
                  <a:pt x="338" y="437"/>
                  <a:pt x="217" y="437"/>
                </a:cubicBezTo>
                <a:cubicBezTo>
                  <a:pt x="97" y="437"/>
                  <a:pt x="0" y="339"/>
                  <a:pt x="0" y="218"/>
                </a:cubicBezTo>
                <a:cubicBezTo>
                  <a:pt x="0" y="98"/>
                  <a:pt x="97" y="0"/>
                  <a:pt x="217" y="0"/>
                </a:cubicBezTo>
                <a:cubicBezTo>
                  <a:pt x="338" y="0"/>
                  <a:pt x="436" y="98"/>
                  <a:pt x="436" y="21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922680" y="1878840"/>
            <a:ext cx="156960" cy="157320"/>
          </a:xfrm>
          <a:custGeom>
            <a:avLst/>
            <a:gdLst/>
            <a:ahLst/>
            <a:rect l="0" t="0" r="r" b="b"/>
            <a:pathLst>
              <a:path w="436" h="437">
                <a:moveTo>
                  <a:pt x="436" y="219"/>
                </a:moveTo>
                <a:cubicBezTo>
                  <a:pt x="436" y="339"/>
                  <a:pt x="338" y="437"/>
                  <a:pt x="217" y="437"/>
                </a:cubicBezTo>
                <a:cubicBezTo>
                  <a:pt x="97" y="437"/>
                  <a:pt x="0" y="339"/>
                  <a:pt x="0" y="219"/>
                </a:cubicBezTo>
                <a:cubicBezTo>
                  <a:pt x="0" y="98"/>
                  <a:pt x="97" y="0"/>
                  <a:pt x="217" y="0"/>
                </a:cubicBezTo>
                <a:cubicBezTo>
                  <a:pt x="338" y="0"/>
                  <a:pt x="436" y="98"/>
                  <a:pt x="436" y="2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1000800" y="1577520"/>
            <a:ext cx="0" cy="334080"/>
          </a:xfrm>
          <a:prstGeom prst="line">
            <a:avLst/>
          </a:prstGeom>
          <a:ln cap="rnd" w="446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2320" rIns="112320" tIns="67320" bIns="67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2147040" y="2258640"/>
            <a:ext cx="156960" cy="157320"/>
          </a:xfrm>
          <a:custGeom>
            <a:avLst/>
            <a:gdLst/>
            <a:ahLst/>
            <a:rect l="0" t="0" r="r" b="b"/>
            <a:pathLst>
              <a:path w="436" h="437">
                <a:moveTo>
                  <a:pt x="436" y="218"/>
                </a:moveTo>
                <a:cubicBezTo>
                  <a:pt x="436" y="339"/>
                  <a:pt x="338" y="437"/>
                  <a:pt x="218" y="437"/>
                </a:cubicBezTo>
                <a:cubicBezTo>
                  <a:pt x="98" y="437"/>
                  <a:pt x="0" y="339"/>
                  <a:pt x="0" y="218"/>
                </a:cubicBezTo>
                <a:cubicBezTo>
                  <a:pt x="0" y="98"/>
                  <a:pt x="98" y="0"/>
                  <a:pt x="218" y="0"/>
                </a:cubicBezTo>
                <a:cubicBezTo>
                  <a:pt x="338" y="0"/>
                  <a:pt x="436" y="98"/>
                  <a:pt x="436" y="21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2147040" y="1878840"/>
            <a:ext cx="156960" cy="157320"/>
          </a:xfrm>
          <a:custGeom>
            <a:avLst/>
            <a:gdLst/>
            <a:ahLst/>
            <a:rect l="0" t="0" r="r" b="b"/>
            <a:pathLst>
              <a:path w="436" h="437">
                <a:moveTo>
                  <a:pt x="436" y="219"/>
                </a:moveTo>
                <a:cubicBezTo>
                  <a:pt x="436" y="339"/>
                  <a:pt x="338" y="437"/>
                  <a:pt x="218" y="437"/>
                </a:cubicBezTo>
                <a:cubicBezTo>
                  <a:pt x="98" y="437"/>
                  <a:pt x="0" y="339"/>
                  <a:pt x="0" y="219"/>
                </a:cubicBezTo>
                <a:cubicBezTo>
                  <a:pt x="0" y="98"/>
                  <a:pt x="98" y="0"/>
                  <a:pt x="218" y="0"/>
                </a:cubicBezTo>
                <a:cubicBezTo>
                  <a:pt x="338" y="0"/>
                  <a:pt x="436" y="98"/>
                  <a:pt x="436" y="2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2225520" y="1981440"/>
            <a:ext cx="0" cy="316440"/>
          </a:xfrm>
          <a:prstGeom prst="line">
            <a:avLst/>
          </a:prstGeom>
          <a:ln cap="rnd" w="446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2320" rIns="112320" tIns="67320" bIns="67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2028600" y="1684080"/>
            <a:ext cx="95760" cy="70560"/>
          </a:xfrm>
          <a:custGeom>
            <a:avLst/>
            <a:gdLst/>
            <a:ahLst/>
            <a:rect l="0" t="0" r="r" b="b"/>
            <a:pathLst>
              <a:path w="266" h="196">
                <a:moveTo>
                  <a:pt x="118" y="30"/>
                </a:moveTo>
                <a:lnTo>
                  <a:pt x="171" y="30"/>
                </a:lnTo>
                <a:cubicBezTo>
                  <a:pt x="165" y="57"/>
                  <a:pt x="155" y="97"/>
                  <a:pt x="155" y="133"/>
                </a:cubicBezTo>
                <a:cubicBezTo>
                  <a:pt x="155" y="151"/>
                  <a:pt x="158" y="163"/>
                  <a:pt x="160" y="172"/>
                </a:cubicBezTo>
                <a:cubicBezTo>
                  <a:pt x="167" y="195"/>
                  <a:pt x="172" y="196"/>
                  <a:pt x="179" y="196"/>
                </a:cubicBezTo>
                <a:cubicBezTo>
                  <a:pt x="190" y="196"/>
                  <a:pt x="201" y="187"/>
                  <a:pt x="201" y="176"/>
                </a:cubicBezTo>
                <a:cubicBezTo>
                  <a:pt x="201" y="173"/>
                  <a:pt x="201" y="171"/>
                  <a:pt x="198" y="167"/>
                </a:cubicBezTo>
                <a:cubicBezTo>
                  <a:pt x="188" y="150"/>
                  <a:pt x="181" y="125"/>
                  <a:pt x="181" y="88"/>
                </a:cubicBezTo>
                <a:cubicBezTo>
                  <a:pt x="181" y="80"/>
                  <a:pt x="181" y="62"/>
                  <a:pt x="186" y="30"/>
                </a:cubicBezTo>
                <a:lnTo>
                  <a:pt x="242" y="30"/>
                </a:lnTo>
                <a:cubicBezTo>
                  <a:pt x="250" y="30"/>
                  <a:pt x="254" y="30"/>
                  <a:pt x="259" y="27"/>
                </a:cubicBezTo>
                <a:cubicBezTo>
                  <a:pt x="264" y="22"/>
                  <a:pt x="266" y="15"/>
                  <a:pt x="266" y="13"/>
                </a:cubicBezTo>
                <a:cubicBezTo>
                  <a:pt x="266" y="0"/>
                  <a:pt x="255" y="0"/>
                  <a:pt x="247" y="0"/>
                </a:cubicBezTo>
                <a:lnTo>
                  <a:pt x="80" y="0"/>
                </a:lnTo>
                <a:cubicBezTo>
                  <a:pt x="62" y="0"/>
                  <a:pt x="49" y="4"/>
                  <a:pt x="28" y="23"/>
                </a:cubicBezTo>
                <a:cubicBezTo>
                  <a:pt x="17" y="33"/>
                  <a:pt x="0" y="57"/>
                  <a:pt x="0" y="61"/>
                </a:cubicBezTo>
                <a:cubicBezTo>
                  <a:pt x="0" y="66"/>
                  <a:pt x="5" y="66"/>
                  <a:pt x="7" y="66"/>
                </a:cubicBezTo>
                <a:cubicBezTo>
                  <a:pt x="13" y="66"/>
                  <a:pt x="13" y="65"/>
                  <a:pt x="15" y="61"/>
                </a:cubicBezTo>
                <a:cubicBezTo>
                  <a:pt x="37" y="30"/>
                  <a:pt x="65" y="30"/>
                  <a:pt x="75" y="30"/>
                </a:cubicBezTo>
                <a:lnTo>
                  <a:pt x="102" y="30"/>
                </a:lnTo>
                <a:cubicBezTo>
                  <a:pt x="88" y="79"/>
                  <a:pt x="64" y="132"/>
                  <a:pt x="51" y="158"/>
                </a:cubicBezTo>
                <a:cubicBezTo>
                  <a:pt x="48" y="164"/>
                  <a:pt x="44" y="174"/>
                  <a:pt x="42" y="175"/>
                </a:cubicBezTo>
                <a:cubicBezTo>
                  <a:pt x="42" y="176"/>
                  <a:pt x="42" y="179"/>
                  <a:pt x="42" y="182"/>
                </a:cubicBezTo>
                <a:cubicBezTo>
                  <a:pt x="42" y="189"/>
                  <a:pt x="46" y="196"/>
                  <a:pt x="58" y="196"/>
                </a:cubicBezTo>
                <a:cubicBezTo>
                  <a:pt x="74" y="196"/>
                  <a:pt x="80" y="176"/>
                  <a:pt x="91" y="136"/>
                </a:cubicBezTo>
                <a:lnTo>
                  <a:pt x="118" y="3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25560" bIns="255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2021400" y="1785960"/>
            <a:ext cx="112680" cy="0"/>
          </a:xfrm>
          <a:prstGeom prst="line">
            <a:avLst/>
          </a:prstGeom>
          <a:ln w="10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5040" rIns="95040" tIns="-50040" bIns="-50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2041920" y="1815840"/>
            <a:ext cx="70920" cy="106200"/>
          </a:xfrm>
          <a:custGeom>
            <a:avLst/>
            <a:gdLst/>
            <a:ahLst/>
            <a:rect l="0" t="0" r="r" b="b"/>
            <a:pathLst>
              <a:path w="197" h="295">
                <a:moveTo>
                  <a:pt x="197" y="215"/>
                </a:moveTo>
                <a:lnTo>
                  <a:pt x="182" y="215"/>
                </a:lnTo>
                <a:cubicBezTo>
                  <a:pt x="182" y="224"/>
                  <a:pt x="176" y="250"/>
                  <a:pt x="170" y="255"/>
                </a:cubicBezTo>
                <a:cubicBezTo>
                  <a:pt x="167" y="257"/>
                  <a:pt x="133" y="257"/>
                  <a:pt x="126" y="257"/>
                </a:cubicBezTo>
                <a:lnTo>
                  <a:pt x="45" y="257"/>
                </a:lnTo>
                <a:cubicBezTo>
                  <a:pt x="92" y="216"/>
                  <a:pt x="107" y="203"/>
                  <a:pt x="133" y="183"/>
                </a:cubicBezTo>
                <a:cubicBezTo>
                  <a:pt x="166" y="157"/>
                  <a:pt x="197" y="129"/>
                  <a:pt x="197" y="87"/>
                </a:cubicBezTo>
                <a:cubicBezTo>
                  <a:pt x="197" y="33"/>
                  <a:pt x="150" y="0"/>
                  <a:pt x="94" y="0"/>
                </a:cubicBezTo>
                <a:cubicBezTo>
                  <a:pt x="39" y="0"/>
                  <a:pt x="1" y="39"/>
                  <a:pt x="1" y="80"/>
                </a:cubicBezTo>
                <a:cubicBezTo>
                  <a:pt x="1" y="102"/>
                  <a:pt x="20" y="105"/>
                  <a:pt x="25" y="105"/>
                </a:cubicBezTo>
                <a:cubicBezTo>
                  <a:pt x="35" y="105"/>
                  <a:pt x="48" y="97"/>
                  <a:pt x="48" y="81"/>
                </a:cubicBezTo>
                <a:cubicBezTo>
                  <a:pt x="48" y="73"/>
                  <a:pt x="45" y="57"/>
                  <a:pt x="22" y="57"/>
                </a:cubicBezTo>
                <a:cubicBezTo>
                  <a:pt x="35" y="26"/>
                  <a:pt x="65" y="16"/>
                  <a:pt x="86" y="16"/>
                </a:cubicBezTo>
                <a:cubicBezTo>
                  <a:pt x="131" y="16"/>
                  <a:pt x="154" y="51"/>
                  <a:pt x="154" y="87"/>
                </a:cubicBezTo>
                <a:cubicBezTo>
                  <a:pt x="154" y="126"/>
                  <a:pt x="126" y="156"/>
                  <a:pt x="112" y="172"/>
                </a:cubicBezTo>
                <a:lnTo>
                  <a:pt x="6" y="278"/>
                </a:lnTo>
                <a:cubicBezTo>
                  <a:pt x="0" y="283"/>
                  <a:pt x="0" y="283"/>
                  <a:pt x="0" y="295"/>
                </a:cubicBezTo>
                <a:lnTo>
                  <a:pt x="184" y="295"/>
                </a:lnTo>
                <a:lnTo>
                  <a:pt x="197" y="2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590480" y="1680840"/>
            <a:ext cx="95760" cy="70200"/>
          </a:xfrm>
          <a:custGeom>
            <a:avLst/>
            <a:gdLst/>
            <a:ahLst/>
            <a:rect l="0" t="0" r="r" b="b"/>
            <a:pathLst>
              <a:path w="266" h="195">
                <a:moveTo>
                  <a:pt x="118" y="30"/>
                </a:moveTo>
                <a:lnTo>
                  <a:pt x="171" y="30"/>
                </a:lnTo>
                <a:cubicBezTo>
                  <a:pt x="164" y="57"/>
                  <a:pt x="154" y="97"/>
                  <a:pt x="154" y="133"/>
                </a:cubicBezTo>
                <a:cubicBezTo>
                  <a:pt x="154" y="151"/>
                  <a:pt x="157" y="163"/>
                  <a:pt x="159" y="171"/>
                </a:cubicBezTo>
                <a:cubicBezTo>
                  <a:pt x="165" y="194"/>
                  <a:pt x="172" y="195"/>
                  <a:pt x="178" y="195"/>
                </a:cubicBezTo>
                <a:cubicBezTo>
                  <a:pt x="189" y="195"/>
                  <a:pt x="200" y="187"/>
                  <a:pt x="200" y="175"/>
                </a:cubicBezTo>
                <a:cubicBezTo>
                  <a:pt x="200" y="173"/>
                  <a:pt x="200" y="171"/>
                  <a:pt x="196" y="166"/>
                </a:cubicBezTo>
                <a:cubicBezTo>
                  <a:pt x="188" y="150"/>
                  <a:pt x="180" y="125"/>
                  <a:pt x="180" y="88"/>
                </a:cubicBezTo>
                <a:cubicBezTo>
                  <a:pt x="180" y="80"/>
                  <a:pt x="180" y="62"/>
                  <a:pt x="185" y="30"/>
                </a:cubicBezTo>
                <a:lnTo>
                  <a:pt x="242" y="30"/>
                </a:lnTo>
                <a:cubicBezTo>
                  <a:pt x="249" y="30"/>
                  <a:pt x="253" y="30"/>
                  <a:pt x="259" y="27"/>
                </a:cubicBezTo>
                <a:cubicBezTo>
                  <a:pt x="264" y="22"/>
                  <a:pt x="266" y="15"/>
                  <a:pt x="266" y="13"/>
                </a:cubicBezTo>
                <a:cubicBezTo>
                  <a:pt x="266" y="0"/>
                  <a:pt x="255" y="0"/>
                  <a:pt x="247" y="0"/>
                </a:cubicBezTo>
                <a:lnTo>
                  <a:pt x="79" y="0"/>
                </a:lnTo>
                <a:cubicBezTo>
                  <a:pt x="61" y="0"/>
                  <a:pt x="48" y="4"/>
                  <a:pt x="28" y="23"/>
                </a:cubicBezTo>
                <a:cubicBezTo>
                  <a:pt x="17" y="33"/>
                  <a:pt x="0" y="57"/>
                  <a:pt x="0" y="61"/>
                </a:cubicBezTo>
                <a:cubicBezTo>
                  <a:pt x="0" y="66"/>
                  <a:pt x="6" y="66"/>
                  <a:pt x="7" y="66"/>
                </a:cubicBezTo>
                <a:cubicBezTo>
                  <a:pt x="12" y="66"/>
                  <a:pt x="12" y="65"/>
                  <a:pt x="15" y="61"/>
                </a:cubicBezTo>
                <a:cubicBezTo>
                  <a:pt x="38" y="30"/>
                  <a:pt x="65" y="30"/>
                  <a:pt x="75" y="30"/>
                </a:cubicBezTo>
                <a:lnTo>
                  <a:pt x="102" y="30"/>
                </a:lnTo>
                <a:cubicBezTo>
                  <a:pt x="88" y="79"/>
                  <a:pt x="65" y="132"/>
                  <a:pt x="51" y="159"/>
                </a:cubicBezTo>
                <a:cubicBezTo>
                  <a:pt x="49" y="164"/>
                  <a:pt x="44" y="173"/>
                  <a:pt x="43" y="175"/>
                </a:cubicBezTo>
                <a:cubicBezTo>
                  <a:pt x="43" y="176"/>
                  <a:pt x="43" y="179"/>
                  <a:pt x="43" y="182"/>
                </a:cubicBezTo>
                <a:cubicBezTo>
                  <a:pt x="43" y="189"/>
                  <a:pt x="48" y="195"/>
                  <a:pt x="59" y="195"/>
                </a:cubicBezTo>
                <a:cubicBezTo>
                  <a:pt x="76" y="195"/>
                  <a:pt x="80" y="175"/>
                  <a:pt x="91" y="135"/>
                </a:cubicBezTo>
                <a:lnTo>
                  <a:pt x="118" y="3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25200" bIns="25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1582920" y="1782720"/>
            <a:ext cx="113040" cy="0"/>
          </a:xfrm>
          <a:prstGeom prst="line">
            <a:avLst/>
          </a:prstGeom>
          <a:ln w="10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5040" rIns="95040" tIns="-50040" bIns="-50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602360" y="1812600"/>
            <a:ext cx="73800" cy="109440"/>
          </a:xfrm>
          <a:custGeom>
            <a:avLst/>
            <a:gdLst/>
            <a:ahLst/>
            <a:rect l="0" t="0" r="r" b="b"/>
            <a:pathLst>
              <a:path w="205" h="304">
                <a:moveTo>
                  <a:pt x="98" y="147"/>
                </a:moveTo>
                <a:cubicBezTo>
                  <a:pt x="133" y="147"/>
                  <a:pt x="157" y="171"/>
                  <a:pt x="157" y="218"/>
                </a:cubicBezTo>
                <a:cubicBezTo>
                  <a:pt x="157" y="273"/>
                  <a:pt x="125" y="290"/>
                  <a:pt x="100" y="290"/>
                </a:cubicBezTo>
                <a:cubicBezTo>
                  <a:pt x="82" y="290"/>
                  <a:pt x="42" y="285"/>
                  <a:pt x="24" y="258"/>
                </a:cubicBezTo>
                <a:cubicBezTo>
                  <a:pt x="45" y="258"/>
                  <a:pt x="50" y="244"/>
                  <a:pt x="50" y="233"/>
                </a:cubicBezTo>
                <a:cubicBezTo>
                  <a:pt x="50" y="220"/>
                  <a:pt x="39" y="209"/>
                  <a:pt x="25" y="209"/>
                </a:cubicBezTo>
                <a:cubicBezTo>
                  <a:pt x="13" y="209"/>
                  <a:pt x="0" y="218"/>
                  <a:pt x="0" y="236"/>
                </a:cubicBezTo>
                <a:cubicBezTo>
                  <a:pt x="0" y="277"/>
                  <a:pt x="46" y="304"/>
                  <a:pt x="100" y="304"/>
                </a:cubicBezTo>
                <a:cubicBezTo>
                  <a:pt x="162" y="304"/>
                  <a:pt x="205" y="262"/>
                  <a:pt x="205" y="218"/>
                </a:cubicBezTo>
                <a:cubicBezTo>
                  <a:pt x="205" y="183"/>
                  <a:pt x="176" y="149"/>
                  <a:pt x="128" y="139"/>
                </a:cubicBezTo>
                <a:cubicBezTo>
                  <a:pt x="174" y="121"/>
                  <a:pt x="191" y="89"/>
                  <a:pt x="191" y="61"/>
                </a:cubicBezTo>
                <a:cubicBezTo>
                  <a:pt x="191" y="26"/>
                  <a:pt x="151" y="0"/>
                  <a:pt x="101" y="0"/>
                </a:cubicBezTo>
                <a:cubicBezTo>
                  <a:pt x="52" y="0"/>
                  <a:pt x="14" y="24"/>
                  <a:pt x="14" y="60"/>
                </a:cubicBezTo>
                <a:cubicBezTo>
                  <a:pt x="14" y="75"/>
                  <a:pt x="24" y="83"/>
                  <a:pt x="37" y="83"/>
                </a:cubicBezTo>
                <a:cubicBezTo>
                  <a:pt x="51" y="83"/>
                  <a:pt x="60" y="73"/>
                  <a:pt x="60" y="61"/>
                </a:cubicBezTo>
                <a:cubicBezTo>
                  <a:pt x="60" y="48"/>
                  <a:pt x="51" y="38"/>
                  <a:pt x="37" y="37"/>
                </a:cubicBezTo>
                <a:cubicBezTo>
                  <a:pt x="53" y="18"/>
                  <a:pt x="83" y="13"/>
                  <a:pt x="100" y="13"/>
                </a:cubicBezTo>
                <a:cubicBezTo>
                  <a:pt x="120" y="13"/>
                  <a:pt x="148" y="23"/>
                  <a:pt x="148" y="61"/>
                </a:cubicBezTo>
                <a:cubicBezTo>
                  <a:pt x="148" y="80"/>
                  <a:pt x="142" y="101"/>
                  <a:pt x="130" y="114"/>
                </a:cubicBezTo>
                <a:cubicBezTo>
                  <a:pt x="115" y="131"/>
                  <a:pt x="103" y="132"/>
                  <a:pt x="81" y="134"/>
                </a:cubicBezTo>
                <a:cubicBezTo>
                  <a:pt x="70" y="135"/>
                  <a:pt x="68" y="135"/>
                  <a:pt x="67" y="135"/>
                </a:cubicBezTo>
                <a:cubicBezTo>
                  <a:pt x="67" y="135"/>
                  <a:pt x="62" y="135"/>
                  <a:pt x="62" y="141"/>
                </a:cubicBezTo>
                <a:cubicBezTo>
                  <a:pt x="62" y="147"/>
                  <a:pt x="66" y="147"/>
                  <a:pt x="74" y="147"/>
                </a:cubicBezTo>
                <a:lnTo>
                  <a:pt x="98" y="1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1162080" y="2054880"/>
            <a:ext cx="95760" cy="70560"/>
          </a:xfrm>
          <a:custGeom>
            <a:avLst/>
            <a:gdLst/>
            <a:ahLst/>
            <a:rect l="0" t="0" r="r" b="b"/>
            <a:pathLst>
              <a:path w="266" h="196">
                <a:moveTo>
                  <a:pt x="118" y="30"/>
                </a:moveTo>
                <a:lnTo>
                  <a:pt x="171" y="30"/>
                </a:lnTo>
                <a:cubicBezTo>
                  <a:pt x="164" y="57"/>
                  <a:pt x="154" y="97"/>
                  <a:pt x="154" y="132"/>
                </a:cubicBezTo>
                <a:cubicBezTo>
                  <a:pt x="154" y="151"/>
                  <a:pt x="157" y="162"/>
                  <a:pt x="159" y="171"/>
                </a:cubicBezTo>
                <a:cubicBezTo>
                  <a:pt x="166" y="194"/>
                  <a:pt x="172" y="196"/>
                  <a:pt x="179" y="196"/>
                </a:cubicBezTo>
                <a:cubicBezTo>
                  <a:pt x="190" y="196"/>
                  <a:pt x="200" y="186"/>
                  <a:pt x="200" y="175"/>
                </a:cubicBezTo>
                <a:cubicBezTo>
                  <a:pt x="200" y="172"/>
                  <a:pt x="200" y="170"/>
                  <a:pt x="198" y="166"/>
                </a:cubicBezTo>
                <a:cubicBezTo>
                  <a:pt x="188" y="149"/>
                  <a:pt x="180" y="125"/>
                  <a:pt x="180" y="88"/>
                </a:cubicBezTo>
                <a:cubicBezTo>
                  <a:pt x="180" y="80"/>
                  <a:pt x="180" y="62"/>
                  <a:pt x="186" y="30"/>
                </a:cubicBezTo>
                <a:lnTo>
                  <a:pt x="242" y="30"/>
                </a:lnTo>
                <a:cubicBezTo>
                  <a:pt x="250" y="30"/>
                  <a:pt x="254" y="30"/>
                  <a:pt x="259" y="27"/>
                </a:cubicBezTo>
                <a:cubicBezTo>
                  <a:pt x="265" y="22"/>
                  <a:pt x="266" y="15"/>
                  <a:pt x="266" y="13"/>
                </a:cubicBezTo>
                <a:cubicBezTo>
                  <a:pt x="266" y="0"/>
                  <a:pt x="255" y="0"/>
                  <a:pt x="247" y="0"/>
                </a:cubicBezTo>
                <a:lnTo>
                  <a:pt x="80" y="0"/>
                </a:lnTo>
                <a:cubicBezTo>
                  <a:pt x="62" y="0"/>
                  <a:pt x="49" y="4"/>
                  <a:pt x="29" y="23"/>
                </a:cubicBezTo>
                <a:cubicBezTo>
                  <a:pt x="17" y="33"/>
                  <a:pt x="0" y="57"/>
                  <a:pt x="0" y="61"/>
                </a:cubicBezTo>
                <a:cubicBezTo>
                  <a:pt x="0" y="66"/>
                  <a:pt x="6" y="66"/>
                  <a:pt x="8" y="66"/>
                </a:cubicBezTo>
                <a:cubicBezTo>
                  <a:pt x="13" y="66"/>
                  <a:pt x="13" y="65"/>
                  <a:pt x="16" y="61"/>
                </a:cubicBezTo>
                <a:cubicBezTo>
                  <a:pt x="38" y="30"/>
                  <a:pt x="66" y="30"/>
                  <a:pt x="76" y="30"/>
                </a:cubicBezTo>
                <a:lnTo>
                  <a:pt x="102" y="30"/>
                </a:lnTo>
                <a:cubicBezTo>
                  <a:pt x="89" y="79"/>
                  <a:pt x="64" y="132"/>
                  <a:pt x="51" y="158"/>
                </a:cubicBezTo>
                <a:cubicBezTo>
                  <a:pt x="49" y="164"/>
                  <a:pt x="45" y="173"/>
                  <a:pt x="43" y="175"/>
                </a:cubicBezTo>
                <a:cubicBezTo>
                  <a:pt x="43" y="177"/>
                  <a:pt x="43" y="179"/>
                  <a:pt x="43" y="181"/>
                </a:cubicBezTo>
                <a:cubicBezTo>
                  <a:pt x="43" y="188"/>
                  <a:pt x="48" y="196"/>
                  <a:pt x="59" y="196"/>
                </a:cubicBezTo>
                <a:cubicBezTo>
                  <a:pt x="76" y="196"/>
                  <a:pt x="80" y="175"/>
                  <a:pt x="91" y="136"/>
                </a:cubicBezTo>
                <a:lnTo>
                  <a:pt x="118" y="3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25560" bIns="255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1154880" y="2155320"/>
            <a:ext cx="112680" cy="0"/>
          </a:xfrm>
          <a:prstGeom prst="line">
            <a:avLst/>
          </a:prstGeom>
          <a:ln w="10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5040" rIns="95040" tIns="-50040" bIns="-50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1171440" y="2184840"/>
            <a:ext cx="78840" cy="108000"/>
          </a:xfrm>
          <a:custGeom>
            <a:avLst/>
            <a:gdLst/>
            <a:ahLst/>
            <a:rect l="0" t="0" r="r" b="b"/>
            <a:pathLst>
              <a:path w="219" h="300">
                <a:moveTo>
                  <a:pt x="219" y="227"/>
                </a:moveTo>
                <a:lnTo>
                  <a:pt x="219" y="211"/>
                </a:lnTo>
                <a:lnTo>
                  <a:pt x="169" y="211"/>
                </a:lnTo>
                <a:lnTo>
                  <a:pt x="169" y="13"/>
                </a:lnTo>
                <a:cubicBezTo>
                  <a:pt x="169" y="4"/>
                  <a:pt x="169" y="0"/>
                  <a:pt x="160" y="0"/>
                </a:cubicBezTo>
                <a:cubicBezTo>
                  <a:pt x="154" y="0"/>
                  <a:pt x="152" y="0"/>
                  <a:pt x="148" y="7"/>
                </a:cubicBezTo>
                <a:lnTo>
                  <a:pt x="0" y="211"/>
                </a:lnTo>
                <a:lnTo>
                  <a:pt x="0" y="227"/>
                </a:lnTo>
                <a:lnTo>
                  <a:pt x="132" y="227"/>
                </a:lnTo>
                <a:lnTo>
                  <a:pt x="132" y="263"/>
                </a:lnTo>
                <a:cubicBezTo>
                  <a:pt x="132" y="279"/>
                  <a:pt x="132" y="284"/>
                  <a:pt x="95" y="284"/>
                </a:cubicBezTo>
                <a:lnTo>
                  <a:pt x="83" y="284"/>
                </a:lnTo>
                <a:lnTo>
                  <a:pt x="83" y="300"/>
                </a:lnTo>
                <a:cubicBezTo>
                  <a:pt x="106" y="299"/>
                  <a:pt x="134" y="298"/>
                  <a:pt x="150" y="298"/>
                </a:cubicBezTo>
                <a:cubicBezTo>
                  <a:pt x="167" y="298"/>
                  <a:pt x="195" y="299"/>
                  <a:pt x="217" y="300"/>
                </a:cubicBezTo>
                <a:lnTo>
                  <a:pt x="217" y="284"/>
                </a:lnTo>
                <a:lnTo>
                  <a:pt x="206" y="284"/>
                </a:lnTo>
                <a:cubicBezTo>
                  <a:pt x="169" y="284"/>
                  <a:pt x="169" y="279"/>
                  <a:pt x="169" y="263"/>
                </a:cubicBezTo>
                <a:lnTo>
                  <a:pt x="169" y="227"/>
                </a:lnTo>
                <a:lnTo>
                  <a:pt x="219" y="227"/>
                </a:lnTo>
                <a:moveTo>
                  <a:pt x="135" y="49"/>
                </a:moveTo>
                <a:lnTo>
                  <a:pt x="135" y="211"/>
                </a:lnTo>
                <a:lnTo>
                  <a:pt x="17" y="211"/>
                </a:lnTo>
                <a:lnTo>
                  <a:pt x="135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7430760" y="2124000"/>
            <a:ext cx="255960" cy="203760"/>
          </a:xfrm>
          <a:custGeom>
            <a:avLst/>
            <a:gdLst/>
            <a:ahLst/>
            <a:rect l="0" t="0" r="r" b="b"/>
            <a:pathLst>
              <a:path w="711" h="566">
                <a:moveTo>
                  <a:pt x="192" y="23"/>
                </a:moveTo>
                <a:cubicBezTo>
                  <a:pt x="279" y="23"/>
                  <a:pt x="349" y="95"/>
                  <a:pt x="349" y="227"/>
                </a:cubicBezTo>
                <a:cubicBezTo>
                  <a:pt x="349" y="344"/>
                  <a:pt x="292" y="413"/>
                  <a:pt x="218" y="413"/>
                </a:cubicBezTo>
                <a:cubicBezTo>
                  <a:pt x="138" y="413"/>
                  <a:pt x="63" y="342"/>
                  <a:pt x="63" y="216"/>
                </a:cubicBezTo>
                <a:cubicBezTo>
                  <a:pt x="63" y="79"/>
                  <a:pt x="128" y="23"/>
                  <a:pt x="192" y="23"/>
                </a:cubicBezTo>
                <a:moveTo>
                  <a:pt x="411" y="215"/>
                </a:moveTo>
                <a:cubicBezTo>
                  <a:pt x="411" y="80"/>
                  <a:pt x="318" y="0"/>
                  <a:pt x="201" y="0"/>
                </a:cubicBezTo>
                <a:cubicBezTo>
                  <a:pt x="74" y="0"/>
                  <a:pt x="0" y="101"/>
                  <a:pt x="0" y="227"/>
                </a:cubicBezTo>
                <a:cubicBezTo>
                  <a:pt x="0" y="346"/>
                  <a:pt x="78" y="423"/>
                  <a:pt x="178" y="435"/>
                </a:cubicBezTo>
                <a:cubicBezTo>
                  <a:pt x="138" y="456"/>
                  <a:pt x="101" y="487"/>
                  <a:pt x="78" y="515"/>
                </a:cubicBezTo>
                <a:cubicBezTo>
                  <a:pt x="73" y="519"/>
                  <a:pt x="69" y="525"/>
                  <a:pt x="67" y="530"/>
                </a:cubicBezTo>
                <a:lnTo>
                  <a:pt x="92" y="543"/>
                </a:lnTo>
                <a:cubicBezTo>
                  <a:pt x="99" y="532"/>
                  <a:pt x="108" y="522"/>
                  <a:pt x="116" y="513"/>
                </a:cubicBezTo>
                <a:cubicBezTo>
                  <a:pt x="126" y="507"/>
                  <a:pt x="135" y="504"/>
                  <a:pt x="140" y="504"/>
                </a:cubicBezTo>
                <a:cubicBezTo>
                  <a:pt x="167" y="504"/>
                  <a:pt x="192" y="517"/>
                  <a:pt x="217" y="532"/>
                </a:cubicBezTo>
                <a:cubicBezTo>
                  <a:pt x="247" y="549"/>
                  <a:pt x="281" y="566"/>
                  <a:pt x="327" y="566"/>
                </a:cubicBezTo>
                <a:cubicBezTo>
                  <a:pt x="368" y="566"/>
                  <a:pt x="396" y="549"/>
                  <a:pt x="421" y="513"/>
                </a:cubicBezTo>
                <a:lnTo>
                  <a:pt x="410" y="505"/>
                </a:lnTo>
                <a:cubicBezTo>
                  <a:pt x="396" y="523"/>
                  <a:pt x="372" y="529"/>
                  <a:pt x="353" y="529"/>
                </a:cubicBezTo>
                <a:cubicBezTo>
                  <a:pt x="326" y="529"/>
                  <a:pt x="300" y="518"/>
                  <a:pt x="271" y="505"/>
                </a:cubicBezTo>
                <a:cubicBezTo>
                  <a:pt x="241" y="490"/>
                  <a:pt x="208" y="476"/>
                  <a:pt x="171" y="476"/>
                </a:cubicBezTo>
                <a:cubicBezTo>
                  <a:pt x="167" y="476"/>
                  <a:pt x="162" y="476"/>
                  <a:pt x="158" y="477"/>
                </a:cubicBezTo>
                <a:cubicBezTo>
                  <a:pt x="190" y="453"/>
                  <a:pt x="222" y="440"/>
                  <a:pt x="243" y="434"/>
                </a:cubicBezTo>
                <a:cubicBezTo>
                  <a:pt x="298" y="425"/>
                  <a:pt x="341" y="396"/>
                  <a:pt x="371" y="354"/>
                </a:cubicBezTo>
                <a:cubicBezTo>
                  <a:pt x="397" y="317"/>
                  <a:pt x="411" y="270"/>
                  <a:pt x="411" y="215"/>
                </a:cubicBezTo>
                <a:moveTo>
                  <a:pt x="616" y="65"/>
                </a:moveTo>
                <a:cubicBezTo>
                  <a:pt x="636" y="82"/>
                  <a:pt x="654" y="132"/>
                  <a:pt x="654" y="219"/>
                </a:cubicBezTo>
                <a:cubicBezTo>
                  <a:pt x="654" y="280"/>
                  <a:pt x="652" y="321"/>
                  <a:pt x="643" y="354"/>
                </a:cubicBezTo>
                <a:cubicBezTo>
                  <a:pt x="629" y="408"/>
                  <a:pt x="596" y="414"/>
                  <a:pt x="585" y="414"/>
                </a:cubicBezTo>
                <a:cubicBezTo>
                  <a:pt x="524" y="414"/>
                  <a:pt x="517" y="302"/>
                  <a:pt x="517" y="245"/>
                </a:cubicBezTo>
                <a:cubicBezTo>
                  <a:pt x="517" y="84"/>
                  <a:pt x="557" y="54"/>
                  <a:pt x="587" y="54"/>
                </a:cubicBezTo>
                <a:cubicBezTo>
                  <a:pt x="598" y="54"/>
                  <a:pt x="608" y="58"/>
                  <a:pt x="616" y="65"/>
                </a:cubicBezTo>
                <a:moveTo>
                  <a:pt x="711" y="232"/>
                </a:moveTo>
                <a:cubicBezTo>
                  <a:pt x="711" y="167"/>
                  <a:pt x="695" y="112"/>
                  <a:pt x="666" y="74"/>
                </a:cubicBezTo>
                <a:cubicBezTo>
                  <a:pt x="649" y="51"/>
                  <a:pt x="622" y="31"/>
                  <a:pt x="587" y="31"/>
                </a:cubicBezTo>
                <a:cubicBezTo>
                  <a:pt x="522" y="31"/>
                  <a:pt x="460" y="108"/>
                  <a:pt x="460" y="238"/>
                </a:cubicBezTo>
                <a:cubicBezTo>
                  <a:pt x="460" y="308"/>
                  <a:pt x="481" y="374"/>
                  <a:pt x="517" y="409"/>
                </a:cubicBezTo>
                <a:cubicBezTo>
                  <a:pt x="536" y="428"/>
                  <a:pt x="559" y="436"/>
                  <a:pt x="584" y="436"/>
                </a:cubicBezTo>
                <a:cubicBezTo>
                  <a:pt x="634" y="436"/>
                  <a:pt x="711" y="385"/>
                  <a:pt x="711" y="23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7430760" y="2503800"/>
            <a:ext cx="245880" cy="203760"/>
          </a:xfrm>
          <a:custGeom>
            <a:avLst/>
            <a:gdLst/>
            <a:ahLst/>
            <a:rect l="0" t="0" r="r" b="b"/>
            <a:pathLst>
              <a:path w="683" h="566">
                <a:moveTo>
                  <a:pt x="192" y="23"/>
                </a:moveTo>
                <a:cubicBezTo>
                  <a:pt x="279" y="23"/>
                  <a:pt x="349" y="95"/>
                  <a:pt x="349" y="227"/>
                </a:cubicBezTo>
                <a:cubicBezTo>
                  <a:pt x="349" y="344"/>
                  <a:pt x="292" y="413"/>
                  <a:pt x="218" y="413"/>
                </a:cubicBezTo>
                <a:cubicBezTo>
                  <a:pt x="138" y="413"/>
                  <a:pt x="63" y="342"/>
                  <a:pt x="63" y="216"/>
                </a:cubicBezTo>
                <a:cubicBezTo>
                  <a:pt x="63" y="79"/>
                  <a:pt x="128" y="23"/>
                  <a:pt x="192" y="23"/>
                </a:cubicBezTo>
                <a:moveTo>
                  <a:pt x="201" y="0"/>
                </a:moveTo>
                <a:cubicBezTo>
                  <a:pt x="74" y="0"/>
                  <a:pt x="0" y="101"/>
                  <a:pt x="0" y="227"/>
                </a:cubicBezTo>
                <a:cubicBezTo>
                  <a:pt x="0" y="346"/>
                  <a:pt x="78" y="423"/>
                  <a:pt x="178" y="435"/>
                </a:cubicBezTo>
                <a:cubicBezTo>
                  <a:pt x="138" y="456"/>
                  <a:pt x="101" y="487"/>
                  <a:pt x="78" y="515"/>
                </a:cubicBezTo>
                <a:cubicBezTo>
                  <a:pt x="73" y="519"/>
                  <a:pt x="69" y="525"/>
                  <a:pt x="67" y="530"/>
                </a:cubicBezTo>
                <a:lnTo>
                  <a:pt x="92" y="543"/>
                </a:lnTo>
                <a:cubicBezTo>
                  <a:pt x="99" y="532"/>
                  <a:pt x="108" y="522"/>
                  <a:pt x="116" y="513"/>
                </a:cubicBezTo>
                <a:cubicBezTo>
                  <a:pt x="126" y="507"/>
                  <a:pt x="135" y="504"/>
                  <a:pt x="140" y="504"/>
                </a:cubicBezTo>
                <a:cubicBezTo>
                  <a:pt x="167" y="504"/>
                  <a:pt x="192" y="517"/>
                  <a:pt x="217" y="532"/>
                </a:cubicBezTo>
                <a:cubicBezTo>
                  <a:pt x="247" y="549"/>
                  <a:pt x="281" y="566"/>
                  <a:pt x="327" y="566"/>
                </a:cubicBezTo>
                <a:cubicBezTo>
                  <a:pt x="368" y="566"/>
                  <a:pt x="396" y="549"/>
                  <a:pt x="421" y="513"/>
                </a:cubicBezTo>
                <a:lnTo>
                  <a:pt x="410" y="505"/>
                </a:lnTo>
                <a:cubicBezTo>
                  <a:pt x="396" y="523"/>
                  <a:pt x="372" y="529"/>
                  <a:pt x="353" y="529"/>
                </a:cubicBezTo>
                <a:cubicBezTo>
                  <a:pt x="326" y="529"/>
                  <a:pt x="300" y="518"/>
                  <a:pt x="271" y="505"/>
                </a:cubicBezTo>
                <a:cubicBezTo>
                  <a:pt x="241" y="490"/>
                  <a:pt x="208" y="476"/>
                  <a:pt x="171" y="476"/>
                </a:cubicBezTo>
                <a:cubicBezTo>
                  <a:pt x="167" y="476"/>
                  <a:pt x="162" y="476"/>
                  <a:pt x="158" y="477"/>
                </a:cubicBezTo>
                <a:cubicBezTo>
                  <a:pt x="190" y="453"/>
                  <a:pt x="222" y="440"/>
                  <a:pt x="243" y="434"/>
                </a:cubicBezTo>
                <a:cubicBezTo>
                  <a:pt x="298" y="425"/>
                  <a:pt x="341" y="396"/>
                  <a:pt x="371" y="354"/>
                </a:cubicBezTo>
                <a:cubicBezTo>
                  <a:pt x="397" y="317"/>
                  <a:pt x="411" y="270"/>
                  <a:pt x="411" y="215"/>
                </a:cubicBezTo>
                <a:cubicBezTo>
                  <a:pt x="411" y="80"/>
                  <a:pt x="318" y="0"/>
                  <a:pt x="201" y="0"/>
                </a:cubicBezTo>
                <a:moveTo>
                  <a:pt x="623" y="350"/>
                </a:moveTo>
                <a:lnTo>
                  <a:pt x="623" y="123"/>
                </a:lnTo>
                <a:cubicBezTo>
                  <a:pt x="623" y="84"/>
                  <a:pt x="624" y="44"/>
                  <a:pt x="625" y="36"/>
                </a:cubicBezTo>
                <a:cubicBezTo>
                  <a:pt x="625" y="33"/>
                  <a:pt x="623" y="32"/>
                  <a:pt x="621" y="32"/>
                </a:cubicBezTo>
                <a:cubicBezTo>
                  <a:pt x="585" y="55"/>
                  <a:pt x="551" y="71"/>
                  <a:pt x="493" y="98"/>
                </a:cubicBezTo>
                <a:cubicBezTo>
                  <a:pt x="494" y="106"/>
                  <a:pt x="497" y="112"/>
                  <a:pt x="503" y="115"/>
                </a:cubicBezTo>
                <a:cubicBezTo>
                  <a:pt x="532" y="103"/>
                  <a:pt x="547" y="99"/>
                  <a:pt x="560" y="99"/>
                </a:cubicBezTo>
                <a:cubicBezTo>
                  <a:pt x="570" y="99"/>
                  <a:pt x="573" y="115"/>
                  <a:pt x="573" y="137"/>
                </a:cubicBezTo>
                <a:lnTo>
                  <a:pt x="573" y="350"/>
                </a:lnTo>
                <a:cubicBezTo>
                  <a:pt x="573" y="404"/>
                  <a:pt x="555" y="408"/>
                  <a:pt x="509" y="410"/>
                </a:cubicBezTo>
                <a:cubicBezTo>
                  <a:pt x="506" y="414"/>
                  <a:pt x="506" y="427"/>
                  <a:pt x="509" y="431"/>
                </a:cubicBezTo>
                <a:cubicBezTo>
                  <a:pt x="542" y="430"/>
                  <a:pt x="564" y="430"/>
                  <a:pt x="600" y="430"/>
                </a:cubicBezTo>
                <a:cubicBezTo>
                  <a:pt x="631" y="430"/>
                  <a:pt x="647" y="430"/>
                  <a:pt x="680" y="431"/>
                </a:cubicBezTo>
                <a:cubicBezTo>
                  <a:pt x="684" y="427"/>
                  <a:pt x="684" y="414"/>
                  <a:pt x="680" y="410"/>
                </a:cubicBezTo>
                <a:cubicBezTo>
                  <a:pt x="634" y="408"/>
                  <a:pt x="623" y="404"/>
                  <a:pt x="623" y="3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7430760" y="2844000"/>
            <a:ext cx="253440" cy="204120"/>
          </a:xfrm>
          <a:custGeom>
            <a:avLst/>
            <a:gdLst/>
            <a:ahLst/>
            <a:rect l="0" t="0" r="r" b="b"/>
            <a:pathLst>
              <a:path w="704" h="567">
                <a:moveTo>
                  <a:pt x="192" y="24"/>
                </a:moveTo>
                <a:cubicBezTo>
                  <a:pt x="279" y="24"/>
                  <a:pt x="349" y="95"/>
                  <a:pt x="349" y="228"/>
                </a:cubicBezTo>
                <a:cubicBezTo>
                  <a:pt x="349" y="344"/>
                  <a:pt x="292" y="413"/>
                  <a:pt x="218" y="413"/>
                </a:cubicBezTo>
                <a:cubicBezTo>
                  <a:pt x="138" y="413"/>
                  <a:pt x="63" y="342"/>
                  <a:pt x="63" y="216"/>
                </a:cubicBezTo>
                <a:cubicBezTo>
                  <a:pt x="63" y="79"/>
                  <a:pt x="128" y="24"/>
                  <a:pt x="192" y="24"/>
                </a:cubicBezTo>
                <a:moveTo>
                  <a:pt x="201" y="0"/>
                </a:moveTo>
                <a:cubicBezTo>
                  <a:pt x="74" y="0"/>
                  <a:pt x="0" y="101"/>
                  <a:pt x="0" y="228"/>
                </a:cubicBezTo>
                <a:cubicBezTo>
                  <a:pt x="0" y="346"/>
                  <a:pt x="78" y="424"/>
                  <a:pt x="178" y="435"/>
                </a:cubicBezTo>
                <a:cubicBezTo>
                  <a:pt x="138" y="456"/>
                  <a:pt x="101" y="487"/>
                  <a:pt x="78" y="515"/>
                </a:cubicBezTo>
                <a:cubicBezTo>
                  <a:pt x="73" y="520"/>
                  <a:pt x="69" y="525"/>
                  <a:pt x="67" y="530"/>
                </a:cubicBezTo>
                <a:lnTo>
                  <a:pt x="92" y="543"/>
                </a:lnTo>
                <a:cubicBezTo>
                  <a:pt x="99" y="533"/>
                  <a:pt x="108" y="522"/>
                  <a:pt x="116" y="513"/>
                </a:cubicBezTo>
                <a:cubicBezTo>
                  <a:pt x="126" y="507"/>
                  <a:pt x="135" y="505"/>
                  <a:pt x="140" y="505"/>
                </a:cubicBezTo>
                <a:cubicBezTo>
                  <a:pt x="167" y="505"/>
                  <a:pt x="192" y="518"/>
                  <a:pt x="217" y="532"/>
                </a:cubicBezTo>
                <a:cubicBezTo>
                  <a:pt x="247" y="549"/>
                  <a:pt x="281" y="567"/>
                  <a:pt x="327" y="567"/>
                </a:cubicBezTo>
                <a:cubicBezTo>
                  <a:pt x="368" y="567"/>
                  <a:pt x="396" y="550"/>
                  <a:pt x="421" y="513"/>
                </a:cubicBezTo>
                <a:lnTo>
                  <a:pt x="410" y="505"/>
                </a:lnTo>
                <a:cubicBezTo>
                  <a:pt x="396" y="523"/>
                  <a:pt x="372" y="529"/>
                  <a:pt x="353" y="529"/>
                </a:cubicBezTo>
                <a:cubicBezTo>
                  <a:pt x="326" y="529"/>
                  <a:pt x="300" y="518"/>
                  <a:pt x="271" y="505"/>
                </a:cubicBezTo>
                <a:cubicBezTo>
                  <a:pt x="241" y="490"/>
                  <a:pt x="208" y="476"/>
                  <a:pt x="171" y="476"/>
                </a:cubicBezTo>
                <a:cubicBezTo>
                  <a:pt x="167" y="476"/>
                  <a:pt x="162" y="477"/>
                  <a:pt x="158" y="477"/>
                </a:cubicBezTo>
                <a:cubicBezTo>
                  <a:pt x="190" y="454"/>
                  <a:pt x="222" y="440"/>
                  <a:pt x="243" y="434"/>
                </a:cubicBezTo>
                <a:cubicBezTo>
                  <a:pt x="298" y="425"/>
                  <a:pt x="341" y="396"/>
                  <a:pt x="371" y="354"/>
                </a:cubicBezTo>
                <a:cubicBezTo>
                  <a:pt x="397" y="318"/>
                  <a:pt x="411" y="270"/>
                  <a:pt x="411" y="215"/>
                </a:cubicBezTo>
                <a:cubicBezTo>
                  <a:pt x="411" y="80"/>
                  <a:pt x="318" y="0"/>
                  <a:pt x="201" y="0"/>
                </a:cubicBezTo>
                <a:moveTo>
                  <a:pt x="501" y="150"/>
                </a:moveTo>
                <a:cubicBezTo>
                  <a:pt x="512" y="150"/>
                  <a:pt x="532" y="139"/>
                  <a:pt x="532" y="124"/>
                </a:cubicBezTo>
                <a:cubicBezTo>
                  <a:pt x="532" y="118"/>
                  <a:pt x="530" y="115"/>
                  <a:pt x="529" y="110"/>
                </a:cubicBezTo>
                <a:cubicBezTo>
                  <a:pt x="528" y="106"/>
                  <a:pt x="524" y="99"/>
                  <a:pt x="524" y="94"/>
                </a:cubicBezTo>
                <a:cubicBezTo>
                  <a:pt x="524" y="78"/>
                  <a:pt x="541" y="54"/>
                  <a:pt x="589" y="54"/>
                </a:cubicBezTo>
                <a:cubicBezTo>
                  <a:pt x="612" y="54"/>
                  <a:pt x="646" y="71"/>
                  <a:pt x="646" y="133"/>
                </a:cubicBezTo>
                <a:cubicBezTo>
                  <a:pt x="646" y="175"/>
                  <a:pt x="630" y="209"/>
                  <a:pt x="592" y="248"/>
                </a:cubicBezTo>
                <a:lnTo>
                  <a:pt x="543" y="296"/>
                </a:lnTo>
                <a:cubicBezTo>
                  <a:pt x="479" y="361"/>
                  <a:pt x="469" y="393"/>
                  <a:pt x="469" y="431"/>
                </a:cubicBezTo>
                <a:cubicBezTo>
                  <a:pt x="469" y="431"/>
                  <a:pt x="502" y="430"/>
                  <a:pt x="523" y="430"/>
                </a:cubicBezTo>
                <a:lnTo>
                  <a:pt x="638" y="430"/>
                </a:lnTo>
                <a:cubicBezTo>
                  <a:pt x="659" y="430"/>
                  <a:pt x="689" y="431"/>
                  <a:pt x="689" y="431"/>
                </a:cubicBezTo>
                <a:cubicBezTo>
                  <a:pt x="697" y="397"/>
                  <a:pt x="704" y="348"/>
                  <a:pt x="704" y="328"/>
                </a:cubicBezTo>
                <a:cubicBezTo>
                  <a:pt x="700" y="325"/>
                  <a:pt x="692" y="324"/>
                  <a:pt x="685" y="325"/>
                </a:cubicBezTo>
                <a:cubicBezTo>
                  <a:pt x="674" y="371"/>
                  <a:pt x="663" y="388"/>
                  <a:pt x="640" y="388"/>
                </a:cubicBezTo>
                <a:lnTo>
                  <a:pt x="523" y="388"/>
                </a:lnTo>
                <a:cubicBezTo>
                  <a:pt x="523" y="356"/>
                  <a:pt x="568" y="312"/>
                  <a:pt x="572" y="309"/>
                </a:cubicBezTo>
                <a:lnTo>
                  <a:pt x="638" y="245"/>
                </a:lnTo>
                <a:cubicBezTo>
                  <a:pt x="675" y="209"/>
                  <a:pt x="703" y="180"/>
                  <a:pt x="703" y="131"/>
                </a:cubicBezTo>
                <a:cubicBezTo>
                  <a:pt x="703" y="60"/>
                  <a:pt x="646" y="31"/>
                  <a:pt x="593" y="31"/>
                </a:cubicBezTo>
                <a:cubicBezTo>
                  <a:pt x="520" y="31"/>
                  <a:pt x="475" y="85"/>
                  <a:pt x="475" y="124"/>
                </a:cubicBezTo>
                <a:cubicBezTo>
                  <a:pt x="475" y="138"/>
                  <a:pt x="487" y="150"/>
                  <a:pt x="501" y="1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7426800" y="3188880"/>
            <a:ext cx="253800" cy="204120"/>
          </a:xfrm>
          <a:custGeom>
            <a:avLst/>
            <a:gdLst/>
            <a:ahLst/>
            <a:rect l="0" t="0" r="r" b="b"/>
            <a:pathLst>
              <a:path w="705" h="567">
                <a:moveTo>
                  <a:pt x="349" y="228"/>
                </a:moveTo>
                <a:cubicBezTo>
                  <a:pt x="349" y="345"/>
                  <a:pt x="293" y="413"/>
                  <a:pt x="218" y="413"/>
                </a:cubicBezTo>
                <a:cubicBezTo>
                  <a:pt x="138" y="413"/>
                  <a:pt x="63" y="342"/>
                  <a:pt x="63" y="217"/>
                </a:cubicBezTo>
                <a:cubicBezTo>
                  <a:pt x="63" y="79"/>
                  <a:pt x="128" y="24"/>
                  <a:pt x="193" y="24"/>
                </a:cubicBezTo>
                <a:cubicBezTo>
                  <a:pt x="279" y="24"/>
                  <a:pt x="349" y="96"/>
                  <a:pt x="349" y="228"/>
                </a:cubicBezTo>
                <a:moveTo>
                  <a:pt x="201" y="0"/>
                </a:moveTo>
                <a:cubicBezTo>
                  <a:pt x="74" y="0"/>
                  <a:pt x="0" y="102"/>
                  <a:pt x="0" y="228"/>
                </a:cubicBezTo>
                <a:cubicBezTo>
                  <a:pt x="0" y="346"/>
                  <a:pt x="79" y="424"/>
                  <a:pt x="178" y="436"/>
                </a:cubicBezTo>
                <a:cubicBezTo>
                  <a:pt x="138" y="456"/>
                  <a:pt x="102" y="487"/>
                  <a:pt x="78" y="515"/>
                </a:cubicBezTo>
                <a:cubicBezTo>
                  <a:pt x="74" y="520"/>
                  <a:pt x="70" y="525"/>
                  <a:pt x="67" y="530"/>
                </a:cubicBezTo>
                <a:lnTo>
                  <a:pt x="93" y="543"/>
                </a:lnTo>
                <a:cubicBezTo>
                  <a:pt x="100" y="533"/>
                  <a:pt x="108" y="522"/>
                  <a:pt x="117" y="513"/>
                </a:cubicBezTo>
                <a:cubicBezTo>
                  <a:pt x="126" y="507"/>
                  <a:pt x="135" y="505"/>
                  <a:pt x="140" y="505"/>
                </a:cubicBezTo>
                <a:cubicBezTo>
                  <a:pt x="168" y="505"/>
                  <a:pt x="192" y="518"/>
                  <a:pt x="217" y="532"/>
                </a:cubicBezTo>
                <a:cubicBezTo>
                  <a:pt x="248" y="549"/>
                  <a:pt x="281" y="567"/>
                  <a:pt x="327" y="567"/>
                </a:cubicBezTo>
                <a:cubicBezTo>
                  <a:pt x="369" y="567"/>
                  <a:pt x="396" y="550"/>
                  <a:pt x="421" y="513"/>
                </a:cubicBezTo>
                <a:lnTo>
                  <a:pt x="410" y="505"/>
                </a:lnTo>
                <a:cubicBezTo>
                  <a:pt x="396" y="523"/>
                  <a:pt x="372" y="530"/>
                  <a:pt x="353" y="530"/>
                </a:cubicBezTo>
                <a:cubicBezTo>
                  <a:pt x="326" y="530"/>
                  <a:pt x="300" y="519"/>
                  <a:pt x="272" y="505"/>
                </a:cubicBezTo>
                <a:cubicBezTo>
                  <a:pt x="241" y="490"/>
                  <a:pt x="208" y="476"/>
                  <a:pt x="171" y="476"/>
                </a:cubicBezTo>
                <a:cubicBezTo>
                  <a:pt x="167" y="476"/>
                  <a:pt x="163" y="477"/>
                  <a:pt x="158" y="477"/>
                </a:cubicBezTo>
                <a:cubicBezTo>
                  <a:pt x="190" y="454"/>
                  <a:pt x="222" y="440"/>
                  <a:pt x="244" y="434"/>
                </a:cubicBezTo>
                <a:cubicBezTo>
                  <a:pt x="298" y="425"/>
                  <a:pt x="342" y="396"/>
                  <a:pt x="371" y="354"/>
                </a:cubicBezTo>
                <a:cubicBezTo>
                  <a:pt x="397" y="318"/>
                  <a:pt x="412" y="270"/>
                  <a:pt x="412" y="215"/>
                </a:cubicBezTo>
                <a:cubicBezTo>
                  <a:pt x="412" y="80"/>
                  <a:pt x="318" y="0"/>
                  <a:pt x="201" y="0"/>
                </a:cubicBezTo>
                <a:moveTo>
                  <a:pt x="576" y="54"/>
                </a:moveTo>
                <a:cubicBezTo>
                  <a:pt x="604" y="54"/>
                  <a:pt x="630" y="71"/>
                  <a:pt x="630" y="114"/>
                </a:cubicBezTo>
                <a:cubicBezTo>
                  <a:pt x="630" y="147"/>
                  <a:pt x="592" y="196"/>
                  <a:pt x="527" y="205"/>
                </a:cubicBezTo>
                <a:lnTo>
                  <a:pt x="531" y="226"/>
                </a:lnTo>
                <a:cubicBezTo>
                  <a:pt x="542" y="225"/>
                  <a:pt x="554" y="225"/>
                  <a:pt x="562" y="225"/>
                </a:cubicBezTo>
                <a:cubicBezTo>
                  <a:pt x="599" y="225"/>
                  <a:pt x="648" y="236"/>
                  <a:pt x="648" y="309"/>
                </a:cubicBezTo>
                <a:cubicBezTo>
                  <a:pt x="648" y="396"/>
                  <a:pt x="590" y="414"/>
                  <a:pt x="567" y="414"/>
                </a:cubicBezTo>
                <a:cubicBezTo>
                  <a:pt x="533" y="414"/>
                  <a:pt x="527" y="399"/>
                  <a:pt x="520" y="387"/>
                </a:cubicBezTo>
                <a:cubicBezTo>
                  <a:pt x="513" y="378"/>
                  <a:pt x="505" y="370"/>
                  <a:pt x="491" y="370"/>
                </a:cubicBezTo>
                <a:cubicBezTo>
                  <a:pt x="478" y="370"/>
                  <a:pt x="464" y="383"/>
                  <a:pt x="464" y="393"/>
                </a:cubicBezTo>
                <a:cubicBezTo>
                  <a:pt x="464" y="419"/>
                  <a:pt x="519" y="437"/>
                  <a:pt x="558" y="437"/>
                </a:cubicBezTo>
                <a:cubicBezTo>
                  <a:pt x="636" y="437"/>
                  <a:pt x="705" y="387"/>
                  <a:pt x="705" y="300"/>
                </a:cubicBezTo>
                <a:cubicBezTo>
                  <a:pt x="705" y="229"/>
                  <a:pt x="652" y="204"/>
                  <a:pt x="613" y="197"/>
                </a:cubicBezTo>
                <a:lnTo>
                  <a:pt x="612" y="196"/>
                </a:lnTo>
                <a:cubicBezTo>
                  <a:pt x="666" y="171"/>
                  <a:pt x="681" y="143"/>
                  <a:pt x="681" y="109"/>
                </a:cubicBezTo>
                <a:cubicBezTo>
                  <a:pt x="681" y="90"/>
                  <a:pt x="677" y="73"/>
                  <a:pt x="661" y="57"/>
                </a:cubicBezTo>
                <a:cubicBezTo>
                  <a:pt x="646" y="43"/>
                  <a:pt x="624" y="32"/>
                  <a:pt x="590" y="32"/>
                </a:cubicBezTo>
                <a:cubicBezTo>
                  <a:pt x="493" y="32"/>
                  <a:pt x="466" y="94"/>
                  <a:pt x="466" y="116"/>
                </a:cubicBezTo>
                <a:cubicBezTo>
                  <a:pt x="466" y="125"/>
                  <a:pt x="473" y="138"/>
                  <a:pt x="488" y="138"/>
                </a:cubicBezTo>
                <a:cubicBezTo>
                  <a:pt x="511" y="138"/>
                  <a:pt x="514" y="117"/>
                  <a:pt x="514" y="104"/>
                </a:cubicBezTo>
                <a:cubicBezTo>
                  <a:pt x="514" y="62"/>
                  <a:pt x="559" y="54"/>
                  <a:pt x="576" y="5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7426800" y="3569040"/>
            <a:ext cx="261360" cy="203760"/>
          </a:xfrm>
          <a:custGeom>
            <a:avLst/>
            <a:gdLst/>
            <a:ahLst/>
            <a:rect l="0" t="0" r="r" b="b"/>
            <a:pathLst>
              <a:path w="726" h="566">
                <a:moveTo>
                  <a:pt x="349" y="227"/>
                </a:moveTo>
                <a:cubicBezTo>
                  <a:pt x="349" y="344"/>
                  <a:pt x="293" y="413"/>
                  <a:pt x="218" y="413"/>
                </a:cubicBezTo>
                <a:cubicBezTo>
                  <a:pt x="138" y="413"/>
                  <a:pt x="63" y="341"/>
                  <a:pt x="63" y="216"/>
                </a:cubicBezTo>
                <a:cubicBezTo>
                  <a:pt x="63" y="79"/>
                  <a:pt x="128" y="23"/>
                  <a:pt x="193" y="23"/>
                </a:cubicBezTo>
                <a:cubicBezTo>
                  <a:pt x="279" y="23"/>
                  <a:pt x="349" y="95"/>
                  <a:pt x="349" y="227"/>
                </a:cubicBezTo>
                <a:moveTo>
                  <a:pt x="201" y="0"/>
                </a:moveTo>
                <a:cubicBezTo>
                  <a:pt x="74" y="0"/>
                  <a:pt x="0" y="101"/>
                  <a:pt x="0" y="227"/>
                </a:cubicBezTo>
                <a:cubicBezTo>
                  <a:pt x="0" y="345"/>
                  <a:pt x="79" y="423"/>
                  <a:pt x="178" y="435"/>
                </a:cubicBezTo>
                <a:cubicBezTo>
                  <a:pt x="138" y="456"/>
                  <a:pt x="102" y="486"/>
                  <a:pt x="78" y="515"/>
                </a:cubicBezTo>
                <a:cubicBezTo>
                  <a:pt x="74" y="519"/>
                  <a:pt x="70" y="524"/>
                  <a:pt x="67" y="530"/>
                </a:cubicBezTo>
                <a:lnTo>
                  <a:pt x="93" y="543"/>
                </a:lnTo>
                <a:cubicBezTo>
                  <a:pt x="100" y="532"/>
                  <a:pt x="108" y="522"/>
                  <a:pt x="117" y="513"/>
                </a:cubicBezTo>
                <a:cubicBezTo>
                  <a:pt x="126" y="507"/>
                  <a:pt x="135" y="504"/>
                  <a:pt x="140" y="504"/>
                </a:cubicBezTo>
                <a:cubicBezTo>
                  <a:pt x="168" y="504"/>
                  <a:pt x="192" y="517"/>
                  <a:pt x="217" y="532"/>
                </a:cubicBezTo>
                <a:cubicBezTo>
                  <a:pt x="248" y="549"/>
                  <a:pt x="281" y="566"/>
                  <a:pt x="327" y="566"/>
                </a:cubicBezTo>
                <a:cubicBezTo>
                  <a:pt x="369" y="566"/>
                  <a:pt x="396" y="549"/>
                  <a:pt x="421" y="513"/>
                </a:cubicBezTo>
                <a:lnTo>
                  <a:pt x="410" y="505"/>
                </a:lnTo>
                <a:cubicBezTo>
                  <a:pt x="396" y="522"/>
                  <a:pt x="372" y="529"/>
                  <a:pt x="353" y="529"/>
                </a:cubicBezTo>
                <a:cubicBezTo>
                  <a:pt x="326" y="529"/>
                  <a:pt x="300" y="518"/>
                  <a:pt x="272" y="505"/>
                </a:cubicBezTo>
                <a:cubicBezTo>
                  <a:pt x="241" y="490"/>
                  <a:pt x="208" y="475"/>
                  <a:pt x="171" y="475"/>
                </a:cubicBezTo>
                <a:cubicBezTo>
                  <a:pt x="167" y="475"/>
                  <a:pt x="163" y="476"/>
                  <a:pt x="158" y="477"/>
                </a:cubicBezTo>
                <a:cubicBezTo>
                  <a:pt x="190" y="453"/>
                  <a:pt x="222" y="439"/>
                  <a:pt x="244" y="433"/>
                </a:cubicBezTo>
                <a:cubicBezTo>
                  <a:pt x="298" y="424"/>
                  <a:pt x="342" y="396"/>
                  <a:pt x="371" y="354"/>
                </a:cubicBezTo>
                <a:cubicBezTo>
                  <a:pt x="397" y="317"/>
                  <a:pt x="412" y="269"/>
                  <a:pt x="412" y="215"/>
                </a:cubicBezTo>
                <a:cubicBezTo>
                  <a:pt x="412" y="79"/>
                  <a:pt x="318" y="0"/>
                  <a:pt x="201" y="0"/>
                </a:cubicBezTo>
                <a:moveTo>
                  <a:pt x="612" y="286"/>
                </a:moveTo>
                <a:lnTo>
                  <a:pt x="488" y="286"/>
                </a:lnTo>
                <a:cubicBezTo>
                  <a:pt x="521" y="233"/>
                  <a:pt x="567" y="160"/>
                  <a:pt x="612" y="98"/>
                </a:cubicBezTo>
                <a:lnTo>
                  <a:pt x="612" y="286"/>
                </a:lnTo>
                <a:moveTo>
                  <a:pt x="716" y="286"/>
                </a:moveTo>
                <a:lnTo>
                  <a:pt x="662" y="286"/>
                </a:lnTo>
                <a:lnTo>
                  <a:pt x="662" y="96"/>
                </a:lnTo>
                <a:cubicBezTo>
                  <a:pt x="662" y="63"/>
                  <a:pt x="662" y="37"/>
                  <a:pt x="663" y="32"/>
                </a:cubicBezTo>
                <a:lnTo>
                  <a:pt x="662" y="31"/>
                </a:lnTo>
                <a:lnTo>
                  <a:pt x="641" y="31"/>
                </a:lnTo>
                <a:cubicBezTo>
                  <a:pt x="637" y="31"/>
                  <a:pt x="633" y="35"/>
                  <a:pt x="631" y="38"/>
                </a:cubicBezTo>
                <a:cubicBezTo>
                  <a:pt x="590" y="89"/>
                  <a:pt x="513" y="196"/>
                  <a:pt x="454" y="290"/>
                </a:cubicBezTo>
                <a:cubicBezTo>
                  <a:pt x="456" y="300"/>
                  <a:pt x="459" y="317"/>
                  <a:pt x="479" y="317"/>
                </a:cubicBezTo>
                <a:lnTo>
                  <a:pt x="612" y="317"/>
                </a:lnTo>
                <a:lnTo>
                  <a:pt x="612" y="377"/>
                </a:lnTo>
                <a:cubicBezTo>
                  <a:pt x="612" y="407"/>
                  <a:pt x="588" y="407"/>
                  <a:pt x="559" y="409"/>
                </a:cubicBezTo>
                <a:cubicBezTo>
                  <a:pt x="556" y="413"/>
                  <a:pt x="556" y="427"/>
                  <a:pt x="559" y="431"/>
                </a:cubicBezTo>
                <a:cubicBezTo>
                  <a:pt x="580" y="430"/>
                  <a:pt x="607" y="430"/>
                  <a:pt x="637" y="430"/>
                </a:cubicBezTo>
                <a:cubicBezTo>
                  <a:pt x="662" y="430"/>
                  <a:pt x="687" y="430"/>
                  <a:pt x="708" y="431"/>
                </a:cubicBezTo>
                <a:cubicBezTo>
                  <a:pt x="712" y="427"/>
                  <a:pt x="712" y="413"/>
                  <a:pt x="708" y="409"/>
                </a:cubicBezTo>
                <a:cubicBezTo>
                  <a:pt x="676" y="407"/>
                  <a:pt x="662" y="408"/>
                  <a:pt x="662" y="377"/>
                </a:cubicBezTo>
                <a:lnTo>
                  <a:pt x="662" y="317"/>
                </a:lnTo>
                <a:lnTo>
                  <a:pt x="707" y="317"/>
                </a:lnTo>
                <a:cubicBezTo>
                  <a:pt x="716" y="317"/>
                  <a:pt x="726" y="305"/>
                  <a:pt x="726" y="297"/>
                </a:cubicBezTo>
                <a:cubicBezTo>
                  <a:pt x="726" y="290"/>
                  <a:pt x="724" y="286"/>
                  <a:pt x="716" y="28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7736040" y="2573280"/>
            <a:ext cx="1632600" cy="0"/>
          </a:xfrm>
          <a:prstGeom prst="line">
            <a:avLst/>
          </a:prstGeom>
          <a:ln cap="rnd" w="446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2320" rIns="112320" tIns="-67320" bIns="-67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8267760" y="2458800"/>
            <a:ext cx="233640" cy="233640"/>
          </a:xfrm>
          <a:custGeom>
            <a:avLst/>
            <a:gdLst/>
            <a:ahLst/>
            <a:rect l="0" t="0" r="r" b="b"/>
            <a:pathLst>
              <a:path w="649" h="649">
                <a:moveTo>
                  <a:pt x="84" y="0"/>
                </a:moveTo>
                <a:lnTo>
                  <a:pt x="565" y="0"/>
                </a:lnTo>
                <a:cubicBezTo>
                  <a:pt x="612" y="0"/>
                  <a:pt x="649" y="18"/>
                  <a:pt x="649" y="40"/>
                </a:cubicBezTo>
                <a:lnTo>
                  <a:pt x="649" y="609"/>
                </a:lnTo>
                <a:cubicBezTo>
                  <a:pt x="649" y="631"/>
                  <a:pt x="612" y="649"/>
                  <a:pt x="565" y="649"/>
                </a:cubicBezTo>
                <a:lnTo>
                  <a:pt x="84" y="649"/>
                </a:lnTo>
                <a:cubicBezTo>
                  <a:pt x="38" y="649"/>
                  <a:pt x="0" y="631"/>
                  <a:pt x="0" y="609"/>
                </a:cubicBezTo>
                <a:lnTo>
                  <a:pt x="0" y="40"/>
                </a:lnTo>
                <a:cubicBezTo>
                  <a:pt x="0" y="18"/>
                  <a:pt x="38" y="0"/>
                  <a:pt x="84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8267760" y="2458800"/>
            <a:ext cx="233640" cy="233640"/>
          </a:xfrm>
          <a:custGeom>
            <a:avLst/>
            <a:gdLst/>
            <a:ahLst/>
            <a:rect l="0" t="0" r="r" b="b"/>
            <a:pathLst>
              <a:path w="649" h="649">
                <a:moveTo>
                  <a:pt x="84" y="0"/>
                </a:moveTo>
                <a:lnTo>
                  <a:pt x="565" y="0"/>
                </a:lnTo>
                <a:cubicBezTo>
                  <a:pt x="612" y="0"/>
                  <a:pt x="649" y="18"/>
                  <a:pt x="649" y="40"/>
                </a:cubicBezTo>
                <a:lnTo>
                  <a:pt x="649" y="609"/>
                </a:lnTo>
                <a:cubicBezTo>
                  <a:pt x="649" y="631"/>
                  <a:pt x="612" y="649"/>
                  <a:pt x="565" y="649"/>
                </a:cubicBezTo>
                <a:lnTo>
                  <a:pt x="84" y="649"/>
                </a:lnTo>
                <a:cubicBezTo>
                  <a:pt x="38" y="649"/>
                  <a:pt x="0" y="631"/>
                  <a:pt x="0" y="609"/>
                </a:cubicBezTo>
                <a:lnTo>
                  <a:pt x="0" y="40"/>
                </a:lnTo>
                <a:cubicBezTo>
                  <a:pt x="0" y="18"/>
                  <a:pt x="38" y="0"/>
                  <a:pt x="84" y="0"/>
                </a:cubicBezTo>
                <a:close/>
              </a:path>
            </a:pathLst>
          </a:custGeom>
          <a:noFill/>
          <a:ln cap="rnd" w="25920">
            <a:solidFill>
              <a:srgbClr val="000000"/>
            </a:solidFill>
            <a:round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8309160" y="2499120"/>
            <a:ext cx="151200" cy="153000"/>
          </a:xfrm>
          <a:custGeom>
            <a:avLst/>
            <a:gdLst/>
            <a:ahLst/>
            <a:rect l="0" t="0" r="r" b="b"/>
            <a:pathLst>
              <a:path w="420" h="425">
                <a:moveTo>
                  <a:pt x="350" y="357"/>
                </a:moveTo>
                <a:lnTo>
                  <a:pt x="250" y="219"/>
                </a:lnTo>
                <a:cubicBezTo>
                  <a:pt x="244" y="211"/>
                  <a:pt x="240" y="204"/>
                  <a:pt x="240" y="198"/>
                </a:cubicBezTo>
                <a:cubicBezTo>
                  <a:pt x="240" y="192"/>
                  <a:pt x="240" y="186"/>
                  <a:pt x="246" y="178"/>
                </a:cubicBezTo>
                <a:lnTo>
                  <a:pt x="336" y="63"/>
                </a:lnTo>
                <a:cubicBezTo>
                  <a:pt x="358" y="34"/>
                  <a:pt x="379" y="25"/>
                  <a:pt x="409" y="22"/>
                </a:cubicBezTo>
                <a:cubicBezTo>
                  <a:pt x="413" y="18"/>
                  <a:pt x="413" y="4"/>
                  <a:pt x="409" y="0"/>
                </a:cubicBezTo>
                <a:cubicBezTo>
                  <a:pt x="389" y="1"/>
                  <a:pt x="365" y="2"/>
                  <a:pt x="350" y="2"/>
                </a:cubicBezTo>
                <a:cubicBezTo>
                  <a:pt x="335" y="2"/>
                  <a:pt x="307" y="1"/>
                  <a:pt x="281" y="0"/>
                </a:cubicBezTo>
                <a:cubicBezTo>
                  <a:pt x="277" y="4"/>
                  <a:pt x="277" y="18"/>
                  <a:pt x="281" y="22"/>
                </a:cubicBezTo>
                <a:cubicBezTo>
                  <a:pt x="310" y="24"/>
                  <a:pt x="322" y="28"/>
                  <a:pt x="307" y="49"/>
                </a:cubicBezTo>
                <a:lnTo>
                  <a:pt x="226" y="164"/>
                </a:lnTo>
                <a:cubicBezTo>
                  <a:pt x="222" y="170"/>
                  <a:pt x="218" y="172"/>
                  <a:pt x="216" y="172"/>
                </a:cubicBezTo>
                <a:cubicBezTo>
                  <a:pt x="214" y="172"/>
                  <a:pt x="210" y="169"/>
                  <a:pt x="208" y="165"/>
                </a:cubicBezTo>
                <a:lnTo>
                  <a:pt x="135" y="58"/>
                </a:lnTo>
                <a:cubicBezTo>
                  <a:pt x="117" y="32"/>
                  <a:pt x="114" y="24"/>
                  <a:pt x="151" y="22"/>
                </a:cubicBezTo>
                <a:cubicBezTo>
                  <a:pt x="155" y="18"/>
                  <a:pt x="155" y="4"/>
                  <a:pt x="151" y="0"/>
                </a:cubicBezTo>
                <a:cubicBezTo>
                  <a:pt x="127" y="1"/>
                  <a:pt x="103" y="2"/>
                  <a:pt x="76" y="2"/>
                </a:cubicBezTo>
                <a:cubicBezTo>
                  <a:pt x="51" y="2"/>
                  <a:pt x="29" y="1"/>
                  <a:pt x="10" y="0"/>
                </a:cubicBezTo>
                <a:cubicBezTo>
                  <a:pt x="6" y="4"/>
                  <a:pt x="6" y="18"/>
                  <a:pt x="10" y="22"/>
                </a:cubicBezTo>
                <a:cubicBezTo>
                  <a:pt x="38" y="24"/>
                  <a:pt x="50" y="28"/>
                  <a:pt x="76" y="66"/>
                </a:cubicBezTo>
                <a:lnTo>
                  <a:pt x="170" y="198"/>
                </a:lnTo>
                <a:cubicBezTo>
                  <a:pt x="175" y="206"/>
                  <a:pt x="179" y="212"/>
                  <a:pt x="179" y="218"/>
                </a:cubicBezTo>
                <a:cubicBezTo>
                  <a:pt x="179" y="222"/>
                  <a:pt x="176" y="229"/>
                  <a:pt x="173" y="233"/>
                </a:cubicBezTo>
                <a:lnTo>
                  <a:pt x="76" y="363"/>
                </a:lnTo>
                <a:cubicBezTo>
                  <a:pt x="53" y="393"/>
                  <a:pt x="32" y="400"/>
                  <a:pt x="3" y="403"/>
                </a:cubicBezTo>
                <a:cubicBezTo>
                  <a:pt x="-1" y="407"/>
                  <a:pt x="-1" y="421"/>
                  <a:pt x="3" y="425"/>
                </a:cubicBezTo>
                <a:cubicBezTo>
                  <a:pt x="23" y="424"/>
                  <a:pt x="47" y="423"/>
                  <a:pt x="62" y="423"/>
                </a:cubicBezTo>
                <a:cubicBezTo>
                  <a:pt x="77" y="423"/>
                  <a:pt x="105" y="424"/>
                  <a:pt x="131" y="425"/>
                </a:cubicBezTo>
                <a:cubicBezTo>
                  <a:pt x="135" y="421"/>
                  <a:pt x="135" y="407"/>
                  <a:pt x="131" y="403"/>
                </a:cubicBezTo>
                <a:cubicBezTo>
                  <a:pt x="101" y="401"/>
                  <a:pt x="89" y="398"/>
                  <a:pt x="105" y="376"/>
                </a:cubicBezTo>
                <a:lnTo>
                  <a:pt x="191" y="255"/>
                </a:lnTo>
                <a:cubicBezTo>
                  <a:pt x="195" y="249"/>
                  <a:pt x="199" y="246"/>
                  <a:pt x="201" y="246"/>
                </a:cubicBezTo>
                <a:cubicBezTo>
                  <a:pt x="204" y="246"/>
                  <a:pt x="207" y="248"/>
                  <a:pt x="210" y="253"/>
                </a:cubicBezTo>
                <a:lnTo>
                  <a:pt x="291" y="368"/>
                </a:lnTo>
                <a:cubicBezTo>
                  <a:pt x="309" y="395"/>
                  <a:pt x="312" y="401"/>
                  <a:pt x="276" y="403"/>
                </a:cubicBezTo>
                <a:cubicBezTo>
                  <a:pt x="272" y="407"/>
                  <a:pt x="272" y="421"/>
                  <a:pt x="276" y="425"/>
                </a:cubicBezTo>
                <a:cubicBezTo>
                  <a:pt x="300" y="424"/>
                  <a:pt x="324" y="423"/>
                  <a:pt x="350" y="423"/>
                </a:cubicBezTo>
                <a:cubicBezTo>
                  <a:pt x="376" y="423"/>
                  <a:pt x="398" y="424"/>
                  <a:pt x="417" y="425"/>
                </a:cubicBezTo>
                <a:cubicBezTo>
                  <a:pt x="421" y="421"/>
                  <a:pt x="420" y="407"/>
                  <a:pt x="416" y="403"/>
                </a:cubicBezTo>
                <a:cubicBezTo>
                  <a:pt x="389" y="401"/>
                  <a:pt x="378" y="395"/>
                  <a:pt x="350" y="35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7732080" y="2892240"/>
            <a:ext cx="1636560" cy="0"/>
          </a:xfrm>
          <a:prstGeom prst="line">
            <a:avLst/>
          </a:prstGeom>
          <a:ln cap="rnd" w="446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2320" rIns="112320" tIns="-67320" bIns="-67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7731000" y="3272040"/>
            <a:ext cx="1637640" cy="0"/>
          </a:xfrm>
          <a:prstGeom prst="line">
            <a:avLst/>
          </a:prstGeom>
          <a:ln cap="rnd" w="446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2320" rIns="112320" tIns="-67320" bIns="-67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7736040" y="3651840"/>
            <a:ext cx="1632600" cy="0"/>
          </a:xfrm>
          <a:prstGeom prst="line">
            <a:avLst/>
          </a:prstGeom>
          <a:ln cap="rnd" w="446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2320" rIns="112320" tIns="-67320" bIns="-67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8974080" y="3155400"/>
            <a:ext cx="233640" cy="233280"/>
          </a:xfrm>
          <a:custGeom>
            <a:avLst/>
            <a:gdLst/>
            <a:ahLst/>
            <a:rect l="0" t="0" r="r" b="b"/>
            <a:pathLst>
              <a:path w="649" h="648">
                <a:moveTo>
                  <a:pt x="84" y="0"/>
                </a:moveTo>
                <a:lnTo>
                  <a:pt x="565" y="0"/>
                </a:lnTo>
                <a:cubicBezTo>
                  <a:pt x="612" y="0"/>
                  <a:pt x="649" y="17"/>
                  <a:pt x="649" y="39"/>
                </a:cubicBezTo>
                <a:lnTo>
                  <a:pt x="649" y="609"/>
                </a:lnTo>
                <a:cubicBezTo>
                  <a:pt x="649" y="630"/>
                  <a:pt x="612" y="648"/>
                  <a:pt x="565" y="648"/>
                </a:cubicBezTo>
                <a:lnTo>
                  <a:pt x="84" y="648"/>
                </a:lnTo>
                <a:cubicBezTo>
                  <a:pt x="38" y="648"/>
                  <a:pt x="0" y="630"/>
                  <a:pt x="0" y="609"/>
                </a:cubicBezTo>
                <a:lnTo>
                  <a:pt x="0" y="39"/>
                </a:lnTo>
                <a:cubicBezTo>
                  <a:pt x="0" y="17"/>
                  <a:pt x="38" y="0"/>
                  <a:pt x="84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8974080" y="3155400"/>
            <a:ext cx="233640" cy="233280"/>
          </a:xfrm>
          <a:custGeom>
            <a:avLst/>
            <a:gdLst/>
            <a:ahLst/>
            <a:rect l="0" t="0" r="r" b="b"/>
            <a:pathLst>
              <a:path w="649" h="648">
                <a:moveTo>
                  <a:pt x="84" y="0"/>
                </a:moveTo>
                <a:lnTo>
                  <a:pt x="565" y="0"/>
                </a:lnTo>
                <a:cubicBezTo>
                  <a:pt x="612" y="0"/>
                  <a:pt x="649" y="17"/>
                  <a:pt x="649" y="39"/>
                </a:cubicBezTo>
                <a:lnTo>
                  <a:pt x="649" y="609"/>
                </a:lnTo>
                <a:cubicBezTo>
                  <a:pt x="649" y="630"/>
                  <a:pt x="612" y="648"/>
                  <a:pt x="565" y="648"/>
                </a:cubicBezTo>
                <a:lnTo>
                  <a:pt x="84" y="648"/>
                </a:lnTo>
                <a:cubicBezTo>
                  <a:pt x="38" y="648"/>
                  <a:pt x="0" y="630"/>
                  <a:pt x="0" y="609"/>
                </a:cubicBezTo>
                <a:lnTo>
                  <a:pt x="0" y="39"/>
                </a:lnTo>
                <a:cubicBezTo>
                  <a:pt x="0" y="17"/>
                  <a:pt x="38" y="0"/>
                  <a:pt x="84" y="0"/>
                </a:cubicBezTo>
                <a:close/>
              </a:path>
            </a:pathLst>
          </a:custGeom>
          <a:noFill/>
          <a:ln cap="rnd" w="25920">
            <a:solidFill>
              <a:srgbClr val="000000"/>
            </a:solidFill>
            <a:round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9027720" y="3194640"/>
            <a:ext cx="126360" cy="154440"/>
          </a:xfrm>
          <a:custGeom>
            <a:avLst/>
            <a:gdLst/>
            <a:ahLst/>
            <a:rect l="0" t="0" r="r" b="b"/>
            <a:pathLst>
              <a:path w="351" h="429">
                <a:moveTo>
                  <a:pt x="334" y="429"/>
                </a:moveTo>
                <a:cubicBezTo>
                  <a:pt x="337" y="393"/>
                  <a:pt x="344" y="354"/>
                  <a:pt x="351" y="320"/>
                </a:cubicBezTo>
                <a:cubicBezTo>
                  <a:pt x="347" y="319"/>
                  <a:pt x="340" y="317"/>
                  <a:pt x="331" y="317"/>
                </a:cubicBezTo>
                <a:cubicBezTo>
                  <a:pt x="311" y="363"/>
                  <a:pt x="294" y="399"/>
                  <a:pt x="223" y="401"/>
                </a:cubicBezTo>
                <a:lnTo>
                  <a:pt x="97" y="403"/>
                </a:lnTo>
                <a:cubicBezTo>
                  <a:pt x="86" y="404"/>
                  <a:pt x="81" y="400"/>
                  <a:pt x="81" y="394"/>
                </a:cubicBezTo>
                <a:cubicBezTo>
                  <a:pt x="81" y="391"/>
                  <a:pt x="83" y="387"/>
                  <a:pt x="86" y="381"/>
                </a:cubicBezTo>
                <a:cubicBezTo>
                  <a:pt x="134" y="311"/>
                  <a:pt x="254" y="141"/>
                  <a:pt x="331" y="41"/>
                </a:cubicBezTo>
                <a:cubicBezTo>
                  <a:pt x="345" y="23"/>
                  <a:pt x="347" y="19"/>
                  <a:pt x="347" y="12"/>
                </a:cubicBezTo>
                <a:cubicBezTo>
                  <a:pt x="347" y="7"/>
                  <a:pt x="344" y="4"/>
                  <a:pt x="338" y="4"/>
                </a:cubicBezTo>
                <a:cubicBezTo>
                  <a:pt x="330" y="4"/>
                  <a:pt x="310" y="6"/>
                  <a:pt x="291" y="6"/>
                </a:cubicBezTo>
                <a:lnTo>
                  <a:pt x="146" y="6"/>
                </a:lnTo>
                <a:cubicBezTo>
                  <a:pt x="115" y="6"/>
                  <a:pt x="52" y="2"/>
                  <a:pt x="28" y="0"/>
                </a:cubicBezTo>
                <a:cubicBezTo>
                  <a:pt x="25" y="36"/>
                  <a:pt x="18" y="73"/>
                  <a:pt x="13" y="100"/>
                </a:cubicBezTo>
                <a:cubicBezTo>
                  <a:pt x="20" y="102"/>
                  <a:pt x="26" y="103"/>
                  <a:pt x="33" y="103"/>
                </a:cubicBezTo>
                <a:cubicBezTo>
                  <a:pt x="47" y="58"/>
                  <a:pt x="71" y="35"/>
                  <a:pt x="120" y="34"/>
                </a:cubicBezTo>
                <a:lnTo>
                  <a:pt x="258" y="31"/>
                </a:lnTo>
                <a:cubicBezTo>
                  <a:pt x="262" y="31"/>
                  <a:pt x="265" y="33"/>
                  <a:pt x="265" y="37"/>
                </a:cubicBezTo>
                <a:cubicBezTo>
                  <a:pt x="265" y="40"/>
                  <a:pt x="263" y="44"/>
                  <a:pt x="260" y="49"/>
                </a:cubicBezTo>
                <a:cubicBezTo>
                  <a:pt x="196" y="129"/>
                  <a:pt x="72" y="304"/>
                  <a:pt x="5" y="403"/>
                </a:cubicBezTo>
                <a:cubicBezTo>
                  <a:pt x="1" y="408"/>
                  <a:pt x="0" y="414"/>
                  <a:pt x="0" y="418"/>
                </a:cubicBezTo>
                <a:cubicBezTo>
                  <a:pt x="0" y="425"/>
                  <a:pt x="3" y="428"/>
                  <a:pt x="13" y="428"/>
                </a:cubicBezTo>
                <a:lnTo>
                  <a:pt x="251" y="428"/>
                </a:lnTo>
                <a:cubicBezTo>
                  <a:pt x="268" y="428"/>
                  <a:pt x="334" y="429"/>
                  <a:pt x="334" y="4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7833240" y="3534480"/>
            <a:ext cx="233640" cy="233280"/>
          </a:xfrm>
          <a:custGeom>
            <a:avLst/>
            <a:gdLst/>
            <a:ahLst/>
            <a:rect l="0" t="0" r="r" b="b"/>
            <a:pathLst>
              <a:path w="649" h="648">
                <a:moveTo>
                  <a:pt x="84" y="0"/>
                </a:moveTo>
                <a:lnTo>
                  <a:pt x="565" y="0"/>
                </a:lnTo>
                <a:cubicBezTo>
                  <a:pt x="612" y="0"/>
                  <a:pt x="649" y="17"/>
                  <a:pt x="649" y="39"/>
                </a:cubicBezTo>
                <a:lnTo>
                  <a:pt x="649" y="609"/>
                </a:lnTo>
                <a:cubicBezTo>
                  <a:pt x="649" y="631"/>
                  <a:pt x="612" y="648"/>
                  <a:pt x="565" y="648"/>
                </a:cubicBezTo>
                <a:lnTo>
                  <a:pt x="84" y="648"/>
                </a:lnTo>
                <a:cubicBezTo>
                  <a:pt x="38" y="648"/>
                  <a:pt x="0" y="631"/>
                  <a:pt x="0" y="609"/>
                </a:cubicBezTo>
                <a:lnTo>
                  <a:pt x="0" y="39"/>
                </a:lnTo>
                <a:cubicBezTo>
                  <a:pt x="0" y="17"/>
                  <a:pt x="38" y="0"/>
                  <a:pt x="84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7833240" y="3534480"/>
            <a:ext cx="233640" cy="233280"/>
          </a:xfrm>
          <a:custGeom>
            <a:avLst/>
            <a:gdLst/>
            <a:ahLst/>
            <a:rect l="0" t="0" r="r" b="b"/>
            <a:pathLst>
              <a:path w="649" h="648">
                <a:moveTo>
                  <a:pt x="84" y="0"/>
                </a:moveTo>
                <a:lnTo>
                  <a:pt x="565" y="0"/>
                </a:lnTo>
                <a:cubicBezTo>
                  <a:pt x="612" y="0"/>
                  <a:pt x="649" y="17"/>
                  <a:pt x="649" y="39"/>
                </a:cubicBezTo>
                <a:lnTo>
                  <a:pt x="649" y="609"/>
                </a:lnTo>
                <a:cubicBezTo>
                  <a:pt x="649" y="631"/>
                  <a:pt x="612" y="648"/>
                  <a:pt x="565" y="648"/>
                </a:cubicBezTo>
                <a:lnTo>
                  <a:pt x="84" y="648"/>
                </a:lnTo>
                <a:cubicBezTo>
                  <a:pt x="38" y="648"/>
                  <a:pt x="0" y="631"/>
                  <a:pt x="0" y="609"/>
                </a:cubicBezTo>
                <a:lnTo>
                  <a:pt x="0" y="39"/>
                </a:lnTo>
                <a:cubicBezTo>
                  <a:pt x="0" y="17"/>
                  <a:pt x="38" y="0"/>
                  <a:pt x="84" y="0"/>
                </a:cubicBezTo>
                <a:close/>
              </a:path>
            </a:pathLst>
          </a:custGeom>
          <a:noFill/>
          <a:ln cap="rnd" w="25920">
            <a:solidFill>
              <a:srgbClr val="000000"/>
            </a:solidFill>
            <a:round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7886880" y="3574080"/>
            <a:ext cx="126360" cy="154440"/>
          </a:xfrm>
          <a:custGeom>
            <a:avLst/>
            <a:gdLst/>
            <a:ahLst/>
            <a:rect l="0" t="0" r="r" b="b"/>
            <a:pathLst>
              <a:path w="351" h="429">
                <a:moveTo>
                  <a:pt x="334" y="429"/>
                </a:moveTo>
                <a:cubicBezTo>
                  <a:pt x="337" y="392"/>
                  <a:pt x="344" y="353"/>
                  <a:pt x="351" y="319"/>
                </a:cubicBezTo>
                <a:cubicBezTo>
                  <a:pt x="347" y="318"/>
                  <a:pt x="340" y="316"/>
                  <a:pt x="331" y="316"/>
                </a:cubicBezTo>
                <a:cubicBezTo>
                  <a:pt x="311" y="362"/>
                  <a:pt x="295" y="398"/>
                  <a:pt x="223" y="400"/>
                </a:cubicBezTo>
                <a:lnTo>
                  <a:pt x="97" y="402"/>
                </a:lnTo>
                <a:cubicBezTo>
                  <a:pt x="86" y="403"/>
                  <a:pt x="81" y="399"/>
                  <a:pt x="81" y="393"/>
                </a:cubicBezTo>
                <a:cubicBezTo>
                  <a:pt x="81" y="390"/>
                  <a:pt x="83" y="386"/>
                  <a:pt x="86" y="380"/>
                </a:cubicBezTo>
                <a:cubicBezTo>
                  <a:pt x="134" y="311"/>
                  <a:pt x="254" y="140"/>
                  <a:pt x="331" y="40"/>
                </a:cubicBezTo>
                <a:cubicBezTo>
                  <a:pt x="345" y="23"/>
                  <a:pt x="347" y="18"/>
                  <a:pt x="347" y="11"/>
                </a:cubicBezTo>
                <a:cubicBezTo>
                  <a:pt x="347" y="6"/>
                  <a:pt x="344" y="4"/>
                  <a:pt x="338" y="4"/>
                </a:cubicBezTo>
                <a:cubicBezTo>
                  <a:pt x="330" y="4"/>
                  <a:pt x="310" y="5"/>
                  <a:pt x="291" y="5"/>
                </a:cubicBezTo>
                <a:lnTo>
                  <a:pt x="146" y="5"/>
                </a:lnTo>
                <a:cubicBezTo>
                  <a:pt x="115" y="5"/>
                  <a:pt x="52" y="2"/>
                  <a:pt x="28" y="0"/>
                </a:cubicBezTo>
                <a:cubicBezTo>
                  <a:pt x="25" y="35"/>
                  <a:pt x="18" y="72"/>
                  <a:pt x="13" y="99"/>
                </a:cubicBezTo>
                <a:cubicBezTo>
                  <a:pt x="20" y="101"/>
                  <a:pt x="26" y="102"/>
                  <a:pt x="33" y="102"/>
                </a:cubicBezTo>
                <a:cubicBezTo>
                  <a:pt x="47" y="57"/>
                  <a:pt x="71" y="34"/>
                  <a:pt x="120" y="33"/>
                </a:cubicBezTo>
                <a:lnTo>
                  <a:pt x="259" y="30"/>
                </a:lnTo>
                <a:cubicBezTo>
                  <a:pt x="262" y="30"/>
                  <a:pt x="265" y="32"/>
                  <a:pt x="265" y="36"/>
                </a:cubicBezTo>
                <a:cubicBezTo>
                  <a:pt x="265" y="40"/>
                  <a:pt x="263" y="43"/>
                  <a:pt x="260" y="48"/>
                </a:cubicBezTo>
                <a:cubicBezTo>
                  <a:pt x="196" y="129"/>
                  <a:pt x="72" y="303"/>
                  <a:pt x="5" y="402"/>
                </a:cubicBezTo>
                <a:cubicBezTo>
                  <a:pt x="1" y="408"/>
                  <a:pt x="0" y="413"/>
                  <a:pt x="0" y="417"/>
                </a:cubicBezTo>
                <a:cubicBezTo>
                  <a:pt x="0" y="424"/>
                  <a:pt x="3" y="427"/>
                  <a:pt x="13" y="427"/>
                </a:cubicBezTo>
                <a:lnTo>
                  <a:pt x="251" y="427"/>
                </a:lnTo>
                <a:cubicBezTo>
                  <a:pt x="268" y="427"/>
                  <a:pt x="334" y="429"/>
                  <a:pt x="334" y="4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8298000" y="2814120"/>
            <a:ext cx="156960" cy="156600"/>
          </a:xfrm>
          <a:custGeom>
            <a:avLst/>
            <a:gdLst/>
            <a:ahLst/>
            <a:rect l="0" t="0" r="r" b="b"/>
            <a:pathLst>
              <a:path w="436" h="435">
                <a:moveTo>
                  <a:pt x="436" y="217"/>
                </a:moveTo>
                <a:cubicBezTo>
                  <a:pt x="436" y="338"/>
                  <a:pt x="339" y="435"/>
                  <a:pt x="219" y="435"/>
                </a:cubicBezTo>
                <a:cubicBezTo>
                  <a:pt x="98" y="435"/>
                  <a:pt x="0" y="338"/>
                  <a:pt x="0" y="217"/>
                </a:cubicBezTo>
                <a:cubicBezTo>
                  <a:pt x="0" y="96"/>
                  <a:pt x="98" y="0"/>
                  <a:pt x="219" y="0"/>
                </a:cubicBezTo>
                <a:cubicBezTo>
                  <a:pt x="339" y="0"/>
                  <a:pt x="436" y="96"/>
                  <a:pt x="436" y="21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8298000" y="3193560"/>
            <a:ext cx="156960" cy="156960"/>
          </a:xfrm>
          <a:custGeom>
            <a:avLst/>
            <a:gdLst/>
            <a:ahLst/>
            <a:rect l="0" t="0" r="r" b="b"/>
            <a:pathLst>
              <a:path w="436" h="436">
                <a:moveTo>
                  <a:pt x="436" y="218"/>
                </a:moveTo>
                <a:cubicBezTo>
                  <a:pt x="436" y="338"/>
                  <a:pt x="339" y="436"/>
                  <a:pt x="219" y="436"/>
                </a:cubicBezTo>
                <a:cubicBezTo>
                  <a:pt x="98" y="436"/>
                  <a:pt x="0" y="338"/>
                  <a:pt x="0" y="218"/>
                </a:cubicBezTo>
                <a:cubicBezTo>
                  <a:pt x="0" y="97"/>
                  <a:pt x="98" y="0"/>
                  <a:pt x="219" y="0"/>
                </a:cubicBezTo>
                <a:cubicBezTo>
                  <a:pt x="339" y="0"/>
                  <a:pt x="436" y="97"/>
                  <a:pt x="436" y="21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8376840" y="2892240"/>
            <a:ext cx="0" cy="334080"/>
          </a:xfrm>
          <a:prstGeom prst="line">
            <a:avLst/>
          </a:prstGeom>
          <a:ln cap="rnd" w="446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2320" rIns="112320" tIns="67320" bIns="67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8659080" y="3573360"/>
            <a:ext cx="156960" cy="156960"/>
          </a:xfrm>
          <a:custGeom>
            <a:avLst/>
            <a:gdLst/>
            <a:ahLst/>
            <a:rect l="0" t="0" r="r" b="b"/>
            <a:pathLst>
              <a:path w="436" h="436">
                <a:moveTo>
                  <a:pt x="436" y="218"/>
                </a:moveTo>
                <a:cubicBezTo>
                  <a:pt x="436" y="339"/>
                  <a:pt x="339" y="436"/>
                  <a:pt x="218" y="436"/>
                </a:cubicBezTo>
                <a:cubicBezTo>
                  <a:pt x="98" y="436"/>
                  <a:pt x="0" y="339"/>
                  <a:pt x="0" y="218"/>
                </a:cubicBezTo>
                <a:cubicBezTo>
                  <a:pt x="0" y="98"/>
                  <a:pt x="98" y="0"/>
                  <a:pt x="218" y="0"/>
                </a:cubicBezTo>
                <a:cubicBezTo>
                  <a:pt x="339" y="0"/>
                  <a:pt x="436" y="98"/>
                  <a:pt x="436" y="21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8659080" y="3193560"/>
            <a:ext cx="156960" cy="156960"/>
          </a:xfrm>
          <a:custGeom>
            <a:avLst/>
            <a:gdLst/>
            <a:ahLst/>
            <a:rect l="0" t="0" r="r" b="b"/>
            <a:pathLst>
              <a:path w="436" h="436">
                <a:moveTo>
                  <a:pt x="436" y="218"/>
                </a:moveTo>
                <a:cubicBezTo>
                  <a:pt x="436" y="338"/>
                  <a:pt x="339" y="436"/>
                  <a:pt x="218" y="436"/>
                </a:cubicBezTo>
                <a:cubicBezTo>
                  <a:pt x="98" y="436"/>
                  <a:pt x="0" y="338"/>
                  <a:pt x="0" y="218"/>
                </a:cubicBezTo>
                <a:cubicBezTo>
                  <a:pt x="0" y="97"/>
                  <a:pt x="98" y="0"/>
                  <a:pt x="218" y="0"/>
                </a:cubicBezTo>
                <a:cubicBezTo>
                  <a:pt x="339" y="0"/>
                  <a:pt x="436" y="97"/>
                  <a:pt x="436" y="21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8737560" y="3296160"/>
            <a:ext cx="0" cy="316440"/>
          </a:xfrm>
          <a:prstGeom prst="line">
            <a:avLst/>
          </a:prstGeom>
          <a:ln cap="rnd" w="446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2320" rIns="112320" tIns="67320" bIns="67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7731000" y="2193480"/>
            <a:ext cx="1637640" cy="0"/>
          </a:xfrm>
          <a:prstGeom prst="line">
            <a:avLst/>
          </a:prstGeom>
          <a:ln cap="rnd" w="446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2320" rIns="112320" tIns="-67320" bIns="-67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8979480" y="2076480"/>
            <a:ext cx="233280" cy="233640"/>
          </a:xfrm>
          <a:custGeom>
            <a:avLst/>
            <a:gdLst/>
            <a:ahLst/>
            <a:rect l="0" t="0" r="r" b="b"/>
            <a:pathLst>
              <a:path w="648" h="649">
                <a:moveTo>
                  <a:pt x="84" y="0"/>
                </a:moveTo>
                <a:lnTo>
                  <a:pt x="564" y="0"/>
                </a:lnTo>
                <a:cubicBezTo>
                  <a:pt x="611" y="0"/>
                  <a:pt x="648" y="18"/>
                  <a:pt x="648" y="40"/>
                </a:cubicBezTo>
                <a:lnTo>
                  <a:pt x="648" y="609"/>
                </a:lnTo>
                <a:cubicBezTo>
                  <a:pt x="648" y="631"/>
                  <a:pt x="611" y="649"/>
                  <a:pt x="564" y="649"/>
                </a:cubicBezTo>
                <a:lnTo>
                  <a:pt x="84" y="649"/>
                </a:lnTo>
                <a:cubicBezTo>
                  <a:pt x="37" y="649"/>
                  <a:pt x="0" y="631"/>
                  <a:pt x="0" y="609"/>
                </a:cubicBezTo>
                <a:lnTo>
                  <a:pt x="0" y="40"/>
                </a:lnTo>
                <a:cubicBezTo>
                  <a:pt x="0" y="18"/>
                  <a:pt x="37" y="0"/>
                  <a:pt x="84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8979480" y="2076480"/>
            <a:ext cx="233280" cy="233640"/>
          </a:xfrm>
          <a:custGeom>
            <a:avLst/>
            <a:gdLst/>
            <a:ahLst/>
            <a:rect l="0" t="0" r="r" b="b"/>
            <a:pathLst>
              <a:path w="648" h="649">
                <a:moveTo>
                  <a:pt x="84" y="0"/>
                </a:moveTo>
                <a:lnTo>
                  <a:pt x="564" y="0"/>
                </a:lnTo>
                <a:cubicBezTo>
                  <a:pt x="611" y="0"/>
                  <a:pt x="648" y="18"/>
                  <a:pt x="648" y="40"/>
                </a:cubicBezTo>
                <a:lnTo>
                  <a:pt x="648" y="609"/>
                </a:lnTo>
                <a:cubicBezTo>
                  <a:pt x="648" y="631"/>
                  <a:pt x="611" y="649"/>
                  <a:pt x="564" y="649"/>
                </a:cubicBezTo>
                <a:lnTo>
                  <a:pt x="84" y="649"/>
                </a:lnTo>
                <a:cubicBezTo>
                  <a:pt x="37" y="649"/>
                  <a:pt x="0" y="631"/>
                  <a:pt x="0" y="609"/>
                </a:cubicBezTo>
                <a:lnTo>
                  <a:pt x="0" y="40"/>
                </a:lnTo>
                <a:cubicBezTo>
                  <a:pt x="0" y="18"/>
                  <a:pt x="37" y="0"/>
                  <a:pt x="84" y="0"/>
                </a:cubicBezTo>
                <a:close/>
              </a:path>
            </a:pathLst>
          </a:custGeom>
          <a:noFill/>
          <a:ln cap="rnd" w="25920">
            <a:solidFill>
              <a:srgbClr val="000000"/>
            </a:solidFill>
            <a:round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8979480" y="2456640"/>
            <a:ext cx="233280" cy="233280"/>
          </a:xfrm>
          <a:custGeom>
            <a:avLst/>
            <a:gdLst/>
            <a:ahLst/>
            <a:rect l="0" t="0" r="r" b="b"/>
            <a:pathLst>
              <a:path w="648" h="648">
                <a:moveTo>
                  <a:pt x="84" y="0"/>
                </a:moveTo>
                <a:lnTo>
                  <a:pt x="564" y="0"/>
                </a:lnTo>
                <a:cubicBezTo>
                  <a:pt x="611" y="0"/>
                  <a:pt x="648" y="17"/>
                  <a:pt x="648" y="39"/>
                </a:cubicBezTo>
                <a:lnTo>
                  <a:pt x="648" y="609"/>
                </a:lnTo>
                <a:cubicBezTo>
                  <a:pt x="648" y="630"/>
                  <a:pt x="611" y="648"/>
                  <a:pt x="564" y="648"/>
                </a:cubicBezTo>
                <a:lnTo>
                  <a:pt x="84" y="648"/>
                </a:lnTo>
                <a:cubicBezTo>
                  <a:pt x="37" y="648"/>
                  <a:pt x="0" y="630"/>
                  <a:pt x="0" y="609"/>
                </a:cubicBezTo>
                <a:lnTo>
                  <a:pt x="0" y="39"/>
                </a:lnTo>
                <a:cubicBezTo>
                  <a:pt x="0" y="17"/>
                  <a:pt x="37" y="0"/>
                  <a:pt x="84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8979480" y="2456640"/>
            <a:ext cx="233280" cy="233280"/>
          </a:xfrm>
          <a:custGeom>
            <a:avLst/>
            <a:gdLst/>
            <a:ahLst/>
            <a:rect l="0" t="0" r="r" b="b"/>
            <a:pathLst>
              <a:path w="648" h="648">
                <a:moveTo>
                  <a:pt x="84" y="0"/>
                </a:moveTo>
                <a:lnTo>
                  <a:pt x="564" y="0"/>
                </a:lnTo>
                <a:cubicBezTo>
                  <a:pt x="611" y="0"/>
                  <a:pt x="648" y="17"/>
                  <a:pt x="648" y="39"/>
                </a:cubicBezTo>
                <a:lnTo>
                  <a:pt x="648" y="609"/>
                </a:lnTo>
                <a:cubicBezTo>
                  <a:pt x="648" y="630"/>
                  <a:pt x="611" y="648"/>
                  <a:pt x="564" y="648"/>
                </a:cubicBezTo>
                <a:lnTo>
                  <a:pt x="84" y="648"/>
                </a:lnTo>
                <a:cubicBezTo>
                  <a:pt x="37" y="648"/>
                  <a:pt x="0" y="630"/>
                  <a:pt x="0" y="609"/>
                </a:cubicBezTo>
                <a:lnTo>
                  <a:pt x="0" y="39"/>
                </a:lnTo>
                <a:cubicBezTo>
                  <a:pt x="0" y="17"/>
                  <a:pt x="37" y="0"/>
                  <a:pt x="84" y="0"/>
                </a:cubicBezTo>
                <a:close/>
              </a:path>
            </a:pathLst>
          </a:custGeom>
          <a:noFill/>
          <a:ln cap="rnd" w="25920">
            <a:solidFill>
              <a:srgbClr val="000000"/>
            </a:solidFill>
            <a:round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7819920" y="2455920"/>
            <a:ext cx="233280" cy="233280"/>
          </a:xfrm>
          <a:custGeom>
            <a:avLst/>
            <a:gdLst/>
            <a:ahLst/>
            <a:rect l="0" t="0" r="r" b="b"/>
            <a:pathLst>
              <a:path w="648" h="648">
                <a:moveTo>
                  <a:pt x="83" y="0"/>
                </a:moveTo>
                <a:lnTo>
                  <a:pt x="564" y="0"/>
                </a:lnTo>
                <a:cubicBezTo>
                  <a:pt x="611" y="0"/>
                  <a:pt x="648" y="17"/>
                  <a:pt x="648" y="39"/>
                </a:cubicBezTo>
                <a:lnTo>
                  <a:pt x="648" y="609"/>
                </a:lnTo>
                <a:cubicBezTo>
                  <a:pt x="648" y="631"/>
                  <a:pt x="611" y="648"/>
                  <a:pt x="564" y="648"/>
                </a:cubicBezTo>
                <a:lnTo>
                  <a:pt x="83" y="648"/>
                </a:lnTo>
                <a:cubicBezTo>
                  <a:pt x="37" y="648"/>
                  <a:pt x="0" y="631"/>
                  <a:pt x="0" y="609"/>
                </a:cubicBezTo>
                <a:lnTo>
                  <a:pt x="0" y="39"/>
                </a:lnTo>
                <a:cubicBezTo>
                  <a:pt x="0" y="17"/>
                  <a:pt x="37" y="0"/>
                  <a:pt x="8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7819920" y="2455920"/>
            <a:ext cx="233280" cy="233280"/>
          </a:xfrm>
          <a:custGeom>
            <a:avLst/>
            <a:gdLst/>
            <a:ahLst/>
            <a:rect l="0" t="0" r="r" b="b"/>
            <a:pathLst>
              <a:path w="648" h="648">
                <a:moveTo>
                  <a:pt x="83" y="0"/>
                </a:moveTo>
                <a:lnTo>
                  <a:pt x="564" y="0"/>
                </a:lnTo>
                <a:cubicBezTo>
                  <a:pt x="611" y="0"/>
                  <a:pt x="648" y="17"/>
                  <a:pt x="648" y="39"/>
                </a:cubicBezTo>
                <a:lnTo>
                  <a:pt x="648" y="609"/>
                </a:lnTo>
                <a:cubicBezTo>
                  <a:pt x="648" y="631"/>
                  <a:pt x="611" y="648"/>
                  <a:pt x="564" y="648"/>
                </a:cubicBezTo>
                <a:lnTo>
                  <a:pt x="83" y="648"/>
                </a:lnTo>
                <a:cubicBezTo>
                  <a:pt x="37" y="648"/>
                  <a:pt x="0" y="631"/>
                  <a:pt x="0" y="609"/>
                </a:cubicBezTo>
                <a:lnTo>
                  <a:pt x="0" y="39"/>
                </a:lnTo>
                <a:cubicBezTo>
                  <a:pt x="0" y="17"/>
                  <a:pt x="37" y="0"/>
                  <a:pt x="83" y="0"/>
                </a:cubicBezTo>
                <a:close/>
              </a:path>
            </a:pathLst>
          </a:custGeom>
          <a:noFill/>
          <a:ln cap="rnd" w="25920">
            <a:solidFill>
              <a:srgbClr val="000000"/>
            </a:solidFill>
            <a:round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841160" y="3132000"/>
            <a:ext cx="233640" cy="233640"/>
          </a:xfrm>
          <a:custGeom>
            <a:avLst/>
            <a:gdLst/>
            <a:ahLst/>
            <a:rect l="0" t="0" r="r" b="b"/>
            <a:pathLst>
              <a:path w="649" h="649">
                <a:moveTo>
                  <a:pt x="565" y="0"/>
                </a:moveTo>
                <a:cubicBezTo>
                  <a:pt x="612" y="0"/>
                  <a:pt x="649" y="18"/>
                  <a:pt x="649" y="40"/>
                </a:cubicBezTo>
                <a:lnTo>
                  <a:pt x="649" y="609"/>
                </a:lnTo>
                <a:cubicBezTo>
                  <a:pt x="649" y="631"/>
                  <a:pt x="612" y="649"/>
                  <a:pt x="565" y="649"/>
                </a:cubicBezTo>
                <a:lnTo>
                  <a:pt x="84" y="649"/>
                </a:lnTo>
                <a:cubicBezTo>
                  <a:pt x="38" y="649"/>
                  <a:pt x="0" y="631"/>
                  <a:pt x="0" y="609"/>
                </a:cubicBezTo>
                <a:lnTo>
                  <a:pt x="0" y="40"/>
                </a:lnTo>
                <a:cubicBezTo>
                  <a:pt x="0" y="18"/>
                  <a:pt x="38" y="0"/>
                  <a:pt x="84" y="0"/>
                </a:cubicBezTo>
                <a:lnTo>
                  <a:pt x="56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7841160" y="3132000"/>
            <a:ext cx="233640" cy="233640"/>
          </a:xfrm>
          <a:custGeom>
            <a:avLst/>
            <a:gdLst/>
            <a:ahLst/>
            <a:rect l="0" t="0" r="r" b="b"/>
            <a:pathLst>
              <a:path w="649" h="649">
                <a:moveTo>
                  <a:pt x="84" y="0"/>
                </a:moveTo>
                <a:lnTo>
                  <a:pt x="565" y="0"/>
                </a:lnTo>
                <a:cubicBezTo>
                  <a:pt x="612" y="0"/>
                  <a:pt x="649" y="18"/>
                  <a:pt x="649" y="40"/>
                </a:cubicBezTo>
                <a:lnTo>
                  <a:pt x="649" y="609"/>
                </a:lnTo>
                <a:cubicBezTo>
                  <a:pt x="649" y="631"/>
                  <a:pt x="612" y="649"/>
                  <a:pt x="565" y="649"/>
                </a:cubicBezTo>
                <a:lnTo>
                  <a:pt x="84" y="649"/>
                </a:lnTo>
                <a:cubicBezTo>
                  <a:pt x="38" y="649"/>
                  <a:pt x="0" y="631"/>
                  <a:pt x="0" y="609"/>
                </a:cubicBezTo>
                <a:lnTo>
                  <a:pt x="0" y="40"/>
                </a:lnTo>
                <a:cubicBezTo>
                  <a:pt x="0" y="18"/>
                  <a:pt x="38" y="0"/>
                  <a:pt x="84" y="0"/>
                </a:cubicBezTo>
                <a:close/>
              </a:path>
            </a:pathLst>
          </a:custGeom>
          <a:noFill/>
          <a:ln cap="rnd" w="25920">
            <a:solidFill>
              <a:srgbClr val="000000"/>
            </a:solidFill>
            <a:round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9032760" y="2116080"/>
            <a:ext cx="126720" cy="154440"/>
          </a:xfrm>
          <a:custGeom>
            <a:avLst/>
            <a:gdLst/>
            <a:ahLst/>
            <a:rect l="0" t="0" r="r" b="b"/>
            <a:pathLst>
              <a:path w="352" h="429">
                <a:moveTo>
                  <a:pt x="334" y="429"/>
                </a:moveTo>
                <a:cubicBezTo>
                  <a:pt x="337" y="392"/>
                  <a:pt x="344" y="354"/>
                  <a:pt x="352" y="319"/>
                </a:cubicBezTo>
                <a:cubicBezTo>
                  <a:pt x="347" y="318"/>
                  <a:pt x="340" y="316"/>
                  <a:pt x="331" y="316"/>
                </a:cubicBezTo>
                <a:cubicBezTo>
                  <a:pt x="311" y="363"/>
                  <a:pt x="295" y="399"/>
                  <a:pt x="223" y="400"/>
                </a:cubicBezTo>
                <a:lnTo>
                  <a:pt x="97" y="403"/>
                </a:lnTo>
                <a:cubicBezTo>
                  <a:pt x="86" y="403"/>
                  <a:pt x="81" y="399"/>
                  <a:pt x="81" y="393"/>
                </a:cubicBezTo>
                <a:cubicBezTo>
                  <a:pt x="81" y="390"/>
                  <a:pt x="83" y="386"/>
                  <a:pt x="86" y="380"/>
                </a:cubicBezTo>
                <a:cubicBezTo>
                  <a:pt x="134" y="311"/>
                  <a:pt x="254" y="140"/>
                  <a:pt x="331" y="41"/>
                </a:cubicBezTo>
                <a:cubicBezTo>
                  <a:pt x="345" y="23"/>
                  <a:pt x="347" y="18"/>
                  <a:pt x="347" y="11"/>
                </a:cubicBezTo>
                <a:cubicBezTo>
                  <a:pt x="347" y="6"/>
                  <a:pt x="344" y="4"/>
                  <a:pt x="339" y="4"/>
                </a:cubicBezTo>
                <a:cubicBezTo>
                  <a:pt x="331" y="4"/>
                  <a:pt x="310" y="5"/>
                  <a:pt x="291" y="5"/>
                </a:cubicBezTo>
                <a:lnTo>
                  <a:pt x="146" y="5"/>
                </a:lnTo>
                <a:cubicBezTo>
                  <a:pt x="116" y="5"/>
                  <a:pt x="52" y="2"/>
                  <a:pt x="28" y="0"/>
                </a:cubicBezTo>
                <a:cubicBezTo>
                  <a:pt x="25" y="35"/>
                  <a:pt x="19" y="73"/>
                  <a:pt x="13" y="99"/>
                </a:cubicBezTo>
                <a:cubicBezTo>
                  <a:pt x="20" y="101"/>
                  <a:pt x="26" y="103"/>
                  <a:pt x="33" y="103"/>
                </a:cubicBezTo>
                <a:cubicBezTo>
                  <a:pt x="47" y="58"/>
                  <a:pt x="72" y="35"/>
                  <a:pt x="121" y="33"/>
                </a:cubicBezTo>
                <a:lnTo>
                  <a:pt x="259" y="31"/>
                </a:lnTo>
                <a:cubicBezTo>
                  <a:pt x="262" y="31"/>
                  <a:pt x="265" y="33"/>
                  <a:pt x="265" y="37"/>
                </a:cubicBezTo>
                <a:cubicBezTo>
                  <a:pt x="265" y="40"/>
                  <a:pt x="263" y="44"/>
                  <a:pt x="260" y="48"/>
                </a:cubicBezTo>
                <a:cubicBezTo>
                  <a:pt x="197" y="129"/>
                  <a:pt x="72" y="303"/>
                  <a:pt x="6" y="403"/>
                </a:cubicBezTo>
                <a:cubicBezTo>
                  <a:pt x="2" y="408"/>
                  <a:pt x="0" y="413"/>
                  <a:pt x="0" y="418"/>
                </a:cubicBezTo>
                <a:cubicBezTo>
                  <a:pt x="0" y="424"/>
                  <a:pt x="4" y="428"/>
                  <a:pt x="13" y="428"/>
                </a:cubicBezTo>
                <a:lnTo>
                  <a:pt x="251" y="428"/>
                </a:lnTo>
                <a:cubicBezTo>
                  <a:pt x="269" y="428"/>
                  <a:pt x="334" y="429"/>
                  <a:pt x="334" y="4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7873200" y="2495880"/>
            <a:ext cx="1286280" cy="154440"/>
          </a:xfrm>
          <a:custGeom>
            <a:avLst/>
            <a:gdLst/>
            <a:ahLst/>
            <a:rect l="0" t="0" r="r" b="b"/>
            <a:pathLst>
              <a:path w="3573" h="429">
                <a:moveTo>
                  <a:pt x="3555" y="429"/>
                </a:moveTo>
                <a:cubicBezTo>
                  <a:pt x="3558" y="392"/>
                  <a:pt x="3565" y="354"/>
                  <a:pt x="3573" y="320"/>
                </a:cubicBezTo>
                <a:cubicBezTo>
                  <a:pt x="3568" y="318"/>
                  <a:pt x="3561" y="316"/>
                  <a:pt x="3552" y="316"/>
                </a:cubicBezTo>
                <a:cubicBezTo>
                  <a:pt x="3532" y="363"/>
                  <a:pt x="3516" y="399"/>
                  <a:pt x="3444" y="400"/>
                </a:cubicBezTo>
                <a:lnTo>
                  <a:pt x="3318" y="403"/>
                </a:lnTo>
                <a:cubicBezTo>
                  <a:pt x="3307" y="403"/>
                  <a:pt x="3302" y="399"/>
                  <a:pt x="3302" y="394"/>
                </a:cubicBezTo>
                <a:cubicBezTo>
                  <a:pt x="3302" y="390"/>
                  <a:pt x="3304" y="386"/>
                  <a:pt x="3307" y="381"/>
                </a:cubicBezTo>
                <a:cubicBezTo>
                  <a:pt x="3355" y="311"/>
                  <a:pt x="3475" y="140"/>
                  <a:pt x="3552" y="41"/>
                </a:cubicBezTo>
                <a:cubicBezTo>
                  <a:pt x="3566" y="23"/>
                  <a:pt x="3568" y="18"/>
                  <a:pt x="3568" y="11"/>
                </a:cubicBezTo>
                <a:cubicBezTo>
                  <a:pt x="3568" y="7"/>
                  <a:pt x="3565" y="4"/>
                  <a:pt x="3560" y="4"/>
                </a:cubicBezTo>
                <a:cubicBezTo>
                  <a:pt x="3552" y="4"/>
                  <a:pt x="3531" y="5"/>
                  <a:pt x="3512" y="5"/>
                </a:cubicBezTo>
                <a:lnTo>
                  <a:pt x="3367" y="5"/>
                </a:lnTo>
                <a:cubicBezTo>
                  <a:pt x="3337" y="5"/>
                  <a:pt x="3273" y="2"/>
                  <a:pt x="3249" y="0"/>
                </a:cubicBezTo>
                <a:cubicBezTo>
                  <a:pt x="3246" y="35"/>
                  <a:pt x="3240" y="73"/>
                  <a:pt x="3234" y="100"/>
                </a:cubicBezTo>
                <a:cubicBezTo>
                  <a:pt x="3241" y="102"/>
                  <a:pt x="3247" y="103"/>
                  <a:pt x="3254" y="103"/>
                </a:cubicBezTo>
                <a:cubicBezTo>
                  <a:pt x="3268" y="58"/>
                  <a:pt x="3293" y="35"/>
                  <a:pt x="3342" y="33"/>
                </a:cubicBezTo>
                <a:lnTo>
                  <a:pt x="3480" y="31"/>
                </a:lnTo>
                <a:cubicBezTo>
                  <a:pt x="3483" y="31"/>
                  <a:pt x="3486" y="33"/>
                  <a:pt x="3486" y="37"/>
                </a:cubicBezTo>
                <a:cubicBezTo>
                  <a:pt x="3486" y="40"/>
                  <a:pt x="3484" y="44"/>
                  <a:pt x="3481" y="48"/>
                </a:cubicBezTo>
                <a:cubicBezTo>
                  <a:pt x="3418" y="129"/>
                  <a:pt x="3293" y="303"/>
                  <a:pt x="3227" y="403"/>
                </a:cubicBezTo>
                <a:cubicBezTo>
                  <a:pt x="3223" y="408"/>
                  <a:pt x="3221" y="413"/>
                  <a:pt x="3221" y="418"/>
                </a:cubicBezTo>
                <a:cubicBezTo>
                  <a:pt x="3221" y="424"/>
                  <a:pt x="3225" y="428"/>
                  <a:pt x="3234" y="428"/>
                </a:cubicBezTo>
                <a:lnTo>
                  <a:pt x="3472" y="428"/>
                </a:lnTo>
                <a:cubicBezTo>
                  <a:pt x="3490" y="428"/>
                  <a:pt x="3555" y="429"/>
                  <a:pt x="3555" y="429"/>
                </a:cubicBezTo>
                <a:moveTo>
                  <a:pt x="334" y="429"/>
                </a:moveTo>
                <a:cubicBezTo>
                  <a:pt x="337" y="392"/>
                  <a:pt x="344" y="354"/>
                  <a:pt x="352" y="320"/>
                </a:cubicBezTo>
                <a:cubicBezTo>
                  <a:pt x="347" y="318"/>
                  <a:pt x="340" y="316"/>
                  <a:pt x="331" y="316"/>
                </a:cubicBezTo>
                <a:cubicBezTo>
                  <a:pt x="311" y="363"/>
                  <a:pt x="295" y="399"/>
                  <a:pt x="224" y="400"/>
                </a:cubicBezTo>
                <a:lnTo>
                  <a:pt x="97" y="403"/>
                </a:lnTo>
                <a:cubicBezTo>
                  <a:pt x="86" y="403"/>
                  <a:pt x="81" y="399"/>
                  <a:pt x="81" y="394"/>
                </a:cubicBezTo>
                <a:cubicBezTo>
                  <a:pt x="81" y="390"/>
                  <a:pt x="83" y="386"/>
                  <a:pt x="86" y="381"/>
                </a:cubicBezTo>
                <a:cubicBezTo>
                  <a:pt x="134" y="311"/>
                  <a:pt x="254" y="140"/>
                  <a:pt x="331" y="41"/>
                </a:cubicBezTo>
                <a:cubicBezTo>
                  <a:pt x="345" y="23"/>
                  <a:pt x="347" y="18"/>
                  <a:pt x="347" y="11"/>
                </a:cubicBezTo>
                <a:cubicBezTo>
                  <a:pt x="347" y="7"/>
                  <a:pt x="344" y="4"/>
                  <a:pt x="339" y="4"/>
                </a:cubicBezTo>
                <a:cubicBezTo>
                  <a:pt x="331" y="4"/>
                  <a:pt x="311" y="5"/>
                  <a:pt x="291" y="5"/>
                </a:cubicBezTo>
                <a:lnTo>
                  <a:pt x="146" y="5"/>
                </a:lnTo>
                <a:cubicBezTo>
                  <a:pt x="116" y="5"/>
                  <a:pt x="52" y="2"/>
                  <a:pt x="28" y="0"/>
                </a:cubicBezTo>
                <a:cubicBezTo>
                  <a:pt x="25" y="35"/>
                  <a:pt x="19" y="73"/>
                  <a:pt x="14" y="100"/>
                </a:cubicBezTo>
                <a:cubicBezTo>
                  <a:pt x="20" y="102"/>
                  <a:pt x="26" y="103"/>
                  <a:pt x="33" y="103"/>
                </a:cubicBezTo>
                <a:cubicBezTo>
                  <a:pt x="47" y="58"/>
                  <a:pt x="72" y="35"/>
                  <a:pt x="121" y="33"/>
                </a:cubicBezTo>
                <a:lnTo>
                  <a:pt x="259" y="31"/>
                </a:lnTo>
                <a:cubicBezTo>
                  <a:pt x="262" y="31"/>
                  <a:pt x="265" y="33"/>
                  <a:pt x="265" y="37"/>
                </a:cubicBezTo>
                <a:cubicBezTo>
                  <a:pt x="265" y="40"/>
                  <a:pt x="263" y="44"/>
                  <a:pt x="260" y="48"/>
                </a:cubicBezTo>
                <a:cubicBezTo>
                  <a:pt x="197" y="129"/>
                  <a:pt x="72" y="303"/>
                  <a:pt x="6" y="403"/>
                </a:cubicBezTo>
                <a:cubicBezTo>
                  <a:pt x="2" y="408"/>
                  <a:pt x="0" y="413"/>
                  <a:pt x="0" y="418"/>
                </a:cubicBezTo>
                <a:cubicBezTo>
                  <a:pt x="0" y="424"/>
                  <a:pt x="4" y="428"/>
                  <a:pt x="13" y="428"/>
                </a:cubicBezTo>
                <a:lnTo>
                  <a:pt x="251" y="428"/>
                </a:lnTo>
                <a:cubicBezTo>
                  <a:pt x="269" y="428"/>
                  <a:pt x="334" y="429"/>
                  <a:pt x="334" y="4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8659080" y="2494440"/>
            <a:ext cx="156960" cy="157320"/>
          </a:xfrm>
          <a:custGeom>
            <a:avLst/>
            <a:gdLst/>
            <a:ahLst/>
            <a:rect l="0" t="0" r="r" b="b"/>
            <a:pathLst>
              <a:path w="436" h="437">
                <a:moveTo>
                  <a:pt x="436" y="219"/>
                </a:moveTo>
                <a:cubicBezTo>
                  <a:pt x="436" y="339"/>
                  <a:pt x="339" y="437"/>
                  <a:pt x="218" y="437"/>
                </a:cubicBezTo>
                <a:cubicBezTo>
                  <a:pt x="98" y="437"/>
                  <a:pt x="0" y="339"/>
                  <a:pt x="0" y="219"/>
                </a:cubicBezTo>
                <a:cubicBezTo>
                  <a:pt x="0" y="98"/>
                  <a:pt x="98" y="0"/>
                  <a:pt x="218" y="0"/>
                </a:cubicBezTo>
                <a:cubicBezTo>
                  <a:pt x="339" y="0"/>
                  <a:pt x="436" y="98"/>
                  <a:pt x="436" y="2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8659080" y="2114640"/>
            <a:ext cx="156960" cy="157320"/>
          </a:xfrm>
          <a:custGeom>
            <a:avLst/>
            <a:gdLst/>
            <a:ahLst/>
            <a:rect l="0" t="0" r="r" b="b"/>
            <a:pathLst>
              <a:path w="436" h="437">
                <a:moveTo>
                  <a:pt x="436" y="219"/>
                </a:moveTo>
                <a:cubicBezTo>
                  <a:pt x="436" y="339"/>
                  <a:pt x="339" y="437"/>
                  <a:pt x="218" y="437"/>
                </a:cubicBezTo>
                <a:cubicBezTo>
                  <a:pt x="98" y="437"/>
                  <a:pt x="0" y="339"/>
                  <a:pt x="0" y="219"/>
                </a:cubicBezTo>
                <a:cubicBezTo>
                  <a:pt x="0" y="98"/>
                  <a:pt x="98" y="0"/>
                  <a:pt x="218" y="0"/>
                </a:cubicBezTo>
                <a:cubicBezTo>
                  <a:pt x="339" y="0"/>
                  <a:pt x="436" y="98"/>
                  <a:pt x="436" y="2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8737560" y="2217240"/>
            <a:ext cx="0" cy="316800"/>
          </a:xfrm>
          <a:prstGeom prst="line">
            <a:avLst/>
          </a:prstGeom>
          <a:ln cap="rnd" w="446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2320" rIns="112320" tIns="67320" bIns="67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7882560" y="3172680"/>
            <a:ext cx="151200" cy="152640"/>
          </a:xfrm>
          <a:custGeom>
            <a:avLst/>
            <a:gdLst/>
            <a:ahLst/>
            <a:rect l="0" t="0" r="r" b="b"/>
            <a:pathLst>
              <a:path w="420" h="424">
                <a:moveTo>
                  <a:pt x="350" y="356"/>
                </a:moveTo>
                <a:lnTo>
                  <a:pt x="250" y="218"/>
                </a:lnTo>
                <a:cubicBezTo>
                  <a:pt x="244" y="210"/>
                  <a:pt x="240" y="203"/>
                  <a:pt x="240" y="197"/>
                </a:cubicBezTo>
                <a:cubicBezTo>
                  <a:pt x="240" y="191"/>
                  <a:pt x="240" y="185"/>
                  <a:pt x="246" y="177"/>
                </a:cubicBezTo>
                <a:lnTo>
                  <a:pt x="336" y="62"/>
                </a:lnTo>
                <a:cubicBezTo>
                  <a:pt x="358" y="33"/>
                  <a:pt x="379" y="24"/>
                  <a:pt x="408" y="21"/>
                </a:cubicBezTo>
                <a:cubicBezTo>
                  <a:pt x="412" y="17"/>
                  <a:pt x="412" y="3"/>
                  <a:pt x="408" y="0"/>
                </a:cubicBezTo>
                <a:cubicBezTo>
                  <a:pt x="389" y="0"/>
                  <a:pt x="365" y="1"/>
                  <a:pt x="350" y="1"/>
                </a:cubicBezTo>
                <a:cubicBezTo>
                  <a:pt x="334" y="1"/>
                  <a:pt x="307" y="0"/>
                  <a:pt x="281" y="0"/>
                </a:cubicBezTo>
                <a:cubicBezTo>
                  <a:pt x="277" y="3"/>
                  <a:pt x="277" y="17"/>
                  <a:pt x="281" y="21"/>
                </a:cubicBezTo>
                <a:cubicBezTo>
                  <a:pt x="310" y="23"/>
                  <a:pt x="321" y="27"/>
                  <a:pt x="306" y="49"/>
                </a:cubicBezTo>
                <a:lnTo>
                  <a:pt x="226" y="163"/>
                </a:lnTo>
                <a:cubicBezTo>
                  <a:pt x="222" y="169"/>
                  <a:pt x="218" y="171"/>
                  <a:pt x="215" y="171"/>
                </a:cubicBezTo>
                <a:cubicBezTo>
                  <a:pt x="213" y="171"/>
                  <a:pt x="210" y="168"/>
                  <a:pt x="208" y="164"/>
                </a:cubicBezTo>
                <a:lnTo>
                  <a:pt x="135" y="57"/>
                </a:lnTo>
                <a:cubicBezTo>
                  <a:pt x="117" y="31"/>
                  <a:pt x="114" y="23"/>
                  <a:pt x="151" y="21"/>
                </a:cubicBezTo>
                <a:cubicBezTo>
                  <a:pt x="155" y="17"/>
                  <a:pt x="155" y="3"/>
                  <a:pt x="151" y="0"/>
                </a:cubicBezTo>
                <a:cubicBezTo>
                  <a:pt x="126" y="0"/>
                  <a:pt x="102" y="1"/>
                  <a:pt x="76" y="1"/>
                </a:cubicBezTo>
                <a:cubicBezTo>
                  <a:pt x="51" y="1"/>
                  <a:pt x="29" y="0"/>
                  <a:pt x="9" y="0"/>
                </a:cubicBezTo>
                <a:cubicBezTo>
                  <a:pt x="5" y="3"/>
                  <a:pt x="6" y="17"/>
                  <a:pt x="10" y="21"/>
                </a:cubicBezTo>
                <a:cubicBezTo>
                  <a:pt x="38" y="23"/>
                  <a:pt x="49" y="27"/>
                  <a:pt x="76" y="65"/>
                </a:cubicBezTo>
                <a:lnTo>
                  <a:pt x="170" y="198"/>
                </a:lnTo>
                <a:cubicBezTo>
                  <a:pt x="175" y="205"/>
                  <a:pt x="179" y="211"/>
                  <a:pt x="179" y="217"/>
                </a:cubicBezTo>
                <a:cubicBezTo>
                  <a:pt x="179" y="221"/>
                  <a:pt x="176" y="228"/>
                  <a:pt x="172" y="232"/>
                </a:cubicBezTo>
                <a:lnTo>
                  <a:pt x="75" y="362"/>
                </a:lnTo>
                <a:cubicBezTo>
                  <a:pt x="53" y="392"/>
                  <a:pt x="32" y="399"/>
                  <a:pt x="3" y="402"/>
                </a:cubicBezTo>
                <a:cubicBezTo>
                  <a:pt x="-1" y="406"/>
                  <a:pt x="-1" y="420"/>
                  <a:pt x="3" y="424"/>
                </a:cubicBezTo>
                <a:cubicBezTo>
                  <a:pt x="23" y="423"/>
                  <a:pt x="47" y="422"/>
                  <a:pt x="62" y="422"/>
                </a:cubicBezTo>
                <a:cubicBezTo>
                  <a:pt x="77" y="422"/>
                  <a:pt x="104" y="423"/>
                  <a:pt x="130" y="424"/>
                </a:cubicBezTo>
                <a:cubicBezTo>
                  <a:pt x="134" y="420"/>
                  <a:pt x="134" y="406"/>
                  <a:pt x="130" y="402"/>
                </a:cubicBezTo>
                <a:cubicBezTo>
                  <a:pt x="101" y="400"/>
                  <a:pt x="89" y="397"/>
                  <a:pt x="105" y="375"/>
                </a:cubicBezTo>
                <a:lnTo>
                  <a:pt x="191" y="254"/>
                </a:lnTo>
                <a:cubicBezTo>
                  <a:pt x="195" y="249"/>
                  <a:pt x="199" y="245"/>
                  <a:pt x="201" y="245"/>
                </a:cubicBezTo>
                <a:cubicBezTo>
                  <a:pt x="204" y="245"/>
                  <a:pt x="206" y="247"/>
                  <a:pt x="210" y="252"/>
                </a:cubicBezTo>
                <a:lnTo>
                  <a:pt x="291" y="367"/>
                </a:lnTo>
                <a:cubicBezTo>
                  <a:pt x="309" y="394"/>
                  <a:pt x="312" y="400"/>
                  <a:pt x="276" y="402"/>
                </a:cubicBezTo>
                <a:cubicBezTo>
                  <a:pt x="272" y="406"/>
                  <a:pt x="272" y="420"/>
                  <a:pt x="276" y="424"/>
                </a:cubicBezTo>
                <a:cubicBezTo>
                  <a:pt x="300" y="423"/>
                  <a:pt x="324" y="422"/>
                  <a:pt x="350" y="422"/>
                </a:cubicBezTo>
                <a:cubicBezTo>
                  <a:pt x="376" y="422"/>
                  <a:pt x="397" y="423"/>
                  <a:pt x="417" y="424"/>
                </a:cubicBezTo>
                <a:cubicBezTo>
                  <a:pt x="421" y="420"/>
                  <a:pt x="420" y="406"/>
                  <a:pt x="416" y="402"/>
                </a:cubicBezTo>
                <a:cubicBezTo>
                  <a:pt x="389" y="400"/>
                  <a:pt x="378" y="394"/>
                  <a:pt x="350" y="35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8078760" y="2300040"/>
            <a:ext cx="95760" cy="70200"/>
          </a:xfrm>
          <a:custGeom>
            <a:avLst/>
            <a:gdLst/>
            <a:ahLst/>
            <a:rect l="0" t="0" r="r" b="b"/>
            <a:pathLst>
              <a:path w="266" h="195">
                <a:moveTo>
                  <a:pt x="119" y="30"/>
                </a:moveTo>
                <a:lnTo>
                  <a:pt x="172" y="30"/>
                </a:lnTo>
                <a:cubicBezTo>
                  <a:pt x="165" y="57"/>
                  <a:pt x="155" y="97"/>
                  <a:pt x="155" y="133"/>
                </a:cubicBezTo>
                <a:cubicBezTo>
                  <a:pt x="155" y="151"/>
                  <a:pt x="158" y="162"/>
                  <a:pt x="160" y="172"/>
                </a:cubicBezTo>
                <a:cubicBezTo>
                  <a:pt x="167" y="195"/>
                  <a:pt x="173" y="195"/>
                  <a:pt x="179" y="195"/>
                </a:cubicBezTo>
                <a:cubicBezTo>
                  <a:pt x="191" y="195"/>
                  <a:pt x="201" y="187"/>
                  <a:pt x="201" y="176"/>
                </a:cubicBezTo>
                <a:cubicBezTo>
                  <a:pt x="201" y="172"/>
                  <a:pt x="201" y="170"/>
                  <a:pt x="198" y="167"/>
                </a:cubicBezTo>
                <a:cubicBezTo>
                  <a:pt x="189" y="149"/>
                  <a:pt x="181" y="124"/>
                  <a:pt x="181" y="88"/>
                </a:cubicBezTo>
                <a:cubicBezTo>
                  <a:pt x="181" y="80"/>
                  <a:pt x="181" y="62"/>
                  <a:pt x="187" y="30"/>
                </a:cubicBezTo>
                <a:lnTo>
                  <a:pt x="242" y="30"/>
                </a:lnTo>
                <a:cubicBezTo>
                  <a:pt x="250" y="30"/>
                  <a:pt x="255" y="30"/>
                  <a:pt x="259" y="27"/>
                </a:cubicBezTo>
                <a:cubicBezTo>
                  <a:pt x="265" y="22"/>
                  <a:pt x="266" y="15"/>
                  <a:pt x="266" y="13"/>
                </a:cubicBezTo>
                <a:cubicBezTo>
                  <a:pt x="266" y="0"/>
                  <a:pt x="255" y="0"/>
                  <a:pt x="247" y="0"/>
                </a:cubicBezTo>
                <a:lnTo>
                  <a:pt x="80" y="0"/>
                </a:lnTo>
                <a:cubicBezTo>
                  <a:pt x="62" y="0"/>
                  <a:pt x="49" y="4"/>
                  <a:pt x="29" y="23"/>
                </a:cubicBezTo>
                <a:cubicBezTo>
                  <a:pt x="17" y="33"/>
                  <a:pt x="0" y="57"/>
                  <a:pt x="0" y="61"/>
                </a:cubicBezTo>
                <a:cubicBezTo>
                  <a:pt x="0" y="66"/>
                  <a:pt x="6" y="66"/>
                  <a:pt x="8" y="66"/>
                </a:cubicBezTo>
                <a:cubicBezTo>
                  <a:pt x="13" y="66"/>
                  <a:pt x="13" y="65"/>
                  <a:pt x="16" y="61"/>
                </a:cubicBezTo>
                <a:cubicBezTo>
                  <a:pt x="37" y="30"/>
                  <a:pt x="65" y="30"/>
                  <a:pt x="75" y="30"/>
                </a:cubicBezTo>
                <a:lnTo>
                  <a:pt x="102" y="30"/>
                </a:lnTo>
                <a:cubicBezTo>
                  <a:pt x="88" y="78"/>
                  <a:pt x="64" y="132"/>
                  <a:pt x="51" y="159"/>
                </a:cubicBezTo>
                <a:cubicBezTo>
                  <a:pt x="48" y="164"/>
                  <a:pt x="44" y="173"/>
                  <a:pt x="42" y="175"/>
                </a:cubicBezTo>
                <a:cubicBezTo>
                  <a:pt x="42" y="176"/>
                  <a:pt x="42" y="178"/>
                  <a:pt x="42" y="181"/>
                </a:cubicBezTo>
                <a:cubicBezTo>
                  <a:pt x="42" y="189"/>
                  <a:pt x="47" y="195"/>
                  <a:pt x="58" y="195"/>
                </a:cubicBezTo>
                <a:cubicBezTo>
                  <a:pt x="75" y="195"/>
                  <a:pt x="80" y="176"/>
                  <a:pt x="91" y="135"/>
                </a:cubicBezTo>
                <a:lnTo>
                  <a:pt x="119" y="3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25200" bIns="25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8071560" y="2401920"/>
            <a:ext cx="112680" cy="0"/>
          </a:xfrm>
          <a:prstGeom prst="line">
            <a:avLst/>
          </a:prstGeom>
          <a:ln w="10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5040" rIns="95040" tIns="-50040" bIns="-50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8092440" y="2431800"/>
            <a:ext cx="70920" cy="106200"/>
          </a:xfrm>
          <a:custGeom>
            <a:avLst/>
            <a:gdLst/>
            <a:ahLst/>
            <a:rect l="0" t="0" r="r" b="b"/>
            <a:pathLst>
              <a:path w="197" h="295">
                <a:moveTo>
                  <a:pt x="197" y="214"/>
                </a:moveTo>
                <a:lnTo>
                  <a:pt x="182" y="214"/>
                </a:lnTo>
                <a:cubicBezTo>
                  <a:pt x="182" y="224"/>
                  <a:pt x="176" y="250"/>
                  <a:pt x="169" y="254"/>
                </a:cubicBezTo>
                <a:cubicBezTo>
                  <a:pt x="166" y="257"/>
                  <a:pt x="133" y="257"/>
                  <a:pt x="126" y="257"/>
                </a:cubicBezTo>
                <a:lnTo>
                  <a:pt x="44" y="257"/>
                </a:lnTo>
                <a:cubicBezTo>
                  <a:pt x="91" y="216"/>
                  <a:pt x="107" y="204"/>
                  <a:pt x="133" y="183"/>
                </a:cubicBezTo>
                <a:cubicBezTo>
                  <a:pt x="166" y="157"/>
                  <a:pt x="197" y="129"/>
                  <a:pt x="197" y="87"/>
                </a:cubicBezTo>
                <a:cubicBezTo>
                  <a:pt x="197" y="33"/>
                  <a:pt x="150" y="0"/>
                  <a:pt x="93" y="0"/>
                </a:cubicBezTo>
                <a:cubicBezTo>
                  <a:pt x="38" y="0"/>
                  <a:pt x="0" y="39"/>
                  <a:pt x="0" y="80"/>
                </a:cubicBezTo>
                <a:cubicBezTo>
                  <a:pt x="0" y="101"/>
                  <a:pt x="19" y="105"/>
                  <a:pt x="24" y="105"/>
                </a:cubicBezTo>
                <a:cubicBezTo>
                  <a:pt x="34" y="105"/>
                  <a:pt x="47" y="97"/>
                  <a:pt x="47" y="81"/>
                </a:cubicBezTo>
                <a:cubicBezTo>
                  <a:pt x="47" y="73"/>
                  <a:pt x="44" y="57"/>
                  <a:pt x="21" y="57"/>
                </a:cubicBezTo>
                <a:cubicBezTo>
                  <a:pt x="35" y="26"/>
                  <a:pt x="65" y="16"/>
                  <a:pt x="85" y="16"/>
                </a:cubicBezTo>
                <a:cubicBezTo>
                  <a:pt x="131" y="16"/>
                  <a:pt x="154" y="51"/>
                  <a:pt x="154" y="87"/>
                </a:cubicBezTo>
                <a:cubicBezTo>
                  <a:pt x="154" y="126"/>
                  <a:pt x="125" y="155"/>
                  <a:pt x="111" y="171"/>
                </a:cubicBezTo>
                <a:lnTo>
                  <a:pt x="5" y="278"/>
                </a:lnTo>
                <a:cubicBezTo>
                  <a:pt x="0" y="282"/>
                  <a:pt x="0" y="283"/>
                  <a:pt x="0" y="295"/>
                </a:cubicBezTo>
                <a:lnTo>
                  <a:pt x="183" y="295"/>
                </a:lnTo>
                <a:lnTo>
                  <a:pt x="197" y="2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9235800" y="2985480"/>
            <a:ext cx="95760" cy="70560"/>
          </a:xfrm>
          <a:custGeom>
            <a:avLst/>
            <a:gdLst/>
            <a:ahLst/>
            <a:rect l="0" t="0" r="r" b="b"/>
            <a:pathLst>
              <a:path w="266" h="196">
                <a:moveTo>
                  <a:pt x="119" y="31"/>
                </a:moveTo>
                <a:lnTo>
                  <a:pt x="172" y="31"/>
                </a:lnTo>
                <a:cubicBezTo>
                  <a:pt x="165" y="57"/>
                  <a:pt x="155" y="97"/>
                  <a:pt x="155" y="133"/>
                </a:cubicBezTo>
                <a:cubicBezTo>
                  <a:pt x="155" y="151"/>
                  <a:pt x="158" y="163"/>
                  <a:pt x="160" y="172"/>
                </a:cubicBezTo>
                <a:cubicBezTo>
                  <a:pt x="167" y="195"/>
                  <a:pt x="173" y="196"/>
                  <a:pt x="180" y="196"/>
                </a:cubicBezTo>
                <a:cubicBezTo>
                  <a:pt x="191" y="196"/>
                  <a:pt x="201" y="187"/>
                  <a:pt x="201" y="176"/>
                </a:cubicBezTo>
                <a:cubicBezTo>
                  <a:pt x="201" y="173"/>
                  <a:pt x="201" y="171"/>
                  <a:pt x="198" y="167"/>
                </a:cubicBezTo>
                <a:cubicBezTo>
                  <a:pt x="189" y="150"/>
                  <a:pt x="181" y="125"/>
                  <a:pt x="181" y="88"/>
                </a:cubicBezTo>
                <a:cubicBezTo>
                  <a:pt x="181" y="80"/>
                  <a:pt x="181" y="62"/>
                  <a:pt x="187" y="31"/>
                </a:cubicBezTo>
                <a:lnTo>
                  <a:pt x="242" y="31"/>
                </a:lnTo>
                <a:cubicBezTo>
                  <a:pt x="250" y="31"/>
                  <a:pt x="254" y="31"/>
                  <a:pt x="259" y="27"/>
                </a:cubicBezTo>
                <a:cubicBezTo>
                  <a:pt x="265" y="22"/>
                  <a:pt x="266" y="16"/>
                  <a:pt x="266" y="14"/>
                </a:cubicBezTo>
                <a:cubicBezTo>
                  <a:pt x="266" y="0"/>
                  <a:pt x="255" y="0"/>
                  <a:pt x="247" y="0"/>
                </a:cubicBezTo>
                <a:lnTo>
                  <a:pt x="80" y="0"/>
                </a:lnTo>
                <a:cubicBezTo>
                  <a:pt x="62" y="0"/>
                  <a:pt x="49" y="5"/>
                  <a:pt x="29" y="23"/>
                </a:cubicBezTo>
                <a:cubicBezTo>
                  <a:pt x="17" y="33"/>
                  <a:pt x="0" y="57"/>
                  <a:pt x="0" y="61"/>
                </a:cubicBezTo>
                <a:cubicBezTo>
                  <a:pt x="0" y="67"/>
                  <a:pt x="6" y="67"/>
                  <a:pt x="8" y="67"/>
                </a:cubicBezTo>
                <a:cubicBezTo>
                  <a:pt x="13" y="67"/>
                  <a:pt x="13" y="65"/>
                  <a:pt x="16" y="61"/>
                </a:cubicBezTo>
                <a:cubicBezTo>
                  <a:pt x="37" y="31"/>
                  <a:pt x="65" y="31"/>
                  <a:pt x="75" y="31"/>
                </a:cubicBezTo>
                <a:lnTo>
                  <a:pt x="102" y="31"/>
                </a:lnTo>
                <a:cubicBezTo>
                  <a:pt x="88" y="79"/>
                  <a:pt x="64" y="132"/>
                  <a:pt x="51" y="159"/>
                </a:cubicBezTo>
                <a:cubicBezTo>
                  <a:pt x="48" y="164"/>
                  <a:pt x="44" y="174"/>
                  <a:pt x="42" y="175"/>
                </a:cubicBezTo>
                <a:cubicBezTo>
                  <a:pt x="42" y="177"/>
                  <a:pt x="42" y="179"/>
                  <a:pt x="42" y="182"/>
                </a:cubicBezTo>
                <a:cubicBezTo>
                  <a:pt x="42" y="189"/>
                  <a:pt x="46" y="196"/>
                  <a:pt x="58" y="196"/>
                </a:cubicBezTo>
                <a:cubicBezTo>
                  <a:pt x="75" y="196"/>
                  <a:pt x="80" y="176"/>
                  <a:pt x="91" y="136"/>
                </a:cubicBezTo>
                <a:lnTo>
                  <a:pt x="119" y="3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25560" bIns="255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9228600" y="3087720"/>
            <a:ext cx="112680" cy="0"/>
          </a:xfrm>
          <a:prstGeom prst="line">
            <a:avLst/>
          </a:prstGeom>
          <a:ln w="10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5040" rIns="95040" tIns="-50040" bIns="-50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9249480" y="3117600"/>
            <a:ext cx="70560" cy="106200"/>
          </a:xfrm>
          <a:custGeom>
            <a:avLst/>
            <a:gdLst/>
            <a:ahLst/>
            <a:rect l="0" t="0" r="r" b="b"/>
            <a:pathLst>
              <a:path w="196" h="295">
                <a:moveTo>
                  <a:pt x="196" y="214"/>
                </a:moveTo>
                <a:lnTo>
                  <a:pt x="181" y="214"/>
                </a:lnTo>
                <a:cubicBezTo>
                  <a:pt x="181" y="224"/>
                  <a:pt x="175" y="250"/>
                  <a:pt x="169" y="254"/>
                </a:cubicBezTo>
                <a:cubicBezTo>
                  <a:pt x="166" y="257"/>
                  <a:pt x="132" y="257"/>
                  <a:pt x="126" y="257"/>
                </a:cubicBezTo>
                <a:lnTo>
                  <a:pt x="44" y="257"/>
                </a:lnTo>
                <a:cubicBezTo>
                  <a:pt x="91" y="216"/>
                  <a:pt x="107" y="203"/>
                  <a:pt x="132" y="182"/>
                </a:cubicBezTo>
                <a:cubicBezTo>
                  <a:pt x="166" y="156"/>
                  <a:pt x="196" y="128"/>
                  <a:pt x="196" y="86"/>
                </a:cubicBezTo>
                <a:cubicBezTo>
                  <a:pt x="196" y="32"/>
                  <a:pt x="149" y="0"/>
                  <a:pt x="93" y="0"/>
                </a:cubicBezTo>
                <a:cubicBezTo>
                  <a:pt x="38" y="0"/>
                  <a:pt x="0" y="38"/>
                  <a:pt x="0" y="79"/>
                </a:cubicBezTo>
                <a:cubicBezTo>
                  <a:pt x="0" y="101"/>
                  <a:pt x="19" y="104"/>
                  <a:pt x="24" y="104"/>
                </a:cubicBezTo>
                <a:cubicBezTo>
                  <a:pt x="34" y="104"/>
                  <a:pt x="47" y="96"/>
                  <a:pt x="47" y="80"/>
                </a:cubicBezTo>
                <a:cubicBezTo>
                  <a:pt x="47" y="72"/>
                  <a:pt x="44" y="56"/>
                  <a:pt x="21" y="56"/>
                </a:cubicBezTo>
                <a:cubicBezTo>
                  <a:pt x="35" y="26"/>
                  <a:pt x="65" y="15"/>
                  <a:pt x="85" y="15"/>
                </a:cubicBezTo>
                <a:cubicBezTo>
                  <a:pt x="130" y="15"/>
                  <a:pt x="153" y="50"/>
                  <a:pt x="153" y="86"/>
                </a:cubicBezTo>
                <a:cubicBezTo>
                  <a:pt x="153" y="125"/>
                  <a:pt x="125" y="155"/>
                  <a:pt x="111" y="171"/>
                </a:cubicBezTo>
                <a:lnTo>
                  <a:pt x="5" y="278"/>
                </a:lnTo>
                <a:cubicBezTo>
                  <a:pt x="0" y="282"/>
                  <a:pt x="0" y="283"/>
                  <a:pt x="0" y="295"/>
                </a:cubicBezTo>
                <a:lnTo>
                  <a:pt x="183" y="295"/>
                </a:lnTo>
                <a:lnTo>
                  <a:pt x="196" y="2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8522640" y="2296800"/>
            <a:ext cx="95760" cy="70200"/>
          </a:xfrm>
          <a:custGeom>
            <a:avLst/>
            <a:gdLst/>
            <a:ahLst/>
            <a:rect l="0" t="0" r="r" b="b"/>
            <a:pathLst>
              <a:path w="266" h="195">
                <a:moveTo>
                  <a:pt x="118" y="30"/>
                </a:moveTo>
                <a:lnTo>
                  <a:pt x="171" y="30"/>
                </a:lnTo>
                <a:cubicBezTo>
                  <a:pt x="164" y="57"/>
                  <a:pt x="154" y="97"/>
                  <a:pt x="154" y="132"/>
                </a:cubicBezTo>
                <a:cubicBezTo>
                  <a:pt x="154" y="150"/>
                  <a:pt x="157" y="162"/>
                  <a:pt x="159" y="171"/>
                </a:cubicBezTo>
                <a:cubicBezTo>
                  <a:pt x="166" y="194"/>
                  <a:pt x="172" y="195"/>
                  <a:pt x="178" y="195"/>
                </a:cubicBezTo>
                <a:cubicBezTo>
                  <a:pt x="189" y="195"/>
                  <a:pt x="199" y="186"/>
                  <a:pt x="199" y="175"/>
                </a:cubicBezTo>
                <a:cubicBezTo>
                  <a:pt x="199" y="172"/>
                  <a:pt x="199" y="170"/>
                  <a:pt x="197" y="166"/>
                </a:cubicBezTo>
                <a:cubicBezTo>
                  <a:pt x="188" y="149"/>
                  <a:pt x="180" y="125"/>
                  <a:pt x="180" y="87"/>
                </a:cubicBezTo>
                <a:cubicBezTo>
                  <a:pt x="180" y="80"/>
                  <a:pt x="180" y="61"/>
                  <a:pt x="185" y="30"/>
                </a:cubicBezTo>
                <a:lnTo>
                  <a:pt x="242" y="30"/>
                </a:lnTo>
                <a:cubicBezTo>
                  <a:pt x="250" y="30"/>
                  <a:pt x="254" y="30"/>
                  <a:pt x="258" y="26"/>
                </a:cubicBezTo>
                <a:cubicBezTo>
                  <a:pt x="264" y="21"/>
                  <a:pt x="266" y="15"/>
                  <a:pt x="266" y="13"/>
                </a:cubicBezTo>
                <a:cubicBezTo>
                  <a:pt x="266" y="0"/>
                  <a:pt x="255" y="0"/>
                  <a:pt x="247" y="0"/>
                </a:cubicBezTo>
                <a:lnTo>
                  <a:pt x="79" y="0"/>
                </a:lnTo>
                <a:cubicBezTo>
                  <a:pt x="61" y="0"/>
                  <a:pt x="48" y="4"/>
                  <a:pt x="29" y="23"/>
                </a:cubicBezTo>
                <a:cubicBezTo>
                  <a:pt x="17" y="33"/>
                  <a:pt x="0" y="57"/>
                  <a:pt x="0" y="61"/>
                </a:cubicBezTo>
                <a:cubicBezTo>
                  <a:pt x="0" y="66"/>
                  <a:pt x="6" y="66"/>
                  <a:pt x="8" y="66"/>
                </a:cubicBezTo>
                <a:cubicBezTo>
                  <a:pt x="12" y="66"/>
                  <a:pt x="12" y="64"/>
                  <a:pt x="16" y="61"/>
                </a:cubicBezTo>
                <a:cubicBezTo>
                  <a:pt x="38" y="30"/>
                  <a:pt x="65" y="30"/>
                  <a:pt x="75" y="30"/>
                </a:cubicBezTo>
                <a:lnTo>
                  <a:pt x="102" y="30"/>
                </a:lnTo>
                <a:cubicBezTo>
                  <a:pt x="88" y="78"/>
                  <a:pt x="65" y="132"/>
                  <a:pt x="52" y="158"/>
                </a:cubicBezTo>
                <a:cubicBezTo>
                  <a:pt x="49" y="163"/>
                  <a:pt x="45" y="173"/>
                  <a:pt x="43" y="175"/>
                </a:cubicBezTo>
                <a:cubicBezTo>
                  <a:pt x="43" y="176"/>
                  <a:pt x="43" y="178"/>
                  <a:pt x="43" y="181"/>
                </a:cubicBezTo>
                <a:cubicBezTo>
                  <a:pt x="43" y="189"/>
                  <a:pt x="48" y="195"/>
                  <a:pt x="59" y="195"/>
                </a:cubicBezTo>
                <a:cubicBezTo>
                  <a:pt x="76" y="195"/>
                  <a:pt x="81" y="175"/>
                  <a:pt x="91" y="135"/>
                </a:cubicBezTo>
                <a:lnTo>
                  <a:pt x="118" y="3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25200" bIns="25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8515440" y="2398680"/>
            <a:ext cx="112320" cy="0"/>
          </a:xfrm>
          <a:prstGeom prst="line">
            <a:avLst/>
          </a:prstGeom>
          <a:ln w="10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5040" rIns="95040" tIns="-50040" bIns="-50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8534520" y="2428560"/>
            <a:ext cx="73800" cy="109440"/>
          </a:xfrm>
          <a:custGeom>
            <a:avLst/>
            <a:gdLst/>
            <a:ahLst/>
            <a:rect l="0" t="0" r="r" b="b"/>
            <a:pathLst>
              <a:path w="205" h="304">
                <a:moveTo>
                  <a:pt x="98" y="146"/>
                </a:moveTo>
                <a:cubicBezTo>
                  <a:pt x="133" y="146"/>
                  <a:pt x="158" y="170"/>
                  <a:pt x="158" y="218"/>
                </a:cubicBezTo>
                <a:cubicBezTo>
                  <a:pt x="158" y="273"/>
                  <a:pt x="125" y="290"/>
                  <a:pt x="100" y="290"/>
                </a:cubicBezTo>
                <a:cubicBezTo>
                  <a:pt x="82" y="290"/>
                  <a:pt x="42" y="285"/>
                  <a:pt x="24" y="258"/>
                </a:cubicBezTo>
                <a:cubicBezTo>
                  <a:pt x="45" y="258"/>
                  <a:pt x="51" y="243"/>
                  <a:pt x="51" y="233"/>
                </a:cubicBezTo>
                <a:cubicBezTo>
                  <a:pt x="51" y="220"/>
                  <a:pt x="40" y="209"/>
                  <a:pt x="25" y="209"/>
                </a:cubicBezTo>
                <a:cubicBezTo>
                  <a:pt x="13" y="209"/>
                  <a:pt x="0" y="217"/>
                  <a:pt x="0" y="235"/>
                </a:cubicBezTo>
                <a:cubicBezTo>
                  <a:pt x="0" y="277"/>
                  <a:pt x="46" y="304"/>
                  <a:pt x="100" y="304"/>
                </a:cubicBezTo>
                <a:cubicBezTo>
                  <a:pt x="162" y="304"/>
                  <a:pt x="205" y="262"/>
                  <a:pt x="205" y="218"/>
                </a:cubicBezTo>
                <a:cubicBezTo>
                  <a:pt x="205" y="183"/>
                  <a:pt x="177" y="148"/>
                  <a:pt x="128" y="139"/>
                </a:cubicBezTo>
                <a:cubicBezTo>
                  <a:pt x="174" y="121"/>
                  <a:pt x="191" y="89"/>
                  <a:pt x="191" y="61"/>
                </a:cubicBezTo>
                <a:cubicBezTo>
                  <a:pt x="191" y="26"/>
                  <a:pt x="151" y="0"/>
                  <a:pt x="101" y="0"/>
                </a:cubicBezTo>
                <a:cubicBezTo>
                  <a:pt x="52" y="0"/>
                  <a:pt x="15" y="24"/>
                  <a:pt x="15" y="60"/>
                </a:cubicBezTo>
                <a:cubicBezTo>
                  <a:pt x="15" y="75"/>
                  <a:pt x="25" y="83"/>
                  <a:pt x="37" y="83"/>
                </a:cubicBezTo>
                <a:cubicBezTo>
                  <a:pt x="51" y="83"/>
                  <a:pt x="60" y="73"/>
                  <a:pt x="60" y="61"/>
                </a:cubicBezTo>
                <a:cubicBezTo>
                  <a:pt x="60" y="47"/>
                  <a:pt x="51" y="38"/>
                  <a:pt x="37" y="37"/>
                </a:cubicBezTo>
                <a:cubicBezTo>
                  <a:pt x="53" y="18"/>
                  <a:pt x="83" y="13"/>
                  <a:pt x="100" y="13"/>
                </a:cubicBezTo>
                <a:cubicBezTo>
                  <a:pt x="120" y="13"/>
                  <a:pt x="148" y="23"/>
                  <a:pt x="148" y="61"/>
                </a:cubicBezTo>
                <a:cubicBezTo>
                  <a:pt x="148" y="80"/>
                  <a:pt x="142" y="101"/>
                  <a:pt x="130" y="114"/>
                </a:cubicBezTo>
                <a:cubicBezTo>
                  <a:pt x="116" y="130"/>
                  <a:pt x="103" y="132"/>
                  <a:pt x="81" y="133"/>
                </a:cubicBezTo>
                <a:cubicBezTo>
                  <a:pt x="70" y="135"/>
                  <a:pt x="69" y="135"/>
                  <a:pt x="67" y="135"/>
                </a:cubicBezTo>
                <a:cubicBezTo>
                  <a:pt x="67" y="135"/>
                  <a:pt x="62" y="135"/>
                  <a:pt x="62" y="140"/>
                </a:cubicBezTo>
                <a:cubicBezTo>
                  <a:pt x="62" y="147"/>
                  <a:pt x="66" y="147"/>
                  <a:pt x="74" y="147"/>
                </a:cubicBezTo>
                <a:lnTo>
                  <a:pt x="98" y="14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8096400" y="2998440"/>
            <a:ext cx="95760" cy="70200"/>
          </a:xfrm>
          <a:custGeom>
            <a:avLst/>
            <a:gdLst/>
            <a:ahLst/>
            <a:rect l="0" t="0" r="r" b="b"/>
            <a:pathLst>
              <a:path w="266" h="195">
                <a:moveTo>
                  <a:pt x="118" y="30"/>
                </a:moveTo>
                <a:lnTo>
                  <a:pt x="171" y="30"/>
                </a:lnTo>
                <a:cubicBezTo>
                  <a:pt x="164" y="57"/>
                  <a:pt x="154" y="97"/>
                  <a:pt x="154" y="133"/>
                </a:cubicBezTo>
                <a:cubicBezTo>
                  <a:pt x="154" y="151"/>
                  <a:pt x="157" y="163"/>
                  <a:pt x="159" y="171"/>
                </a:cubicBezTo>
                <a:cubicBezTo>
                  <a:pt x="166" y="195"/>
                  <a:pt x="172" y="195"/>
                  <a:pt x="179" y="195"/>
                </a:cubicBezTo>
                <a:cubicBezTo>
                  <a:pt x="190" y="195"/>
                  <a:pt x="200" y="187"/>
                  <a:pt x="200" y="176"/>
                </a:cubicBezTo>
                <a:cubicBezTo>
                  <a:pt x="200" y="172"/>
                  <a:pt x="200" y="171"/>
                  <a:pt x="197" y="167"/>
                </a:cubicBezTo>
                <a:cubicBezTo>
                  <a:pt x="188" y="149"/>
                  <a:pt x="180" y="125"/>
                  <a:pt x="180" y="88"/>
                </a:cubicBezTo>
                <a:cubicBezTo>
                  <a:pt x="180" y="80"/>
                  <a:pt x="180" y="62"/>
                  <a:pt x="186" y="30"/>
                </a:cubicBezTo>
                <a:lnTo>
                  <a:pt x="242" y="30"/>
                </a:lnTo>
                <a:cubicBezTo>
                  <a:pt x="250" y="30"/>
                  <a:pt x="254" y="30"/>
                  <a:pt x="259" y="27"/>
                </a:cubicBezTo>
                <a:cubicBezTo>
                  <a:pt x="265" y="22"/>
                  <a:pt x="266" y="15"/>
                  <a:pt x="266" y="13"/>
                </a:cubicBezTo>
                <a:cubicBezTo>
                  <a:pt x="266" y="0"/>
                  <a:pt x="255" y="0"/>
                  <a:pt x="247" y="0"/>
                </a:cubicBezTo>
                <a:lnTo>
                  <a:pt x="80" y="0"/>
                </a:lnTo>
                <a:cubicBezTo>
                  <a:pt x="61" y="0"/>
                  <a:pt x="49" y="4"/>
                  <a:pt x="29" y="23"/>
                </a:cubicBezTo>
                <a:cubicBezTo>
                  <a:pt x="17" y="33"/>
                  <a:pt x="0" y="57"/>
                  <a:pt x="0" y="61"/>
                </a:cubicBezTo>
                <a:cubicBezTo>
                  <a:pt x="0" y="66"/>
                  <a:pt x="6" y="66"/>
                  <a:pt x="8" y="66"/>
                </a:cubicBezTo>
                <a:cubicBezTo>
                  <a:pt x="13" y="66"/>
                  <a:pt x="13" y="65"/>
                  <a:pt x="16" y="61"/>
                </a:cubicBezTo>
                <a:cubicBezTo>
                  <a:pt x="38" y="30"/>
                  <a:pt x="66" y="30"/>
                  <a:pt x="76" y="30"/>
                </a:cubicBezTo>
                <a:lnTo>
                  <a:pt x="103" y="30"/>
                </a:lnTo>
                <a:cubicBezTo>
                  <a:pt x="89" y="79"/>
                  <a:pt x="65" y="132"/>
                  <a:pt x="52" y="159"/>
                </a:cubicBezTo>
                <a:cubicBezTo>
                  <a:pt x="49" y="164"/>
                  <a:pt x="45" y="174"/>
                  <a:pt x="43" y="175"/>
                </a:cubicBezTo>
                <a:cubicBezTo>
                  <a:pt x="43" y="176"/>
                  <a:pt x="43" y="178"/>
                  <a:pt x="43" y="182"/>
                </a:cubicBezTo>
                <a:cubicBezTo>
                  <a:pt x="43" y="189"/>
                  <a:pt x="48" y="195"/>
                  <a:pt x="59" y="195"/>
                </a:cubicBezTo>
                <a:cubicBezTo>
                  <a:pt x="76" y="195"/>
                  <a:pt x="81" y="176"/>
                  <a:pt x="92" y="136"/>
                </a:cubicBezTo>
                <a:lnTo>
                  <a:pt x="118" y="3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25200" bIns="25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8089200" y="3100320"/>
            <a:ext cx="112680" cy="0"/>
          </a:xfrm>
          <a:prstGeom prst="line">
            <a:avLst/>
          </a:prstGeom>
          <a:ln w="10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5040" rIns="95040" tIns="-50040" bIns="-50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8108640" y="3130200"/>
            <a:ext cx="73440" cy="109440"/>
          </a:xfrm>
          <a:custGeom>
            <a:avLst/>
            <a:gdLst/>
            <a:ahLst/>
            <a:rect l="0" t="0" r="r" b="b"/>
            <a:pathLst>
              <a:path w="204" h="304">
                <a:moveTo>
                  <a:pt x="97" y="147"/>
                </a:moveTo>
                <a:cubicBezTo>
                  <a:pt x="132" y="147"/>
                  <a:pt x="157" y="171"/>
                  <a:pt x="157" y="218"/>
                </a:cubicBezTo>
                <a:cubicBezTo>
                  <a:pt x="157" y="273"/>
                  <a:pt x="124" y="290"/>
                  <a:pt x="100" y="290"/>
                </a:cubicBezTo>
                <a:cubicBezTo>
                  <a:pt x="82" y="290"/>
                  <a:pt x="42" y="285"/>
                  <a:pt x="24" y="258"/>
                </a:cubicBezTo>
                <a:cubicBezTo>
                  <a:pt x="44" y="258"/>
                  <a:pt x="50" y="244"/>
                  <a:pt x="50" y="233"/>
                </a:cubicBezTo>
                <a:cubicBezTo>
                  <a:pt x="50" y="220"/>
                  <a:pt x="39" y="209"/>
                  <a:pt x="25" y="209"/>
                </a:cubicBezTo>
                <a:cubicBezTo>
                  <a:pt x="13" y="209"/>
                  <a:pt x="0" y="218"/>
                  <a:pt x="0" y="235"/>
                </a:cubicBezTo>
                <a:cubicBezTo>
                  <a:pt x="0" y="277"/>
                  <a:pt x="46" y="304"/>
                  <a:pt x="100" y="304"/>
                </a:cubicBezTo>
                <a:cubicBezTo>
                  <a:pt x="161" y="304"/>
                  <a:pt x="204" y="263"/>
                  <a:pt x="204" y="218"/>
                </a:cubicBezTo>
                <a:cubicBezTo>
                  <a:pt x="204" y="183"/>
                  <a:pt x="176" y="149"/>
                  <a:pt x="127" y="139"/>
                </a:cubicBezTo>
                <a:cubicBezTo>
                  <a:pt x="173" y="122"/>
                  <a:pt x="190" y="89"/>
                  <a:pt x="190" y="61"/>
                </a:cubicBezTo>
                <a:cubicBezTo>
                  <a:pt x="190" y="26"/>
                  <a:pt x="151" y="0"/>
                  <a:pt x="101" y="0"/>
                </a:cubicBezTo>
                <a:cubicBezTo>
                  <a:pt x="52" y="0"/>
                  <a:pt x="14" y="24"/>
                  <a:pt x="14" y="60"/>
                </a:cubicBezTo>
                <a:cubicBezTo>
                  <a:pt x="14" y="75"/>
                  <a:pt x="24" y="83"/>
                  <a:pt x="37" y="83"/>
                </a:cubicBezTo>
                <a:cubicBezTo>
                  <a:pt x="51" y="83"/>
                  <a:pt x="59" y="73"/>
                  <a:pt x="59" y="61"/>
                </a:cubicBezTo>
                <a:cubicBezTo>
                  <a:pt x="59" y="48"/>
                  <a:pt x="51" y="38"/>
                  <a:pt x="37" y="37"/>
                </a:cubicBezTo>
                <a:cubicBezTo>
                  <a:pt x="53" y="18"/>
                  <a:pt x="82" y="13"/>
                  <a:pt x="100" y="13"/>
                </a:cubicBezTo>
                <a:cubicBezTo>
                  <a:pt x="120" y="13"/>
                  <a:pt x="147" y="23"/>
                  <a:pt x="147" y="61"/>
                </a:cubicBezTo>
                <a:cubicBezTo>
                  <a:pt x="147" y="80"/>
                  <a:pt x="141" y="101"/>
                  <a:pt x="129" y="114"/>
                </a:cubicBezTo>
                <a:cubicBezTo>
                  <a:pt x="115" y="131"/>
                  <a:pt x="102" y="132"/>
                  <a:pt x="80" y="134"/>
                </a:cubicBezTo>
                <a:cubicBezTo>
                  <a:pt x="69" y="135"/>
                  <a:pt x="68" y="135"/>
                  <a:pt x="66" y="135"/>
                </a:cubicBezTo>
                <a:cubicBezTo>
                  <a:pt x="66" y="135"/>
                  <a:pt x="61" y="135"/>
                  <a:pt x="61" y="141"/>
                </a:cubicBezTo>
                <a:cubicBezTo>
                  <a:pt x="61" y="147"/>
                  <a:pt x="65" y="147"/>
                  <a:pt x="73" y="147"/>
                </a:cubicBezTo>
                <a:lnTo>
                  <a:pt x="97" y="1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9240840" y="2300040"/>
            <a:ext cx="95760" cy="70200"/>
          </a:xfrm>
          <a:custGeom>
            <a:avLst/>
            <a:gdLst/>
            <a:ahLst/>
            <a:rect l="0" t="0" r="r" b="b"/>
            <a:pathLst>
              <a:path w="266" h="195">
                <a:moveTo>
                  <a:pt x="118" y="30"/>
                </a:moveTo>
                <a:lnTo>
                  <a:pt x="171" y="30"/>
                </a:lnTo>
                <a:cubicBezTo>
                  <a:pt x="164" y="57"/>
                  <a:pt x="154" y="97"/>
                  <a:pt x="154" y="132"/>
                </a:cubicBezTo>
                <a:cubicBezTo>
                  <a:pt x="154" y="151"/>
                  <a:pt x="157" y="162"/>
                  <a:pt x="159" y="171"/>
                </a:cubicBezTo>
                <a:cubicBezTo>
                  <a:pt x="166" y="194"/>
                  <a:pt x="172" y="195"/>
                  <a:pt x="179" y="195"/>
                </a:cubicBezTo>
                <a:cubicBezTo>
                  <a:pt x="190" y="195"/>
                  <a:pt x="200" y="186"/>
                  <a:pt x="200" y="175"/>
                </a:cubicBezTo>
                <a:cubicBezTo>
                  <a:pt x="200" y="172"/>
                  <a:pt x="200" y="170"/>
                  <a:pt x="198" y="166"/>
                </a:cubicBezTo>
                <a:cubicBezTo>
                  <a:pt x="188" y="149"/>
                  <a:pt x="180" y="125"/>
                  <a:pt x="180" y="88"/>
                </a:cubicBezTo>
                <a:cubicBezTo>
                  <a:pt x="180" y="80"/>
                  <a:pt x="180" y="62"/>
                  <a:pt x="186" y="30"/>
                </a:cubicBezTo>
                <a:lnTo>
                  <a:pt x="242" y="30"/>
                </a:lnTo>
                <a:cubicBezTo>
                  <a:pt x="250" y="30"/>
                  <a:pt x="254" y="30"/>
                  <a:pt x="259" y="27"/>
                </a:cubicBezTo>
                <a:cubicBezTo>
                  <a:pt x="265" y="22"/>
                  <a:pt x="266" y="15"/>
                  <a:pt x="266" y="13"/>
                </a:cubicBezTo>
                <a:cubicBezTo>
                  <a:pt x="266" y="0"/>
                  <a:pt x="255" y="0"/>
                  <a:pt x="247" y="0"/>
                </a:cubicBezTo>
                <a:lnTo>
                  <a:pt x="80" y="0"/>
                </a:lnTo>
                <a:cubicBezTo>
                  <a:pt x="62" y="0"/>
                  <a:pt x="49" y="4"/>
                  <a:pt x="29" y="23"/>
                </a:cubicBezTo>
                <a:cubicBezTo>
                  <a:pt x="17" y="33"/>
                  <a:pt x="0" y="57"/>
                  <a:pt x="0" y="61"/>
                </a:cubicBezTo>
                <a:cubicBezTo>
                  <a:pt x="0" y="66"/>
                  <a:pt x="6" y="66"/>
                  <a:pt x="8" y="66"/>
                </a:cubicBezTo>
                <a:cubicBezTo>
                  <a:pt x="13" y="66"/>
                  <a:pt x="13" y="65"/>
                  <a:pt x="16" y="61"/>
                </a:cubicBezTo>
                <a:cubicBezTo>
                  <a:pt x="38" y="30"/>
                  <a:pt x="66" y="30"/>
                  <a:pt x="76" y="30"/>
                </a:cubicBezTo>
                <a:lnTo>
                  <a:pt x="102" y="30"/>
                </a:lnTo>
                <a:cubicBezTo>
                  <a:pt x="89" y="78"/>
                  <a:pt x="64" y="132"/>
                  <a:pt x="51" y="158"/>
                </a:cubicBezTo>
                <a:cubicBezTo>
                  <a:pt x="49" y="164"/>
                  <a:pt x="45" y="173"/>
                  <a:pt x="43" y="174"/>
                </a:cubicBezTo>
                <a:cubicBezTo>
                  <a:pt x="43" y="177"/>
                  <a:pt x="43" y="178"/>
                  <a:pt x="43" y="181"/>
                </a:cubicBezTo>
                <a:cubicBezTo>
                  <a:pt x="43" y="188"/>
                  <a:pt x="48" y="195"/>
                  <a:pt x="59" y="195"/>
                </a:cubicBezTo>
                <a:cubicBezTo>
                  <a:pt x="76" y="195"/>
                  <a:pt x="80" y="175"/>
                  <a:pt x="91" y="135"/>
                </a:cubicBezTo>
                <a:lnTo>
                  <a:pt x="118" y="3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25200" bIns="25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9233280" y="2400480"/>
            <a:ext cx="113040" cy="0"/>
          </a:xfrm>
          <a:prstGeom prst="line">
            <a:avLst/>
          </a:prstGeom>
          <a:ln w="10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5040" rIns="95040" tIns="-50040" bIns="-50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9250200" y="2429640"/>
            <a:ext cx="78840" cy="108360"/>
          </a:xfrm>
          <a:custGeom>
            <a:avLst/>
            <a:gdLst/>
            <a:ahLst/>
            <a:rect l="0" t="0" r="r" b="b"/>
            <a:pathLst>
              <a:path w="219" h="301">
                <a:moveTo>
                  <a:pt x="219" y="228"/>
                </a:moveTo>
                <a:lnTo>
                  <a:pt x="219" y="212"/>
                </a:lnTo>
                <a:lnTo>
                  <a:pt x="169" y="212"/>
                </a:lnTo>
                <a:lnTo>
                  <a:pt x="169" y="14"/>
                </a:lnTo>
                <a:cubicBezTo>
                  <a:pt x="169" y="5"/>
                  <a:pt x="169" y="0"/>
                  <a:pt x="160" y="0"/>
                </a:cubicBezTo>
                <a:cubicBezTo>
                  <a:pt x="154" y="0"/>
                  <a:pt x="152" y="0"/>
                  <a:pt x="148" y="8"/>
                </a:cubicBezTo>
                <a:lnTo>
                  <a:pt x="0" y="212"/>
                </a:lnTo>
                <a:lnTo>
                  <a:pt x="0" y="228"/>
                </a:lnTo>
                <a:lnTo>
                  <a:pt x="132" y="228"/>
                </a:lnTo>
                <a:lnTo>
                  <a:pt x="132" y="264"/>
                </a:lnTo>
                <a:cubicBezTo>
                  <a:pt x="132" y="280"/>
                  <a:pt x="132" y="285"/>
                  <a:pt x="95" y="285"/>
                </a:cubicBezTo>
                <a:lnTo>
                  <a:pt x="83" y="285"/>
                </a:lnTo>
                <a:lnTo>
                  <a:pt x="83" y="301"/>
                </a:lnTo>
                <a:cubicBezTo>
                  <a:pt x="106" y="300"/>
                  <a:pt x="134" y="299"/>
                  <a:pt x="150" y="299"/>
                </a:cubicBezTo>
                <a:cubicBezTo>
                  <a:pt x="167" y="299"/>
                  <a:pt x="195" y="300"/>
                  <a:pt x="217" y="301"/>
                </a:cubicBezTo>
                <a:lnTo>
                  <a:pt x="217" y="285"/>
                </a:lnTo>
                <a:lnTo>
                  <a:pt x="206" y="285"/>
                </a:lnTo>
                <a:cubicBezTo>
                  <a:pt x="169" y="285"/>
                  <a:pt x="169" y="280"/>
                  <a:pt x="169" y="264"/>
                </a:cubicBezTo>
                <a:lnTo>
                  <a:pt x="169" y="228"/>
                </a:lnTo>
                <a:lnTo>
                  <a:pt x="219" y="228"/>
                </a:lnTo>
                <a:moveTo>
                  <a:pt x="135" y="50"/>
                </a:moveTo>
                <a:lnTo>
                  <a:pt x="135" y="212"/>
                </a:lnTo>
                <a:lnTo>
                  <a:pt x="17" y="212"/>
                </a:lnTo>
                <a:lnTo>
                  <a:pt x="135" y="5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9240840" y="1921320"/>
            <a:ext cx="95760" cy="70200"/>
          </a:xfrm>
          <a:custGeom>
            <a:avLst/>
            <a:gdLst/>
            <a:ahLst/>
            <a:rect l="0" t="0" r="r" b="b"/>
            <a:pathLst>
              <a:path w="266" h="195">
                <a:moveTo>
                  <a:pt x="118" y="30"/>
                </a:moveTo>
                <a:lnTo>
                  <a:pt x="171" y="30"/>
                </a:lnTo>
                <a:cubicBezTo>
                  <a:pt x="164" y="57"/>
                  <a:pt x="154" y="97"/>
                  <a:pt x="154" y="132"/>
                </a:cubicBezTo>
                <a:cubicBezTo>
                  <a:pt x="154" y="150"/>
                  <a:pt x="157" y="162"/>
                  <a:pt x="159" y="171"/>
                </a:cubicBezTo>
                <a:cubicBezTo>
                  <a:pt x="166" y="194"/>
                  <a:pt x="172" y="195"/>
                  <a:pt x="179" y="195"/>
                </a:cubicBezTo>
                <a:cubicBezTo>
                  <a:pt x="190" y="195"/>
                  <a:pt x="200" y="186"/>
                  <a:pt x="200" y="175"/>
                </a:cubicBezTo>
                <a:cubicBezTo>
                  <a:pt x="200" y="172"/>
                  <a:pt x="200" y="170"/>
                  <a:pt x="198" y="166"/>
                </a:cubicBezTo>
                <a:cubicBezTo>
                  <a:pt x="188" y="149"/>
                  <a:pt x="180" y="124"/>
                  <a:pt x="180" y="88"/>
                </a:cubicBezTo>
                <a:cubicBezTo>
                  <a:pt x="180" y="80"/>
                  <a:pt x="180" y="61"/>
                  <a:pt x="186" y="30"/>
                </a:cubicBezTo>
                <a:lnTo>
                  <a:pt x="242" y="30"/>
                </a:lnTo>
                <a:cubicBezTo>
                  <a:pt x="250" y="30"/>
                  <a:pt x="254" y="30"/>
                  <a:pt x="259" y="27"/>
                </a:cubicBezTo>
                <a:cubicBezTo>
                  <a:pt x="265" y="22"/>
                  <a:pt x="266" y="15"/>
                  <a:pt x="266" y="13"/>
                </a:cubicBezTo>
                <a:cubicBezTo>
                  <a:pt x="266" y="0"/>
                  <a:pt x="255" y="0"/>
                  <a:pt x="247" y="0"/>
                </a:cubicBezTo>
                <a:lnTo>
                  <a:pt x="80" y="0"/>
                </a:lnTo>
                <a:cubicBezTo>
                  <a:pt x="62" y="0"/>
                  <a:pt x="49" y="4"/>
                  <a:pt x="29" y="23"/>
                </a:cubicBezTo>
                <a:cubicBezTo>
                  <a:pt x="17" y="32"/>
                  <a:pt x="0" y="57"/>
                  <a:pt x="0" y="61"/>
                </a:cubicBezTo>
                <a:cubicBezTo>
                  <a:pt x="0" y="65"/>
                  <a:pt x="6" y="65"/>
                  <a:pt x="8" y="65"/>
                </a:cubicBezTo>
                <a:cubicBezTo>
                  <a:pt x="13" y="65"/>
                  <a:pt x="13" y="65"/>
                  <a:pt x="16" y="61"/>
                </a:cubicBezTo>
                <a:cubicBezTo>
                  <a:pt x="38" y="30"/>
                  <a:pt x="66" y="30"/>
                  <a:pt x="76" y="30"/>
                </a:cubicBezTo>
                <a:lnTo>
                  <a:pt x="102" y="30"/>
                </a:lnTo>
                <a:cubicBezTo>
                  <a:pt x="89" y="78"/>
                  <a:pt x="64" y="131"/>
                  <a:pt x="51" y="158"/>
                </a:cubicBezTo>
                <a:cubicBezTo>
                  <a:pt x="49" y="163"/>
                  <a:pt x="45" y="173"/>
                  <a:pt x="43" y="174"/>
                </a:cubicBezTo>
                <a:cubicBezTo>
                  <a:pt x="43" y="176"/>
                  <a:pt x="43" y="178"/>
                  <a:pt x="43" y="181"/>
                </a:cubicBezTo>
                <a:cubicBezTo>
                  <a:pt x="43" y="188"/>
                  <a:pt x="48" y="195"/>
                  <a:pt x="59" y="195"/>
                </a:cubicBezTo>
                <a:cubicBezTo>
                  <a:pt x="76" y="195"/>
                  <a:pt x="80" y="175"/>
                  <a:pt x="91" y="135"/>
                </a:cubicBezTo>
                <a:lnTo>
                  <a:pt x="118" y="3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25200" bIns="25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9233280" y="2021760"/>
            <a:ext cx="113040" cy="0"/>
          </a:xfrm>
          <a:prstGeom prst="line">
            <a:avLst/>
          </a:prstGeom>
          <a:ln w="10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5040" rIns="95040" tIns="-50040" bIns="-50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9250200" y="2050920"/>
            <a:ext cx="78840" cy="108360"/>
          </a:xfrm>
          <a:custGeom>
            <a:avLst/>
            <a:gdLst/>
            <a:ahLst/>
            <a:rect l="0" t="0" r="r" b="b"/>
            <a:pathLst>
              <a:path w="219" h="301">
                <a:moveTo>
                  <a:pt x="219" y="228"/>
                </a:moveTo>
                <a:lnTo>
                  <a:pt x="219" y="212"/>
                </a:lnTo>
                <a:lnTo>
                  <a:pt x="169" y="212"/>
                </a:lnTo>
                <a:lnTo>
                  <a:pt x="169" y="13"/>
                </a:lnTo>
                <a:cubicBezTo>
                  <a:pt x="169" y="4"/>
                  <a:pt x="169" y="0"/>
                  <a:pt x="160" y="0"/>
                </a:cubicBezTo>
                <a:cubicBezTo>
                  <a:pt x="154" y="0"/>
                  <a:pt x="152" y="0"/>
                  <a:pt x="148" y="7"/>
                </a:cubicBezTo>
                <a:lnTo>
                  <a:pt x="0" y="212"/>
                </a:lnTo>
                <a:lnTo>
                  <a:pt x="0" y="228"/>
                </a:lnTo>
                <a:lnTo>
                  <a:pt x="132" y="228"/>
                </a:lnTo>
                <a:lnTo>
                  <a:pt x="132" y="264"/>
                </a:lnTo>
                <a:cubicBezTo>
                  <a:pt x="132" y="280"/>
                  <a:pt x="132" y="285"/>
                  <a:pt x="95" y="285"/>
                </a:cubicBezTo>
                <a:lnTo>
                  <a:pt x="83" y="285"/>
                </a:lnTo>
                <a:lnTo>
                  <a:pt x="83" y="301"/>
                </a:lnTo>
                <a:cubicBezTo>
                  <a:pt x="106" y="300"/>
                  <a:pt x="134" y="298"/>
                  <a:pt x="150" y="298"/>
                </a:cubicBezTo>
                <a:cubicBezTo>
                  <a:pt x="167" y="298"/>
                  <a:pt x="195" y="300"/>
                  <a:pt x="217" y="301"/>
                </a:cubicBezTo>
                <a:lnTo>
                  <a:pt x="217" y="285"/>
                </a:lnTo>
                <a:lnTo>
                  <a:pt x="206" y="285"/>
                </a:lnTo>
                <a:cubicBezTo>
                  <a:pt x="169" y="285"/>
                  <a:pt x="169" y="280"/>
                  <a:pt x="169" y="264"/>
                </a:cubicBezTo>
                <a:lnTo>
                  <a:pt x="169" y="228"/>
                </a:lnTo>
                <a:lnTo>
                  <a:pt x="219" y="228"/>
                </a:lnTo>
                <a:moveTo>
                  <a:pt x="135" y="49"/>
                </a:moveTo>
                <a:lnTo>
                  <a:pt x="135" y="212"/>
                </a:lnTo>
                <a:lnTo>
                  <a:pt x="17" y="212"/>
                </a:lnTo>
                <a:lnTo>
                  <a:pt x="135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8087760" y="3378600"/>
            <a:ext cx="95760" cy="70200"/>
          </a:xfrm>
          <a:custGeom>
            <a:avLst/>
            <a:gdLst/>
            <a:ahLst/>
            <a:rect l="0" t="0" r="r" b="b"/>
            <a:pathLst>
              <a:path w="266" h="195">
                <a:moveTo>
                  <a:pt x="118" y="30"/>
                </a:moveTo>
                <a:lnTo>
                  <a:pt x="171" y="30"/>
                </a:lnTo>
                <a:cubicBezTo>
                  <a:pt x="164" y="56"/>
                  <a:pt x="154" y="96"/>
                  <a:pt x="154" y="132"/>
                </a:cubicBezTo>
                <a:cubicBezTo>
                  <a:pt x="154" y="150"/>
                  <a:pt x="157" y="162"/>
                  <a:pt x="159" y="171"/>
                </a:cubicBezTo>
                <a:cubicBezTo>
                  <a:pt x="166" y="194"/>
                  <a:pt x="172" y="195"/>
                  <a:pt x="179" y="195"/>
                </a:cubicBezTo>
                <a:cubicBezTo>
                  <a:pt x="190" y="195"/>
                  <a:pt x="200" y="186"/>
                  <a:pt x="200" y="175"/>
                </a:cubicBezTo>
                <a:cubicBezTo>
                  <a:pt x="200" y="172"/>
                  <a:pt x="200" y="170"/>
                  <a:pt x="197" y="166"/>
                </a:cubicBezTo>
                <a:cubicBezTo>
                  <a:pt x="188" y="149"/>
                  <a:pt x="180" y="125"/>
                  <a:pt x="180" y="88"/>
                </a:cubicBezTo>
                <a:cubicBezTo>
                  <a:pt x="180" y="79"/>
                  <a:pt x="180" y="61"/>
                  <a:pt x="186" y="30"/>
                </a:cubicBezTo>
                <a:lnTo>
                  <a:pt x="242" y="30"/>
                </a:lnTo>
                <a:cubicBezTo>
                  <a:pt x="250" y="30"/>
                  <a:pt x="254" y="30"/>
                  <a:pt x="259" y="27"/>
                </a:cubicBezTo>
                <a:cubicBezTo>
                  <a:pt x="265" y="22"/>
                  <a:pt x="266" y="15"/>
                  <a:pt x="266" y="13"/>
                </a:cubicBezTo>
                <a:cubicBezTo>
                  <a:pt x="266" y="0"/>
                  <a:pt x="255" y="0"/>
                  <a:pt x="247" y="0"/>
                </a:cubicBezTo>
                <a:lnTo>
                  <a:pt x="80" y="0"/>
                </a:lnTo>
                <a:cubicBezTo>
                  <a:pt x="62" y="0"/>
                  <a:pt x="49" y="4"/>
                  <a:pt x="29" y="22"/>
                </a:cubicBezTo>
                <a:cubicBezTo>
                  <a:pt x="17" y="33"/>
                  <a:pt x="0" y="56"/>
                  <a:pt x="0" y="60"/>
                </a:cubicBezTo>
                <a:cubicBezTo>
                  <a:pt x="0" y="66"/>
                  <a:pt x="6" y="66"/>
                  <a:pt x="8" y="66"/>
                </a:cubicBezTo>
                <a:cubicBezTo>
                  <a:pt x="13" y="66"/>
                  <a:pt x="13" y="64"/>
                  <a:pt x="16" y="60"/>
                </a:cubicBezTo>
                <a:cubicBezTo>
                  <a:pt x="37" y="30"/>
                  <a:pt x="66" y="30"/>
                  <a:pt x="75" y="30"/>
                </a:cubicBezTo>
                <a:lnTo>
                  <a:pt x="102" y="30"/>
                </a:lnTo>
                <a:cubicBezTo>
                  <a:pt x="88" y="78"/>
                  <a:pt x="64" y="131"/>
                  <a:pt x="51" y="158"/>
                </a:cubicBezTo>
                <a:cubicBezTo>
                  <a:pt x="49" y="163"/>
                  <a:pt x="45" y="173"/>
                  <a:pt x="43" y="174"/>
                </a:cubicBezTo>
                <a:cubicBezTo>
                  <a:pt x="43" y="176"/>
                  <a:pt x="43" y="178"/>
                  <a:pt x="43" y="181"/>
                </a:cubicBezTo>
                <a:cubicBezTo>
                  <a:pt x="43" y="188"/>
                  <a:pt x="48" y="195"/>
                  <a:pt x="58" y="195"/>
                </a:cubicBezTo>
                <a:cubicBezTo>
                  <a:pt x="76" y="195"/>
                  <a:pt x="80" y="175"/>
                  <a:pt x="91" y="135"/>
                </a:cubicBezTo>
                <a:lnTo>
                  <a:pt x="118" y="3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25200" bIns="25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8080200" y="3479040"/>
            <a:ext cx="113040" cy="0"/>
          </a:xfrm>
          <a:prstGeom prst="line">
            <a:avLst/>
          </a:prstGeom>
          <a:ln w="10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5040" rIns="95040" tIns="-50040" bIns="-50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8097120" y="3508200"/>
            <a:ext cx="78840" cy="108360"/>
          </a:xfrm>
          <a:custGeom>
            <a:avLst/>
            <a:gdLst/>
            <a:ahLst/>
            <a:rect l="0" t="0" r="r" b="b"/>
            <a:pathLst>
              <a:path w="219" h="301">
                <a:moveTo>
                  <a:pt x="219" y="228"/>
                </a:moveTo>
                <a:lnTo>
                  <a:pt x="219" y="212"/>
                </a:lnTo>
                <a:lnTo>
                  <a:pt x="169" y="212"/>
                </a:lnTo>
                <a:lnTo>
                  <a:pt x="169" y="13"/>
                </a:lnTo>
                <a:cubicBezTo>
                  <a:pt x="169" y="5"/>
                  <a:pt x="169" y="0"/>
                  <a:pt x="159" y="0"/>
                </a:cubicBezTo>
                <a:cubicBezTo>
                  <a:pt x="154" y="0"/>
                  <a:pt x="152" y="0"/>
                  <a:pt x="148" y="7"/>
                </a:cubicBezTo>
                <a:lnTo>
                  <a:pt x="0" y="212"/>
                </a:lnTo>
                <a:lnTo>
                  <a:pt x="0" y="228"/>
                </a:lnTo>
                <a:lnTo>
                  <a:pt x="132" y="228"/>
                </a:lnTo>
                <a:lnTo>
                  <a:pt x="132" y="264"/>
                </a:lnTo>
                <a:cubicBezTo>
                  <a:pt x="132" y="280"/>
                  <a:pt x="132" y="285"/>
                  <a:pt x="95" y="285"/>
                </a:cubicBezTo>
                <a:lnTo>
                  <a:pt x="83" y="285"/>
                </a:lnTo>
                <a:lnTo>
                  <a:pt x="83" y="301"/>
                </a:lnTo>
                <a:cubicBezTo>
                  <a:pt x="106" y="300"/>
                  <a:pt x="134" y="299"/>
                  <a:pt x="150" y="299"/>
                </a:cubicBezTo>
                <a:cubicBezTo>
                  <a:pt x="167" y="299"/>
                  <a:pt x="194" y="300"/>
                  <a:pt x="217" y="301"/>
                </a:cubicBezTo>
                <a:lnTo>
                  <a:pt x="217" y="285"/>
                </a:lnTo>
                <a:lnTo>
                  <a:pt x="206" y="285"/>
                </a:lnTo>
                <a:cubicBezTo>
                  <a:pt x="169" y="285"/>
                  <a:pt x="169" y="280"/>
                  <a:pt x="169" y="264"/>
                </a:cubicBezTo>
                <a:lnTo>
                  <a:pt x="169" y="228"/>
                </a:lnTo>
                <a:lnTo>
                  <a:pt x="219" y="228"/>
                </a:lnTo>
                <a:moveTo>
                  <a:pt x="135" y="49"/>
                </a:moveTo>
                <a:lnTo>
                  <a:pt x="135" y="212"/>
                </a:lnTo>
                <a:lnTo>
                  <a:pt x="17" y="212"/>
                </a:lnTo>
                <a:lnTo>
                  <a:pt x="135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 flipH="1">
            <a:off x="8253720" y="3913920"/>
            <a:ext cx="200520" cy="177840"/>
          </a:xfrm>
          <a:prstGeom prst="line">
            <a:avLst/>
          </a:prstGeom>
          <a:ln cap="rnd" w="44640">
            <a:solidFill>
              <a:srgbClr val="b854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2320" rIns="112320" tIns="67320" bIns="67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8253720" y="3913920"/>
            <a:ext cx="200520" cy="177840"/>
          </a:xfrm>
          <a:prstGeom prst="line">
            <a:avLst/>
          </a:prstGeom>
          <a:ln cap="rnd" w="44640">
            <a:solidFill>
              <a:srgbClr val="b854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2320" rIns="112320" tIns="67320" bIns="67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24800" y="3761640"/>
            <a:ext cx="64440" cy="64440"/>
          </a:xfrm>
          <a:custGeom>
            <a:avLst/>
            <a:gdLst/>
            <a:ahLst/>
            <a:rect l="0" t="0" r="r" b="b"/>
            <a:pathLst>
              <a:path w="179" h="179">
                <a:moveTo>
                  <a:pt x="0" y="89"/>
                </a:moveTo>
                <a:cubicBezTo>
                  <a:pt x="0" y="139"/>
                  <a:pt x="40" y="179"/>
                  <a:pt x="89" y="179"/>
                </a:cubicBezTo>
                <a:cubicBezTo>
                  <a:pt x="139" y="179"/>
                  <a:pt x="179" y="139"/>
                  <a:pt x="179" y="89"/>
                </a:cubicBezTo>
                <a:cubicBezTo>
                  <a:pt x="179" y="40"/>
                  <a:pt x="139" y="0"/>
                  <a:pt x="89" y="0"/>
                </a:cubicBezTo>
                <a:cubicBezTo>
                  <a:pt x="40" y="0"/>
                  <a:pt x="0" y="40"/>
                  <a:pt x="0" y="8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19440" bIns="1944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8524800" y="3867120"/>
            <a:ext cx="64440" cy="64440"/>
          </a:xfrm>
          <a:custGeom>
            <a:avLst/>
            <a:gdLst/>
            <a:ahLst/>
            <a:rect l="0" t="0" r="r" b="b"/>
            <a:pathLst>
              <a:path w="179" h="179">
                <a:moveTo>
                  <a:pt x="0" y="89"/>
                </a:moveTo>
                <a:cubicBezTo>
                  <a:pt x="0" y="138"/>
                  <a:pt x="40" y="179"/>
                  <a:pt x="89" y="179"/>
                </a:cubicBezTo>
                <a:cubicBezTo>
                  <a:pt x="139" y="179"/>
                  <a:pt x="179" y="138"/>
                  <a:pt x="179" y="89"/>
                </a:cubicBezTo>
                <a:cubicBezTo>
                  <a:pt x="179" y="40"/>
                  <a:pt x="139" y="0"/>
                  <a:pt x="89" y="0"/>
                </a:cubicBezTo>
                <a:cubicBezTo>
                  <a:pt x="40" y="0"/>
                  <a:pt x="0" y="40"/>
                  <a:pt x="0" y="8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19440" bIns="1944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8524800" y="3972240"/>
            <a:ext cx="64440" cy="64440"/>
          </a:xfrm>
          <a:custGeom>
            <a:avLst/>
            <a:gdLst/>
            <a:ahLst/>
            <a:rect l="0" t="0" r="r" b="b"/>
            <a:pathLst>
              <a:path w="179" h="179">
                <a:moveTo>
                  <a:pt x="0" y="90"/>
                </a:moveTo>
                <a:cubicBezTo>
                  <a:pt x="0" y="139"/>
                  <a:pt x="40" y="179"/>
                  <a:pt x="89" y="179"/>
                </a:cubicBezTo>
                <a:cubicBezTo>
                  <a:pt x="139" y="179"/>
                  <a:pt x="179" y="140"/>
                  <a:pt x="179" y="90"/>
                </a:cubicBezTo>
                <a:cubicBezTo>
                  <a:pt x="179" y="41"/>
                  <a:pt x="139" y="0"/>
                  <a:pt x="89" y="0"/>
                </a:cubicBezTo>
                <a:cubicBezTo>
                  <a:pt x="40" y="0"/>
                  <a:pt x="0" y="40"/>
                  <a:pt x="0" y="9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19440" bIns="1944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 flipH="1" flipV="1">
            <a:off x="2585880" y="2026800"/>
            <a:ext cx="444960" cy="518760"/>
          </a:xfrm>
          <a:prstGeom prst="line">
            <a:avLst/>
          </a:prstGeom>
          <a:ln cap="rnd" w="295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760" rIns="104760" tIns="59760" bIns="59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2976480" y="2494440"/>
            <a:ext cx="118800" cy="123840"/>
          </a:xfrm>
          <a:custGeom>
            <a:avLst/>
            <a:gdLst/>
            <a:ahLst/>
            <a:rect l="0" t="0" r="r" b="b"/>
            <a:pathLst>
              <a:path w="330" h="344">
                <a:moveTo>
                  <a:pt x="263" y="35"/>
                </a:moveTo>
                <a:lnTo>
                  <a:pt x="329" y="297"/>
                </a:lnTo>
                <a:cubicBezTo>
                  <a:pt x="337" y="327"/>
                  <a:pt x="307" y="353"/>
                  <a:pt x="278" y="341"/>
                </a:cubicBezTo>
                <a:lnTo>
                  <a:pt x="29" y="236"/>
                </a:lnTo>
                <a:cubicBezTo>
                  <a:pt x="-3" y="222"/>
                  <a:pt x="-9" y="180"/>
                  <a:pt x="17" y="158"/>
                </a:cubicBezTo>
                <a:lnTo>
                  <a:pt x="188" y="11"/>
                </a:lnTo>
                <a:cubicBezTo>
                  <a:pt x="214" y="-11"/>
                  <a:pt x="255" y="1"/>
                  <a:pt x="263" y="3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 flipH="1">
            <a:off x="2565720" y="3215880"/>
            <a:ext cx="444960" cy="518760"/>
          </a:xfrm>
          <a:prstGeom prst="line">
            <a:avLst/>
          </a:prstGeom>
          <a:ln cap="rnd" w="295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760" rIns="104760" tIns="59760" bIns="59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956320" y="3143160"/>
            <a:ext cx="118800" cy="123840"/>
          </a:xfrm>
          <a:custGeom>
            <a:avLst/>
            <a:gdLst/>
            <a:ahLst/>
            <a:rect l="0" t="0" r="r" b="b"/>
            <a:pathLst>
              <a:path w="330" h="344">
                <a:moveTo>
                  <a:pt x="29" y="107"/>
                </a:moveTo>
                <a:lnTo>
                  <a:pt x="277" y="3"/>
                </a:lnTo>
                <a:cubicBezTo>
                  <a:pt x="306" y="-9"/>
                  <a:pt x="336" y="16"/>
                  <a:pt x="329" y="46"/>
                </a:cubicBezTo>
                <a:lnTo>
                  <a:pt x="263" y="308"/>
                </a:lnTo>
                <a:cubicBezTo>
                  <a:pt x="255" y="342"/>
                  <a:pt x="214" y="355"/>
                  <a:pt x="188" y="332"/>
                </a:cubicBezTo>
                <a:lnTo>
                  <a:pt x="16" y="185"/>
                </a:lnTo>
                <a:cubicBezTo>
                  <a:pt x="-10" y="163"/>
                  <a:pt x="-3" y="121"/>
                  <a:pt x="29" y="10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 flipH="1">
            <a:off x="5528880" y="2860200"/>
            <a:ext cx="370800" cy="0"/>
          </a:xfrm>
          <a:prstGeom prst="line">
            <a:avLst/>
          </a:prstGeom>
          <a:ln cap="rnd" w="295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760" rIns="104760" tIns="-59760" bIns="-59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5872680" y="2802960"/>
            <a:ext cx="118800" cy="114840"/>
          </a:xfrm>
          <a:custGeom>
            <a:avLst/>
            <a:gdLst/>
            <a:ahLst/>
            <a:rect l="0" t="0" r="r" b="b"/>
            <a:pathLst>
              <a:path w="330" h="319">
                <a:moveTo>
                  <a:pt x="68" y="6"/>
                </a:moveTo>
                <a:lnTo>
                  <a:pt x="309" y="125"/>
                </a:lnTo>
                <a:cubicBezTo>
                  <a:pt x="337" y="139"/>
                  <a:pt x="337" y="178"/>
                  <a:pt x="309" y="192"/>
                </a:cubicBezTo>
                <a:lnTo>
                  <a:pt x="68" y="313"/>
                </a:lnTo>
                <a:cubicBezTo>
                  <a:pt x="37" y="329"/>
                  <a:pt x="0" y="306"/>
                  <a:pt x="0" y="271"/>
                </a:cubicBezTo>
                <a:lnTo>
                  <a:pt x="0" y="47"/>
                </a:lnTo>
                <a:cubicBezTo>
                  <a:pt x="0" y="12"/>
                  <a:pt x="37" y="-10"/>
                  <a:pt x="68" y="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7243560" y="1911960"/>
            <a:ext cx="101160" cy="2064240"/>
          </a:xfrm>
          <a:custGeom>
            <a:avLst/>
            <a:gdLst/>
            <a:ahLst/>
            <a:rect l="0" t="0" r="r" b="b"/>
            <a:pathLst>
              <a:path w="281" h="5734">
                <a:moveTo>
                  <a:pt x="281" y="0"/>
                </a:moveTo>
                <a:cubicBezTo>
                  <a:pt x="226" y="478"/>
                  <a:pt x="186" y="955"/>
                  <a:pt x="159" y="1429"/>
                </a:cubicBezTo>
                <a:cubicBezTo>
                  <a:pt x="133" y="1904"/>
                  <a:pt x="120" y="2382"/>
                  <a:pt x="120" y="2864"/>
                </a:cubicBezTo>
                <a:cubicBezTo>
                  <a:pt x="120" y="3344"/>
                  <a:pt x="133" y="3822"/>
                  <a:pt x="159" y="4298"/>
                </a:cubicBezTo>
                <a:cubicBezTo>
                  <a:pt x="186" y="4774"/>
                  <a:pt x="226" y="5252"/>
                  <a:pt x="281" y="5734"/>
                </a:cubicBezTo>
                <a:lnTo>
                  <a:pt x="183" y="5734"/>
                </a:lnTo>
                <a:cubicBezTo>
                  <a:pt x="121" y="5236"/>
                  <a:pt x="75" y="4750"/>
                  <a:pt x="45" y="4277"/>
                </a:cubicBezTo>
                <a:cubicBezTo>
                  <a:pt x="15" y="3805"/>
                  <a:pt x="0" y="3333"/>
                  <a:pt x="0" y="2864"/>
                </a:cubicBezTo>
                <a:cubicBezTo>
                  <a:pt x="0" y="2397"/>
                  <a:pt x="15" y="1927"/>
                  <a:pt x="45" y="1453"/>
                </a:cubicBezTo>
                <a:cubicBezTo>
                  <a:pt x="75" y="979"/>
                  <a:pt x="121" y="494"/>
                  <a:pt x="183" y="0"/>
                </a:cubicBezTo>
                <a:lnTo>
                  <a:pt x="281" y="0"/>
                </a:lnTo>
                <a:close/>
              </a:path>
            </a:pathLst>
          </a:custGeom>
          <a:noFill/>
          <a:ln cap="rnd" w="12960">
            <a:solidFill>
              <a:srgbClr val="000000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7243560" y="1911960"/>
            <a:ext cx="101160" cy="2064240"/>
          </a:xfrm>
          <a:custGeom>
            <a:avLst/>
            <a:gdLst/>
            <a:ahLst/>
            <a:rect l="0" t="0" r="r" b="b"/>
            <a:pathLst>
              <a:path w="281" h="5734">
                <a:moveTo>
                  <a:pt x="281" y="0"/>
                </a:moveTo>
                <a:cubicBezTo>
                  <a:pt x="227" y="478"/>
                  <a:pt x="186" y="955"/>
                  <a:pt x="159" y="1431"/>
                </a:cubicBezTo>
                <a:cubicBezTo>
                  <a:pt x="133" y="1905"/>
                  <a:pt x="120" y="2383"/>
                  <a:pt x="120" y="2864"/>
                </a:cubicBezTo>
                <a:cubicBezTo>
                  <a:pt x="120" y="3344"/>
                  <a:pt x="133" y="3822"/>
                  <a:pt x="159" y="4298"/>
                </a:cubicBezTo>
                <a:cubicBezTo>
                  <a:pt x="186" y="4773"/>
                  <a:pt x="227" y="5252"/>
                  <a:pt x="281" y="5734"/>
                </a:cubicBezTo>
                <a:lnTo>
                  <a:pt x="183" y="5734"/>
                </a:lnTo>
                <a:cubicBezTo>
                  <a:pt x="122" y="5236"/>
                  <a:pt x="76" y="4750"/>
                  <a:pt x="46" y="4279"/>
                </a:cubicBezTo>
                <a:cubicBezTo>
                  <a:pt x="15" y="3805"/>
                  <a:pt x="0" y="3333"/>
                  <a:pt x="0" y="2864"/>
                </a:cubicBezTo>
                <a:cubicBezTo>
                  <a:pt x="0" y="2397"/>
                  <a:pt x="15" y="1927"/>
                  <a:pt x="46" y="1453"/>
                </a:cubicBezTo>
                <a:cubicBezTo>
                  <a:pt x="76" y="979"/>
                  <a:pt x="122" y="495"/>
                  <a:pt x="183" y="0"/>
                </a:cubicBezTo>
                <a:lnTo>
                  <a:pt x="281" y="0"/>
                </a:lnTo>
                <a:close/>
              </a:path>
            </a:pathLst>
          </a:custGeom>
          <a:solidFill>
            <a:srgbClr val="fff2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9459720" y="1911960"/>
            <a:ext cx="101160" cy="2064240"/>
          </a:xfrm>
          <a:custGeom>
            <a:avLst/>
            <a:gdLst/>
            <a:ahLst/>
            <a:rect l="0" t="0" r="r" b="b"/>
            <a:pathLst>
              <a:path w="281" h="5734">
                <a:moveTo>
                  <a:pt x="0" y="0"/>
                </a:moveTo>
                <a:cubicBezTo>
                  <a:pt x="55" y="478"/>
                  <a:pt x="95" y="955"/>
                  <a:pt x="122" y="1429"/>
                </a:cubicBezTo>
                <a:cubicBezTo>
                  <a:pt x="148" y="1904"/>
                  <a:pt x="161" y="2382"/>
                  <a:pt x="161" y="2864"/>
                </a:cubicBezTo>
                <a:cubicBezTo>
                  <a:pt x="161" y="3344"/>
                  <a:pt x="148" y="3822"/>
                  <a:pt x="122" y="4298"/>
                </a:cubicBezTo>
                <a:cubicBezTo>
                  <a:pt x="95" y="4774"/>
                  <a:pt x="55" y="5252"/>
                  <a:pt x="0" y="5734"/>
                </a:cubicBezTo>
                <a:lnTo>
                  <a:pt x="98" y="5734"/>
                </a:lnTo>
                <a:cubicBezTo>
                  <a:pt x="160" y="5236"/>
                  <a:pt x="206" y="4750"/>
                  <a:pt x="236" y="4277"/>
                </a:cubicBezTo>
                <a:cubicBezTo>
                  <a:pt x="266" y="3805"/>
                  <a:pt x="281" y="3333"/>
                  <a:pt x="281" y="2864"/>
                </a:cubicBezTo>
                <a:cubicBezTo>
                  <a:pt x="281" y="2397"/>
                  <a:pt x="266" y="1927"/>
                  <a:pt x="236" y="1453"/>
                </a:cubicBezTo>
                <a:cubicBezTo>
                  <a:pt x="206" y="979"/>
                  <a:pt x="160" y="494"/>
                  <a:pt x="98" y="0"/>
                </a:cubicBezTo>
                <a:lnTo>
                  <a:pt x="0" y="0"/>
                </a:lnTo>
                <a:close/>
              </a:path>
            </a:pathLst>
          </a:custGeom>
          <a:noFill/>
          <a:ln cap="rnd" w="12960">
            <a:solidFill>
              <a:srgbClr val="000000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9459720" y="1911960"/>
            <a:ext cx="101160" cy="2064240"/>
          </a:xfrm>
          <a:custGeom>
            <a:avLst/>
            <a:gdLst/>
            <a:ahLst/>
            <a:rect l="0" t="0" r="r" b="b"/>
            <a:pathLst>
              <a:path w="281" h="5734">
                <a:moveTo>
                  <a:pt x="0" y="0"/>
                </a:moveTo>
                <a:cubicBezTo>
                  <a:pt x="54" y="478"/>
                  <a:pt x="95" y="955"/>
                  <a:pt x="122" y="1431"/>
                </a:cubicBezTo>
                <a:cubicBezTo>
                  <a:pt x="148" y="1905"/>
                  <a:pt x="161" y="2383"/>
                  <a:pt x="161" y="2864"/>
                </a:cubicBezTo>
                <a:cubicBezTo>
                  <a:pt x="161" y="3344"/>
                  <a:pt x="148" y="3822"/>
                  <a:pt x="122" y="4298"/>
                </a:cubicBezTo>
                <a:cubicBezTo>
                  <a:pt x="95" y="4773"/>
                  <a:pt x="54" y="5252"/>
                  <a:pt x="0" y="5734"/>
                </a:cubicBezTo>
                <a:lnTo>
                  <a:pt x="98" y="5734"/>
                </a:lnTo>
                <a:cubicBezTo>
                  <a:pt x="159" y="5236"/>
                  <a:pt x="205" y="4750"/>
                  <a:pt x="236" y="4279"/>
                </a:cubicBezTo>
                <a:cubicBezTo>
                  <a:pt x="266" y="3805"/>
                  <a:pt x="281" y="3333"/>
                  <a:pt x="281" y="2864"/>
                </a:cubicBezTo>
                <a:cubicBezTo>
                  <a:pt x="281" y="2397"/>
                  <a:pt x="266" y="1927"/>
                  <a:pt x="236" y="1453"/>
                </a:cubicBezTo>
                <a:cubicBezTo>
                  <a:pt x="205" y="979"/>
                  <a:pt x="159" y="495"/>
                  <a:pt x="98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2112120" y="2860200"/>
            <a:ext cx="939960" cy="0"/>
          </a:xfrm>
          <a:prstGeom prst="line">
            <a:avLst/>
          </a:prstGeom>
          <a:ln cap="rnd" w="295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760" rIns="104760" tIns="-59760" bIns="-59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3024720" y="2802960"/>
            <a:ext cx="118800" cy="114840"/>
          </a:xfrm>
          <a:custGeom>
            <a:avLst/>
            <a:gdLst/>
            <a:ahLst/>
            <a:rect l="0" t="0" r="r" b="b"/>
            <a:pathLst>
              <a:path w="330" h="319">
                <a:moveTo>
                  <a:pt x="68" y="6"/>
                </a:moveTo>
                <a:lnTo>
                  <a:pt x="309" y="125"/>
                </a:lnTo>
                <a:cubicBezTo>
                  <a:pt x="337" y="139"/>
                  <a:pt x="337" y="178"/>
                  <a:pt x="309" y="192"/>
                </a:cubicBezTo>
                <a:lnTo>
                  <a:pt x="68" y="313"/>
                </a:lnTo>
                <a:cubicBezTo>
                  <a:pt x="37" y="329"/>
                  <a:pt x="0" y="306"/>
                  <a:pt x="0" y="271"/>
                </a:cubicBezTo>
                <a:lnTo>
                  <a:pt x="0" y="47"/>
                </a:lnTo>
                <a:cubicBezTo>
                  <a:pt x="0" y="12"/>
                  <a:pt x="37" y="-10"/>
                  <a:pt x="68" y="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 flipH="1" flipV="1">
            <a:off x="8153280" y="3456360"/>
            <a:ext cx="196560" cy="387360"/>
          </a:xfrm>
          <a:prstGeom prst="line">
            <a:avLst/>
          </a:prstGeom>
          <a:ln cap="rnd" w="29520">
            <a:solidFill>
              <a:srgbClr val="b85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760" rIns="104760" tIns="59760" bIns="59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8104320" y="3373200"/>
            <a:ext cx="106560" cy="127440"/>
          </a:xfrm>
          <a:custGeom>
            <a:avLst/>
            <a:gdLst/>
            <a:ahLst/>
            <a:rect l="0" t="0" r="r" b="b"/>
            <a:pathLst>
              <a:path w="296" h="354">
                <a:moveTo>
                  <a:pt x="2" y="307"/>
                </a:moveTo>
                <a:lnTo>
                  <a:pt x="0" y="37"/>
                </a:lnTo>
                <a:cubicBezTo>
                  <a:pt x="0" y="6"/>
                  <a:pt x="35" y="-11"/>
                  <a:pt x="60" y="7"/>
                </a:cubicBezTo>
                <a:lnTo>
                  <a:pt x="277" y="168"/>
                </a:lnTo>
                <a:cubicBezTo>
                  <a:pt x="305" y="188"/>
                  <a:pt x="301" y="231"/>
                  <a:pt x="270" y="246"/>
                </a:cubicBezTo>
                <a:lnTo>
                  <a:pt x="69" y="349"/>
                </a:lnTo>
                <a:cubicBezTo>
                  <a:pt x="38" y="364"/>
                  <a:pt x="2" y="342"/>
                  <a:pt x="2" y="307"/>
                </a:cubicBezTo>
                <a:close/>
              </a:path>
            </a:pathLst>
          </a:custGeom>
          <a:solidFill>
            <a:srgbClr val="b8545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 flipH="1" flipV="1">
            <a:off x="8380080" y="3483360"/>
            <a:ext cx="37080" cy="354600"/>
          </a:xfrm>
          <a:prstGeom prst="line">
            <a:avLst/>
          </a:prstGeom>
          <a:ln cap="rnd" w="29520">
            <a:solidFill>
              <a:srgbClr val="b85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760" rIns="104760" tIns="59760" bIns="59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8324280" y="3392640"/>
            <a:ext cx="114120" cy="122400"/>
          </a:xfrm>
          <a:custGeom>
            <a:avLst/>
            <a:gdLst/>
            <a:ahLst/>
            <a:rect l="0" t="0" r="r" b="b"/>
            <a:pathLst>
              <a:path w="317" h="340">
                <a:moveTo>
                  <a:pt x="3" y="276"/>
                </a:moveTo>
                <a:lnTo>
                  <a:pt x="97" y="24"/>
                </a:lnTo>
                <a:cubicBezTo>
                  <a:pt x="108" y="-5"/>
                  <a:pt x="148" y="-9"/>
                  <a:pt x="164" y="17"/>
                </a:cubicBezTo>
                <a:lnTo>
                  <a:pt x="310" y="244"/>
                </a:lnTo>
                <a:cubicBezTo>
                  <a:pt x="328" y="273"/>
                  <a:pt x="310" y="312"/>
                  <a:pt x="275" y="315"/>
                </a:cubicBezTo>
                <a:lnTo>
                  <a:pt x="51" y="339"/>
                </a:lnTo>
                <a:cubicBezTo>
                  <a:pt x="16" y="343"/>
                  <a:pt x="-10" y="309"/>
                  <a:pt x="3" y="276"/>
                </a:cubicBezTo>
                <a:close/>
              </a:path>
            </a:pathLst>
          </a:custGeom>
          <a:solidFill>
            <a:srgbClr val="b8545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7567200" y="3909600"/>
            <a:ext cx="601920" cy="155520"/>
          </a:xfrm>
          <a:custGeom>
            <a:avLst/>
            <a:gdLst/>
            <a:ahLst/>
            <a:rect l="0" t="0" r="r" b="b"/>
            <a:pathLst>
              <a:path w="1672" h="432">
                <a:moveTo>
                  <a:pt x="0" y="0"/>
                </a:moveTo>
                <a:lnTo>
                  <a:pt x="252" y="0"/>
                </a:lnTo>
                <a:lnTo>
                  <a:pt x="252" y="49"/>
                </a:lnTo>
                <a:lnTo>
                  <a:pt x="58" y="49"/>
                </a:lnTo>
                <a:lnTo>
                  <a:pt x="58" y="174"/>
                </a:lnTo>
                <a:lnTo>
                  <a:pt x="243" y="174"/>
                </a:lnTo>
                <a:lnTo>
                  <a:pt x="243" y="222"/>
                </a:lnTo>
                <a:lnTo>
                  <a:pt x="58" y="222"/>
                </a:lnTo>
                <a:lnTo>
                  <a:pt x="58" y="376"/>
                </a:lnTo>
                <a:lnTo>
                  <a:pt x="257" y="376"/>
                </a:lnTo>
                <a:lnTo>
                  <a:pt x="257" y="424"/>
                </a:lnTo>
                <a:lnTo>
                  <a:pt x="0" y="424"/>
                </a:lnTo>
                <a:lnTo>
                  <a:pt x="0" y="0"/>
                </a:lnTo>
                <a:moveTo>
                  <a:pt x="622" y="172"/>
                </a:moveTo>
                <a:cubicBezTo>
                  <a:pt x="611" y="163"/>
                  <a:pt x="600" y="157"/>
                  <a:pt x="588" y="153"/>
                </a:cubicBezTo>
                <a:cubicBezTo>
                  <a:pt x="577" y="149"/>
                  <a:pt x="564" y="147"/>
                  <a:pt x="550" y="147"/>
                </a:cubicBezTo>
                <a:cubicBezTo>
                  <a:pt x="517" y="147"/>
                  <a:pt x="493" y="157"/>
                  <a:pt x="475" y="177"/>
                </a:cubicBezTo>
                <a:cubicBezTo>
                  <a:pt x="458" y="198"/>
                  <a:pt x="450" y="227"/>
                  <a:pt x="450" y="266"/>
                </a:cubicBezTo>
                <a:lnTo>
                  <a:pt x="450" y="424"/>
                </a:lnTo>
                <a:lnTo>
                  <a:pt x="397" y="424"/>
                </a:lnTo>
                <a:lnTo>
                  <a:pt x="397" y="106"/>
                </a:lnTo>
                <a:lnTo>
                  <a:pt x="450" y="106"/>
                </a:lnTo>
                <a:lnTo>
                  <a:pt x="450" y="168"/>
                </a:lnTo>
                <a:cubicBezTo>
                  <a:pt x="458" y="146"/>
                  <a:pt x="472" y="129"/>
                  <a:pt x="490" y="117"/>
                </a:cubicBezTo>
                <a:cubicBezTo>
                  <a:pt x="508" y="105"/>
                  <a:pt x="529" y="98"/>
                  <a:pt x="554" y="98"/>
                </a:cubicBezTo>
                <a:cubicBezTo>
                  <a:pt x="567" y="98"/>
                  <a:pt x="579" y="100"/>
                  <a:pt x="590" y="103"/>
                </a:cubicBezTo>
                <a:cubicBezTo>
                  <a:pt x="601" y="107"/>
                  <a:pt x="612" y="112"/>
                  <a:pt x="622" y="118"/>
                </a:cubicBezTo>
                <a:lnTo>
                  <a:pt x="622" y="172"/>
                </a:lnTo>
                <a:moveTo>
                  <a:pt x="972" y="172"/>
                </a:moveTo>
                <a:cubicBezTo>
                  <a:pt x="961" y="163"/>
                  <a:pt x="950" y="157"/>
                  <a:pt x="938" y="153"/>
                </a:cubicBezTo>
                <a:cubicBezTo>
                  <a:pt x="927" y="149"/>
                  <a:pt x="914" y="147"/>
                  <a:pt x="900" y="147"/>
                </a:cubicBezTo>
                <a:cubicBezTo>
                  <a:pt x="867" y="147"/>
                  <a:pt x="843" y="157"/>
                  <a:pt x="825" y="177"/>
                </a:cubicBezTo>
                <a:cubicBezTo>
                  <a:pt x="808" y="198"/>
                  <a:pt x="800" y="227"/>
                  <a:pt x="800" y="266"/>
                </a:cubicBezTo>
                <a:lnTo>
                  <a:pt x="800" y="424"/>
                </a:lnTo>
                <a:lnTo>
                  <a:pt x="747" y="424"/>
                </a:lnTo>
                <a:lnTo>
                  <a:pt x="747" y="106"/>
                </a:lnTo>
                <a:lnTo>
                  <a:pt x="800" y="106"/>
                </a:lnTo>
                <a:lnTo>
                  <a:pt x="800" y="168"/>
                </a:lnTo>
                <a:cubicBezTo>
                  <a:pt x="808" y="146"/>
                  <a:pt x="822" y="129"/>
                  <a:pt x="840" y="117"/>
                </a:cubicBezTo>
                <a:cubicBezTo>
                  <a:pt x="858" y="105"/>
                  <a:pt x="879" y="98"/>
                  <a:pt x="904" y="98"/>
                </a:cubicBezTo>
                <a:cubicBezTo>
                  <a:pt x="917" y="98"/>
                  <a:pt x="929" y="100"/>
                  <a:pt x="940" y="103"/>
                </a:cubicBezTo>
                <a:cubicBezTo>
                  <a:pt x="951" y="107"/>
                  <a:pt x="962" y="112"/>
                  <a:pt x="972" y="118"/>
                </a:cubicBezTo>
                <a:lnTo>
                  <a:pt x="972" y="172"/>
                </a:lnTo>
                <a:moveTo>
                  <a:pt x="1169" y="143"/>
                </a:moveTo>
                <a:cubicBezTo>
                  <a:pt x="1143" y="143"/>
                  <a:pt x="1123" y="153"/>
                  <a:pt x="1109" y="174"/>
                </a:cubicBezTo>
                <a:cubicBezTo>
                  <a:pt x="1095" y="194"/>
                  <a:pt x="1089" y="225"/>
                  <a:pt x="1089" y="265"/>
                </a:cubicBezTo>
                <a:cubicBezTo>
                  <a:pt x="1089" y="306"/>
                  <a:pt x="1095" y="336"/>
                  <a:pt x="1109" y="357"/>
                </a:cubicBezTo>
                <a:cubicBezTo>
                  <a:pt x="1123" y="378"/>
                  <a:pt x="1143" y="388"/>
                  <a:pt x="1169" y="388"/>
                </a:cubicBezTo>
                <a:cubicBezTo>
                  <a:pt x="1196" y="388"/>
                  <a:pt x="1216" y="378"/>
                  <a:pt x="1230" y="357"/>
                </a:cubicBezTo>
                <a:cubicBezTo>
                  <a:pt x="1243" y="336"/>
                  <a:pt x="1250" y="306"/>
                  <a:pt x="1250" y="265"/>
                </a:cubicBezTo>
                <a:cubicBezTo>
                  <a:pt x="1250" y="225"/>
                  <a:pt x="1243" y="194"/>
                  <a:pt x="1230" y="174"/>
                </a:cubicBezTo>
                <a:cubicBezTo>
                  <a:pt x="1216" y="153"/>
                  <a:pt x="1196" y="143"/>
                  <a:pt x="1169" y="143"/>
                </a:cubicBezTo>
                <a:moveTo>
                  <a:pt x="1169" y="98"/>
                </a:moveTo>
                <a:cubicBezTo>
                  <a:pt x="1213" y="98"/>
                  <a:pt x="1247" y="113"/>
                  <a:pt x="1270" y="141"/>
                </a:cubicBezTo>
                <a:cubicBezTo>
                  <a:pt x="1294" y="170"/>
                  <a:pt x="1305" y="211"/>
                  <a:pt x="1305" y="265"/>
                </a:cubicBezTo>
                <a:cubicBezTo>
                  <a:pt x="1305" y="320"/>
                  <a:pt x="1294" y="361"/>
                  <a:pt x="1270" y="390"/>
                </a:cubicBezTo>
                <a:cubicBezTo>
                  <a:pt x="1247" y="418"/>
                  <a:pt x="1213" y="432"/>
                  <a:pt x="1169" y="432"/>
                </a:cubicBezTo>
                <a:cubicBezTo>
                  <a:pt x="1125" y="432"/>
                  <a:pt x="1091" y="418"/>
                  <a:pt x="1068" y="390"/>
                </a:cubicBezTo>
                <a:cubicBezTo>
                  <a:pt x="1045" y="361"/>
                  <a:pt x="1033" y="320"/>
                  <a:pt x="1033" y="265"/>
                </a:cubicBezTo>
                <a:cubicBezTo>
                  <a:pt x="1033" y="211"/>
                  <a:pt x="1045" y="170"/>
                  <a:pt x="1068" y="141"/>
                </a:cubicBezTo>
                <a:cubicBezTo>
                  <a:pt x="1091" y="113"/>
                  <a:pt x="1125" y="98"/>
                  <a:pt x="1169" y="98"/>
                </a:cubicBezTo>
                <a:moveTo>
                  <a:pt x="1672" y="172"/>
                </a:moveTo>
                <a:cubicBezTo>
                  <a:pt x="1661" y="163"/>
                  <a:pt x="1650" y="157"/>
                  <a:pt x="1638" y="153"/>
                </a:cubicBezTo>
                <a:cubicBezTo>
                  <a:pt x="1627" y="149"/>
                  <a:pt x="1614" y="147"/>
                  <a:pt x="1600" y="147"/>
                </a:cubicBezTo>
                <a:cubicBezTo>
                  <a:pt x="1567" y="147"/>
                  <a:pt x="1543" y="157"/>
                  <a:pt x="1525" y="177"/>
                </a:cubicBezTo>
                <a:cubicBezTo>
                  <a:pt x="1508" y="198"/>
                  <a:pt x="1500" y="227"/>
                  <a:pt x="1500" y="266"/>
                </a:cubicBezTo>
                <a:lnTo>
                  <a:pt x="1500" y="424"/>
                </a:lnTo>
                <a:lnTo>
                  <a:pt x="1447" y="424"/>
                </a:lnTo>
                <a:lnTo>
                  <a:pt x="1447" y="106"/>
                </a:lnTo>
                <a:lnTo>
                  <a:pt x="1500" y="106"/>
                </a:lnTo>
                <a:lnTo>
                  <a:pt x="1500" y="168"/>
                </a:lnTo>
                <a:cubicBezTo>
                  <a:pt x="1508" y="146"/>
                  <a:pt x="1522" y="129"/>
                  <a:pt x="1540" y="117"/>
                </a:cubicBezTo>
                <a:cubicBezTo>
                  <a:pt x="1558" y="105"/>
                  <a:pt x="1579" y="98"/>
                  <a:pt x="1604" y="98"/>
                </a:cubicBezTo>
                <a:cubicBezTo>
                  <a:pt x="1617" y="98"/>
                  <a:pt x="1629" y="100"/>
                  <a:pt x="1640" y="103"/>
                </a:cubicBezTo>
                <a:cubicBezTo>
                  <a:pt x="1651" y="107"/>
                  <a:pt x="1662" y="112"/>
                  <a:pt x="1672" y="118"/>
                </a:cubicBezTo>
                <a:lnTo>
                  <a:pt x="1672" y="172"/>
                </a:lnTo>
                <a:close/>
              </a:path>
            </a:pathLst>
          </a:custGeom>
          <a:solidFill>
            <a:srgbClr val="b8545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2026-02-13T07:22:55Z</dcterms:created>
  <dc:creator/>
  <dc:description/>
  <dc:language>en-US</dc:language>
  <cp:lastModifiedBy/>
  <dcterms:modified xsi:type="dcterms:W3CDTF">2026-02-13T07:22:57Z</dcterms:modified>
  <cp:revision>1</cp:revision>
  <dc:subject/>
  <dc:title/>
</cp:coreProperties>
</file>